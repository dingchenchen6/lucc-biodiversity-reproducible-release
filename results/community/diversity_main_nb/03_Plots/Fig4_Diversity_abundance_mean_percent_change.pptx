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Abundance responses to mean warming anomaly across land-use types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91278" y="4834588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91278" y="3458339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91278" y="2082091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91278" y="705843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641571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95160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948749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91278" y="3458339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1439460" y="2335167"/>
              <a:ext cx="3518300" cy="1739046"/>
            </a:xfrm>
            <a:custGeom>
              <a:avLst/>
              <a:pathLst>
                <a:path w="3518300" h="1739046">
                  <a:moveTo>
                    <a:pt x="0" y="755211"/>
                  </a:moveTo>
                  <a:lnTo>
                    <a:pt x="35183" y="766575"/>
                  </a:lnTo>
                  <a:lnTo>
                    <a:pt x="70366" y="777906"/>
                  </a:lnTo>
                  <a:lnTo>
                    <a:pt x="105549" y="789203"/>
                  </a:lnTo>
                  <a:lnTo>
                    <a:pt x="140732" y="800466"/>
                  </a:lnTo>
                  <a:lnTo>
                    <a:pt x="175915" y="811695"/>
                  </a:lnTo>
                  <a:lnTo>
                    <a:pt x="211098" y="822891"/>
                  </a:lnTo>
                  <a:lnTo>
                    <a:pt x="246281" y="834054"/>
                  </a:lnTo>
                  <a:lnTo>
                    <a:pt x="281464" y="845183"/>
                  </a:lnTo>
                  <a:lnTo>
                    <a:pt x="316647" y="856279"/>
                  </a:lnTo>
                  <a:lnTo>
                    <a:pt x="351830" y="867342"/>
                  </a:lnTo>
                  <a:lnTo>
                    <a:pt x="387013" y="878372"/>
                  </a:lnTo>
                  <a:lnTo>
                    <a:pt x="422196" y="889369"/>
                  </a:lnTo>
                  <a:lnTo>
                    <a:pt x="457379" y="900333"/>
                  </a:lnTo>
                  <a:lnTo>
                    <a:pt x="492562" y="911265"/>
                  </a:lnTo>
                  <a:lnTo>
                    <a:pt x="527745" y="922164"/>
                  </a:lnTo>
                  <a:lnTo>
                    <a:pt x="562928" y="933030"/>
                  </a:lnTo>
                  <a:lnTo>
                    <a:pt x="598111" y="943864"/>
                  </a:lnTo>
                  <a:lnTo>
                    <a:pt x="633294" y="954665"/>
                  </a:lnTo>
                  <a:lnTo>
                    <a:pt x="668477" y="965435"/>
                  </a:lnTo>
                  <a:lnTo>
                    <a:pt x="703660" y="976172"/>
                  </a:lnTo>
                  <a:lnTo>
                    <a:pt x="738843" y="986877"/>
                  </a:lnTo>
                  <a:lnTo>
                    <a:pt x="774026" y="997550"/>
                  </a:lnTo>
                  <a:lnTo>
                    <a:pt x="809209" y="1008192"/>
                  </a:lnTo>
                  <a:lnTo>
                    <a:pt x="844392" y="1018801"/>
                  </a:lnTo>
                  <a:lnTo>
                    <a:pt x="879575" y="1029379"/>
                  </a:lnTo>
                  <a:lnTo>
                    <a:pt x="914758" y="1039926"/>
                  </a:lnTo>
                  <a:lnTo>
                    <a:pt x="949941" y="1050441"/>
                  </a:lnTo>
                  <a:lnTo>
                    <a:pt x="985124" y="1060924"/>
                  </a:lnTo>
                  <a:lnTo>
                    <a:pt x="1020307" y="1071377"/>
                  </a:lnTo>
                  <a:lnTo>
                    <a:pt x="1055490" y="1081798"/>
                  </a:lnTo>
                  <a:lnTo>
                    <a:pt x="1090673" y="1092188"/>
                  </a:lnTo>
                  <a:lnTo>
                    <a:pt x="1125856" y="1102547"/>
                  </a:lnTo>
                  <a:lnTo>
                    <a:pt x="1161039" y="1112875"/>
                  </a:lnTo>
                  <a:lnTo>
                    <a:pt x="1196222" y="1123172"/>
                  </a:lnTo>
                  <a:lnTo>
                    <a:pt x="1231405" y="1108414"/>
                  </a:lnTo>
                  <a:lnTo>
                    <a:pt x="1266588" y="1093592"/>
                  </a:lnTo>
                  <a:lnTo>
                    <a:pt x="1301771" y="1078706"/>
                  </a:lnTo>
                  <a:lnTo>
                    <a:pt x="1336954" y="1063757"/>
                  </a:lnTo>
                  <a:lnTo>
                    <a:pt x="1372137" y="1048743"/>
                  </a:lnTo>
                  <a:lnTo>
                    <a:pt x="1407320" y="1033666"/>
                  </a:lnTo>
                  <a:lnTo>
                    <a:pt x="1442503" y="1018523"/>
                  </a:lnTo>
                  <a:lnTo>
                    <a:pt x="1477686" y="1003316"/>
                  </a:lnTo>
                  <a:lnTo>
                    <a:pt x="1512869" y="988043"/>
                  </a:lnTo>
                  <a:lnTo>
                    <a:pt x="1548052" y="972705"/>
                  </a:lnTo>
                  <a:lnTo>
                    <a:pt x="1583235" y="957301"/>
                  </a:lnTo>
                  <a:lnTo>
                    <a:pt x="1618418" y="941831"/>
                  </a:lnTo>
                  <a:lnTo>
                    <a:pt x="1653601" y="926294"/>
                  </a:lnTo>
                  <a:lnTo>
                    <a:pt x="1688784" y="910691"/>
                  </a:lnTo>
                  <a:lnTo>
                    <a:pt x="1723967" y="895021"/>
                  </a:lnTo>
                  <a:lnTo>
                    <a:pt x="1759150" y="879284"/>
                  </a:lnTo>
                  <a:lnTo>
                    <a:pt x="1794333" y="863479"/>
                  </a:lnTo>
                  <a:lnTo>
                    <a:pt x="1829516" y="847607"/>
                  </a:lnTo>
                  <a:lnTo>
                    <a:pt x="1864699" y="831666"/>
                  </a:lnTo>
                  <a:lnTo>
                    <a:pt x="1899882" y="815657"/>
                  </a:lnTo>
                  <a:lnTo>
                    <a:pt x="1935065" y="799579"/>
                  </a:lnTo>
                  <a:lnTo>
                    <a:pt x="1970248" y="783433"/>
                  </a:lnTo>
                  <a:lnTo>
                    <a:pt x="2005431" y="767217"/>
                  </a:lnTo>
                  <a:lnTo>
                    <a:pt x="2040614" y="750931"/>
                  </a:lnTo>
                  <a:lnTo>
                    <a:pt x="2075797" y="734576"/>
                  </a:lnTo>
                  <a:lnTo>
                    <a:pt x="2110980" y="718151"/>
                  </a:lnTo>
                  <a:lnTo>
                    <a:pt x="2146163" y="701655"/>
                  </a:lnTo>
                  <a:lnTo>
                    <a:pt x="2181346" y="685088"/>
                  </a:lnTo>
                  <a:lnTo>
                    <a:pt x="2216529" y="668450"/>
                  </a:lnTo>
                  <a:lnTo>
                    <a:pt x="2251712" y="651741"/>
                  </a:lnTo>
                  <a:lnTo>
                    <a:pt x="2286895" y="634960"/>
                  </a:lnTo>
                  <a:lnTo>
                    <a:pt x="2322078" y="618108"/>
                  </a:lnTo>
                  <a:lnTo>
                    <a:pt x="2357261" y="601182"/>
                  </a:lnTo>
                  <a:lnTo>
                    <a:pt x="2392444" y="584185"/>
                  </a:lnTo>
                  <a:lnTo>
                    <a:pt x="2427627" y="567114"/>
                  </a:lnTo>
                  <a:lnTo>
                    <a:pt x="2462810" y="549970"/>
                  </a:lnTo>
                  <a:lnTo>
                    <a:pt x="2497993" y="532753"/>
                  </a:lnTo>
                  <a:lnTo>
                    <a:pt x="2533176" y="515462"/>
                  </a:lnTo>
                  <a:lnTo>
                    <a:pt x="2568359" y="498097"/>
                  </a:lnTo>
                  <a:lnTo>
                    <a:pt x="2603542" y="480657"/>
                  </a:lnTo>
                  <a:lnTo>
                    <a:pt x="2638725" y="463142"/>
                  </a:lnTo>
                  <a:lnTo>
                    <a:pt x="2673908" y="445552"/>
                  </a:lnTo>
                  <a:lnTo>
                    <a:pt x="2709091" y="427887"/>
                  </a:lnTo>
                  <a:lnTo>
                    <a:pt x="2744274" y="410146"/>
                  </a:lnTo>
                  <a:lnTo>
                    <a:pt x="2779457" y="392329"/>
                  </a:lnTo>
                  <a:lnTo>
                    <a:pt x="2814640" y="374435"/>
                  </a:lnTo>
                  <a:lnTo>
                    <a:pt x="2849823" y="356465"/>
                  </a:lnTo>
                  <a:lnTo>
                    <a:pt x="2885006" y="338418"/>
                  </a:lnTo>
                  <a:lnTo>
                    <a:pt x="2920189" y="320293"/>
                  </a:lnTo>
                  <a:lnTo>
                    <a:pt x="2955372" y="302090"/>
                  </a:lnTo>
                  <a:lnTo>
                    <a:pt x="2990555" y="283810"/>
                  </a:lnTo>
                  <a:lnTo>
                    <a:pt x="3025738" y="265451"/>
                  </a:lnTo>
                  <a:lnTo>
                    <a:pt x="3060921" y="247013"/>
                  </a:lnTo>
                  <a:lnTo>
                    <a:pt x="3096104" y="228496"/>
                  </a:lnTo>
                  <a:lnTo>
                    <a:pt x="3131287" y="209900"/>
                  </a:lnTo>
                  <a:lnTo>
                    <a:pt x="3166470" y="191224"/>
                  </a:lnTo>
                  <a:lnTo>
                    <a:pt x="3201653" y="172467"/>
                  </a:lnTo>
                  <a:lnTo>
                    <a:pt x="3236836" y="153631"/>
                  </a:lnTo>
                  <a:lnTo>
                    <a:pt x="3272019" y="134713"/>
                  </a:lnTo>
                  <a:lnTo>
                    <a:pt x="3307202" y="115715"/>
                  </a:lnTo>
                  <a:lnTo>
                    <a:pt x="3342385" y="96635"/>
                  </a:lnTo>
                  <a:lnTo>
                    <a:pt x="3377568" y="77473"/>
                  </a:lnTo>
                  <a:lnTo>
                    <a:pt x="3412751" y="58229"/>
                  </a:lnTo>
                  <a:lnTo>
                    <a:pt x="3447934" y="38902"/>
                  </a:lnTo>
                  <a:lnTo>
                    <a:pt x="3483117" y="19492"/>
                  </a:lnTo>
                  <a:lnTo>
                    <a:pt x="3518300" y="0"/>
                  </a:lnTo>
                  <a:lnTo>
                    <a:pt x="3518300" y="1739046"/>
                  </a:lnTo>
                  <a:lnTo>
                    <a:pt x="3483117" y="1730592"/>
                  </a:lnTo>
                  <a:lnTo>
                    <a:pt x="3447934" y="1722113"/>
                  </a:lnTo>
                  <a:lnTo>
                    <a:pt x="3412751" y="1713608"/>
                  </a:lnTo>
                  <a:lnTo>
                    <a:pt x="3377568" y="1705078"/>
                  </a:lnTo>
                  <a:lnTo>
                    <a:pt x="3342385" y="1696522"/>
                  </a:lnTo>
                  <a:lnTo>
                    <a:pt x="3307202" y="1687941"/>
                  </a:lnTo>
                  <a:lnTo>
                    <a:pt x="3272019" y="1679334"/>
                  </a:lnTo>
                  <a:lnTo>
                    <a:pt x="3236836" y="1670701"/>
                  </a:lnTo>
                  <a:lnTo>
                    <a:pt x="3201653" y="1662043"/>
                  </a:lnTo>
                  <a:lnTo>
                    <a:pt x="3166470" y="1653358"/>
                  </a:lnTo>
                  <a:lnTo>
                    <a:pt x="3131287" y="1644648"/>
                  </a:lnTo>
                  <a:lnTo>
                    <a:pt x="3096104" y="1635911"/>
                  </a:lnTo>
                  <a:lnTo>
                    <a:pt x="3060921" y="1627148"/>
                  </a:lnTo>
                  <a:lnTo>
                    <a:pt x="3025738" y="1618359"/>
                  </a:lnTo>
                  <a:lnTo>
                    <a:pt x="2990555" y="1609544"/>
                  </a:lnTo>
                  <a:lnTo>
                    <a:pt x="2955372" y="1600702"/>
                  </a:lnTo>
                  <a:lnTo>
                    <a:pt x="2920189" y="1591834"/>
                  </a:lnTo>
                  <a:lnTo>
                    <a:pt x="2885006" y="1582940"/>
                  </a:lnTo>
                  <a:lnTo>
                    <a:pt x="2849823" y="1574018"/>
                  </a:lnTo>
                  <a:lnTo>
                    <a:pt x="2814640" y="1565070"/>
                  </a:lnTo>
                  <a:lnTo>
                    <a:pt x="2779457" y="1556096"/>
                  </a:lnTo>
                  <a:lnTo>
                    <a:pt x="2744274" y="1547094"/>
                  </a:lnTo>
                  <a:lnTo>
                    <a:pt x="2709091" y="1538066"/>
                  </a:lnTo>
                  <a:lnTo>
                    <a:pt x="2673908" y="1529010"/>
                  </a:lnTo>
                  <a:lnTo>
                    <a:pt x="2638725" y="1519927"/>
                  </a:lnTo>
                  <a:lnTo>
                    <a:pt x="2603542" y="1510818"/>
                  </a:lnTo>
                  <a:lnTo>
                    <a:pt x="2568359" y="1501680"/>
                  </a:lnTo>
                  <a:lnTo>
                    <a:pt x="2533176" y="1492516"/>
                  </a:lnTo>
                  <a:lnTo>
                    <a:pt x="2497993" y="1483324"/>
                  </a:lnTo>
                  <a:lnTo>
                    <a:pt x="2462810" y="1474105"/>
                  </a:lnTo>
                  <a:lnTo>
                    <a:pt x="2427627" y="1464858"/>
                  </a:lnTo>
                  <a:lnTo>
                    <a:pt x="2392444" y="1455583"/>
                  </a:lnTo>
                  <a:lnTo>
                    <a:pt x="2357261" y="1446281"/>
                  </a:lnTo>
                  <a:lnTo>
                    <a:pt x="2322078" y="1436950"/>
                  </a:lnTo>
                  <a:lnTo>
                    <a:pt x="2286895" y="1427592"/>
                  </a:lnTo>
                  <a:lnTo>
                    <a:pt x="2251712" y="1418206"/>
                  </a:lnTo>
                  <a:lnTo>
                    <a:pt x="2216529" y="1408792"/>
                  </a:lnTo>
                  <a:lnTo>
                    <a:pt x="2181346" y="1399349"/>
                  </a:lnTo>
                  <a:lnTo>
                    <a:pt x="2146163" y="1389879"/>
                  </a:lnTo>
                  <a:lnTo>
                    <a:pt x="2110980" y="1380380"/>
                  </a:lnTo>
                  <a:lnTo>
                    <a:pt x="2075797" y="1370852"/>
                  </a:lnTo>
                  <a:lnTo>
                    <a:pt x="2040614" y="1361296"/>
                  </a:lnTo>
                  <a:lnTo>
                    <a:pt x="2005431" y="1351712"/>
                  </a:lnTo>
                  <a:lnTo>
                    <a:pt x="1970248" y="1342098"/>
                  </a:lnTo>
                  <a:lnTo>
                    <a:pt x="1935065" y="1332456"/>
                  </a:lnTo>
                  <a:lnTo>
                    <a:pt x="1899882" y="1322785"/>
                  </a:lnTo>
                  <a:lnTo>
                    <a:pt x="1864699" y="1313085"/>
                  </a:lnTo>
                  <a:lnTo>
                    <a:pt x="1829516" y="1303357"/>
                  </a:lnTo>
                  <a:lnTo>
                    <a:pt x="1794333" y="1293599"/>
                  </a:lnTo>
                  <a:lnTo>
                    <a:pt x="1759150" y="1283811"/>
                  </a:lnTo>
                  <a:lnTo>
                    <a:pt x="1723967" y="1273995"/>
                  </a:lnTo>
                  <a:lnTo>
                    <a:pt x="1688784" y="1264149"/>
                  </a:lnTo>
                  <a:lnTo>
                    <a:pt x="1653601" y="1254274"/>
                  </a:lnTo>
                  <a:lnTo>
                    <a:pt x="1618418" y="1244369"/>
                  </a:lnTo>
                  <a:lnTo>
                    <a:pt x="1583235" y="1234434"/>
                  </a:lnTo>
                  <a:lnTo>
                    <a:pt x="1548052" y="1224470"/>
                  </a:lnTo>
                  <a:lnTo>
                    <a:pt x="1512869" y="1214476"/>
                  </a:lnTo>
                  <a:lnTo>
                    <a:pt x="1477686" y="1204452"/>
                  </a:lnTo>
                  <a:lnTo>
                    <a:pt x="1442503" y="1194398"/>
                  </a:lnTo>
                  <a:lnTo>
                    <a:pt x="1407320" y="1184314"/>
                  </a:lnTo>
                  <a:lnTo>
                    <a:pt x="1372137" y="1174199"/>
                  </a:lnTo>
                  <a:lnTo>
                    <a:pt x="1336954" y="1164055"/>
                  </a:lnTo>
                  <a:lnTo>
                    <a:pt x="1301771" y="1153880"/>
                  </a:lnTo>
                  <a:lnTo>
                    <a:pt x="1266588" y="1143675"/>
                  </a:lnTo>
                  <a:lnTo>
                    <a:pt x="1231405" y="1133439"/>
                  </a:lnTo>
                  <a:lnTo>
                    <a:pt x="1196222" y="1123172"/>
                  </a:lnTo>
                  <a:lnTo>
                    <a:pt x="1161039" y="1137868"/>
                  </a:lnTo>
                  <a:lnTo>
                    <a:pt x="1125856" y="1152500"/>
                  </a:lnTo>
                  <a:lnTo>
                    <a:pt x="1090673" y="1167071"/>
                  </a:lnTo>
                  <a:lnTo>
                    <a:pt x="1055490" y="1181579"/>
                  </a:lnTo>
                  <a:lnTo>
                    <a:pt x="1020307" y="1196025"/>
                  </a:lnTo>
                  <a:lnTo>
                    <a:pt x="985124" y="1210409"/>
                  </a:lnTo>
                  <a:lnTo>
                    <a:pt x="949941" y="1224732"/>
                  </a:lnTo>
                  <a:lnTo>
                    <a:pt x="914758" y="1238994"/>
                  </a:lnTo>
                  <a:lnTo>
                    <a:pt x="879575" y="1253195"/>
                  </a:lnTo>
                  <a:lnTo>
                    <a:pt x="844392" y="1267335"/>
                  </a:lnTo>
                  <a:lnTo>
                    <a:pt x="809209" y="1281415"/>
                  </a:lnTo>
                  <a:lnTo>
                    <a:pt x="774026" y="1295434"/>
                  </a:lnTo>
                  <a:lnTo>
                    <a:pt x="738843" y="1309394"/>
                  </a:lnTo>
                  <a:lnTo>
                    <a:pt x="703660" y="1323294"/>
                  </a:lnTo>
                  <a:lnTo>
                    <a:pt x="668477" y="1337135"/>
                  </a:lnTo>
                  <a:lnTo>
                    <a:pt x="633294" y="1350917"/>
                  </a:lnTo>
                  <a:lnTo>
                    <a:pt x="598111" y="1364639"/>
                  </a:lnTo>
                  <a:lnTo>
                    <a:pt x="562928" y="1378304"/>
                  </a:lnTo>
                  <a:lnTo>
                    <a:pt x="527745" y="1391909"/>
                  </a:lnTo>
                  <a:lnTo>
                    <a:pt x="492562" y="1405457"/>
                  </a:lnTo>
                  <a:lnTo>
                    <a:pt x="457379" y="1418947"/>
                  </a:lnTo>
                  <a:lnTo>
                    <a:pt x="422196" y="1432379"/>
                  </a:lnTo>
                  <a:lnTo>
                    <a:pt x="387013" y="1445754"/>
                  </a:lnTo>
                  <a:lnTo>
                    <a:pt x="351830" y="1459072"/>
                  </a:lnTo>
                  <a:lnTo>
                    <a:pt x="316647" y="1472333"/>
                  </a:lnTo>
                  <a:lnTo>
                    <a:pt x="281464" y="1485537"/>
                  </a:lnTo>
                  <a:lnTo>
                    <a:pt x="246281" y="1498685"/>
                  </a:lnTo>
                  <a:lnTo>
                    <a:pt x="211098" y="1511776"/>
                  </a:lnTo>
                  <a:lnTo>
                    <a:pt x="175915" y="1524812"/>
                  </a:lnTo>
                  <a:lnTo>
                    <a:pt x="140732" y="1537792"/>
                  </a:lnTo>
                  <a:lnTo>
                    <a:pt x="105549" y="1550717"/>
                  </a:lnTo>
                  <a:lnTo>
                    <a:pt x="70366" y="1563586"/>
                  </a:lnTo>
                  <a:lnTo>
                    <a:pt x="35183" y="1576401"/>
                  </a:lnTo>
                  <a:lnTo>
                    <a:pt x="0" y="1589160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39460" y="2335167"/>
              <a:ext cx="3518300" cy="1123172"/>
            </a:xfrm>
            <a:custGeom>
              <a:avLst/>
              <a:pathLst>
                <a:path w="3518300" h="1123172">
                  <a:moveTo>
                    <a:pt x="0" y="755211"/>
                  </a:moveTo>
                  <a:lnTo>
                    <a:pt x="35183" y="766575"/>
                  </a:lnTo>
                  <a:lnTo>
                    <a:pt x="70366" y="777906"/>
                  </a:lnTo>
                  <a:lnTo>
                    <a:pt x="105549" y="789203"/>
                  </a:lnTo>
                  <a:lnTo>
                    <a:pt x="140732" y="800466"/>
                  </a:lnTo>
                  <a:lnTo>
                    <a:pt x="175915" y="811695"/>
                  </a:lnTo>
                  <a:lnTo>
                    <a:pt x="211098" y="822891"/>
                  </a:lnTo>
                  <a:lnTo>
                    <a:pt x="246281" y="834054"/>
                  </a:lnTo>
                  <a:lnTo>
                    <a:pt x="281464" y="845183"/>
                  </a:lnTo>
                  <a:lnTo>
                    <a:pt x="316647" y="856279"/>
                  </a:lnTo>
                  <a:lnTo>
                    <a:pt x="351830" y="867342"/>
                  </a:lnTo>
                  <a:lnTo>
                    <a:pt x="387013" y="878372"/>
                  </a:lnTo>
                  <a:lnTo>
                    <a:pt x="422196" y="889369"/>
                  </a:lnTo>
                  <a:lnTo>
                    <a:pt x="457379" y="900333"/>
                  </a:lnTo>
                  <a:lnTo>
                    <a:pt x="492562" y="911265"/>
                  </a:lnTo>
                  <a:lnTo>
                    <a:pt x="527745" y="922164"/>
                  </a:lnTo>
                  <a:lnTo>
                    <a:pt x="562928" y="933030"/>
                  </a:lnTo>
                  <a:lnTo>
                    <a:pt x="598111" y="943864"/>
                  </a:lnTo>
                  <a:lnTo>
                    <a:pt x="633294" y="954665"/>
                  </a:lnTo>
                  <a:lnTo>
                    <a:pt x="668477" y="965435"/>
                  </a:lnTo>
                  <a:lnTo>
                    <a:pt x="703660" y="976172"/>
                  </a:lnTo>
                  <a:lnTo>
                    <a:pt x="738843" y="986877"/>
                  </a:lnTo>
                  <a:lnTo>
                    <a:pt x="774026" y="997550"/>
                  </a:lnTo>
                  <a:lnTo>
                    <a:pt x="809209" y="1008192"/>
                  </a:lnTo>
                  <a:lnTo>
                    <a:pt x="844392" y="1018801"/>
                  </a:lnTo>
                  <a:lnTo>
                    <a:pt x="879575" y="1029379"/>
                  </a:lnTo>
                  <a:lnTo>
                    <a:pt x="914758" y="1039926"/>
                  </a:lnTo>
                  <a:lnTo>
                    <a:pt x="949941" y="1050441"/>
                  </a:lnTo>
                  <a:lnTo>
                    <a:pt x="985124" y="1060924"/>
                  </a:lnTo>
                  <a:lnTo>
                    <a:pt x="1020307" y="1071377"/>
                  </a:lnTo>
                  <a:lnTo>
                    <a:pt x="1055490" y="1081798"/>
                  </a:lnTo>
                  <a:lnTo>
                    <a:pt x="1090673" y="1092188"/>
                  </a:lnTo>
                  <a:lnTo>
                    <a:pt x="1125856" y="1102547"/>
                  </a:lnTo>
                  <a:lnTo>
                    <a:pt x="1161039" y="1112875"/>
                  </a:lnTo>
                  <a:lnTo>
                    <a:pt x="1196222" y="1123172"/>
                  </a:lnTo>
                  <a:lnTo>
                    <a:pt x="1231405" y="1108414"/>
                  </a:lnTo>
                  <a:lnTo>
                    <a:pt x="1266588" y="1093592"/>
                  </a:lnTo>
                  <a:lnTo>
                    <a:pt x="1301771" y="1078706"/>
                  </a:lnTo>
                  <a:lnTo>
                    <a:pt x="1336954" y="1063757"/>
                  </a:lnTo>
                  <a:lnTo>
                    <a:pt x="1372137" y="1048743"/>
                  </a:lnTo>
                  <a:lnTo>
                    <a:pt x="1407320" y="1033666"/>
                  </a:lnTo>
                  <a:lnTo>
                    <a:pt x="1442503" y="1018523"/>
                  </a:lnTo>
                  <a:lnTo>
                    <a:pt x="1477686" y="1003316"/>
                  </a:lnTo>
                  <a:lnTo>
                    <a:pt x="1512869" y="988043"/>
                  </a:lnTo>
                  <a:lnTo>
                    <a:pt x="1548052" y="972705"/>
                  </a:lnTo>
                  <a:lnTo>
                    <a:pt x="1583235" y="957301"/>
                  </a:lnTo>
                  <a:lnTo>
                    <a:pt x="1618418" y="941831"/>
                  </a:lnTo>
                  <a:lnTo>
                    <a:pt x="1653601" y="926294"/>
                  </a:lnTo>
                  <a:lnTo>
                    <a:pt x="1688784" y="910691"/>
                  </a:lnTo>
                  <a:lnTo>
                    <a:pt x="1723967" y="895021"/>
                  </a:lnTo>
                  <a:lnTo>
                    <a:pt x="1759150" y="879284"/>
                  </a:lnTo>
                  <a:lnTo>
                    <a:pt x="1794333" y="863479"/>
                  </a:lnTo>
                  <a:lnTo>
                    <a:pt x="1829516" y="847607"/>
                  </a:lnTo>
                  <a:lnTo>
                    <a:pt x="1864699" y="831666"/>
                  </a:lnTo>
                  <a:lnTo>
                    <a:pt x="1899882" y="815657"/>
                  </a:lnTo>
                  <a:lnTo>
                    <a:pt x="1935065" y="799579"/>
                  </a:lnTo>
                  <a:lnTo>
                    <a:pt x="1970248" y="783433"/>
                  </a:lnTo>
                  <a:lnTo>
                    <a:pt x="2005431" y="767217"/>
                  </a:lnTo>
                  <a:lnTo>
                    <a:pt x="2040614" y="750931"/>
                  </a:lnTo>
                  <a:lnTo>
                    <a:pt x="2075797" y="734576"/>
                  </a:lnTo>
                  <a:lnTo>
                    <a:pt x="2110980" y="718151"/>
                  </a:lnTo>
                  <a:lnTo>
                    <a:pt x="2146163" y="701655"/>
                  </a:lnTo>
                  <a:lnTo>
                    <a:pt x="2181346" y="685088"/>
                  </a:lnTo>
                  <a:lnTo>
                    <a:pt x="2216529" y="668450"/>
                  </a:lnTo>
                  <a:lnTo>
                    <a:pt x="2251712" y="651741"/>
                  </a:lnTo>
                  <a:lnTo>
                    <a:pt x="2286895" y="634960"/>
                  </a:lnTo>
                  <a:lnTo>
                    <a:pt x="2322078" y="618108"/>
                  </a:lnTo>
                  <a:lnTo>
                    <a:pt x="2357261" y="601182"/>
                  </a:lnTo>
                  <a:lnTo>
                    <a:pt x="2392444" y="584185"/>
                  </a:lnTo>
                  <a:lnTo>
                    <a:pt x="2427627" y="567114"/>
                  </a:lnTo>
                  <a:lnTo>
                    <a:pt x="2462810" y="549970"/>
                  </a:lnTo>
                  <a:lnTo>
                    <a:pt x="2497993" y="532753"/>
                  </a:lnTo>
                  <a:lnTo>
                    <a:pt x="2533176" y="515462"/>
                  </a:lnTo>
                  <a:lnTo>
                    <a:pt x="2568359" y="498097"/>
                  </a:lnTo>
                  <a:lnTo>
                    <a:pt x="2603542" y="480657"/>
                  </a:lnTo>
                  <a:lnTo>
                    <a:pt x="2638725" y="463142"/>
                  </a:lnTo>
                  <a:lnTo>
                    <a:pt x="2673908" y="445552"/>
                  </a:lnTo>
                  <a:lnTo>
                    <a:pt x="2709091" y="427887"/>
                  </a:lnTo>
                  <a:lnTo>
                    <a:pt x="2744274" y="410146"/>
                  </a:lnTo>
                  <a:lnTo>
                    <a:pt x="2779457" y="392329"/>
                  </a:lnTo>
                  <a:lnTo>
                    <a:pt x="2814640" y="374435"/>
                  </a:lnTo>
                  <a:lnTo>
                    <a:pt x="2849823" y="356465"/>
                  </a:lnTo>
                  <a:lnTo>
                    <a:pt x="2885006" y="338418"/>
                  </a:lnTo>
                  <a:lnTo>
                    <a:pt x="2920189" y="320293"/>
                  </a:lnTo>
                  <a:lnTo>
                    <a:pt x="2955372" y="302090"/>
                  </a:lnTo>
                  <a:lnTo>
                    <a:pt x="2990555" y="283810"/>
                  </a:lnTo>
                  <a:lnTo>
                    <a:pt x="3025738" y="265451"/>
                  </a:lnTo>
                  <a:lnTo>
                    <a:pt x="3060921" y="247013"/>
                  </a:lnTo>
                  <a:lnTo>
                    <a:pt x="3096104" y="228496"/>
                  </a:lnTo>
                  <a:lnTo>
                    <a:pt x="3131287" y="209900"/>
                  </a:lnTo>
                  <a:lnTo>
                    <a:pt x="3166470" y="191224"/>
                  </a:lnTo>
                  <a:lnTo>
                    <a:pt x="3201653" y="172467"/>
                  </a:lnTo>
                  <a:lnTo>
                    <a:pt x="3236836" y="153631"/>
                  </a:lnTo>
                  <a:lnTo>
                    <a:pt x="3272019" y="134713"/>
                  </a:lnTo>
                  <a:lnTo>
                    <a:pt x="3307202" y="115715"/>
                  </a:lnTo>
                  <a:lnTo>
                    <a:pt x="3342385" y="96635"/>
                  </a:lnTo>
                  <a:lnTo>
                    <a:pt x="3377568" y="77473"/>
                  </a:lnTo>
                  <a:lnTo>
                    <a:pt x="3412751" y="58229"/>
                  </a:lnTo>
                  <a:lnTo>
                    <a:pt x="3447934" y="38902"/>
                  </a:lnTo>
                  <a:lnTo>
                    <a:pt x="3483117" y="19492"/>
                  </a:lnTo>
                  <a:lnTo>
                    <a:pt x="351830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39460" y="3458339"/>
              <a:ext cx="3518300" cy="615874"/>
            </a:xfrm>
            <a:custGeom>
              <a:avLst/>
              <a:pathLst>
                <a:path w="3518300" h="615874">
                  <a:moveTo>
                    <a:pt x="3518300" y="615874"/>
                  </a:moveTo>
                  <a:lnTo>
                    <a:pt x="3483117" y="607420"/>
                  </a:lnTo>
                  <a:lnTo>
                    <a:pt x="3447934" y="598940"/>
                  </a:lnTo>
                  <a:lnTo>
                    <a:pt x="3412751" y="590435"/>
                  </a:lnTo>
                  <a:lnTo>
                    <a:pt x="3377568" y="581905"/>
                  </a:lnTo>
                  <a:lnTo>
                    <a:pt x="3342385" y="573350"/>
                  </a:lnTo>
                  <a:lnTo>
                    <a:pt x="3307202" y="564768"/>
                  </a:lnTo>
                  <a:lnTo>
                    <a:pt x="3272019" y="556161"/>
                  </a:lnTo>
                  <a:lnTo>
                    <a:pt x="3236836" y="547529"/>
                  </a:lnTo>
                  <a:lnTo>
                    <a:pt x="3201653" y="538870"/>
                  </a:lnTo>
                  <a:lnTo>
                    <a:pt x="3166470" y="530185"/>
                  </a:lnTo>
                  <a:lnTo>
                    <a:pt x="3131287" y="521475"/>
                  </a:lnTo>
                  <a:lnTo>
                    <a:pt x="3096104" y="512738"/>
                  </a:lnTo>
                  <a:lnTo>
                    <a:pt x="3060921" y="503976"/>
                  </a:lnTo>
                  <a:lnTo>
                    <a:pt x="3025738" y="495187"/>
                  </a:lnTo>
                  <a:lnTo>
                    <a:pt x="2990555" y="486371"/>
                  </a:lnTo>
                  <a:lnTo>
                    <a:pt x="2955372" y="477530"/>
                  </a:lnTo>
                  <a:lnTo>
                    <a:pt x="2920189" y="468662"/>
                  </a:lnTo>
                  <a:lnTo>
                    <a:pt x="2885006" y="459767"/>
                  </a:lnTo>
                  <a:lnTo>
                    <a:pt x="2849823" y="450846"/>
                  </a:lnTo>
                  <a:lnTo>
                    <a:pt x="2814640" y="441898"/>
                  </a:lnTo>
                  <a:lnTo>
                    <a:pt x="2779457" y="432923"/>
                  </a:lnTo>
                  <a:lnTo>
                    <a:pt x="2744274" y="423922"/>
                  </a:lnTo>
                  <a:lnTo>
                    <a:pt x="2709091" y="414893"/>
                  </a:lnTo>
                  <a:lnTo>
                    <a:pt x="2673908" y="405837"/>
                  </a:lnTo>
                  <a:lnTo>
                    <a:pt x="2638725" y="396755"/>
                  </a:lnTo>
                  <a:lnTo>
                    <a:pt x="2603542" y="387645"/>
                  </a:lnTo>
                  <a:lnTo>
                    <a:pt x="2568359" y="378508"/>
                  </a:lnTo>
                  <a:lnTo>
                    <a:pt x="2533176" y="369343"/>
                  </a:lnTo>
                  <a:lnTo>
                    <a:pt x="2497993" y="360152"/>
                  </a:lnTo>
                  <a:lnTo>
                    <a:pt x="2462810" y="350932"/>
                  </a:lnTo>
                  <a:lnTo>
                    <a:pt x="2427627" y="341685"/>
                  </a:lnTo>
                  <a:lnTo>
                    <a:pt x="2392444" y="332411"/>
                  </a:lnTo>
                  <a:lnTo>
                    <a:pt x="2357261" y="323108"/>
                  </a:lnTo>
                  <a:lnTo>
                    <a:pt x="2322078" y="313778"/>
                  </a:lnTo>
                  <a:lnTo>
                    <a:pt x="2286895" y="304420"/>
                  </a:lnTo>
                  <a:lnTo>
                    <a:pt x="2251712" y="295034"/>
                  </a:lnTo>
                  <a:lnTo>
                    <a:pt x="2216529" y="285619"/>
                  </a:lnTo>
                  <a:lnTo>
                    <a:pt x="2181346" y="276177"/>
                  </a:lnTo>
                  <a:lnTo>
                    <a:pt x="2146163" y="266706"/>
                  </a:lnTo>
                  <a:lnTo>
                    <a:pt x="2110980" y="257207"/>
                  </a:lnTo>
                  <a:lnTo>
                    <a:pt x="2075797" y="247680"/>
                  </a:lnTo>
                  <a:lnTo>
                    <a:pt x="2040614" y="238124"/>
                  </a:lnTo>
                  <a:lnTo>
                    <a:pt x="2005431" y="228539"/>
                  </a:lnTo>
                  <a:lnTo>
                    <a:pt x="1970248" y="218926"/>
                  </a:lnTo>
                  <a:lnTo>
                    <a:pt x="1935065" y="209284"/>
                  </a:lnTo>
                  <a:lnTo>
                    <a:pt x="1899882" y="199613"/>
                  </a:lnTo>
                  <a:lnTo>
                    <a:pt x="1864699" y="189913"/>
                  </a:lnTo>
                  <a:lnTo>
                    <a:pt x="1829516" y="180184"/>
                  </a:lnTo>
                  <a:lnTo>
                    <a:pt x="1794333" y="170426"/>
                  </a:lnTo>
                  <a:lnTo>
                    <a:pt x="1759150" y="160639"/>
                  </a:lnTo>
                  <a:lnTo>
                    <a:pt x="1723967" y="150822"/>
                  </a:lnTo>
                  <a:lnTo>
                    <a:pt x="1688784" y="140976"/>
                  </a:lnTo>
                  <a:lnTo>
                    <a:pt x="1653601" y="131101"/>
                  </a:lnTo>
                  <a:lnTo>
                    <a:pt x="1618418" y="121196"/>
                  </a:lnTo>
                  <a:lnTo>
                    <a:pt x="1583235" y="111262"/>
                  </a:lnTo>
                  <a:lnTo>
                    <a:pt x="1548052" y="101297"/>
                  </a:lnTo>
                  <a:lnTo>
                    <a:pt x="1512869" y="91303"/>
                  </a:lnTo>
                  <a:lnTo>
                    <a:pt x="1477686" y="81279"/>
                  </a:lnTo>
                  <a:lnTo>
                    <a:pt x="1442503" y="71225"/>
                  </a:lnTo>
                  <a:lnTo>
                    <a:pt x="1407320" y="61141"/>
                  </a:lnTo>
                  <a:lnTo>
                    <a:pt x="1372137" y="51027"/>
                  </a:lnTo>
                  <a:lnTo>
                    <a:pt x="1336954" y="40882"/>
                  </a:lnTo>
                  <a:lnTo>
                    <a:pt x="1301771" y="30707"/>
                  </a:lnTo>
                  <a:lnTo>
                    <a:pt x="1266588" y="20502"/>
                  </a:lnTo>
                  <a:lnTo>
                    <a:pt x="1231405" y="10266"/>
                  </a:lnTo>
                  <a:lnTo>
                    <a:pt x="1196222" y="0"/>
                  </a:lnTo>
                  <a:lnTo>
                    <a:pt x="1161039" y="14695"/>
                  </a:lnTo>
                  <a:lnTo>
                    <a:pt x="1125856" y="29328"/>
                  </a:lnTo>
                  <a:lnTo>
                    <a:pt x="1090673" y="43898"/>
                  </a:lnTo>
                  <a:lnTo>
                    <a:pt x="1055490" y="58406"/>
                  </a:lnTo>
                  <a:lnTo>
                    <a:pt x="1020307" y="72852"/>
                  </a:lnTo>
                  <a:lnTo>
                    <a:pt x="985124" y="87237"/>
                  </a:lnTo>
                  <a:lnTo>
                    <a:pt x="949941" y="101559"/>
                  </a:lnTo>
                  <a:lnTo>
                    <a:pt x="914758" y="115821"/>
                  </a:lnTo>
                  <a:lnTo>
                    <a:pt x="879575" y="130022"/>
                  </a:lnTo>
                  <a:lnTo>
                    <a:pt x="844392" y="144162"/>
                  </a:lnTo>
                  <a:lnTo>
                    <a:pt x="809209" y="158242"/>
                  </a:lnTo>
                  <a:lnTo>
                    <a:pt x="774026" y="172262"/>
                  </a:lnTo>
                  <a:lnTo>
                    <a:pt x="738843" y="186221"/>
                  </a:lnTo>
                  <a:lnTo>
                    <a:pt x="703660" y="200122"/>
                  </a:lnTo>
                  <a:lnTo>
                    <a:pt x="668477" y="213962"/>
                  </a:lnTo>
                  <a:lnTo>
                    <a:pt x="633294" y="227744"/>
                  </a:lnTo>
                  <a:lnTo>
                    <a:pt x="598111" y="241467"/>
                  </a:lnTo>
                  <a:lnTo>
                    <a:pt x="562928" y="255131"/>
                  </a:lnTo>
                  <a:lnTo>
                    <a:pt x="527745" y="268737"/>
                  </a:lnTo>
                  <a:lnTo>
                    <a:pt x="492562" y="282285"/>
                  </a:lnTo>
                  <a:lnTo>
                    <a:pt x="457379" y="295774"/>
                  </a:lnTo>
                  <a:lnTo>
                    <a:pt x="422196" y="309207"/>
                  </a:lnTo>
                  <a:lnTo>
                    <a:pt x="387013" y="322581"/>
                  </a:lnTo>
                  <a:lnTo>
                    <a:pt x="351830" y="335899"/>
                  </a:lnTo>
                  <a:lnTo>
                    <a:pt x="316647" y="349160"/>
                  </a:lnTo>
                  <a:lnTo>
                    <a:pt x="281464" y="362364"/>
                  </a:lnTo>
                  <a:lnTo>
                    <a:pt x="246281" y="375512"/>
                  </a:lnTo>
                  <a:lnTo>
                    <a:pt x="211098" y="388604"/>
                  </a:lnTo>
                  <a:lnTo>
                    <a:pt x="175915" y="401639"/>
                  </a:lnTo>
                  <a:lnTo>
                    <a:pt x="140732" y="414619"/>
                  </a:lnTo>
                  <a:lnTo>
                    <a:pt x="105549" y="427544"/>
                  </a:lnTo>
                  <a:lnTo>
                    <a:pt x="70366" y="440413"/>
                  </a:lnTo>
                  <a:lnTo>
                    <a:pt x="35183" y="453228"/>
                  </a:lnTo>
                  <a:lnTo>
                    <a:pt x="0" y="4659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263545" y="1484623"/>
              <a:ext cx="3483117" cy="2804263"/>
            </a:xfrm>
            <a:custGeom>
              <a:avLst/>
              <a:pathLst>
                <a:path w="3483117" h="2804263">
                  <a:moveTo>
                    <a:pt x="0" y="1720536"/>
                  </a:moveTo>
                  <a:lnTo>
                    <a:pt x="35183" y="1723959"/>
                  </a:lnTo>
                  <a:lnTo>
                    <a:pt x="70366" y="1727681"/>
                  </a:lnTo>
                  <a:lnTo>
                    <a:pt x="105549" y="1732976"/>
                  </a:lnTo>
                  <a:lnTo>
                    <a:pt x="140732" y="1737475"/>
                  </a:lnTo>
                  <a:lnTo>
                    <a:pt x="175915" y="1737717"/>
                  </a:lnTo>
                  <a:lnTo>
                    <a:pt x="211098" y="1733004"/>
                  </a:lnTo>
                  <a:lnTo>
                    <a:pt x="246281" y="1731382"/>
                  </a:lnTo>
                  <a:lnTo>
                    <a:pt x="281464" y="1738692"/>
                  </a:lnTo>
                  <a:lnTo>
                    <a:pt x="316647" y="1746031"/>
                  </a:lnTo>
                  <a:lnTo>
                    <a:pt x="351830" y="1751875"/>
                  </a:lnTo>
                  <a:lnTo>
                    <a:pt x="387013" y="1759957"/>
                  </a:lnTo>
                  <a:lnTo>
                    <a:pt x="422196" y="1764195"/>
                  </a:lnTo>
                  <a:lnTo>
                    <a:pt x="457379" y="1764351"/>
                  </a:lnTo>
                  <a:lnTo>
                    <a:pt x="492562" y="1765248"/>
                  </a:lnTo>
                  <a:lnTo>
                    <a:pt x="527745" y="1764679"/>
                  </a:lnTo>
                  <a:lnTo>
                    <a:pt x="562928" y="1766515"/>
                  </a:lnTo>
                  <a:lnTo>
                    <a:pt x="598111" y="1762074"/>
                  </a:lnTo>
                  <a:lnTo>
                    <a:pt x="633294" y="1760731"/>
                  </a:lnTo>
                  <a:lnTo>
                    <a:pt x="668477" y="1764209"/>
                  </a:lnTo>
                  <a:lnTo>
                    <a:pt x="703660" y="1762084"/>
                  </a:lnTo>
                  <a:lnTo>
                    <a:pt x="738843" y="1766313"/>
                  </a:lnTo>
                  <a:lnTo>
                    <a:pt x="774026" y="1764097"/>
                  </a:lnTo>
                  <a:lnTo>
                    <a:pt x="809209" y="1758898"/>
                  </a:lnTo>
                  <a:lnTo>
                    <a:pt x="844392" y="1756891"/>
                  </a:lnTo>
                  <a:lnTo>
                    <a:pt x="879575" y="1751540"/>
                  </a:lnTo>
                  <a:lnTo>
                    <a:pt x="914758" y="1747048"/>
                  </a:lnTo>
                  <a:lnTo>
                    <a:pt x="949941" y="1738594"/>
                  </a:lnTo>
                  <a:lnTo>
                    <a:pt x="985124" y="1733085"/>
                  </a:lnTo>
                  <a:lnTo>
                    <a:pt x="1020307" y="1724052"/>
                  </a:lnTo>
                  <a:lnTo>
                    <a:pt x="1055490" y="1719714"/>
                  </a:lnTo>
                  <a:lnTo>
                    <a:pt x="1090673" y="1711448"/>
                  </a:lnTo>
                  <a:lnTo>
                    <a:pt x="1125856" y="1697300"/>
                  </a:lnTo>
                  <a:lnTo>
                    <a:pt x="1161039" y="1687837"/>
                  </a:lnTo>
                  <a:lnTo>
                    <a:pt x="1196222" y="1680107"/>
                  </a:lnTo>
                  <a:lnTo>
                    <a:pt x="1231405" y="1675059"/>
                  </a:lnTo>
                  <a:lnTo>
                    <a:pt x="1266588" y="1665205"/>
                  </a:lnTo>
                  <a:lnTo>
                    <a:pt x="1301771" y="1656588"/>
                  </a:lnTo>
                  <a:lnTo>
                    <a:pt x="1336954" y="1648037"/>
                  </a:lnTo>
                  <a:lnTo>
                    <a:pt x="1372137" y="1636944"/>
                  </a:lnTo>
                  <a:lnTo>
                    <a:pt x="1407320" y="1625288"/>
                  </a:lnTo>
                  <a:lnTo>
                    <a:pt x="1442503" y="1611684"/>
                  </a:lnTo>
                  <a:lnTo>
                    <a:pt x="1477686" y="1597622"/>
                  </a:lnTo>
                  <a:lnTo>
                    <a:pt x="1512869" y="1584733"/>
                  </a:lnTo>
                  <a:lnTo>
                    <a:pt x="1548052" y="1567689"/>
                  </a:lnTo>
                  <a:lnTo>
                    <a:pt x="1583235" y="1547135"/>
                  </a:lnTo>
                  <a:lnTo>
                    <a:pt x="1618418" y="1527696"/>
                  </a:lnTo>
                  <a:lnTo>
                    <a:pt x="1653601" y="1516106"/>
                  </a:lnTo>
                  <a:lnTo>
                    <a:pt x="1688784" y="1498418"/>
                  </a:lnTo>
                  <a:lnTo>
                    <a:pt x="1723967" y="1475448"/>
                  </a:lnTo>
                  <a:lnTo>
                    <a:pt x="1759150" y="1453221"/>
                  </a:lnTo>
                  <a:lnTo>
                    <a:pt x="1794333" y="1430504"/>
                  </a:lnTo>
                  <a:lnTo>
                    <a:pt x="1829516" y="1409493"/>
                  </a:lnTo>
                  <a:lnTo>
                    <a:pt x="1864699" y="1390369"/>
                  </a:lnTo>
                  <a:lnTo>
                    <a:pt x="1899882" y="1368155"/>
                  </a:lnTo>
                  <a:lnTo>
                    <a:pt x="1935065" y="1349706"/>
                  </a:lnTo>
                  <a:lnTo>
                    <a:pt x="1970248" y="1328387"/>
                  </a:lnTo>
                  <a:lnTo>
                    <a:pt x="2005431" y="1303236"/>
                  </a:lnTo>
                  <a:lnTo>
                    <a:pt x="2040614" y="1271716"/>
                  </a:lnTo>
                  <a:lnTo>
                    <a:pt x="2075797" y="1245199"/>
                  </a:lnTo>
                  <a:lnTo>
                    <a:pt x="2110980" y="1220795"/>
                  </a:lnTo>
                  <a:lnTo>
                    <a:pt x="2146163" y="1194457"/>
                  </a:lnTo>
                  <a:lnTo>
                    <a:pt x="2181346" y="1173178"/>
                  </a:lnTo>
                  <a:lnTo>
                    <a:pt x="2216529" y="1148580"/>
                  </a:lnTo>
                  <a:lnTo>
                    <a:pt x="2251712" y="1124183"/>
                  </a:lnTo>
                  <a:lnTo>
                    <a:pt x="2286895" y="1099613"/>
                  </a:lnTo>
                  <a:lnTo>
                    <a:pt x="2322078" y="1074942"/>
                  </a:lnTo>
                  <a:lnTo>
                    <a:pt x="2357261" y="1048895"/>
                  </a:lnTo>
                  <a:lnTo>
                    <a:pt x="2392444" y="1026012"/>
                  </a:lnTo>
                  <a:lnTo>
                    <a:pt x="2427627" y="1000049"/>
                  </a:lnTo>
                  <a:lnTo>
                    <a:pt x="2462810" y="974808"/>
                  </a:lnTo>
                  <a:lnTo>
                    <a:pt x="2497993" y="951055"/>
                  </a:lnTo>
                  <a:lnTo>
                    <a:pt x="2533176" y="923674"/>
                  </a:lnTo>
                  <a:lnTo>
                    <a:pt x="2568359" y="896888"/>
                  </a:lnTo>
                  <a:lnTo>
                    <a:pt x="2603542" y="864786"/>
                  </a:lnTo>
                  <a:lnTo>
                    <a:pt x="2638725" y="834407"/>
                  </a:lnTo>
                  <a:lnTo>
                    <a:pt x="2673908" y="806382"/>
                  </a:lnTo>
                  <a:lnTo>
                    <a:pt x="2709091" y="780056"/>
                  </a:lnTo>
                  <a:lnTo>
                    <a:pt x="2744274" y="747302"/>
                  </a:lnTo>
                  <a:lnTo>
                    <a:pt x="2779457" y="714490"/>
                  </a:lnTo>
                  <a:lnTo>
                    <a:pt x="2814640" y="685218"/>
                  </a:lnTo>
                  <a:lnTo>
                    <a:pt x="2849823" y="651801"/>
                  </a:lnTo>
                  <a:lnTo>
                    <a:pt x="2885006" y="617992"/>
                  </a:lnTo>
                  <a:lnTo>
                    <a:pt x="2920189" y="589054"/>
                  </a:lnTo>
                  <a:lnTo>
                    <a:pt x="2955372" y="560439"/>
                  </a:lnTo>
                  <a:lnTo>
                    <a:pt x="2990555" y="525981"/>
                  </a:lnTo>
                  <a:lnTo>
                    <a:pt x="3025738" y="489650"/>
                  </a:lnTo>
                  <a:lnTo>
                    <a:pt x="3060921" y="456482"/>
                  </a:lnTo>
                  <a:lnTo>
                    <a:pt x="3096104" y="421469"/>
                  </a:lnTo>
                  <a:lnTo>
                    <a:pt x="3131287" y="384428"/>
                  </a:lnTo>
                  <a:lnTo>
                    <a:pt x="3166470" y="345774"/>
                  </a:lnTo>
                  <a:lnTo>
                    <a:pt x="3201653" y="306822"/>
                  </a:lnTo>
                  <a:lnTo>
                    <a:pt x="3236836" y="267571"/>
                  </a:lnTo>
                  <a:lnTo>
                    <a:pt x="3272019" y="228122"/>
                  </a:lnTo>
                  <a:lnTo>
                    <a:pt x="3307202" y="188384"/>
                  </a:lnTo>
                  <a:lnTo>
                    <a:pt x="3342385" y="151086"/>
                  </a:lnTo>
                  <a:lnTo>
                    <a:pt x="3377568" y="113714"/>
                  </a:lnTo>
                  <a:lnTo>
                    <a:pt x="3412751" y="76077"/>
                  </a:lnTo>
                  <a:lnTo>
                    <a:pt x="3447934" y="38173"/>
                  </a:lnTo>
                  <a:lnTo>
                    <a:pt x="3483117" y="0"/>
                  </a:lnTo>
                  <a:lnTo>
                    <a:pt x="3483117" y="2387119"/>
                  </a:lnTo>
                  <a:lnTo>
                    <a:pt x="3447934" y="2383208"/>
                  </a:lnTo>
                  <a:lnTo>
                    <a:pt x="3412751" y="2380855"/>
                  </a:lnTo>
                  <a:lnTo>
                    <a:pt x="3377568" y="2375308"/>
                  </a:lnTo>
                  <a:lnTo>
                    <a:pt x="3342385" y="2369669"/>
                  </a:lnTo>
                  <a:lnTo>
                    <a:pt x="3307202" y="2366331"/>
                  </a:lnTo>
                  <a:lnTo>
                    <a:pt x="3272019" y="2358431"/>
                  </a:lnTo>
                  <a:lnTo>
                    <a:pt x="3236836" y="2353336"/>
                  </a:lnTo>
                  <a:lnTo>
                    <a:pt x="3201653" y="2352325"/>
                  </a:lnTo>
                  <a:lnTo>
                    <a:pt x="3166470" y="2350690"/>
                  </a:lnTo>
                  <a:lnTo>
                    <a:pt x="3131287" y="2348965"/>
                  </a:lnTo>
                  <a:lnTo>
                    <a:pt x="3096104" y="2343473"/>
                  </a:lnTo>
                  <a:lnTo>
                    <a:pt x="3060921" y="2337841"/>
                  </a:lnTo>
                  <a:lnTo>
                    <a:pt x="3025738" y="2333020"/>
                  </a:lnTo>
                  <a:lnTo>
                    <a:pt x="2990555" y="2326624"/>
                  </a:lnTo>
                  <a:lnTo>
                    <a:pt x="2955372" y="2322822"/>
                  </a:lnTo>
                  <a:lnTo>
                    <a:pt x="2920189" y="2320759"/>
                  </a:lnTo>
                  <a:lnTo>
                    <a:pt x="2885006" y="2318285"/>
                  </a:lnTo>
                  <a:lnTo>
                    <a:pt x="2849823" y="2316878"/>
                  </a:lnTo>
                  <a:lnTo>
                    <a:pt x="2814640" y="2314964"/>
                  </a:lnTo>
                  <a:lnTo>
                    <a:pt x="2779457" y="2313057"/>
                  </a:lnTo>
                  <a:lnTo>
                    <a:pt x="2744274" y="2306364"/>
                  </a:lnTo>
                  <a:lnTo>
                    <a:pt x="2709091" y="2299032"/>
                  </a:lnTo>
                  <a:lnTo>
                    <a:pt x="2673908" y="2300084"/>
                  </a:lnTo>
                  <a:lnTo>
                    <a:pt x="2638725" y="2298220"/>
                  </a:lnTo>
                  <a:lnTo>
                    <a:pt x="2603542" y="2296637"/>
                  </a:lnTo>
                  <a:lnTo>
                    <a:pt x="2568359" y="2293640"/>
                  </a:lnTo>
                  <a:lnTo>
                    <a:pt x="2533176" y="2287422"/>
                  </a:lnTo>
                  <a:lnTo>
                    <a:pt x="2497993" y="2283549"/>
                  </a:lnTo>
                  <a:lnTo>
                    <a:pt x="2462810" y="2284828"/>
                  </a:lnTo>
                  <a:lnTo>
                    <a:pt x="2427627" y="2286034"/>
                  </a:lnTo>
                  <a:lnTo>
                    <a:pt x="2392444" y="2279617"/>
                  </a:lnTo>
                  <a:lnTo>
                    <a:pt x="2357261" y="2276670"/>
                  </a:lnTo>
                  <a:lnTo>
                    <a:pt x="2322078" y="2268558"/>
                  </a:lnTo>
                  <a:lnTo>
                    <a:pt x="2286895" y="2259944"/>
                  </a:lnTo>
                  <a:lnTo>
                    <a:pt x="2251712" y="2254864"/>
                  </a:lnTo>
                  <a:lnTo>
                    <a:pt x="2216529" y="2253657"/>
                  </a:lnTo>
                  <a:lnTo>
                    <a:pt x="2181346" y="2252449"/>
                  </a:lnTo>
                  <a:lnTo>
                    <a:pt x="2146163" y="2248649"/>
                  </a:lnTo>
                  <a:lnTo>
                    <a:pt x="2110980" y="2246169"/>
                  </a:lnTo>
                  <a:lnTo>
                    <a:pt x="2075797" y="2240412"/>
                  </a:lnTo>
                  <a:lnTo>
                    <a:pt x="2040614" y="2236799"/>
                  </a:lnTo>
                  <a:lnTo>
                    <a:pt x="2005431" y="2234173"/>
                  </a:lnTo>
                  <a:lnTo>
                    <a:pt x="1970248" y="2232885"/>
                  </a:lnTo>
                  <a:lnTo>
                    <a:pt x="1935065" y="2232395"/>
                  </a:lnTo>
                  <a:lnTo>
                    <a:pt x="1899882" y="2231538"/>
                  </a:lnTo>
                  <a:lnTo>
                    <a:pt x="1864699" y="2230713"/>
                  </a:lnTo>
                  <a:lnTo>
                    <a:pt x="1829516" y="2229734"/>
                  </a:lnTo>
                  <a:lnTo>
                    <a:pt x="1794333" y="2226893"/>
                  </a:lnTo>
                  <a:lnTo>
                    <a:pt x="1759150" y="2225881"/>
                  </a:lnTo>
                  <a:lnTo>
                    <a:pt x="1723967" y="2227202"/>
                  </a:lnTo>
                  <a:lnTo>
                    <a:pt x="1688784" y="2230562"/>
                  </a:lnTo>
                  <a:lnTo>
                    <a:pt x="1653601" y="2234203"/>
                  </a:lnTo>
                  <a:lnTo>
                    <a:pt x="1618418" y="2238658"/>
                  </a:lnTo>
                  <a:lnTo>
                    <a:pt x="1583235" y="2242208"/>
                  </a:lnTo>
                  <a:lnTo>
                    <a:pt x="1548052" y="2244829"/>
                  </a:lnTo>
                  <a:lnTo>
                    <a:pt x="1512869" y="2245709"/>
                  </a:lnTo>
                  <a:lnTo>
                    <a:pt x="1477686" y="2251057"/>
                  </a:lnTo>
                  <a:lnTo>
                    <a:pt x="1442503" y="2256754"/>
                  </a:lnTo>
                  <a:lnTo>
                    <a:pt x="1407320" y="2263987"/>
                  </a:lnTo>
                  <a:lnTo>
                    <a:pt x="1372137" y="2270030"/>
                  </a:lnTo>
                  <a:lnTo>
                    <a:pt x="1336954" y="2273012"/>
                  </a:lnTo>
                  <a:lnTo>
                    <a:pt x="1301771" y="2278693"/>
                  </a:lnTo>
                  <a:lnTo>
                    <a:pt x="1266588" y="2284528"/>
                  </a:lnTo>
                  <a:lnTo>
                    <a:pt x="1231405" y="2288128"/>
                  </a:lnTo>
                  <a:lnTo>
                    <a:pt x="1196222" y="2297898"/>
                  </a:lnTo>
                  <a:lnTo>
                    <a:pt x="1161039" y="2301101"/>
                  </a:lnTo>
                  <a:lnTo>
                    <a:pt x="1125856" y="2312644"/>
                  </a:lnTo>
                  <a:lnTo>
                    <a:pt x="1090673" y="2322575"/>
                  </a:lnTo>
                  <a:lnTo>
                    <a:pt x="1055490" y="2335376"/>
                  </a:lnTo>
                  <a:lnTo>
                    <a:pt x="1020307" y="2347726"/>
                  </a:lnTo>
                  <a:lnTo>
                    <a:pt x="985124" y="2360150"/>
                  </a:lnTo>
                  <a:lnTo>
                    <a:pt x="949941" y="2376272"/>
                  </a:lnTo>
                  <a:lnTo>
                    <a:pt x="914758" y="2387018"/>
                  </a:lnTo>
                  <a:lnTo>
                    <a:pt x="879575" y="2400488"/>
                  </a:lnTo>
                  <a:lnTo>
                    <a:pt x="844392" y="2416428"/>
                  </a:lnTo>
                  <a:lnTo>
                    <a:pt x="809209" y="2430460"/>
                  </a:lnTo>
                  <a:lnTo>
                    <a:pt x="774026" y="2444125"/>
                  </a:lnTo>
                  <a:lnTo>
                    <a:pt x="738843" y="2456735"/>
                  </a:lnTo>
                  <a:lnTo>
                    <a:pt x="703660" y="2469644"/>
                  </a:lnTo>
                  <a:lnTo>
                    <a:pt x="668477" y="2489617"/>
                  </a:lnTo>
                  <a:lnTo>
                    <a:pt x="633294" y="2502942"/>
                  </a:lnTo>
                  <a:lnTo>
                    <a:pt x="598111" y="2517856"/>
                  </a:lnTo>
                  <a:lnTo>
                    <a:pt x="562928" y="2536207"/>
                  </a:lnTo>
                  <a:lnTo>
                    <a:pt x="527745" y="2552585"/>
                  </a:lnTo>
                  <a:lnTo>
                    <a:pt x="492562" y="2570148"/>
                  </a:lnTo>
                  <a:lnTo>
                    <a:pt x="457379" y="2587666"/>
                  </a:lnTo>
                  <a:lnTo>
                    <a:pt x="422196" y="2605222"/>
                  </a:lnTo>
                  <a:lnTo>
                    <a:pt x="387013" y="2623512"/>
                  </a:lnTo>
                  <a:lnTo>
                    <a:pt x="351830" y="2640693"/>
                  </a:lnTo>
                  <a:lnTo>
                    <a:pt x="316647" y="2658390"/>
                  </a:lnTo>
                  <a:lnTo>
                    <a:pt x="281464" y="2678705"/>
                  </a:lnTo>
                  <a:lnTo>
                    <a:pt x="246281" y="2691328"/>
                  </a:lnTo>
                  <a:lnTo>
                    <a:pt x="211098" y="2707185"/>
                  </a:lnTo>
                  <a:lnTo>
                    <a:pt x="175915" y="2725897"/>
                  </a:lnTo>
                  <a:lnTo>
                    <a:pt x="140732" y="2742370"/>
                  </a:lnTo>
                  <a:lnTo>
                    <a:pt x="105549" y="2756184"/>
                  </a:lnTo>
                  <a:lnTo>
                    <a:pt x="70366" y="2772308"/>
                  </a:lnTo>
                  <a:lnTo>
                    <a:pt x="35183" y="2788334"/>
                  </a:lnTo>
                  <a:lnTo>
                    <a:pt x="0" y="2804263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263545" y="1484623"/>
              <a:ext cx="3483117" cy="1766515"/>
            </a:xfrm>
            <a:custGeom>
              <a:avLst/>
              <a:pathLst>
                <a:path w="3483117" h="1766515">
                  <a:moveTo>
                    <a:pt x="0" y="1720536"/>
                  </a:moveTo>
                  <a:lnTo>
                    <a:pt x="35183" y="1723959"/>
                  </a:lnTo>
                  <a:lnTo>
                    <a:pt x="70366" y="1727681"/>
                  </a:lnTo>
                  <a:lnTo>
                    <a:pt x="105549" y="1732976"/>
                  </a:lnTo>
                  <a:lnTo>
                    <a:pt x="140732" y="1737475"/>
                  </a:lnTo>
                  <a:lnTo>
                    <a:pt x="175915" y="1737717"/>
                  </a:lnTo>
                  <a:lnTo>
                    <a:pt x="211098" y="1733004"/>
                  </a:lnTo>
                  <a:lnTo>
                    <a:pt x="246281" y="1731382"/>
                  </a:lnTo>
                  <a:lnTo>
                    <a:pt x="281464" y="1738692"/>
                  </a:lnTo>
                  <a:lnTo>
                    <a:pt x="316647" y="1746031"/>
                  </a:lnTo>
                  <a:lnTo>
                    <a:pt x="351830" y="1751875"/>
                  </a:lnTo>
                  <a:lnTo>
                    <a:pt x="387013" y="1759957"/>
                  </a:lnTo>
                  <a:lnTo>
                    <a:pt x="422196" y="1764195"/>
                  </a:lnTo>
                  <a:lnTo>
                    <a:pt x="457379" y="1764351"/>
                  </a:lnTo>
                  <a:lnTo>
                    <a:pt x="492562" y="1765248"/>
                  </a:lnTo>
                  <a:lnTo>
                    <a:pt x="527745" y="1764679"/>
                  </a:lnTo>
                  <a:lnTo>
                    <a:pt x="562928" y="1766515"/>
                  </a:lnTo>
                  <a:lnTo>
                    <a:pt x="598111" y="1762074"/>
                  </a:lnTo>
                  <a:lnTo>
                    <a:pt x="633294" y="1760731"/>
                  </a:lnTo>
                  <a:lnTo>
                    <a:pt x="668477" y="1764209"/>
                  </a:lnTo>
                  <a:lnTo>
                    <a:pt x="703660" y="1762084"/>
                  </a:lnTo>
                  <a:lnTo>
                    <a:pt x="738843" y="1766313"/>
                  </a:lnTo>
                  <a:lnTo>
                    <a:pt x="774026" y="1764097"/>
                  </a:lnTo>
                  <a:lnTo>
                    <a:pt x="809209" y="1758898"/>
                  </a:lnTo>
                  <a:lnTo>
                    <a:pt x="844392" y="1756891"/>
                  </a:lnTo>
                  <a:lnTo>
                    <a:pt x="879575" y="1751540"/>
                  </a:lnTo>
                  <a:lnTo>
                    <a:pt x="914758" y="1747048"/>
                  </a:lnTo>
                  <a:lnTo>
                    <a:pt x="949941" y="1738594"/>
                  </a:lnTo>
                  <a:lnTo>
                    <a:pt x="985124" y="1733085"/>
                  </a:lnTo>
                  <a:lnTo>
                    <a:pt x="1020307" y="1724052"/>
                  </a:lnTo>
                  <a:lnTo>
                    <a:pt x="1055490" y="1719714"/>
                  </a:lnTo>
                  <a:lnTo>
                    <a:pt x="1090673" y="1711448"/>
                  </a:lnTo>
                  <a:lnTo>
                    <a:pt x="1125856" y="1697300"/>
                  </a:lnTo>
                  <a:lnTo>
                    <a:pt x="1161039" y="1687837"/>
                  </a:lnTo>
                  <a:lnTo>
                    <a:pt x="1196222" y="1680107"/>
                  </a:lnTo>
                  <a:lnTo>
                    <a:pt x="1231405" y="1675059"/>
                  </a:lnTo>
                  <a:lnTo>
                    <a:pt x="1266588" y="1665205"/>
                  </a:lnTo>
                  <a:lnTo>
                    <a:pt x="1301771" y="1656588"/>
                  </a:lnTo>
                  <a:lnTo>
                    <a:pt x="1336954" y="1648037"/>
                  </a:lnTo>
                  <a:lnTo>
                    <a:pt x="1372137" y="1636944"/>
                  </a:lnTo>
                  <a:lnTo>
                    <a:pt x="1407320" y="1625288"/>
                  </a:lnTo>
                  <a:lnTo>
                    <a:pt x="1442503" y="1611684"/>
                  </a:lnTo>
                  <a:lnTo>
                    <a:pt x="1477686" y="1597622"/>
                  </a:lnTo>
                  <a:lnTo>
                    <a:pt x="1512869" y="1584733"/>
                  </a:lnTo>
                  <a:lnTo>
                    <a:pt x="1548052" y="1567689"/>
                  </a:lnTo>
                  <a:lnTo>
                    <a:pt x="1583235" y="1547135"/>
                  </a:lnTo>
                  <a:lnTo>
                    <a:pt x="1618418" y="1527696"/>
                  </a:lnTo>
                  <a:lnTo>
                    <a:pt x="1653601" y="1516106"/>
                  </a:lnTo>
                  <a:lnTo>
                    <a:pt x="1688784" y="1498418"/>
                  </a:lnTo>
                  <a:lnTo>
                    <a:pt x="1723967" y="1475448"/>
                  </a:lnTo>
                  <a:lnTo>
                    <a:pt x="1759150" y="1453221"/>
                  </a:lnTo>
                  <a:lnTo>
                    <a:pt x="1794333" y="1430504"/>
                  </a:lnTo>
                  <a:lnTo>
                    <a:pt x="1829516" y="1409493"/>
                  </a:lnTo>
                  <a:lnTo>
                    <a:pt x="1864699" y="1390369"/>
                  </a:lnTo>
                  <a:lnTo>
                    <a:pt x="1899882" y="1368155"/>
                  </a:lnTo>
                  <a:lnTo>
                    <a:pt x="1935065" y="1349706"/>
                  </a:lnTo>
                  <a:lnTo>
                    <a:pt x="1970248" y="1328387"/>
                  </a:lnTo>
                  <a:lnTo>
                    <a:pt x="2005431" y="1303236"/>
                  </a:lnTo>
                  <a:lnTo>
                    <a:pt x="2040614" y="1271716"/>
                  </a:lnTo>
                  <a:lnTo>
                    <a:pt x="2075797" y="1245199"/>
                  </a:lnTo>
                  <a:lnTo>
                    <a:pt x="2110980" y="1220795"/>
                  </a:lnTo>
                  <a:lnTo>
                    <a:pt x="2146163" y="1194457"/>
                  </a:lnTo>
                  <a:lnTo>
                    <a:pt x="2181346" y="1173178"/>
                  </a:lnTo>
                  <a:lnTo>
                    <a:pt x="2216529" y="1148580"/>
                  </a:lnTo>
                  <a:lnTo>
                    <a:pt x="2251712" y="1124183"/>
                  </a:lnTo>
                  <a:lnTo>
                    <a:pt x="2286895" y="1099613"/>
                  </a:lnTo>
                  <a:lnTo>
                    <a:pt x="2322078" y="1074942"/>
                  </a:lnTo>
                  <a:lnTo>
                    <a:pt x="2357261" y="1048895"/>
                  </a:lnTo>
                  <a:lnTo>
                    <a:pt x="2392444" y="1026012"/>
                  </a:lnTo>
                  <a:lnTo>
                    <a:pt x="2427627" y="1000049"/>
                  </a:lnTo>
                  <a:lnTo>
                    <a:pt x="2462810" y="974808"/>
                  </a:lnTo>
                  <a:lnTo>
                    <a:pt x="2497993" y="951055"/>
                  </a:lnTo>
                  <a:lnTo>
                    <a:pt x="2533176" y="923674"/>
                  </a:lnTo>
                  <a:lnTo>
                    <a:pt x="2568359" y="896888"/>
                  </a:lnTo>
                  <a:lnTo>
                    <a:pt x="2603542" y="864786"/>
                  </a:lnTo>
                  <a:lnTo>
                    <a:pt x="2638725" y="834407"/>
                  </a:lnTo>
                  <a:lnTo>
                    <a:pt x="2673908" y="806382"/>
                  </a:lnTo>
                  <a:lnTo>
                    <a:pt x="2709091" y="780056"/>
                  </a:lnTo>
                  <a:lnTo>
                    <a:pt x="2744274" y="747302"/>
                  </a:lnTo>
                  <a:lnTo>
                    <a:pt x="2779457" y="714490"/>
                  </a:lnTo>
                  <a:lnTo>
                    <a:pt x="2814640" y="685218"/>
                  </a:lnTo>
                  <a:lnTo>
                    <a:pt x="2849823" y="651801"/>
                  </a:lnTo>
                  <a:lnTo>
                    <a:pt x="2885006" y="617992"/>
                  </a:lnTo>
                  <a:lnTo>
                    <a:pt x="2920189" y="589054"/>
                  </a:lnTo>
                  <a:lnTo>
                    <a:pt x="2955372" y="560439"/>
                  </a:lnTo>
                  <a:lnTo>
                    <a:pt x="2990555" y="525981"/>
                  </a:lnTo>
                  <a:lnTo>
                    <a:pt x="3025738" y="489650"/>
                  </a:lnTo>
                  <a:lnTo>
                    <a:pt x="3060921" y="456482"/>
                  </a:lnTo>
                  <a:lnTo>
                    <a:pt x="3096104" y="421469"/>
                  </a:lnTo>
                  <a:lnTo>
                    <a:pt x="3131287" y="384428"/>
                  </a:lnTo>
                  <a:lnTo>
                    <a:pt x="3166470" y="345774"/>
                  </a:lnTo>
                  <a:lnTo>
                    <a:pt x="3201653" y="306822"/>
                  </a:lnTo>
                  <a:lnTo>
                    <a:pt x="3236836" y="267571"/>
                  </a:lnTo>
                  <a:lnTo>
                    <a:pt x="3272019" y="228122"/>
                  </a:lnTo>
                  <a:lnTo>
                    <a:pt x="3307202" y="188384"/>
                  </a:lnTo>
                  <a:lnTo>
                    <a:pt x="3342385" y="151086"/>
                  </a:lnTo>
                  <a:lnTo>
                    <a:pt x="3377568" y="113714"/>
                  </a:lnTo>
                  <a:lnTo>
                    <a:pt x="3412751" y="76077"/>
                  </a:lnTo>
                  <a:lnTo>
                    <a:pt x="3447934" y="38173"/>
                  </a:lnTo>
                  <a:lnTo>
                    <a:pt x="34831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263545" y="3710504"/>
              <a:ext cx="3483117" cy="578382"/>
            </a:xfrm>
            <a:custGeom>
              <a:avLst/>
              <a:pathLst>
                <a:path w="3483117" h="578382">
                  <a:moveTo>
                    <a:pt x="3483117" y="161237"/>
                  </a:moveTo>
                  <a:lnTo>
                    <a:pt x="3447934" y="157326"/>
                  </a:lnTo>
                  <a:lnTo>
                    <a:pt x="3412751" y="154974"/>
                  </a:lnTo>
                  <a:lnTo>
                    <a:pt x="3377568" y="149427"/>
                  </a:lnTo>
                  <a:lnTo>
                    <a:pt x="3342385" y="143788"/>
                  </a:lnTo>
                  <a:lnTo>
                    <a:pt x="3307202" y="140449"/>
                  </a:lnTo>
                  <a:lnTo>
                    <a:pt x="3272019" y="132549"/>
                  </a:lnTo>
                  <a:lnTo>
                    <a:pt x="3236836" y="127455"/>
                  </a:lnTo>
                  <a:lnTo>
                    <a:pt x="3201653" y="126444"/>
                  </a:lnTo>
                  <a:lnTo>
                    <a:pt x="3166470" y="124809"/>
                  </a:lnTo>
                  <a:lnTo>
                    <a:pt x="3131287" y="123083"/>
                  </a:lnTo>
                  <a:lnTo>
                    <a:pt x="3096104" y="117592"/>
                  </a:lnTo>
                  <a:lnTo>
                    <a:pt x="3060921" y="111960"/>
                  </a:lnTo>
                  <a:lnTo>
                    <a:pt x="3025738" y="107139"/>
                  </a:lnTo>
                  <a:lnTo>
                    <a:pt x="2990555" y="100743"/>
                  </a:lnTo>
                  <a:lnTo>
                    <a:pt x="2955372" y="96940"/>
                  </a:lnTo>
                  <a:lnTo>
                    <a:pt x="2920189" y="94878"/>
                  </a:lnTo>
                  <a:lnTo>
                    <a:pt x="2885006" y="92403"/>
                  </a:lnTo>
                  <a:lnTo>
                    <a:pt x="2849823" y="90997"/>
                  </a:lnTo>
                  <a:lnTo>
                    <a:pt x="2814640" y="89083"/>
                  </a:lnTo>
                  <a:lnTo>
                    <a:pt x="2779457" y="87176"/>
                  </a:lnTo>
                  <a:lnTo>
                    <a:pt x="2744274" y="80482"/>
                  </a:lnTo>
                  <a:lnTo>
                    <a:pt x="2709091" y="73150"/>
                  </a:lnTo>
                  <a:lnTo>
                    <a:pt x="2673908" y="74202"/>
                  </a:lnTo>
                  <a:lnTo>
                    <a:pt x="2638725" y="72339"/>
                  </a:lnTo>
                  <a:lnTo>
                    <a:pt x="2603542" y="70756"/>
                  </a:lnTo>
                  <a:lnTo>
                    <a:pt x="2568359" y="67758"/>
                  </a:lnTo>
                  <a:lnTo>
                    <a:pt x="2533176" y="61540"/>
                  </a:lnTo>
                  <a:lnTo>
                    <a:pt x="2497993" y="57668"/>
                  </a:lnTo>
                  <a:lnTo>
                    <a:pt x="2462810" y="58947"/>
                  </a:lnTo>
                  <a:lnTo>
                    <a:pt x="2427627" y="60153"/>
                  </a:lnTo>
                  <a:lnTo>
                    <a:pt x="2392444" y="53736"/>
                  </a:lnTo>
                  <a:lnTo>
                    <a:pt x="2357261" y="50788"/>
                  </a:lnTo>
                  <a:lnTo>
                    <a:pt x="2322078" y="42677"/>
                  </a:lnTo>
                  <a:lnTo>
                    <a:pt x="2286895" y="34062"/>
                  </a:lnTo>
                  <a:lnTo>
                    <a:pt x="2251712" y="28982"/>
                  </a:lnTo>
                  <a:lnTo>
                    <a:pt x="2216529" y="27775"/>
                  </a:lnTo>
                  <a:lnTo>
                    <a:pt x="2181346" y="26568"/>
                  </a:lnTo>
                  <a:lnTo>
                    <a:pt x="2146163" y="22768"/>
                  </a:lnTo>
                  <a:lnTo>
                    <a:pt x="2110980" y="20287"/>
                  </a:lnTo>
                  <a:lnTo>
                    <a:pt x="2075797" y="14531"/>
                  </a:lnTo>
                  <a:lnTo>
                    <a:pt x="2040614" y="10917"/>
                  </a:lnTo>
                  <a:lnTo>
                    <a:pt x="2005431" y="8291"/>
                  </a:lnTo>
                  <a:lnTo>
                    <a:pt x="1970248" y="7004"/>
                  </a:lnTo>
                  <a:lnTo>
                    <a:pt x="1935065" y="6514"/>
                  </a:lnTo>
                  <a:lnTo>
                    <a:pt x="1899882" y="5656"/>
                  </a:lnTo>
                  <a:lnTo>
                    <a:pt x="1864699" y="4832"/>
                  </a:lnTo>
                  <a:lnTo>
                    <a:pt x="1829516" y="3853"/>
                  </a:lnTo>
                  <a:lnTo>
                    <a:pt x="1794333" y="1012"/>
                  </a:lnTo>
                  <a:lnTo>
                    <a:pt x="1759150" y="0"/>
                  </a:lnTo>
                  <a:lnTo>
                    <a:pt x="1723967" y="1321"/>
                  </a:lnTo>
                  <a:lnTo>
                    <a:pt x="1688784" y="4680"/>
                  </a:lnTo>
                  <a:lnTo>
                    <a:pt x="1653601" y="8322"/>
                  </a:lnTo>
                  <a:lnTo>
                    <a:pt x="1618418" y="12777"/>
                  </a:lnTo>
                  <a:lnTo>
                    <a:pt x="1583235" y="16327"/>
                  </a:lnTo>
                  <a:lnTo>
                    <a:pt x="1548052" y="18948"/>
                  </a:lnTo>
                  <a:lnTo>
                    <a:pt x="1512869" y="19827"/>
                  </a:lnTo>
                  <a:lnTo>
                    <a:pt x="1477686" y="25176"/>
                  </a:lnTo>
                  <a:lnTo>
                    <a:pt x="1442503" y="30873"/>
                  </a:lnTo>
                  <a:lnTo>
                    <a:pt x="1407320" y="38106"/>
                  </a:lnTo>
                  <a:lnTo>
                    <a:pt x="1372137" y="44149"/>
                  </a:lnTo>
                  <a:lnTo>
                    <a:pt x="1336954" y="47131"/>
                  </a:lnTo>
                  <a:lnTo>
                    <a:pt x="1301771" y="52811"/>
                  </a:lnTo>
                  <a:lnTo>
                    <a:pt x="1266588" y="58647"/>
                  </a:lnTo>
                  <a:lnTo>
                    <a:pt x="1231405" y="62247"/>
                  </a:lnTo>
                  <a:lnTo>
                    <a:pt x="1196222" y="72017"/>
                  </a:lnTo>
                  <a:lnTo>
                    <a:pt x="1161039" y="75220"/>
                  </a:lnTo>
                  <a:lnTo>
                    <a:pt x="1125856" y="86763"/>
                  </a:lnTo>
                  <a:lnTo>
                    <a:pt x="1090673" y="96694"/>
                  </a:lnTo>
                  <a:lnTo>
                    <a:pt x="1055490" y="109494"/>
                  </a:lnTo>
                  <a:lnTo>
                    <a:pt x="1020307" y="121845"/>
                  </a:lnTo>
                  <a:lnTo>
                    <a:pt x="985124" y="134269"/>
                  </a:lnTo>
                  <a:lnTo>
                    <a:pt x="949941" y="150391"/>
                  </a:lnTo>
                  <a:lnTo>
                    <a:pt x="914758" y="161137"/>
                  </a:lnTo>
                  <a:lnTo>
                    <a:pt x="879575" y="174606"/>
                  </a:lnTo>
                  <a:lnTo>
                    <a:pt x="844392" y="190547"/>
                  </a:lnTo>
                  <a:lnTo>
                    <a:pt x="809209" y="204579"/>
                  </a:lnTo>
                  <a:lnTo>
                    <a:pt x="774026" y="218243"/>
                  </a:lnTo>
                  <a:lnTo>
                    <a:pt x="738843" y="230854"/>
                  </a:lnTo>
                  <a:lnTo>
                    <a:pt x="703660" y="243763"/>
                  </a:lnTo>
                  <a:lnTo>
                    <a:pt x="668477" y="263736"/>
                  </a:lnTo>
                  <a:lnTo>
                    <a:pt x="633294" y="277060"/>
                  </a:lnTo>
                  <a:lnTo>
                    <a:pt x="598111" y="291974"/>
                  </a:lnTo>
                  <a:lnTo>
                    <a:pt x="562928" y="310325"/>
                  </a:lnTo>
                  <a:lnTo>
                    <a:pt x="527745" y="326703"/>
                  </a:lnTo>
                  <a:lnTo>
                    <a:pt x="492562" y="344267"/>
                  </a:lnTo>
                  <a:lnTo>
                    <a:pt x="457379" y="361784"/>
                  </a:lnTo>
                  <a:lnTo>
                    <a:pt x="422196" y="379341"/>
                  </a:lnTo>
                  <a:lnTo>
                    <a:pt x="387013" y="397631"/>
                  </a:lnTo>
                  <a:lnTo>
                    <a:pt x="351830" y="414811"/>
                  </a:lnTo>
                  <a:lnTo>
                    <a:pt x="316647" y="432508"/>
                  </a:lnTo>
                  <a:lnTo>
                    <a:pt x="281464" y="452824"/>
                  </a:lnTo>
                  <a:lnTo>
                    <a:pt x="246281" y="465447"/>
                  </a:lnTo>
                  <a:lnTo>
                    <a:pt x="211098" y="481304"/>
                  </a:lnTo>
                  <a:lnTo>
                    <a:pt x="175915" y="500016"/>
                  </a:lnTo>
                  <a:lnTo>
                    <a:pt x="140732" y="516489"/>
                  </a:lnTo>
                  <a:lnTo>
                    <a:pt x="105549" y="530303"/>
                  </a:lnTo>
                  <a:lnTo>
                    <a:pt x="70366" y="546427"/>
                  </a:lnTo>
                  <a:lnTo>
                    <a:pt x="35183" y="562453"/>
                  </a:lnTo>
                  <a:lnTo>
                    <a:pt x="0" y="578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1545009" y="774526"/>
              <a:ext cx="5171901" cy="3987648"/>
            </a:xfrm>
            <a:custGeom>
              <a:avLst/>
              <a:pathLst>
                <a:path w="5171901" h="3987648">
                  <a:moveTo>
                    <a:pt x="0" y="3223269"/>
                  </a:moveTo>
                  <a:lnTo>
                    <a:pt x="35183" y="3224600"/>
                  </a:lnTo>
                  <a:lnTo>
                    <a:pt x="70366" y="3222405"/>
                  </a:lnTo>
                  <a:lnTo>
                    <a:pt x="105549" y="3223389"/>
                  </a:lnTo>
                  <a:lnTo>
                    <a:pt x="140732" y="3222473"/>
                  </a:lnTo>
                  <a:lnTo>
                    <a:pt x="175915" y="3220507"/>
                  </a:lnTo>
                  <a:lnTo>
                    <a:pt x="211098" y="3220665"/>
                  </a:lnTo>
                  <a:lnTo>
                    <a:pt x="246281" y="3218842"/>
                  </a:lnTo>
                  <a:lnTo>
                    <a:pt x="281464" y="3219523"/>
                  </a:lnTo>
                  <a:lnTo>
                    <a:pt x="316647" y="3219186"/>
                  </a:lnTo>
                  <a:lnTo>
                    <a:pt x="351830" y="3214561"/>
                  </a:lnTo>
                  <a:lnTo>
                    <a:pt x="387013" y="3216779"/>
                  </a:lnTo>
                  <a:lnTo>
                    <a:pt x="422196" y="3216577"/>
                  </a:lnTo>
                  <a:lnTo>
                    <a:pt x="457379" y="3212893"/>
                  </a:lnTo>
                  <a:lnTo>
                    <a:pt x="492562" y="3213629"/>
                  </a:lnTo>
                  <a:lnTo>
                    <a:pt x="527745" y="3206518"/>
                  </a:lnTo>
                  <a:lnTo>
                    <a:pt x="562928" y="3201703"/>
                  </a:lnTo>
                  <a:lnTo>
                    <a:pt x="598111" y="3195703"/>
                  </a:lnTo>
                  <a:lnTo>
                    <a:pt x="633294" y="3195130"/>
                  </a:lnTo>
                  <a:lnTo>
                    <a:pt x="668477" y="3190103"/>
                  </a:lnTo>
                  <a:lnTo>
                    <a:pt x="703660" y="3188392"/>
                  </a:lnTo>
                  <a:lnTo>
                    <a:pt x="738843" y="3183543"/>
                  </a:lnTo>
                  <a:lnTo>
                    <a:pt x="774026" y="3179815"/>
                  </a:lnTo>
                  <a:lnTo>
                    <a:pt x="809209" y="3176699"/>
                  </a:lnTo>
                  <a:lnTo>
                    <a:pt x="844392" y="3169413"/>
                  </a:lnTo>
                  <a:lnTo>
                    <a:pt x="879575" y="3160452"/>
                  </a:lnTo>
                  <a:lnTo>
                    <a:pt x="914758" y="3151189"/>
                  </a:lnTo>
                  <a:lnTo>
                    <a:pt x="949941" y="3142823"/>
                  </a:lnTo>
                  <a:lnTo>
                    <a:pt x="985124" y="3131027"/>
                  </a:lnTo>
                  <a:lnTo>
                    <a:pt x="1020307" y="3128397"/>
                  </a:lnTo>
                  <a:lnTo>
                    <a:pt x="1055490" y="3120319"/>
                  </a:lnTo>
                  <a:lnTo>
                    <a:pt x="1090673" y="3109636"/>
                  </a:lnTo>
                  <a:lnTo>
                    <a:pt x="1125856" y="3099980"/>
                  </a:lnTo>
                  <a:lnTo>
                    <a:pt x="1161039" y="3092188"/>
                  </a:lnTo>
                  <a:lnTo>
                    <a:pt x="1196222" y="3079706"/>
                  </a:lnTo>
                  <a:lnTo>
                    <a:pt x="1231405" y="3072006"/>
                  </a:lnTo>
                  <a:lnTo>
                    <a:pt x="1266588" y="3065472"/>
                  </a:lnTo>
                  <a:lnTo>
                    <a:pt x="1301771" y="3050317"/>
                  </a:lnTo>
                  <a:lnTo>
                    <a:pt x="1336954" y="3042939"/>
                  </a:lnTo>
                  <a:lnTo>
                    <a:pt x="1372137" y="3029375"/>
                  </a:lnTo>
                  <a:lnTo>
                    <a:pt x="1407320" y="3013954"/>
                  </a:lnTo>
                  <a:lnTo>
                    <a:pt x="1442503" y="2997977"/>
                  </a:lnTo>
                  <a:lnTo>
                    <a:pt x="1477686" y="2988351"/>
                  </a:lnTo>
                  <a:lnTo>
                    <a:pt x="1512869" y="2973274"/>
                  </a:lnTo>
                  <a:lnTo>
                    <a:pt x="1548052" y="2953869"/>
                  </a:lnTo>
                  <a:lnTo>
                    <a:pt x="1583235" y="2938142"/>
                  </a:lnTo>
                  <a:lnTo>
                    <a:pt x="1618418" y="2924932"/>
                  </a:lnTo>
                  <a:lnTo>
                    <a:pt x="1653601" y="2910345"/>
                  </a:lnTo>
                  <a:lnTo>
                    <a:pt x="1688784" y="2891496"/>
                  </a:lnTo>
                  <a:lnTo>
                    <a:pt x="1723967" y="2873703"/>
                  </a:lnTo>
                  <a:lnTo>
                    <a:pt x="1759150" y="2853258"/>
                  </a:lnTo>
                  <a:lnTo>
                    <a:pt x="1794333" y="2836127"/>
                  </a:lnTo>
                  <a:lnTo>
                    <a:pt x="1829516" y="2819173"/>
                  </a:lnTo>
                  <a:lnTo>
                    <a:pt x="1864699" y="2801819"/>
                  </a:lnTo>
                  <a:lnTo>
                    <a:pt x="1899882" y="2789625"/>
                  </a:lnTo>
                  <a:lnTo>
                    <a:pt x="1935065" y="2770324"/>
                  </a:lnTo>
                  <a:lnTo>
                    <a:pt x="1970248" y="2752150"/>
                  </a:lnTo>
                  <a:lnTo>
                    <a:pt x="2005431" y="2730816"/>
                  </a:lnTo>
                  <a:lnTo>
                    <a:pt x="2040614" y="2710611"/>
                  </a:lnTo>
                  <a:lnTo>
                    <a:pt x="2075797" y="2687526"/>
                  </a:lnTo>
                  <a:lnTo>
                    <a:pt x="2110980" y="2667962"/>
                  </a:lnTo>
                  <a:lnTo>
                    <a:pt x="2146163" y="2648092"/>
                  </a:lnTo>
                  <a:lnTo>
                    <a:pt x="2181346" y="2628685"/>
                  </a:lnTo>
                  <a:lnTo>
                    <a:pt x="2216529" y="2608923"/>
                  </a:lnTo>
                  <a:lnTo>
                    <a:pt x="2251712" y="2588529"/>
                  </a:lnTo>
                  <a:lnTo>
                    <a:pt x="2286895" y="2570322"/>
                  </a:lnTo>
                  <a:lnTo>
                    <a:pt x="2322078" y="2555382"/>
                  </a:lnTo>
                  <a:lnTo>
                    <a:pt x="2357261" y="2531885"/>
                  </a:lnTo>
                  <a:lnTo>
                    <a:pt x="2392444" y="2508086"/>
                  </a:lnTo>
                  <a:lnTo>
                    <a:pt x="2427627" y="2487727"/>
                  </a:lnTo>
                  <a:lnTo>
                    <a:pt x="2462810" y="2466861"/>
                  </a:lnTo>
                  <a:lnTo>
                    <a:pt x="2497993" y="2443206"/>
                  </a:lnTo>
                  <a:lnTo>
                    <a:pt x="2533176" y="2416959"/>
                  </a:lnTo>
                  <a:lnTo>
                    <a:pt x="2568359" y="2390538"/>
                  </a:lnTo>
                  <a:lnTo>
                    <a:pt x="2603542" y="2363928"/>
                  </a:lnTo>
                  <a:lnTo>
                    <a:pt x="2638725" y="2339320"/>
                  </a:lnTo>
                  <a:lnTo>
                    <a:pt x="2673908" y="2311819"/>
                  </a:lnTo>
                  <a:lnTo>
                    <a:pt x="2709091" y="2286880"/>
                  </a:lnTo>
                  <a:lnTo>
                    <a:pt x="2744274" y="2261108"/>
                  </a:lnTo>
                  <a:lnTo>
                    <a:pt x="2779457" y="2235519"/>
                  </a:lnTo>
                  <a:lnTo>
                    <a:pt x="2814640" y="2209737"/>
                  </a:lnTo>
                  <a:lnTo>
                    <a:pt x="2849823" y="2183822"/>
                  </a:lnTo>
                  <a:lnTo>
                    <a:pt x="2885006" y="2161605"/>
                  </a:lnTo>
                  <a:lnTo>
                    <a:pt x="2920189" y="2140434"/>
                  </a:lnTo>
                  <a:lnTo>
                    <a:pt x="2955372" y="2119149"/>
                  </a:lnTo>
                  <a:lnTo>
                    <a:pt x="2990555" y="2086025"/>
                  </a:lnTo>
                  <a:lnTo>
                    <a:pt x="3025738" y="2051530"/>
                  </a:lnTo>
                  <a:lnTo>
                    <a:pt x="3060921" y="2024399"/>
                  </a:lnTo>
                  <a:lnTo>
                    <a:pt x="3096104" y="1997284"/>
                  </a:lnTo>
                  <a:lnTo>
                    <a:pt x="3131287" y="1970019"/>
                  </a:lnTo>
                  <a:lnTo>
                    <a:pt x="3166470" y="1945196"/>
                  </a:lnTo>
                  <a:lnTo>
                    <a:pt x="3201653" y="1920858"/>
                  </a:lnTo>
                  <a:lnTo>
                    <a:pt x="3236836" y="1892337"/>
                  </a:lnTo>
                  <a:lnTo>
                    <a:pt x="3272019" y="1860490"/>
                  </a:lnTo>
                  <a:lnTo>
                    <a:pt x="3307202" y="1836439"/>
                  </a:lnTo>
                  <a:lnTo>
                    <a:pt x="3342385" y="1809052"/>
                  </a:lnTo>
                  <a:lnTo>
                    <a:pt x="3377568" y="1774447"/>
                  </a:lnTo>
                  <a:lnTo>
                    <a:pt x="3412751" y="1744567"/>
                  </a:lnTo>
                  <a:lnTo>
                    <a:pt x="3447934" y="1715554"/>
                  </a:lnTo>
                  <a:lnTo>
                    <a:pt x="3483117" y="1686349"/>
                  </a:lnTo>
                  <a:lnTo>
                    <a:pt x="3518300" y="1656268"/>
                  </a:lnTo>
                  <a:lnTo>
                    <a:pt x="3553483" y="1627135"/>
                  </a:lnTo>
                  <a:lnTo>
                    <a:pt x="3588666" y="1597540"/>
                  </a:lnTo>
                  <a:lnTo>
                    <a:pt x="3623849" y="1567560"/>
                  </a:lnTo>
                  <a:lnTo>
                    <a:pt x="3659032" y="1537215"/>
                  </a:lnTo>
                  <a:lnTo>
                    <a:pt x="3694215" y="1506822"/>
                  </a:lnTo>
                  <a:lnTo>
                    <a:pt x="3729398" y="1476241"/>
                  </a:lnTo>
                  <a:lnTo>
                    <a:pt x="3764581" y="1445458"/>
                  </a:lnTo>
                  <a:lnTo>
                    <a:pt x="3799764" y="1414470"/>
                  </a:lnTo>
                  <a:lnTo>
                    <a:pt x="3834947" y="1383278"/>
                  </a:lnTo>
                  <a:lnTo>
                    <a:pt x="3870130" y="1351879"/>
                  </a:lnTo>
                  <a:lnTo>
                    <a:pt x="3905313" y="1320285"/>
                  </a:lnTo>
                  <a:lnTo>
                    <a:pt x="3940496" y="1288455"/>
                  </a:lnTo>
                  <a:lnTo>
                    <a:pt x="3975679" y="1256602"/>
                  </a:lnTo>
                  <a:lnTo>
                    <a:pt x="4010862" y="1225122"/>
                  </a:lnTo>
                  <a:lnTo>
                    <a:pt x="4046045" y="1191625"/>
                  </a:lnTo>
                  <a:lnTo>
                    <a:pt x="4081228" y="1157163"/>
                  </a:lnTo>
                  <a:lnTo>
                    <a:pt x="4116411" y="1122214"/>
                  </a:lnTo>
                  <a:lnTo>
                    <a:pt x="4151594" y="1087196"/>
                  </a:lnTo>
                  <a:lnTo>
                    <a:pt x="4186777" y="1055962"/>
                  </a:lnTo>
                  <a:lnTo>
                    <a:pt x="4221960" y="1024725"/>
                  </a:lnTo>
                  <a:lnTo>
                    <a:pt x="4257143" y="990016"/>
                  </a:lnTo>
                  <a:lnTo>
                    <a:pt x="4292326" y="955071"/>
                  </a:lnTo>
                  <a:lnTo>
                    <a:pt x="4327509" y="919887"/>
                  </a:lnTo>
                  <a:lnTo>
                    <a:pt x="4362692" y="884464"/>
                  </a:lnTo>
                  <a:lnTo>
                    <a:pt x="4397875" y="848800"/>
                  </a:lnTo>
                  <a:lnTo>
                    <a:pt x="4433058" y="812894"/>
                  </a:lnTo>
                  <a:lnTo>
                    <a:pt x="4468241" y="776743"/>
                  </a:lnTo>
                  <a:lnTo>
                    <a:pt x="4503424" y="740345"/>
                  </a:lnTo>
                  <a:lnTo>
                    <a:pt x="4538607" y="703700"/>
                  </a:lnTo>
                  <a:lnTo>
                    <a:pt x="4573790" y="666806"/>
                  </a:lnTo>
                  <a:lnTo>
                    <a:pt x="4608973" y="629661"/>
                  </a:lnTo>
                  <a:lnTo>
                    <a:pt x="4644156" y="592263"/>
                  </a:lnTo>
                  <a:lnTo>
                    <a:pt x="4679339" y="554610"/>
                  </a:lnTo>
                  <a:lnTo>
                    <a:pt x="4714522" y="516701"/>
                  </a:lnTo>
                  <a:lnTo>
                    <a:pt x="4749705" y="478534"/>
                  </a:lnTo>
                  <a:lnTo>
                    <a:pt x="4784888" y="440107"/>
                  </a:lnTo>
                  <a:lnTo>
                    <a:pt x="4820071" y="401418"/>
                  </a:lnTo>
                  <a:lnTo>
                    <a:pt x="4855254" y="362467"/>
                  </a:lnTo>
                  <a:lnTo>
                    <a:pt x="4890437" y="323250"/>
                  </a:lnTo>
                  <a:lnTo>
                    <a:pt x="4925620" y="283766"/>
                  </a:lnTo>
                  <a:lnTo>
                    <a:pt x="4960803" y="244014"/>
                  </a:lnTo>
                  <a:lnTo>
                    <a:pt x="4995986" y="203990"/>
                  </a:lnTo>
                  <a:lnTo>
                    <a:pt x="5031169" y="163695"/>
                  </a:lnTo>
                  <a:lnTo>
                    <a:pt x="5066352" y="123144"/>
                  </a:lnTo>
                  <a:lnTo>
                    <a:pt x="5101535" y="82373"/>
                  </a:lnTo>
                  <a:lnTo>
                    <a:pt x="5136718" y="41326"/>
                  </a:lnTo>
                  <a:lnTo>
                    <a:pt x="5171901" y="0"/>
                  </a:lnTo>
                  <a:lnTo>
                    <a:pt x="5171901" y="3628980"/>
                  </a:lnTo>
                  <a:lnTo>
                    <a:pt x="5136718" y="3626650"/>
                  </a:lnTo>
                  <a:lnTo>
                    <a:pt x="5101535" y="3624336"/>
                  </a:lnTo>
                  <a:lnTo>
                    <a:pt x="5066352" y="3624041"/>
                  </a:lnTo>
                  <a:lnTo>
                    <a:pt x="5031169" y="3623745"/>
                  </a:lnTo>
                  <a:lnTo>
                    <a:pt x="4995986" y="3623450"/>
                  </a:lnTo>
                  <a:lnTo>
                    <a:pt x="4960803" y="3623154"/>
                  </a:lnTo>
                  <a:lnTo>
                    <a:pt x="4925620" y="3622641"/>
                  </a:lnTo>
                  <a:lnTo>
                    <a:pt x="4890437" y="3620172"/>
                  </a:lnTo>
                  <a:lnTo>
                    <a:pt x="4855254" y="3617700"/>
                  </a:lnTo>
                  <a:lnTo>
                    <a:pt x="4820071" y="3615689"/>
                  </a:lnTo>
                  <a:lnTo>
                    <a:pt x="4784888" y="3615642"/>
                  </a:lnTo>
                  <a:lnTo>
                    <a:pt x="4749705" y="3615562"/>
                  </a:lnTo>
                  <a:lnTo>
                    <a:pt x="4714522" y="3615428"/>
                  </a:lnTo>
                  <a:lnTo>
                    <a:pt x="4679339" y="3612905"/>
                  </a:lnTo>
                  <a:lnTo>
                    <a:pt x="4644156" y="3609252"/>
                  </a:lnTo>
                  <a:lnTo>
                    <a:pt x="4608973" y="3605593"/>
                  </a:lnTo>
                  <a:lnTo>
                    <a:pt x="4573790" y="3601890"/>
                  </a:lnTo>
                  <a:lnTo>
                    <a:pt x="4538607" y="3598142"/>
                  </a:lnTo>
                  <a:lnTo>
                    <a:pt x="4503424" y="3594389"/>
                  </a:lnTo>
                  <a:lnTo>
                    <a:pt x="4468241" y="3592806"/>
                  </a:lnTo>
                  <a:lnTo>
                    <a:pt x="4433058" y="3592677"/>
                  </a:lnTo>
                  <a:lnTo>
                    <a:pt x="4397875" y="3592548"/>
                  </a:lnTo>
                  <a:lnTo>
                    <a:pt x="4362692" y="3592420"/>
                  </a:lnTo>
                  <a:lnTo>
                    <a:pt x="4327509" y="3591518"/>
                  </a:lnTo>
                  <a:lnTo>
                    <a:pt x="4292326" y="3588414"/>
                  </a:lnTo>
                  <a:lnTo>
                    <a:pt x="4257143" y="3585306"/>
                  </a:lnTo>
                  <a:lnTo>
                    <a:pt x="4221960" y="3582195"/>
                  </a:lnTo>
                  <a:lnTo>
                    <a:pt x="4186777" y="3579631"/>
                  </a:lnTo>
                  <a:lnTo>
                    <a:pt x="4151594" y="3578356"/>
                  </a:lnTo>
                  <a:lnTo>
                    <a:pt x="4116411" y="3577038"/>
                  </a:lnTo>
                  <a:lnTo>
                    <a:pt x="4081228" y="3575707"/>
                  </a:lnTo>
                  <a:lnTo>
                    <a:pt x="4046045" y="3574376"/>
                  </a:lnTo>
                  <a:lnTo>
                    <a:pt x="4010862" y="3573045"/>
                  </a:lnTo>
                  <a:lnTo>
                    <a:pt x="3975679" y="3571712"/>
                  </a:lnTo>
                  <a:lnTo>
                    <a:pt x="3940496" y="3570379"/>
                  </a:lnTo>
                  <a:lnTo>
                    <a:pt x="3905313" y="3569045"/>
                  </a:lnTo>
                  <a:lnTo>
                    <a:pt x="3870130" y="3567710"/>
                  </a:lnTo>
                  <a:lnTo>
                    <a:pt x="3834947" y="3566354"/>
                  </a:lnTo>
                  <a:lnTo>
                    <a:pt x="3799764" y="3564969"/>
                  </a:lnTo>
                  <a:lnTo>
                    <a:pt x="3764581" y="3562415"/>
                  </a:lnTo>
                  <a:lnTo>
                    <a:pt x="3729398" y="3556773"/>
                  </a:lnTo>
                  <a:lnTo>
                    <a:pt x="3694215" y="3552800"/>
                  </a:lnTo>
                  <a:lnTo>
                    <a:pt x="3659032" y="3550788"/>
                  </a:lnTo>
                  <a:lnTo>
                    <a:pt x="3623849" y="3548943"/>
                  </a:lnTo>
                  <a:lnTo>
                    <a:pt x="3588666" y="3548768"/>
                  </a:lnTo>
                  <a:lnTo>
                    <a:pt x="3553483" y="3548599"/>
                  </a:lnTo>
                  <a:lnTo>
                    <a:pt x="3518300" y="3548472"/>
                  </a:lnTo>
                  <a:lnTo>
                    <a:pt x="3483117" y="3549954"/>
                  </a:lnTo>
                  <a:lnTo>
                    <a:pt x="3447934" y="3548120"/>
                  </a:lnTo>
                  <a:lnTo>
                    <a:pt x="3412751" y="3547873"/>
                  </a:lnTo>
                  <a:lnTo>
                    <a:pt x="3377568" y="3547657"/>
                  </a:lnTo>
                  <a:lnTo>
                    <a:pt x="3342385" y="3547471"/>
                  </a:lnTo>
                  <a:lnTo>
                    <a:pt x="3307202" y="3546466"/>
                  </a:lnTo>
                  <a:lnTo>
                    <a:pt x="3272019" y="3545172"/>
                  </a:lnTo>
                  <a:lnTo>
                    <a:pt x="3236836" y="3543877"/>
                  </a:lnTo>
                  <a:lnTo>
                    <a:pt x="3201653" y="3542581"/>
                  </a:lnTo>
                  <a:lnTo>
                    <a:pt x="3166470" y="3541284"/>
                  </a:lnTo>
                  <a:lnTo>
                    <a:pt x="3131287" y="3539987"/>
                  </a:lnTo>
                  <a:lnTo>
                    <a:pt x="3096104" y="3538689"/>
                  </a:lnTo>
                  <a:lnTo>
                    <a:pt x="3060921" y="3537316"/>
                  </a:lnTo>
                  <a:lnTo>
                    <a:pt x="3025738" y="3537140"/>
                  </a:lnTo>
                  <a:lnTo>
                    <a:pt x="2990555" y="3535536"/>
                  </a:lnTo>
                  <a:lnTo>
                    <a:pt x="2955372" y="3533314"/>
                  </a:lnTo>
                  <a:lnTo>
                    <a:pt x="2920189" y="3533541"/>
                  </a:lnTo>
                  <a:lnTo>
                    <a:pt x="2885006" y="3534480"/>
                  </a:lnTo>
                  <a:lnTo>
                    <a:pt x="2849823" y="3535130"/>
                  </a:lnTo>
                  <a:lnTo>
                    <a:pt x="2814640" y="3530205"/>
                  </a:lnTo>
                  <a:lnTo>
                    <a:pt x="2779457" y="3526734"/>
                  </a:lnTo>
                  <a:lnTo>
                    <a:pt x="2744274" y="3525275"/>
                  </a:lnTo>
                  <a:lnTo>
                    <a:pt x="2709091" y="3523862"/>
                  </a:lnTo>
                  <a:lnTo>
                    <a:pt x="2673908" y="3522524"/>
                  </a:lnTo>
                  <a:lnTo>
                    <a:pt x="2638725" y="3518292"/>
                  </a:lnTo>
                  <a:lnTo>
                    <a:pt x="2603542" y="3514101"/>
                  </a:lnTo>
                  <a:lnTo>
                    <a:pt x="2568359" y="3513372"/>
                  </a:lnTo>
                  <a:lnTo>
                    <a:pt x="2533176" y="3509687"/>
                  </a:lnTo>
                  <a:lnTo>
                    <a:pt x="2497993" y="3508877"/>
                  </a:lnTo>
                  <a:lnTo>
                    <a:pt x="2462810" y="3508627"/>
                  </a:lnTo>
                  <a:lnTo>
                    <a:pt x="2427627" y="3503295"/>
                  </a:lnTo>
                  <a:lnTo>
                    <a:pt x="2392444" y="3507813"/>
                  </a:lnTo>
                  <a:lnTo>
                    <a:pt x="2357261" y="3508762"/>
                  </a:lnTo>
                  <a:lnTo>
                    <a:pt x="2322078" y="3507633"/>
                  </a:lnTo>
                  <a:lnTo>
                    <a:pt x="2286895" y="3506496"/>
                  </a:lnTo>
                  <a:lnTo>
                    <a:pt x="2251712" y="3504510"/>
                  </a:lnTo>
                  <a:lnTo>
                    <a:pt x="2216529" y="3505117"/>
                  </a:lnTo>
                  <a:lnTo>
                    <a:pt x="2181346" y="3506888"/>
                  </a:lnTo>
                  <a:lnTo>
                    <a:pt x="2146163" y="3505523"/>
                  </a:lnTo>
                  <a:lnTo>
                    <a:pt x="2110980" y="3504218"/>
                  </a:lnTo>
                  <a:lnTo>
                    <a:pt x="2075797" y="3505632"/>
                  </a:lnTo>
                  <a:lnTo>
                    <a:pt x="2040614" y="3507463"/>
                  </a:lnTo>
                  <a:lnTo>
                    <a:pt x="2005431" y="3509077"/>
                  </a:lnTo>
                  <a:lnTo>
                    <a:pt x="1970248" y="3510421"/>
                  </a:lnTo>
                  <a:lnTo>
                    <a:pt x="1935065" y="3512761"/>
                  </a:lnTo>
                  <a:lnTo>
                    <a:pt x="1899882" y="3513030"/>
                  </a:lnTo>
                  <a:lnTo>
                    <a:pt x="1864699" y="3517641"/>
                  </a:lnTo>
                  <a:lnTo>
                    <a:pt x="1829516" y="3521118"/>
                  </a:lnTo>
                  <a:lnTo>
                    <a:pt x="1794333" y="3521598"/>
                  </a:lnTo>
                  <a:lnTo>
                    <a:pt x="1759150" y="3522681"/>
                  </a:lnTo>
                  <a:lnTo>
                    <a:pt x="1723967" y="3525028"/>
                  </a:lnTo>
                  <a:lnTo>
                    <a:pt x="1688784" y="3529905"/>
                  </a:lnTo>
                  <a:lnTo>
                    <a:pt x="1653601" y="3530653"/>
                  </a:lnTo>
                  <a:lnTo>
                    <a:pt x="1618418" y="3533247"/>
                  </a:lnTo>
                  <a:lnTo>
                    <a:pt x="1583235" y="3537313"/>
                  </a:lnTo>
                  <a:lnTo>
                    <a:pt x="1548052" y="3539553"/>
                  </a:lnTo>
                  <a:lnTo>
                    <a:pt x="1512869" y="3542083"/>
                  </a:lnTo>
                  <a:lnTo>
                    <a:pt x="1477686" y="3547740"/>
                  </a:lnTo>
                  <a:lnTo>
                    <a:pt x="1442503" y="3552122"/>
                  </a:lnTo>
                  <a:lnTo>
                    <a:pt x="1407320" y="3558309"/>
                  </a:lnTo>
                  <a:lnTo>
                    <a:pt x="1372137" y="3564481"/>
                  </a:lnTo>
                  <a:lnTo>
                    <a:pt x="1336954" y="3573284"/>
                  </a:lnTo>
                  <a:lnTo>
                    <a:pt x="1301771" y="3577613"/>
                  </a:lnTo>
                  <a:lnTo>
                    <a:pt x="1266588" y="3585878"/>
                  </a:lnTo>
                  <a:lnTo>
                    <a:pt x="1231405" y="3591369"/>
                  </a:lnTo>
                  <a:lnTo>
                    <a:pt x="1196222" y="3596707"/>
                  </a:lnTo>
                  <a:lnTo>
                    <a:pt x="1161039" y="3604711"/>
                  </a:lnTo>
                  <a:lnTo>
                    <a:pt x="1125856" y="3614175"/>
                  </a:lnTo>
                  <a:lnTo>
                    <a:pt x="1090673" y="3621068"/>
                  </a:lnTo>
                  <a:lnTo>
                    <a:pt x="1055490" y="3627659"/>
                  </a:lnTo>
                  <a:lnTo>
                    <a:pt x="1020307" y="3636057"/>
                  </a:lnTo>
                  <a:lnTo>
                    <a:pt x="985124" y="3647379"/>
                  </a:lnTo>
                  <a:lnTo>
                    <a:pt x="949941" y="3656451"/>
                  </a:lnTo>
                  <a:lnTo>
                    <a:pt x="914758" y="3665796"/>
                  </a:lnTo>
                  <a:lnTo>
                    <a:pt x="879575" y="3675899"/>
                  </a:lnTo>
                  <a:lnTo>
                    <a:pt x="844392" y="3683374"/>
                  </a:lnTo>
                  <a:lnTo>
                    <a:pt x="809209" y="3694785"/>
                  </a:lnTo>
                  <a:lnTo>
                    <a:pt x="774026" y="3706886"/>
                  </a:lnTo>
                  <a:lnTo>
                    <a:pt x="738843" y="3720754"/>
                  </a:lnTo>
                  <a:lnTo>
                    <a:pt x="703660" y="3731334"/>
                  </a:lnTo>
                  <a:lnTo>
                    <a:pt x="668477" y="3741060"/>
                  </a:lnTo>
                  <a:lnTo>
                    <a:pt x="633294" y="3754400"/>
                  </a:lnTo>
                  <a:lnTo>
                    <a:pt x="598111" y="3767195"/>
                  </a:lnTo>
                  <a:lnTo>
                    <a:pt x="562928" y="3776701"/>
                  </a:lnTo>
                  <a:lnTo>
                    <a:pt x="527745" y="3787217"/>
                  </a:lnTo>
                  <a:lnTo>
                    <a:pt x="492562" y="3799675"/>
                  </a:lnTo>
                  <a:lnTo>
                    <a:pt x="457379" y="3812005"/>
                  </a:lnTo>
                  <a:lnTo>
                    <a:pt x="422196" y="3825619"/>
                  </a:lnTo>
                  <a:lnTo>
                    <a:pt x="387013" y="3839958"/>
                  </a:lnTo>
                  <a:lnTo>
                    <a:pt x="351830" y="3852060"/>
                  </a:lnTo>
                  <a:lnTo>
                    <a:pt x="316647" y="3864930"/>
                  </a:lnTo>
                  <a:lnTo>
                    <a:pt x="281464" y="3880944"/>
                  </a:lnTo>
                  <a:lnTo>
                    <a:pt x="246281" y="3895694"/>
                  </a:lnTo>
                  <a:lnTo>
                    <a:pt x="211098" y="3910008"/>
                  </a:lnTo>
                  <a:lnTo>
                    <a:pt x="175915" y="3924979"/>
                  </a:lnTo>
                  <a:lnTo>
                    <a:pt x="140732" y="3940404"/>
                  </a:lnTo>
                  <a:lnTo>
                    <a:pt x="105549" y="3950054"/>
                  </a:lnTo>
                  <a:lnTo>
                    <a:pt x="70366" y="3963326"/>
                  </a:lnTo>
                  <a:lnTo>
                    <a:pt x="35183" y="3974703"/>
                  </a:lnTo>
                  <a:lnTo>
                    <a:pt x="0" y="3987648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545009" y="774526"/>
              <a:ext cx="5171901" cy="3224600"/>
            </a:xfrm>
            <a:custGeom>
              <a:avLst/>
              <a:pathLst>
                <a:path w="5171901" h="3224600">
                  <a:moveTo>
                    <a:pt x="0" y="3223269"/>
                  </a:moveTo>
                  <a:lnTo>
                    <a:pt x="35183" y="3224600"/>
                  </a:lnTo>
                  <a:lnTo>
                    <a:pt x="70366" y="3222405"/>
                  </a:lnTo>
                  <a:lnTo>
                    <a:pt x="105549" y="3223389"/>
                  </a:lnTo>
                  <a:lnTo>
                    <a:pt x="140732" y="3222473"/>
                  </a:lnTo>
                  <a:lnTo>
                    <a:pt x="175915" y="3220507"/>
                  </a:lnTo>
                  <a:lnTo>
                    <a:pt x="211098" y="3220665"/>
                  </a:lnTo>
                  <a:lnTo>
                    <a:pt x="246281" y="3218842"/>
                  </a:lnTo>
                  <a:lnTo>
                    <a:pt x="281464" y="3219523"/>
                  </a:lnTo>
                  <a:lnTo>
                    <a:pt x="316647" y="3219186"/>
                  </a:lnTo>
                  <a:lnTo>
                    <a:pt x="351830" y="3214561"/>
                  </a:lnTo>
                  <a:lnTo>
                    <a:pt x="387013" y="3216779"/>
                  </a:lnTo>
                  <a:lnTo>
                    <a:pt x="422196" y="3216577"/>
                  </a:lnTo>
                  <a:lnTo>
                    <a:pt x="457379" y="3212893"/>
                  </a:lnTo>
                  <a:lnTo>
                    <a:pt x="492562" y="3213629"/>
                  </a:lnTo>
                  <a:lnTo>
                    <a:pt x="527745" y="3206518"/>
                  </a:lnTo>
                  <a:lnTo>
                    <a:pt x="562928" y="3201703"/>
                  </a:lnTo>
                  <a:lnTo>
                    <a:pt x="598111" y="3195703"/>
                  </a:lnTo>
                  <a:lnTo>
                    <a:pt x="633294" y="3195130"/>
                  </a:lnTo>
                  <a:lnTo>
                    <a:pt x="668477" y="3190103"/>
                  </a:lnTo>
                  <a:lnTo>
                    <a:pt x="703660" y="3188392"/>
                  </a:lnTo>
                  <a:lnTo>
                    <a:pt x="738843" y="3183543"/>
                  </a:lnTo>
                  <a:lnTo>
                    <a:pt x="774026" y="3179815"/>
                  </a:lnTo>
                  <a:lnTo>
                    <a:pt x="809209" y="3176699"/>
                  </a:lnTo>
                  <a:lnTo>
                    <a:pt x="844392" y="3169413"/>
                  </a:lnTo>
                  <a:lnTo>
                    <a:pt x="879575" y="3160452"/>
                  </a:lnTo>
                  <a:lnTo>
                    <a:pt x="914758" y="3151189"/>
                  </a:lnTo>
                  <a:lnTo>
                    <a:pt x="949941" y="3142823"/>
                  </a:lnTo>
                  <a:lnTo>
                    <a:pt x="985124" y="3131027"/>
                  </a:lnTo>
                  <a:lnTo>
                    <a:pt x="1020307" y="3128397"/>
                  </a:lnTo>
                  <a:lnTo>
                    <a:pt x="1055490" y="3120319"/>
                  </a:lnTo>
                  <a:lnTo>
                    <a:pt x="1090673" y="3109636"/>
                  </a:lnTo>
                  <a:lnTo>
                    <a:pt x="1125856" y="3099980"/>
                  </a:lnTo>
                  <a:lnTo>
                    <a:pt x="1161039" y="3092188"/>
                  </a:lnTo>
                  <a:lnTo>
                    <a:pt x="1196222" y="3079706"/>
                  </a:lnTo>
                  <a:lnTo>
                    <a:pt x="1231405" y="3072006"/>
                  </a:lnTo>
                  <a:lnTo>
                    <a:pt x="1266588" y="3065472"/>
                  </a:lnTo>
                  <a:lnTo>
                    <a:pt x="1301771" y="3050317"/>
                  </a:lnTo>
                  <a:lnTo>
                    <a:pt x="1336954" y="3042939"/>
                  </a:lnTo>
                  <a:lnTo>
                    <a:pt x="1372137" y="3029375"/>
                  </a:lnTo>
                  <a:lnTo>
                    <a:pt x="1407320" y="3013954"/>
                  </a:lnTo>
                  <a:lnTo>
                    <a:pt x="1442503" y="2997977"/>
                  </a:lnTo>
                  <a:lnTo>
                    <a:pt x="1477686" y="2988351"/>
                  </a:lnTo>
                  <a:lnTo>
                    <a:pt x="1512869" y="2973274"/>
                  </a:lnTo>
                  <a:lnTo>
                    <a:pt x="1548052" y="2953869"/>
                  </a:lnTo>
                  <a:lnTo>
                    <a:pt x="1583235" y="2938142"/>
                  </a:lnTo>
                  <a:lnTo>
                    <a:pt x="1618418" y="2924932"/>
                  </a:lnTo>
                  <a:lnTo>
                    <a:pt x="1653601" y="2910345"/>
                  </a:lnTo>
                  <a:lnTo>
                    <a:pt x="1688784" y="2891496"/>
                  </a:lnTo>
                  <a:lnTo>
                    <a:pt x="1723967" y="2873703"/>
                  </a:lnTo>
                  <a:lnTo>
                    <a:pt x="1759150" y="2853258"/>
                  </a:lnTo>
                  <a:lnTo>
                    <a:pt x="1794333" y="2836127"/>
                  </a:lnTo>
                  <a:lnTo>
                    <a:pt x="1829516" y="2819173"/>
                  </a:lnTo>
                  <a:lnTo>
                    <a:pt x="1864699" y="2801819"/>
                  </a:lnTo>
                  <a:lnTo>
                    <a:pt x="1899882" y="2789625"/>
                  </a:lnTo>
                  <a:lnTo>
                    <a:pt x="1935065" y="2770324"/>
                  </a:lnTo>
                  <a:lnTo>
                    <a:pt x="1970248" y="2752150"/>
                  </a:lnTo>
                  <a:lnTo>
                    <a:pt x="2005431" y="2730816"/>
                  </a:lnTo>
                  <a:lnTo>
                    <a:pt x="2040614" y="2710611"/>
                  </a:lnTo>
                  <a:lnTo>
                    <a:pt x="2075797" y="2687526"/>
                  </a:lnTo>
                  <a:lnTo>
                    <a:pt x="2110980" y="2667962"/>
                  </a:lnTo>
                  <a:lnTo>
                    <a:pt x="2146163" y="2648092"/>
                  </a:lnTo>
                  <a:lnTo>
                    <a:pt x="2181346" y="2628685"/>
                  </a:lnTo>
                  <a:lnTo>
                    <a:pt x="2216529" y="2608923"/>
                  </a:lnTo>
                  <a:lnTo>
                    <a:pt x="2251712" y="2588529"/>
                  </a:lnTo>
                  <a:lnTo>
                    <a:pt x="2286895" y="2570322"/>
                  </a:lnTo>
                  <a:lnTo>
                    <a:pt x="2322078" y="2555382"/>
                  </a:lnTo>
                  <a:lnTo>
                    <a:pt x="2357261" y="2531885"/>
                  </a:lnTo>
                  <a:lnTo>
                    <a:pt x="2392444" y="2508086"/>
                  </a:lnTo>
                  <a:lnTo>
                    <a:pt x="2427627" y="2487727"/>
                  </a:lnTo>
                  <a:lnTo>
                    <a:pt x="2462810" y="2466861"/>
                  </a:lnTo>
                  <a:lnTo>
                    <a:pt x="2497993" y="2443206"/>
                  </a:lnTo>
                  <a:lnTo>
                    <a:pt x="2533176" y="2416959"/>
                  </a:lnTo>
                  <a:lnTo>
                    <a:pt x="2568359" y="2390538"/>
                  </a:lnTo>
                  <a:lnTo>
                    <a:pt x="2603542" y="2363928"/>
                  </a:lnTo>
                  <a:lnTo>
                    <a:pt x="2638725" y="2339320"/>
                  </a:lnTo>
                  <a:lnTo>
                    <a:pt x="2673908" y="2311819"/>
                  </a:lnTo>
                  <a:lnTo>
                    <a:pt x="2709091" y="2286880"/>
                  </a:lnTo>
                  <a:lnTo>
                    <a:pt x="2744274" y="2261108"/>
                  </a:lnTo>
                  <a:lnTo>
                    <a:pt x="2779457" y="2235519"/>
                  </a:lnTo>
                  <a:lnTo>
                    <a:pt x="2814640" y="2209737"/>
                  </a:lnTo>
                  <a:lnTo>
                    <a:pt x="2849823" y="2183822"/>
                  </a:lnTo>
                  <a:lnTo>
                    <a:pt x="2885006" y="2161605"/>
                  </a:lnTo>
                  <a:lnTo>
                    <a:pt x="2920189" y="2140434"/>
                  </a:lnTo>
                  <a:lnTo>
                    <a:pt x="2955372" y="2119149"/>
                  </a:lnTo>
                  <a:lnTo>
                    <a:pt x="2990555" y="2086025"/>
                  </a:lnTo>
                  <a:lnTo>
                    <a:pt x="3025738" y="2051530"/>
                  </a:lnTo>
                  <a:lnTo>
                    <a:pt x="3060921" y="2024399"/>
                  </a:lnTo>
                  <a:lnTo>
                    <a:pt x="3096104" y="1997284"/>
                  </a:lnTo>
                  <a:lnTo>
                    <a:pt x="3131287" y="1970019"/>
                  </a:lnTo>
                  <a:lnTo>
                    <a:pt x="3166470" y="1945196"/>
                  </a:lnTo>
                  <a:lnTo>
                    <a:pt x="3201653" y="1920858"/>
                  </a:lnTo>
                  <a:lnTo>
                    <a:pt x="3236836" y="1892337"/>
                  </a:lnTo>
                  <a:lnTo>
                    <a:pt x="3272019" y="1860490"/>
                  </a:lnTo>
                  <a:lnTo>
                    <a:pt x="3307202" y="1836439"/>
                  </a:lnTo>
                  <a:lnTo>
                    <a:pt x="3342385" y="1809052"/>
                  </a:lnTo>
                  <a:lnTo>
                    <a:pt x="3377568" y="1774447"/>
                  </a:lnTo>
                  <a:lnTo>
                    <a:pt x="3412751" y="1744567"/>
                  </a:lnTo>
                  <a:lnTo>
                    <a:pt x="3447934" y="1715554"/>
                  </a:lnTo>
                  <a:lnTo>
                    <a:pt x="3483117" y="1686349"/>
                  </a:lnTo>
                  <a:lnTo>
                    <a:pt x="3518300" y="1656268"/>
                  </a:lnTo>
                  <a:lnTo>
                    <a:pt x="3553483" y="1627135"/>
                  </a:lnTo>
                  <a:lnTo>
                    <a:pt x="3588666" y="1597540"/>
                  </a:lnTo>
                  <a:lnTo>
                    <a:pt x="3623849" y="1567560"/>
                  </a:lnTo>
                  <a:lnTo>
                    <a:pt x="3659032" y="1537215"/>
                  </a:lnTo>
                  <a:lnTo>
                    <a:pt x="3694215" y="1506822"/>
                  </a:lnTo>
                  <a:lnTo>
                    <a:pt x="3729398" y="1476241"/>
                  </a:lnTo>
                  <a:lnTo>
                    <a:pt x="3764581" y="1445458"/>
                  </a:lnTo>
                  <a:lnTo>
                    <a:pt x="3799764" y="1414470"/>
                  </a:lnTo>
                  <a:lnTo>
                    <a:pt x="3834947" y="1383278"/>
                  </a:lnTo>
                  <a:lnTo>
                    <a:pt x="3870130" y="1351879"/>
                  </a:lnTo>
                  <a:lnTo>
                    <a:pt x="3905313" y="1320285"/>
                  </a:lnTo>
                  <a:lnTo>
                    <a:pt x="3940496" y="1288455"/>
                  </a:lnTo>
                  <a:lnTo>
                    <a:pt x="3975679" y="1256602"/>
                  </a:lnTo>
                  <a:lnTo>
                    <a:pt x="4010862" y="1225122"/>
                  </a:lnTo>
                  <a:lnTo>
                    <a:pt x="4046045" y="1191625"/>
                  </a:lnTo>
                  <a:lnTo>
                    <a:pt x="4081228" y="1157163"/>
                  </a:lnTo>
                  <a:lnTo>
                    <a:pt x="4116411" y="1122214"/>
                  </a:lnTo>
                  <a:lnTo>
                    <a:pt x="4151594" y="1087196"/>
                  </a:lnTo>
                  <a:lnTo>
                    <a:pt x="4186777" y="1055962"/>
                  </a:lnTo>
                  <a:lnTo>
                    <a:pt x="4221960" y="1024725"/>
                  </a:lnTo>
                  <a:lnTo>
                    <a:pt x="4257143" y="990016"/>
                  </a:lnTo>
                  <a:lnTo>
                    <a:pt x="4292326" y="955071"/>
                  </a:lnTo>
                  <a:lnTo>
                    <a:pt x="4327509" y="919887"/>
                  </a:lnTo>
                  <a:lnTo>
                    <a:pt x="4362692" y="884464"/>
                  </a:lnTo>
                  <a:lnTo>
                    <a:pt x="4397875" y="848800"/>
                  </a:lnTo>
                  <a:lnTo>
                    <a:pt x="4433058" y="812894"/>
                  </a:lnTo>
                  <a:lnTo>
                    <a:pt x="4468241" y="776743"/>
                  </a:lnTo>
                  <a:lnTo>
                    <a:pt x="4503424" y="740345"/>
                  </a:lnTo>
                  <a:lnTo>
                    <a:pt x="4538607" y="703700"/>
                  </a:lnTo>
                  <a:lnTo>
                    <a:pt x="4573790" y="666806"/>
                  </a:lnTo>
                  <a:lnTo>
                    <a:pt x="4608973" y="629661"/>
                  </a:lnTo>
                  <a:lnTo>
                    <a:pt x="4644156" y="592263"/>
                  </a:lnTo>
                  <a:lnTo>
                    <a:pt x="4679339" y="554610"/>
                  </a:lnTo>
                  <a:lnTo>
                    <a:pt x="4714522" y="516701"/>
                  </a:lnTo>
                  <a:lnTo>
                    <a:pt x="4749705" y="478534"/>
                  </a:lnTo>
                  <a:lnTo>
                    <a:pt x="4784888" y="440107"/>
                  </a:lnTo>
                  <a:lnTo>
                    <a:pt x="4820071" y="401418"/>
                  </a:lnTo>
                  <a:lnTo>
                    <a:pt x="4855254" y="362467"/>
                  </a:lnTo>
                  <a:lnTo>
                    <a:pt x="4890437" y="323250"/>
                  </a:lnTo>
                  <a:lnTo>
                    <a:pt x="4925620" y="283766"/>
                  </a:lnTo>
                  <a:lnTo>
                    <a:pt x="4960803" y="244014"/>
                  </a:lnTo>
                  <a:lnTo>
                    <a:pt x="4995986" y="203990"/>
                  </a:lnTo>
                  <a:lnTo>
                    <a:pt x="5031169" y="163695"/>
                  </a:lnTo>
                  <a:lnTo>
                    <a:pt x="5066352" y="123144"/>
                  </a:lnTo>
                  <a:lnTo>
                    <a:pt x="5101535" y="82373"/>
                  </a:lnTo>
                  <a:lnTo>
                    <a:pt x="5136718" y="41326"/>
                  </a:lnTo>
                  <a:lnTo>
                    <a:pt x="51719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545009" y="4277821"/>
              <a:ext cx="5171901" cy="484353"/>
            </a:xfrm>
            <a:custGeom>
              <a:avLst/>
              <a:pathLst>
                <a:path w="5171901" h="484353">
                  <a:moveTo>
                    <a:pt x="5171901" y="125684"/>
                  </a:moveTo>
                  <a:lnTo>
                    <a:pt x="5136718" y="123355"/>
                  </a:lnTo>
                  <a:lnTo>
                    <a:pt x="5101535" y="121041"/>
                  </a:lnTo>
                  <a:lnTo>
                    <a:pt x="5066352" y="120746"/>
                  </a:lnTo>
                  <a:lnTo>
                    <a:pt x="5031169" y="120450"/>
                  </a:lnTo>
                  <a:lnTo>
                    <a:pt x="4995986" y="120154"/>
                  </a:lnTo>
                  <a:lnTo>
                    <a:pt x="4960803" y="119858"/>
                  </a:lnTo>
                  <a:lnTo>
                    <a:pt x="4925620" y="119346"/>
                  </a:lnTo>
                  <a:lnTo>
                    <a:pt x="4890437" y="116876"/>
                  </a:lnTo>
                  <a:lnTo>
                    <a:pt x="4855254" y="114405"/>
                  </a:lnTo>
                  <a:lnTo>
                    <a:pt x="4820071" y="112393"/>
                  </a:lnTo>
                  <a:lnTo>
                    <a:pt x="4784888" y="112347"/>
                  </a:lnTo>
                  <a:lnTo>
                    <a:pt x="4749705" y="112267"/>
                  </a:lnTo>
                  <a:lnTo>
                    <a:pt x="4714522" y="112133"/>
                  </a:lnTo>
                  <a:lnTo>
                    <a:pt x="4679339" y="109610"/>
                  </a:lnTo>
                  <a:lnTo>
                    <a:pt x="4644156" y="105957"/>
                  </a:lnTo>
                  <a:lnTo>
                    <a:pt x="4608973" y="102298"/>
                  </a:lnTo>
                  <a:lnTo>
                    <a:pt x="4573790" y="98594"/>
                  </a:lnTo>
                  <a:lnTo>
                    <a:pt x="4538607" y="94847"/>
                  </a:lnTo>
                  <a:lnTo>
                    <a:pt x="4503424" y="91093"/>
                  </a:lnTo>
                  <a:lnTo>
                    <a:pt x="4468241" y="89510"/>
                  </a:lnTo>
                  <a:lnTo>
                    <a:pt x="4433058" y="89382"/>
                  </a:lnTo>
                  <a:lnTo>
                    <a:pt x="4397875" y="89253"/>
                  </a:lnTo>
                  <a:lnTo>
                    <a:pt x="4362692" y="89124"/>
                  </a:lnTo>
                  <a:lnTo>
                    <a:pt x="4327509" y="88222"/>
                  </a:lnTo>
                  <a:lnTo>
                    <a:pt x="4292326" y="85119"/>
                  </a:lnTo>
                  <a:lnTo>
                    <a:pt x="4257143" y="82011"/>
                  </a:lnTo>
                  <a:lnTo>
                    <a:pt x="4221960" y="78900"/>
                  </a:lnTo>
                  <a:lnTo>
                    <a:pt x="4186777" y="76335"/>
                  </a:lnTo>
                  <a:lnTo>
                    <a:pt x="4151594" y="75060"/>
                  </a:lnTo>
                  <a:lnTo>
                    <a:pt x="4116411" y="73742"/>
                  </a:lnTo>
                  <a:lnTo>
                    <a:pt x="4081228" y="72412"/>
                  </a:lnTo>
                  <a:lnTo>
                    <a:pt x="4046045" y="71081"/>
                  </a:lnTo>
                  <a:lnTo>
                    <a:pt x="4010862" y="69749"/>
                  </a:lnTo>
                  <a:lnTo>
                    <a:pt x="3975679" y="68417"/>
                  </a:lnTo>
                  <a:lnTo>
                    <a:pt x="3940496" y="67083"/>
                  </a:lnTo>
                  <a:lnTo>
                    <a:pt x="3905313" y="65750"/>
                  </a:lnTo>
                  <a:lnTo>
                    <a:pt x="3870130" y="64415"/>
                  </a:lnTo>
                  <a:lnTo>
                    <a:pt x="3834947" y="63058"/>
                  </a:lnTo>
                  <a:lnTo>
                    <a:pt x="3799764" y="61673"/>
                  </a:lnTo>
                  <a:lnTo>
                    <a:pt x="3764581" y="59120"/>
                  </a:lnTo>
                  <a:lnTo>
                    <a:pt x="3729398" y="53477"/>
                  </a:lnTo>
                  <a:lnTo>
                    <a:pt x="3694215" y="49505"/>
                  </a:lnTo>
                  <a:lnTo>
                    <a:pt x="3659032" y="47493"/>
                  </a:lnTo>
                  <a:lnTo>
                    <a:pt x="3623849" y="45648"/>
                  </a:lnTo>
                  <a:lnTo>
                    <a:pt x="3588666" y="45473"/>
                  </a:lnTo>
                  <a:lnTo>
                    <a:pt x="3553483" y="45304"/>
                  </a:lnTo>
                  <a:lnTo>
                    <a:pt x="3518300" y="45177"/>
                  </a:lnTo>
                  <a:lnTo>
                    <a:pt x="3483117" y="46659"/>
                  </a:lnTo>
                  <a:lnTo>
                    <a:pt x="3447934" y="44824"/>
                  </a:lnTo>
                  <a:lnTo>
                    <a:pt x="3412751" y="44578"/>
                  </a:lnTo>
                  <a:lnTo>
                    <a:pt x="3377568" y="44361"/>
                  </a:lnTo>
                  <a:lnTo>
                    <a:pt x="3342385" y="44175"/>
                  </a:lnTo>
                  <a:lnTo>
                    <a:pt x="3307202" y="43171"/>
                  </a:lnTo>
                  <a:lnTo>
                    <a:pt x="3272019" y="41877"/>
                  </a:lnTo>
                  <a:lnTo>
                    <a:pt x="3236836" y="40581"/>
                  </a:lnTo>
                  <a:lnTo>
                    <a:pt x="3201653" y="39285"/>
                  </a:lnTo>
                  <a:lnTo>
                    <a:pt x="3166470" y="37989"/>
                  </a:lnTo>
                  <a:lnTo>
                    <a:pt x="3131287" y="36691"/>
                  </a:lnTo>
                  <a:lnTo>
                    <a:pt x="3096104" y="35393"/>
                  </a:lnTo>
                  <a:lnTo>
                    <a:pt x="3060921" y="34021"/>
                  </a:lnTo>
                  <a:lnTo>
                    <a:pt x="3025738" y="33844"/>
                  </a:lnTo>
                  <a:lnTo>
                    <a:pt x="2990555" y="32241"/>
                  </a:lnTo>
                  <a:lnTo>
                    <a:pt x="2955372" y="30019"/>
                  </a:lnTo>
                  <a:lnTo>
                    <a:pt x="2920189" y="30246"/>
                  </a:lnTo>
                  <a:lnTo>
                    <a:pt x="2885006" y="31185"/>
                  </a:lnTo>
                  <a:lnTo>
                    <a:pt x="2849823" y="31835"/>
                  </a:lnTo>
                  <a:lnTo>
                    <a:pt x="2814640" y="26910"/>
                  </a:lnTo>
                  <a:lnTo>
                    <a:pt x="2779457" y="23438"/>
                  </a:lnTo>
                  <a:lnTo>
                    <a:pt x="2744274" y="21980"/>
                  </a:lnTo>
                  <a:lnTo>
                    <a:pt x="2709091" y="20566"/>
                  </a:lnTo>
                  <a:lnTo>
                    <a:pt x="2673908" y="19229"/>
                  </a:lnTo>
                  <a:lnTo>
                    <a:pt x="2638725" y="14997"/>
                  </a:lnTo>
                  <a:lnTo>
                    <a:pt x="2603542" y="10806"/>
                  </a:lnTo>
                  <a:lnTo>
                    <a:pt x="2568359" y="10076"/>
                  </a:lnTo>
                  <a:lnTo>
                    <a:pt x="2533176" y="6392"/>
                  </a:lnTo>
                  <a:lnTo>
                    <a:pt x="2497993" y="5582"/>
                  </a:lnTo>
                  <a:lnTo>
                    <a:pt x="2462810" y="5332"/>
                  </a:lnTo>
                  <a:lnTo>
                    <a:pt x="2427627" y="0"/>
                  </a:lnTo>
                  <a:lnTo>
                    <a:pt x="2392444" y="4518"/>
                  </a:lnTo>
                  <a:lnTo>
                    <a:pt x="2357261" y="5467"/>
                  </a:lnTo>
                  <a:lnTo>
                    <a:pt x="2322078" y="4338"/>
                  </a:lnTo>
                  <a:lnTo>
                    <a:pt x="2286895" y="3200"/>
                  </a:lnTo>
                  <a:lnTo>
                    <a:pt x="2251712" y="1214"/>
                  </a:lnTo>
                  <a:lnTo>
                    <a:pt x="2216529" y="1822"/>
                  </a:lnTo>
                  <a:lnTo>
                    <a:pt x="2181346" y="3593"/>
                  </a:lnTo>
                  <a:lnTo>
                    <a:pt x="2146163" y="2228"/>
                  </a:lnTo>
                  <a:lnTo>
                    <a:pt x="2110980" y="923"/>
                  </a:lnTo>
                  <a:lnTo>
                    <a:pt x="2075797" y="2337"/>
                  </a:lnTo>
                  <a:lnTo>
                    <a:pt x="2040614" y="4168"/>
                  </a:lnTo>
                  <a:lnTo>
                    <a:pt x="2005431" y="5782"/>
                  </a:lnTo>
                  <a:lnTo>
                    <a:pt x="1970248" y="7126"/>
                  </a:lnTo>
                  <a:lnTo>
                    <a:pt x="1935065" y="9465"/>
                  </a:lnTo>
                  <a:lnTo>
                    <a:pt x="1899882" y="9735"/>
                  </a:lnTo>
                  <a:lnTo>
                    <a:pt x="1864699" y="14346"/>
                  </a:lnTo>
                  <a:lnTo>
                    <a:pt x="1829516" y="17823"/>
                  </a:lnTo>
                  <a:lnTo>
                    <a:pt x="1794333" y="18303"/>
                  </a:lnTo>
                  <a:lnTo>
                    <a:pt x="1759150" y="19385"/>
                  </a:lnTo>
                  <a:lnTo>
                    <a:pt x="1723967" y="21733"/>
                  </a:lnTo>
                  <a:lnTo>
                    <a:pt x="1688784" y="26610"/>
                  </a:lnTo>
                  <a:lnTo>
                    <a:pt x="1653601" y="27358"/>
                  </a:lnTo>
                  <a:lnTo>
                    <a:pt x="1618418" y="29952"/>
                  </a:lnTo>
                  <a:lnTo>
                    <a:pt x="1583235" y="34017"/>
                  </a:lnTo>
                  <a:lnTo>
                    <a:pt x="1548052" y="36258"/>
                  </a:lnTo>
                  <a:lnTo>
                    <a:pt x="1512869" y="38787"/>
                  </a:lnTo>
                  <a:lnTo>
                    <a:pt x="1477686" y="44444"/>
                  </a:lnTo>
                  <a:lnTo>
                    <a:pt x="1442503" y="48827"/>
                  </a:lnTo>
                  <a:lnTo>
                    <a:pt x="1407320" y="55013"/>
                  </a:lnTo>
                  <a:lnTo>
                    <a:pt x="1372137" y="61185"/>
                  </a:lnTo>
                  <a:lnTo>
                    <a:pt x="1336954" y="69988"/>
                  </a:lnTo>
                  <a:lnTo>
                    <a:pt x="1301771" y="74318"/>
                  </a:lnTo>
                  <a:lnTo>
                    <a:pt x="1266588" y="82582"/>
                  </a:lnTo>
                  <a:lnTo>
                    <a:pt x="1231405" y="88074"/>
                  </a:lnTo>
                  <a:lnTo>
                    <a:pt x="1196222" y="93411"/>
                  </a:lnTo>
                  <a:lnTo>
                    <a:pt x="1161039" y="101416"/>
                  </a:lnTo>
                  <a:lnTo>
                    <a:pt x="1125856" y="110879"/>
                  </a:lnTo>
                  <a:lnTo>
                    <a:pt x="1090673" y="117773"/>
                  </a:lnTo>
                  <a:lnTo>
                    <a:pt x="1055490" y="124364"/>
                  </a:lnTo>
                  <a:lnTo>
                    <a:pt x="1020307" y="132762"/>
                  </a:lnTo>
                  <a:lnTo>
                    <a:pt x="985124" y="144084"/>
                  </a:lnTo>
                  <a:lnTo>
                    <a:pt x="949941" y="153156"/>
                  </a:lnTo>
                  <a:lnTo>
                    <a:pt x="914758" y="162501"/>
                  </a:lnTo>
                  <a:lnTo>
                    <a:pt x="879575" y="172604"/>
                  </a:lnTo>
                  <a:lnTo>
                    <a:pt x="844392" y="180079"/>
                  </a:lnTo>
                  <a:lnTo>
                    <a:pt x="809209" y="191489"/>
                  </a:lnTo>
                  <a:lnTo>
                    <a:pt x="774026" y="203590"/>
                  </a:lnTo>
                  <a:lnTo>
                    <a:pt x="738843" y="217459"/>
                  </a:lnTo>
                  <a:lnTo>
                    <a:pt x="703660" y="228038"/>
                  </a:lnTo>
                  <a:lnTo>
                    <a:pt x="668477" y="237765"/>
                  </a:lnTo>
                  <a:lnTo>
                    <a:pt x="633294" y="251105"/>
                  </a:lnTo>
                  <a:lnTo>
                    <a:pt x="598111" y="263900"/>
                  </a:lnTo>
                  <a:lnTo>
                    <a:pt x="562928" y="273406"/>
                  </a:lnTo>
                  <a:lnTo>
                    <a:pt x="527745" y="283921"/>
                  </a:lnTo>
                  <a:lnTo>
                    <a:pt x="492562" y="296380"/>
                  </a:lnTo>
                  <a:lnTo>
                    <a:pt x="457379" y="308710"/>
                  </a:lnTo>
                  <a:lnTo>
                    <a:pt x="422196" y="322324"/>
                  </a:lnTo>
                  <a:lnTo>
                    <a:pt x="387013" y="336663"/>
                  </a:lnTo>
                  <a:lnTo>
                    <a:pt x="351830" y="348765"/>
                  </a:lnTo>
                  <a:lnTo>
                    <a:pt x="316647" y="361635"/>
                  </a:lnTo>
                  <a:lnTo>
                    <a:pt x="281464" y="377649"/>
                  </a:lnTo>
                  <a:lnTo>
                    <a:pt x="246281" y="392399"/>
                  </a:lnTo>
                  <a:lnTo>
                    <a:pt x="211098" y="406713"/>
                  </a:lnTo>
                  <a:lnTo>
                    <a:pt x="175915" y="421684"/>
                  </a:lnTo>
                  <a:lnTo>
                    <a:pt x="140732" y="437108"/>
                  </a:lnTo>
                  <a:lnTo>
                    <a:pt x="105549" y="446758"/>
                  </a:lnTo>
                  <a:lnTo>
                    <a:pt x="70366" y="460031"/>
                  </a:lnTo>
                  <a:lnTo>
                    <a:pt x="35183" y="471408"/>
                  </a:lnTo>
                  <a:lnTo>
                    <a:pt x="0" y="4843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1333911" y="810453"/>
              <a:ext cx="5981110" cy="3844776"/>
            </a:xfrm>
            <a:custGeom>
              <a:avLst/>
              <a:pathLst>
                <a:path w="5981110" h="3844776">
                  <a:moveTo>
                    <a:pt x="0" y="1788658"/>
                  </a:moveTo>
                  <a:lnTo>
                    <a:pt x="35183" y="1800997"/>
                  </a:lnTo>
                  <a:lnTo>
                    <a:pt x="70366" y="1812370"/>
                  </a:lnTo>
                  <a:lnTo>
                    <a:pt x="105549" y="1829175"/>
                  </a:lnTo>
                  <a:lnTo>
                    <a:pt x="140732" y="1845624"/>
                  </a:lnTo>
                  <a:lnTo>
                    <a:pt x="175915" y="1860162"/>
                  </a:lnTo>
                  <a:lnTo>
                    <a:pt x="211098" y="1874334"/>
                  </a:lnTo>
                  <a:lnTo>
                    <a:pt x="246281" y="1888516"/>
                  </a:lnTo>
                  <a:lnTo>
                    <a:pt x="281464" y="1900438"/>
                  </a:lnTo>
                  <a:lnTo>
                    <a:pt x="316647" y="1912262"/>
                  </a:lnTo>
                  <a:lnTo>
                    <a:pt x="351830" y="1924055"/>
                  </a:lnTo>
                  <a:lnTo>
                    <a:pt x="387013" y="1935827"/>
                  </a:lnTo>
                  <a:lnTo>
                    <a:pt x="422196" y="1947487"/>
                  </a:lnTo>
                  <a:lnTo>
                    <a:pt x="457379" y="1963940"/>
                  </a:lnTo>
                  <a:lnTo>
                    <a:pt x="492562" y="1972082"/>
                  </a:lnTo>
                  <a:lnTo>
                    <a:pt x="527745" y="1984136"/>
                  </a:lnTo>
                  <a:lnTo>
                    <a:pt x="562928" y="1994034"/>
                  </a:lnTo>
                  <a:lnTo>
                    <a:pt x="598111" y="2005495"/>
                  </a:lnTo>
                  <a:lnTo>
                    <a:pt x="633294" y="2017119"/>
                  </a:lnTo>
                  <a:lnTo>
                    <a:pt x="668477" y="2026540"/>
                  </a:lnTo>
                  <a:lnTo>
                    <a:pt x="703660" y="2040081"/>
                  </a:lnTo>
                  <a:lnTo>
                    <a:pt x="738843" y="2044858"/>
                  </a:lnTo>
                  <a:lnTo>
                    <a:pt x="774026" y="2055104"/>
                  </a:lnTo>
                  <a:lnTo>
                    <a:pt x="809209" y="2066889"/>
                  </a:lnTo>
                  <a:lnTo>
                    <a:pt x="844392" y="2073953"/>
                  </a:lnTo>
                  <a:lnTo>
                    <a:pt x="879575" y="2078302"/>
                  </a:lnTo>
                  <a:lnTo>
                    <a:pt x="914758" y="2085413"/>
                  </a:lnTo>
                  <a:lnTo>
                    <a:pt x="949941" y="2094435"/>
                  </a:lnTo>
                  <a:lnTo>
                    <a:pt x="985124" y="2103639"/>
                  </a:lnTo>
                  <a:lnTo>
                    <a:pt x="1020307" y="2110115"/>
                  </a:lnTo>
                  <a:lnTo>
                    <a:pt x="1055490" y="2114658"/>
                  </a:lnTo>
                  <a:lnTo>
                    <a:pt x="1090673" y="2117466"/>
                  </a:lnTo>
                  <a:lnTo>
                    <a:pt x="1125856" y="2123696"/>
                  </a:lnTo>
                  <a:lnTo>
                    <a:pt x="1161039" y="2128911"/>
                  </a:lnTo>
                  <a:lnTo>
                    <a:pt x="1196222" y="2140200"/>
                  </a:lnTo>
                  <a:lnTo>
                    <a:pt x="1231405" y="2138962"/>
                  </a:lnTo>
                  <a:lnTo>
                    <a:pt x="1266588" y="2142983"/>
                  </a:lnTo>
                  <a:lnTo>
                    <a:pt x="1301771" y="2141079"/>
                  </a:lnTo>
                  <a:lnTo>
                    <a:pt x="1336954" y="2143597"/>
                  </a:lnTo>
                  <a:lnTo>
                    <a:pt x="1372137" y="2141813"/>
                  </a:lnTo>
                  <a:lnTo>
                    <a:pt x="1407320" y="2142462"/>
                  </a:lnTo>
                  <a:lnTo>
                    <a:pt x="1442503" y="2144426"/>
                  </a:lnTo>
                  <a:lnTo>
                    <a:pt x="1477686" y="2143735"/>
                  </a:lnTo>
                  <a:lnTo>
                    <a:pt x="1512869" y="2139539"/>
                  </a:lnTo>
                  <a:lnTo>
                    <a:pt x="1548052" y="2135194"/>
                  </a:lnTo>
                  <a:lnTo>
                    <a:pt x="1583235" y="2128316"/>
                  </a:lnTo>
                  <a:lnTo>
                    <a:pt x="1618418" y="2123920"/>
                  </a:lnTo>
                  <a:lnTo>
                    <a:pt x="1653601" y="2117708"/>
                  </a:lnTo>
                  <a:lnTo>
                    <a:pt x="1688784" y="2109870"/>
                  </a:lnTo>
                  <a:lnTo>
                    <a:pt x="1723967" y="2102950"/>
                  </a:lnTo>
                  <a:lnTo>
                    <a:pt x="1759150" y="2097417"/>
                  </a:lnTo>
                  <a:lnTo>
                    <a:pt x="1794333" y="2089494"/>
                  </a:lnTo>
                  <a:lnTo>
                    <a:pt x="1829516" y="2082733"/>
                  </a:lnTo>
                  <a:lnTo>
                    <a:pt x="1864699" y="2076100"/>
                  </a:lnTo>
                  <a:lnTo>
                    <a:pt x="1899882" y="2068476"/>
                  </a:lnTo>
                  <a:lnTo>
                    <a:pt x="1935065" y="2059287"/>
                  </a:lnTo>
                  <a:lnTo>
                    <a:pt x="1970248" y="2054376"/>
                  </a:lnTo>
                  <a:lnTo>
                    <a:pt x="2005431" y="2043388"/>
                  </a:lnTo>
                  <a:lnTo>
                    <a:pt x="2040614" y="2030980"/>
                  </a:lnTo>
                  <a:lnTo>
                    <a:pt x="2075797" y="2016926"/>
                  </a:lnTo>
                  <a:lnTo>
                    <a:pt x="2110980" y="2003924"/>
                  </a:lnTo>
                  <a:lnTo>
                    <a:pt x="2146163" y="1993489"/>
                  </a:lnTo>
                  <a:lnTo>
                    <a:pt x="2181346" y="1976721"/>
                  </a:lnTo>
                  <a:lnTo>
                    <a:pt x="2216529" y="1961928"/>
                  </a:lnTo>
                  <a:lnTo>
                    <a:pt x="2251712" y="1944680"/>
                  </a:lnTo>
                  <a:lnTo>
                    <a:pt x="2286895" y="1928780"/>
                  </a:lnTo>
                  <a:lnTo>
                    <a:pt x="2322078" y="1916489"/>
                  </a:lnTo>
                  <a:lnTo>
                    <a:pt x="2357261" y="1902558"/>
                  </a:lnTo>
                  <a:lnTo>
                    <a:pt x="2392444" y="1890283"/>
                  </a:lnTo>
                  <a:lnTo>
                    <a:pt x="2427627" y="1879899"/>
                  </a:lnTo>
                  <a:lnTo>
                    <a:pt x="2462810" y="1867571"/>
                  </a:lnTo>
                  <a:lnTo>
                    <a:pt x="2497993" y="1855207"/>
                  </a:lnTo>
                  <a:lnTo>
                    <a:pt x="2533176" y="1842806"/>
                  </a:lnTo>
                  <a:lnTo>
                    <a:pt x="2568359" y="1826490"/>
                  </a:lnTo>
                  <a:lnTo>
                    <a:pt x="2603542" y="1813446"/>
                  </a:lnTo>
                  <a:lnTo>
                    <a:pt x="2638725" y="1794461"/>
                  </a:lnTo>
                  <a:lnTo>
                    <a:pt x="2673908" y="1786590"/>
                  </a:lnTo>
                  <a:lnTo>
                    <a:pt x="2709091" y="1770591"/>
                  </a:lnTo>
                  <a:lnTo>
                    <a:pt x="2744274" y="1752391"/>
                  </a:lnTo>
                  <a:lnTo>
                    <a:pt x="2779457" y="1735083"/>
                  </a:lnTo>
                  <a:lnTo>
                    <a:pt x="2814640" y="1721676"/>
                  </a:lnTo>
                  <a:lnTo>
                    <a:pt x="2849823" y="1708322"/>
                  </a:lnTo>
                  <a:lnTo>
                    <a:pt x="2885006" y="1696477"/>
                  </a:lnTo>
                  <a:lnTo>
                    <a:pt x="2920189" y="1684307"/>
                  </a:lnTo>
                  <a:lnTo>
                    <a:pt x="2955372" y="1667794"/>
                  </a:lnTo>
                  <a:lnTo>
                    <a:pt x="2990555" y="1653668"/>
                  </a:lnTo>
                  <a:lnTo>
                    <a:pt x="3025738" y="1638322"/>
                  </a:lnTo>
                  <a:lnTo>
                    <a:pt x="3060921" y="1624293"/>
                  </a:lnTo>
                  <a:lnTo>
                    <a:pt x="3096104" y="1608212"/>
                  </a:lnTo>
                  <a:lnTo>
                    <a:pt x="3131287" y="1591787"/>
                  </a:lnTo>
                  <a:lnTo>
                    <a:pt x="3166470" y="1576152"/>
                  </a:lnTo>
                  <a:lnTo>
                    <a:pt x="3201653" y="1560704"/>
                  </a:lnTo>
                  <a:lnTo>
                    <a:pt x="3236836" y="1547215"/>
                  </a:lnTo>
                  <a:lnTo>
                    <a:pt x="3272019" y="1532839"/>
                  </a:lnTo>
                  <a:lnTo>
                    <a:pt x="3307202" y="1513183"/>
                  </a:lnTo>
                  <a:lnTo>
                    <a:pt x="3342385" y="1497302"/>
                  </a:lnTo>
                  <a:lnTo>
                    <a:pt x="3377568" y="1481323"/>
                  </a:lnTo>
                  <a:lnTo>
                    <a:pt x="3412751" y="1465361"/>
                  </a:lnTo>
                  <a:lnTo>
                    <a:pt x="3447934" y="1450722"/>
                  </a:lnTo>
                  <a:lnTo>
                    <a:pt x="3483117" y="1436078"/>
                  </a:lnTo>
                  <a:lnTo>
                    <a:pt x="3518300" y="1419451"/>
                  </a:lnTo>
                  <a:lnTo>
                    <a:pt x="3553483" y="1402029"/>
                  </a:lnTo>
                  <a:lnTo>
                    <a:pt x="3588666" y="1384468"/>
                  </a:lnTo>
                  <a:lnTo>
                    <a:pt x="3623849" y="1366875"/>
                  </a:lnTo>
                  <a:lnTo>
                    <a:pt x="3659032" y="1349297"/>
                  </a:lnTo>
                  <a:lnTo>
                    <a:pt x="3694215" y="1333972"/>
                  </a:lnTo>
                  <a:lnTo>
                    <a:pt x="3729398" y="1318830"/>
                  </a:lnTo>
                  <a:lnTo>
                    <a:pt x="3764581" y="1303630"/>
                  </a:lnTo>
                  <a:lnTo>
                    <a:pt x="3799764" y="1286563"/>
                  </a:lnTo>
                  <a:lnTo>
                    <a:pt x="3834947" y="1267736"/>
                  </a:lnTo>
                  <a:lnTo>
                    <a:pt x="3870130" y="1250906"/>
                  </a:lnTo>
                  <a:lnTo>
                    <a:pt x="3905313" y="1233480"/>
                  </a:lnTo>
                  <a:lnTo>
                    <a:pt x="3940496" y="1216864"/>
                  </a:lnTo>
                  <a:lnTo>
                    <a:pt x="3975679" y="1199755"/>
                  </a:lnTo>
                  <a:lnTo>
                    <a:pt x="4010862" y="1179481"/>
                  </a:lnTo>
                  <a:lnTo>
                    <a:pt x="4046045" y="1159123"/>
                  </a:lnTo>
                  <a:lnTo>
                    <a:pt x="4081228" y="1138701"/>
                  </a:lnTo>
                  <a:lnTo>
                    <a:pt x="4116411" y="1118982"/>
                  </a:lnTo>
                  <a:lnTo>
                    <a:pt x="4151594" y="1103164"/>
                  </a:lnTo>
                  <a:lnTo>
                    <a:pt x="4186777" y="1085332"/>
                  </a:lnTo>
                  <a:lnTo>
                    <a:pt x="4221960" y="1064438"/>
                  </a:lnTo>
                  <a:lnTo>
                    <a:pt x="4257143" y="1043342"/>
                  </a:lnTo>
                  <a:lnTo>
                    <a:pt x="4292326" y="1022750"/>
                  </a:lnTo>
                  <a:lnTo>
                    <a:pt x="4327509" y="1001650"/>
                  </a:lnTo>
                  <a:lnTo>
                    <a:pt x="4362692" y="982092"/>
                  </a:lnTo>
                  <a:lnTo>
                    <a:pt x="4397875" y="962949"/>
                  </a:lnTo>
                  <a:lnTo>
                    <a:pt x="4433058" y="943735"/>
                  </a:lnTo>
                  <a:lnTo>
                    <a:pt x="4468241" y="917032"/>
                  </a:lnTo>
                  <a:lnTo>
                    <a:pt x="4503424" y="898765"/>
                  </a:lnTo>
                  <a:lnTo>
                    <a:pt x="4538607" y="884118"/>
                  </a:lnTo>
                  <a:lnTo>
                    <a:pt x="4573790" y="866233"/>
                  </a:lnTo>
                  <a:lnTo>
                    <a:pt x="4608973" y="845135"/>
                  </a:lnTo>
                  <a:lnTo>
                    <a:pt x="4644156" y="818415"/>
                  </a:lnTo>
                  <a:lnTo>
                    <a:pt x="4679339" y="792789"/>
                  </a:lnTo>
                  <a:lnTo>
                    <a:pt x="4714522" y="771902"/>
                  </a:lnTo>
                  <a:lnTo>
                    <a:pt x="4749705" y="751149"/>
                  </a:lnTo>
                  <a:lnTo>
                    <a:pt x="4784888" y="732525"/>
                  </a:lnTo>
                  <a:lnTo>
                    <a:pt x="4820071" y="715575"/>
                  </a:lnTo>
                  <a:lnTo>
                    <a:pt x="4855254" y="698620"/>
                  </a:lnTo>
                  <a:lnTo>
                    <a:pt x="4890437" y="681612"/>
                  </a:lnTo>
                  <a:lnTo>
                    <a:pt x="4925620" y="664550"/>
                  </a:lnTo>
                  <a:lnTo>
                    <a:pt x="4960803" y="647434"/>
                  </a:lnTo>
                  <a:lnTo>
                    <a:pt x="4995986" y="627308"/>
                  </a:lnTo>
                  <a:lnTo>
                    <a:pt x="5031169" y="606961"/>
                  </a:lnTo>
                  <a:lnTo>
                    <a:pt x="5066352" y="587623"/>
                  </a:lnTo>
                  <a:lnTo>
                    <a:pt x="5101535" y="569716"/>
                  </a:lnTo>
                  <a:lnTo>
                    <a:pt x="5136718" y="550506"/>
                  </a:lnTo>
                  <a:lnTo>
                    <a:pt x="5171901" y="525307"/>
                  </a:lnTo>
                  <a:lnTo>
                    <a:pt x="5207084" y="503662"/>
                  </a:lnTo>
                  <a:lnTo>
                    <a:pt x="5242267" y="478551"/>
                  </a:lnTo>
                  <a:lnTo>
                    <a:pt x="5277450" y="453326"/>
                  </a:lnTo>
                  <a:lnTo>
                    <a:pt x="5312633" y="427988"/>
                  </a:lnTo>
                  <a:lnTo>
                    <a:pt x="5347816" y="402536"/>
                  </a:lnTo>
                  <a:lnTo>
                    <a:pt x="5382999" y="376970"/>
                  </a:lnTo>
                  <a:lnTo>
                    <a:pt x="5418182" y="351359"/>
                  </a:lnTo>
                  <a:lnTo>
                    <a:pt x="5453365" y="328405"/>
                  </a:lnTo>
                  <a:lnTo>
                    <a:pt x="5488548" y="308964"/>
                  </a:lnTo>
                  <a:lnTo>
                    <a:pt x="5523731" y="289457"/>
                  </a:lnTo>
                  <a:lnTo>
                    <a:pt x="5558914" y="269900"/>
                  </a:lnTo>
                  <a:lnTo>
                    <a:pt x="5594097" y="250344"/>
                  </a:lnTo>
                  <a:lnTo>
                    <a:pt x="5629280" y="230723"/>
                  </a:lnTo>
                  <a:lnTo>
                    <a:pt x="5664463" y="211035"/>
                  </a:lnTo>
                  <a:lnTo>
                    <a:pt x="5699646" y="191281"/>
                  </a:lnTo>
                  <a:lnTo>
                    <a:pt x="5734829" y="169507"/>
                  </a:lnTo>
                  <a:lnTo>
                    <a:pt x="5770012" y="145583"/>
                  </a:lnTo>
                  <a:lnTo>
                    <a:pt x="5805195" y="121564"/>
                  </a:lnTo>
                  <a:lnTo>
                    <a:pt x="5840378" y="97447"/>
                  </a:lnTo>
                  <a:lnTo>
                    <a:pt x="5875561" y="73232"/>
                  </a:lnTo>
                  <a:lnTo>
                    <a:pt x="5910744" y="48920"/>
                  </a:lnTo>
                  <a:lnTo>
                    <a:pt x="5945927" y="24509"/>
                  </a:lnTo>
                  <a:lnTo>
                    <a:pt x="5981110" y="0"/>
                  </a:lnTo>
                  <a:lnTo>
                    <a:pt x="5981110" y="3844776"/>
                  </a:lnTo>
                  <a:lnTo>
                    <a:pt x="5945927" y="3838775"/>
                  </a:lnTo>
                  <a:lnTo>
                    <a:pt x="5910744" y="3832758"/>
                  </a:lnTo>
                  <a:lnTo>
                    <a:pt x="5875561" y="3826722"/>
                  </a:lnTo>
                  <a:lnTo>
                    <a:pt x="5840378" y="3820647"/>
                  </a:lnTo>
                  <a:lnTo>
                    <a:pt x="5805195" y="3814549"/>
                  </a:lnTo>
                  <a:lnTo>
                    <a:pt x="5770012" y="3808387"/>
                  </a:lnTo>
                  <a:lnTo>
                    <a:pt x="5734829" y="3802207"/>
                  </a:lnTo>
                  <a:lnTo>
                    <a:pt x="5699646" y="3794382"/>
                  </a:lnTo>
                  <a:lnTo>
                    <a:pt x="5664463" y="3784723"/>
                  </a:lnTo>
                  <a:lnTo>
                    <a:pt x="5629280" y="3775023"/>
                  </a:lnTo>
                  <a:lnTo>
                    <a:pt x="5594097" y="3765282"/>
                  </a:lnTo>
                  <a:lnTo>
                    <a:pt x="5558914" y="3755488"/>
                  </a:lnTo>
                  <a:lnTo>
                    <a:pt x="5523731" y="3745629"/>
                  </a:lnTo>
                  <a:lnTo>
                    <a:pt x="5488548" y="3737810"/>
                  </a:lnTo>
                  <a:lnTo>
                    <a:pt x="5453365" y="3730488"/>
                  </a:lnTo>
                  <a:lnTo>
                    <a:pt x="5418182" y="3723143"/>
                  </a:lnTo>
                  <a:lnTo>
                    <a:pt x="5382999" y="3716039"/>
                  </a:lnTo>
                  <a:lnTo>
                    <a:pt x="5347816" y="3709474"/>
                  </a:lnTo>
                  <a:lnTo>
                    <a:pt x="5312633" y="3702886"/>
                  </a:lnTo>
                  <a:lnTo>
                    <a:pt x="5277450" y="3696280"/>
                  </a:lnTo>
                  <a:lnTo>
                    <a:pt x="5242267" y="3689656"/>
                  </a:lnTo>
                  <a:lnTo>
                    <a:pt x="5207084" y="3683013"/>
                  </a:lnTo>
                  <a:lnTo>
                    <a:pt x="5171901" y="3676352"/>
                  </a:lnTo>
                  <a:lnTo>
                    <a:pt x="5136718" y="3669672"/>
                  </a:lnTo>
                  <a:lnTo>
                    <a:pt x="5101535" y="3662974"/>
                  </a:lnTo>
                  <a:lnTo>
                    <a:pt x="5066352" y="3656257"/>
                  </a:lnTo>
                  <a:lnTo>
                    <a:pt x="5031169" y="3649522"/>
                  </a:lnTo>
                  <a:lnTo>
                    <a:pt x="4995986" y="3642059"/>
                  </a:lnTo>
                  <a:lnTo>
                    <a:pt x="4960803" y="3633672"/>
                  </a:lnTo>
                  <a:lnTo>
                    <a:pt x="4925620" y="3625256"/>
                  </a:lnTo>
                  <a:lnTo>
                    <a:pt x="4890437" y="3616798"/>
                  </a:lnTo>
                  <a:lnTo>
                    <a:pt x="4855254" y="3608291"/>
                  </a:lnTo>
                  <a:lnTo>
                    <a:pt x="4820071" y="3599755"/>
                  </a:lnTo>
                  <a:lnTo>
                    <a:pt x="4784888" y="3591190"/>
                  </a:lnTo>
                  <a:lnTo>
                    <a:pt x="4749705" y="3582595"/>
                  </a:lnTo>
                  <a:lnTo>
                    <a:pt x="4714522" y="3573971"/>
                  </a:lnTo>
                  <a:lnTo>
                    <a:pt x="4679339" y="3565317"/>
                  </a:lnTo>
                  <a:lnTo>
                    <a:pt x="4644156" y="3556633"/>
                  </a:lnTo>
                  <a:lnTo>
                    <a:pt x="4608973" y="3547919"/>
                  </a:lnTo>
                  <a:lnTo>
                    <a:pt x="4573790" y="3539829"/>
                  </a:lnTo>
                  <a:lnTo>
                    <a:pt x="4538607" y="3531890"/>
                  </a:lnTo>
                  <a:lnTo>
                    <a:pt x="4503424" y="3523926"/>
                  </a:lnTo>
                  <a:lnTo>
                    <a:pt x="4468241" y="3515937"/>
                  </a:lnTo>
                  <a:lnTo>
                    <a:pt x="4433058" y="3507878"/>
                  </a:lnTo>
                  <a:lnTo>
                    <a:pt x="4397875" y="3499787"/>
                  </a:lnTo>
                  <a:lnTo>
                    <a:pt x="4362692" y="3491632"/>
                  </a:lnTo>
                  <a:lnTo>
                    <a:pt x="4327509" y="3481055"/>
                  </a:lnTo>
                  <a:lnTo>
                    <a:pt x="4292326" y="3472347"/>
                  </a:lnTo>
                  <a:lnTo>
                    <a:pt x="4257143" y="3464150"/>
                  </a:lnTo>
                  <a:lnTo>
                    <a:pt x="4221960" y="3455927"/>
                  </a:lnTo>
                  <a:lnTo>
                    <a:pt x="4186777" y="3447678"/>
                  </a:lnTo>
                  <a:lnTo>
                    <a:pt x="4151594" y="3439392"/>
                  </a:lnTo>
                  <a:lnTo>
                    <a:pt x="4116411" y="3431045"/>
                  </a:lnTo>
                  <a:lnTo>
                    <a:pt x="4081228" y="3422188"/>
                  </a:lnTo>
                  <a:lnTo>
                    <a:pt x="4046045" y="3412074"/>
                  </a:lnTo>
                  <a:lnTo>
                    <a:pt x="4010862" y="3401869"/>
                  </a:lnTo>
                  <a:lnTo>
                    <a:pt x="3975679" y="3391625"/>
                  </a:lnTo>
                  <a:lnTo>
                    <a:pt x="3940496" y="3381026"/>
                  </a:lnTo>
                  <a:lnTo>
                    <a:pt x="3905313" y="3369990"/>
                  </a:lnTo>
                  <a:lnTo>
                    <a:pt x="3870130" y="3358980"/>
                  </a:lnTo>
                  <a:lnTo>
                    <a:pt x="3834947" y="3350325"/>
                  </a:lnTo>
                  <a:lnTo>
                    <a:pt x="3799764" y="3339951"/>
                  </a:lnTo>
                  <a:lnTo>
                    <a:pt x="3764581" y="3329538"/>
                  </a:lnTo>
                  <a:lnTo>
                    <a:pt x="3729398" y="3319643"/>
                  </a:lnTo>
                  <a:lnTo>
                    <a:pt x="3694215" y="3310080"/>
                  </a:lnTo>
                  <a:lnTo>
                    <a:pt x="3659032" y="3300474"/>
                  </a:lnTo>
                  <a:lnTo>
                    <a:pt x="3623849" y="3290838"/>
                  </a:lnTo>
                  <a:lnTo>
                    <a:pt x="3588666" y="3280738"/>
                  </a:lnTo>
                  <a:lnTo>
                    <a:pt x="3553483" y="3269838"/>
                  </a:lnTo>
                  <a:lnTo>
                    <a:pt x="3518300" y="3258881"/>
                  </a:lnTo>
                  <a:lnTo>
                    <a:pt x="3483117" y="3247876"/>
                  </a:lnTo>
                  <a:lnTo>
                    <a:pt x="3447934" y="3236827"/>
                  </a:lnTo>
                  <a:lnTo>
                    <a:pt x="3412751" y="3225736"/>
                  </a:lnTo>
                  <a:lnTo>
                    <a:pt x="3377568" y="3214602"/>
                  </a:lnTo>
                  <a:lnTo>
                    <a:pt x="3342385" y="3206720"/>
                  </a:lnTo>
                  <a:lnTo>
                    <a:pt x="3307202" y="3197416"/>
                  </a:lnTo>
                  <a:lnTo>
                    <a:pt x="3272019" y="3184407"/>
                  </a:lnTo>
                  <a:lnTo>
                    <a:pt x="3236836" y="3171539"/>
                  </a:lnTo>
                  <a:lnTo>
                    <a:pt x="3201653" y="3160320"/>
                  </a:lnTo>
                  <a:lnTo>
                    <a:pt x="3166470" y="3147895"/>
                  </a:lnTo>
                  <a:lnTo>
                    <a:pt x="3131287" y="3140418"/>
                  </a:lnTo>
                  <a:lnTo>
                    <a:pt x="3096104" y="3132154"/>
                  </a:lnTo>
                  <a:lnTo>
                    <a:pt x="3060921" y="3122455"/>
                  </a:lnTo>
                  <a:lnTo>
                    <a:pt x="3025738" y="3114206"/>
                  </a:lnTo>
                  <a:lnTo>
                    <a:pt x="2990555" y="3104884"/>
                  </a:lnTo>
                  <a:lnTo>
                    <a:pt x="2955372" y="3094164"/>
                  </a:lnTo>
                  <a:lnTo>
                    <a:pt x="2920189" y="3079965"/>
                  </a:lnTo>
                  <a:lnTo>
                    <a:pt x="2885006" y="3067109"/>
                  </a:lnTo>
                  <a:lnTo>
                    <a:pt x="2849823" y="3056541"/>
                  </a:lnTo>
                  <a:lnTo>
                    <a:pt x="2814640" y="3044391"/>
                  </a:lnTo>
                  <a:lnTo>
                    <a:pt x="2779457" y="3034164"/>
                  </a:lnTo>
                  <a:lnTo>
                    <a:pt x="2744274" y="3024806"/>
                  </a:lnTo>
                  <a:lnTo>
                    <a:pt x="2709091" y="3017296"/>
                  </a:lnTo>
                  <a:lnTo>
                    <a:pt x="2673908" y="3008379"/>
                  </a:lnTo>
                  <a:lnTo>
                    <a:pt x="2638725" y="2998011"/>
                  </a:lnTo>
                  <a:lnTo>
                    <a:pt x="2603542" y="2990576"/>
                  </a:lnTo>
                  <a:lnTo>
                    <a:pt x="2568359" y="2982305"/>
                  </a:lnTo>
                  <a:lnTo>
                    <a:pt x="2533176" y="2972655"/>
                  </a:lnTo>
                  <a:lnTo>
                    <a:pt x="2497993" y="2963704"/>
                  </a:lnTo>
                  <a:lnTo>
                    <a:pt x="2462810" y="2954664"/>
                  </a:lnTo>
                  <a:lnTo>
                    <a:pt x="2427627" y="2947341"/>
                  </a:lnTo>
                  <a:lnTo>
                    <a:pt x="2392444" y="2939302"/>
                  </a:lnTo>
                  <a:lnTo>
                    <a:pt x="2357261" y="2929567"/>
                  </a:lnTo>
                  <a:lnTo>
                    <a:pt x="2322078" y="2920773"/>
                  </a:lnTo>
                  <a:lnTo>
                    <a:pt x="2286895" y="2909615"/>
                  </a:lnTo>
                  <a:lnTo>
                    <a:pt x="2251712" y="2900583"/>
                  </a:lnTo>
                  <a:lnTo>
                    <a:pt x="2216529" y="2892145"/>
                  </a:lnTo>
                  <a:lnTo>
                    <a:pt x="2181346" y="2886546"/>
                  </a:lnTo>
                  <a:lnTo>
                    <a:pt x="2146163" y="2881216"/>
                  </a:lnTo>
                  <a:lnTo>
                    <a:pt x="2110980" y="2874842"/>
                  </a:lnTo>
                  <a:lnTo>
                    <a:pt x="2075797" y="2865981"/>
                  </a:lnTo>
                  <a:lnTo>
                    <a:pt x="2040614" y="2857626"/>
                  </a:lnTo>
                  <a:lnTo>
                    <a:pt x="2005431" y="2848433"/>
                  </a:lnTo>
                  <a:lnTo>
                    <a:pt x="1970248" y="2845575"/>
                  </a:lnTo>
                  <a:lnTo>
                    <a:pt x="1935065" y="2836598"/>
                  </a:lnTo>
                  <a:lnTo>
                    <a:pt x="1899882" y="2828636"/>
                  </a:lnTo>
                  <a:lnTo>
                    <a:pt x="1864699" y="2821301"/>
                  </a:lnTo>
                  <a:lnTo>
                    <a:pt x="1829516" y="2816240"/>
                  </a:lnTo>
                  <a:lnTo>
                    <a:pt x="1794333" y="2811624"/>
                  </a:lnTo>
                  <a:lnTo>
                    <a:pt x="1759150" y="2803534"/>
                  </a:lnTo>
                  <a:lnTo>
                    <a:pt x="1723967" y="2800986"/>
                  </a:lnTo>
                  <a:lnTo>
                    <a:pt x="1688784" y="2795135"/>
                  </a:lnTo>
                  <a:lnTo>
                    <a:pt x="1653601" y="2790233"/>
                  </a:lnTo>
                  <a:lnTo>
                    <a:pt x="1618418" y="2784586"/>
                  </a:lnTo>
                  <a:lnTo>
                    <a:pt x="1583235" y="2787076"/>
                  </a:lnTo>
                  <a:lnTo>
                    <a:pt x="1548052" y="2788775"/>
                  </a:lnTo>
                  <a:lnTo>
                    <a:pt x="1512869" y="2786009"/>
                  </a:lnTo>
                  <a:lnTo>
                    <a:pt x="1477686" y="2783479"/>
                  </a:lnTo>
                  <a:lnTo>
                    <a:pt x="1442503" y="2787089"/>
                  </a:lnTo>
                  <a:lnTo>
                    <a:pt x="1407320" y="2786755"/>
                  </a:lnTo>
                  <a:lnTo>
                    <a:pt x="1372137" y="2789537"/>
                  </a:lnTo>
                  <a:lnTo>
                    <a:pt x="1336954" y="2793158"/>
                  </a:lnTo>
                  <a:lnTo>
                    <a:pt x="1301771" y="2791039"/>
                  </a:lnTo>
                  <a:lnTo>
                    <a:pt x="1266588" y="2790025"/>
                  </a:lnTo>
                  <a:lnTo>
                    <a:pt x="1231405" y="2793618"/>
                  </a:lnTo>
                  <a:lnTo>
                    <a:pt x="1196222" y="2797730"/>
                  </a:lnTo>
                  <a:lnTo>
                    <a:pt x="1161039" y="2804114"/>
                  </a:lnTo>
                  <a:lnTo>
                    <a:pt x="1125856" y="2806599"/>
                  </a:lnTo>
                  <a:lnTo>
                    <a:pt x="1090673" y="2815820"/>
                  </a:lnTo>
                  <a:lnTo>
                    <a:pt x="1055490" y="2821304"/>
                  </a:lnTo>
                  <a:lnTo>
                    <a:pt x="1020307" y="2820291"/>
                  </a:lnTo>
                  <a:lnTo>
                    <a:pt x="985124" y="2824436"/>
                  </a:lnTo>
                  <a:lnTo>
                    <a:pt x="949941" y="2829400"/>
                  </a:lnTo>
                  <a:lnTo>
                    <a:pt x="914758" y="2834870"/>
                  </a:lnTo>
                  <a:lnTo>
                    <a:pt x="879575" y="2843584"/>
                  </a:lnTo>
                  <a:lnTo>
                    <a:pt x="844392" y="2850981"/>
                  </a:lnTo>
                  <a:lnTo>
                    <a:pt x="809209" y="2860370"/>
                  </a:lnTo>
                  <a:lnTo>
                    <a:pt x="774026" y="2865250"/>
                  </a:lnTo>
                  <a:lnTo>
                    <a:pt x="738843" y="2874287"/>
                  </a:lnTo>
                  <a:lnTo>
                    <a:pt x="703660" y="2884508"/>
                  </a:lnTo>
                  <a:lnTo>
                    <a:pt x="668477" y="2895769"/>
                  </a:lnTo>
                  <a:lnTo>
                    <a:pt x="633294" y="2907349"/>
                  </a:lnTo>
                  <a:lnTo>
                    <a:pt x="598111" y="2916216"/>
                  </a:lnTo>
                  <a:lnTo>
                    <a:pt x="562928" y="2925295"/>
                  </a:lnTo>
                  <a:lnTo>
                    <a:pt x="527745" y="2933728"/>
                  </a:lnTo>
                  <a:lnTo>
                    <a:pt x="492562" y="2941739"/>
                  </a:lnTo>
                  <a:lnTo>
                    <a:pt x="457379" y="2951987"/>
                  </a:lnTo>
                  <a:lnTo>
                    <a:pt x="422196" y="2960728"/>
                  </a:lnTo>
                  <a:lnTo>
                    <a:pt x="387013" y="2967185"/>
                  </a:lnTo>
                  <a:lnTo>
                    <a:pt x="351830" y="2977208"/>
                  </a:lnTo>
                  <a:lnTo>
                    <a:pt x="316647" y="2985175"/>
                  </a:lnTo>
                  <a:lnTo>
                    <a:pt x="281464" y="2995292"/>
                  </a:lnTo>
                  <a:lnTo>
                    <a:pt x="246281" y="3003109"/>
                  </a:lnTo>
                  <a:lnTo>
                    <a:pt x="211098" y="3012522"/>
                  </a:lnTo>
                  <a:lnTo>
                    <a:pt x="175915" y="3024934"/>
                  </a:lnTo>
                  <a:lnTo>
                    <a:pt x="140732" y="3034372"/>
                  </a:lnTo>
                  <a:lnTo>
                    <a:pt x="105549" y="3042606"/>
                  </a:lnTo>
                  <a:lnTo>
                    <a:pt x="70366" y="3051359"/>
                  </a:lnTo>
                  <a:lnTo>
                    <a:pt x="35183" y="3060513"/>
                  </a:lnTo>
                  <a:lnTo>
                    <a:pt x="0" y="3071104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333911" y="810453"/>
              <a:ext cx="5981110" cy="2144426"/>
            </a:xfrm>
            <a:custGeom>
              <a:avLst/>
              <a:pathLst>
                <a:path w="5981110" h="2144426">
                  <a:moveTo>
                    <a:pt x="0" y="1788658"/>
                  </a:moveTo>
                  <a:lnTo>
                    <a:pt x="35183" y="1800997"/>
                  </a:lnTo>
                  <a:lnTo>
                    <a:pt x="70366" y="1812370"/>
                  </a:lnTo>
                  <a:lnTo>
                    <a:pt x="105549" y="1829175"/>
                  </a:lnTo>
                  <a:lnTo>
                    <a:pt x="140732" y="1845624"/>
                  </a:lnTo>
                  <a:lnTo>
                    <a:pt x="175915" y="1860162"/>
                  </a:lnTo>
                  <a:lnTo>
                    <a:pt x="211098" y="1874334"/>
                  </a:lnTo>
                  <a:lnTo>
                    <a:pt x="246281" y="1888516"/>
                  </a:lnTo>
                  <a:lnTo>
                    <a:pt x="281464" y="1900438"/>
                  </a:lnTo>
                  <a:lnTo>
                    <a:pt x="316647" y="1912262"/>
                  </a:lnTo>
                  <a:lnTo>
                    <a:pt x="351830" y="1924055"/>
                  </a:lnTo>
                  <a:lnTo>
                    <a:pt x="387013" y="1935827"/>
                  </a:lnTo>
                  <a:lnTo>
                    <a:pt x="422196" y="1947487"/>
                  </a:lnTo>
                  <a:lnTo>
                    <a:pt x="457379" y="1963940"/>
                  </a:lnTo>
                  <a:lnTo>
                    <a:pt x="492562" y="1972082"/>
                  </a:lnTo>
                  <a:lnTo>
                    <a:pt x="527745" y="1984136"/>
                  </a:lnTo>
                  <a:lnTo>
                    <a:pt x="562928" y="1994034"/>
                  </a:lnTo>
                  <a:lnTo>
                    <a:pt x="598111" y="2005495"/>
                  </a:lnTo>
                  <a:lnTo>
                    <a:pt x="633294" y="2017119"/>
                  </a:lnTo>
                  <a:lnTo>
                    <a:pt x="668477" y="2026540"/>
                  </a:lnTo>
                  <a:lnTo>
                    <a:pt x="703660" y="2040081"/>
                  </a:lnTo>
                  <a:lnTo>
                    <a:pt x="738843" y="2044858"/>
                  </a:lnTo>
                  <a:lnTo>
                    <a:pt x="774026" y="2055104"/>
                  </a:lnTo>
                  <a:lnTo>
                    <a:pt x="809209" y="2066889"/>
                  </a:lnTo>
                  <a:lnTo>
                    <a:pt x="844392" y="2073953"/>
                  </a:lnTo>
                  <a:lnTo>
                    <a:pt x="879575" y="2078302"/>
                  </a:lnTo>
                  <a:lnTo>
                    <a:pt x="914758" y="2085413"/>
                  </a:lnTo>
                  <a:lnTo>
                    <a:pt x="949941" y="2094435"/>
                  </a:lnTo>
                  <a:lnTo>
                    <a:pt x="985124" y="2103639"/>
                  </a:lnTo>
                  <a:lnTo>
                    <a:pt x="1020307" y="2110115"/>
                  </a:lnTo>
                  <a:lnTo>
                    <a:pt x="1055490" y="2114658"/>
                  </a:lnTo>
                  <a:lnTo>
                    <a:pt x="1090673" y="2117466"/>
                  </a:lnTo>
                  <a:lnTo>
                    <a:pt x="1125856" y="2123696"/>
                  </a:lnTo>
                  <a:lnTo>
                    <a:pt x="1161039" y="2128911"/>
                  </a:lnTo>
                  <a:lnTo>
                    <a:pt x="1196222" y="2140200"/>
                  </a:lnTo>
                  <a:lnTo>
                    <a:pt x="1231405" y="2138962"/>
                  </a:lnTo>
                  <a:lnTo>
                    <a:pt x="1266588" y="2142983"/>
                  </a:lnTo>
                  <a:lnTo>
                    <a:pt x="1301771" y="2141079"/>
                  </a:lnTo>
                  <a:lnTo>
                    <a:pt x="1336954" y="2143597"/>
                  </a:lnTo>
                  <a:lnTo>
                    <a:pt x="1372137" y="2141813"/>
                  </a:lnTo>
                  <a:lnTo>
                    <a:pt x="1407320" y="2142462"/>
                  </a:lnTo>
                  <a:lnTo>
                    <a:pt x="1442503" y="2144426"/>
                  </a:lnTo>
                  <a:lnTo>
                    <a:pt x="1477686" y="2143735"/>
                  </a:lnTo>
                  <a:lnTo>
                    <a:pt x="1512869" y="2139539"/>
                  </a:lnTo>
                  <a:lnTo>
                    <a:pt x="1548052" y="2135194"/>
                  </a:lnTo>
                  <a:lnTo>
                    <a:pt x="1583235" y="2128316"/>
                  </a:lnTo>
                  <a:lnTo>
                    <a:pt x="1618418" y="2123920"/>
                  </a:lnTo>
                  <a:lnTo>
                    <a:pt x="1653601" y="2117708"/>
                  </a:lnTo>
                  <a:lnTo>
                    <a:pt x="1688784" y="2109870"/>
                  </a:lnTo>
                  <a:lnTo>
                    <a:pt x="1723967" y="2102950"/>
                  </a:lnTo>
                  <a:lnTo>
                    <a:pt x="1759150" y="2097417"/>
                  </a:lnTo>
                  <a:lnTo>
                    <a:pt x="1794333" y="2089494"/>
                  </a:lnTo>
                  <a:lnTo>
                    <a:pt x="1829516" y="2082733"/>
                  </a:lnTo>
                  <a:lnTo>
                    <a:pt x="1864699" y="2076100"/>
                  </a:lnTo>
                  <a:lnTo>
                    <a:pt x="1899882" y="2068476"/>
                  </a:lnTo>
                  <a:lnTo>
                    <a:pt x="1935065" y="2059287"/>
                  </a:lnTo>
                  <a:lnTo>
                    <a:pt x="1970248" y="2054376"/>
                  </a:lnTo>
                  <a:lnTo>
                    <a:pt x="2005431" y="2043388"/>
                  </a:lnTo>
                  <a:lnTo>
                    <a:pt x="2040614" y="2030980"/>
                  </a:lnTo>
                  <a:lnTo>
                    <a:pt x="2075797" y="2016926"/>
                  </a:lnTo>
                  <a:lnTo>
                    <a:pt x="2110980" y="2003924"/>
                  </a:lnTo>
                  <a:lnTo>
                    <a:pt x="2146163" y="1993489"/>
                  </a:lnTo>
                  <a:lnTo>
                    <a:pt x="2181346" y="1976721"/>
                  </a:lnTo>
                  <a:lnTo>
                    <a:pt x="2216529" y="1961928"/>
                  </a:lnTo>
                  <a:lnTo>
                    <a:pt x="2251712" y="1944680"/>
                  </a:lnTo>
                  <a:lnTo>
                    <a:pt x="2286895" y="1928780"/>
                  </a:lnTo>
                  <a:lnTo>
                    <a:pt x="2322078" y="1916489"/>
                  </a:lnTo>
                  <a:lnTo>
                    <a:pt x="2357261" y="1902558"/>
                  </a:lnTo>
                  <a:lnTo>
                    <a:pt x="2392444" y="1890283"/>
                  </a:lnTo>
                  <a:lnTo>
                    <a:pt x="2427627" y="1879899"/>
                  </a:lnTo>
                  <a:lnTo>
                    <a:pt x="2462810" y="1867571"/>
                  </a:lnTo>
                  <a:lnTo>
                    <a:pt x="2497993" y="1855207"/>
                  </a:lnTo>
                  <a:lnTo>
                    <a:pt x="2533176" y="1842806"/>
                  </a:lnTo>
                  <a:lnTo>
                    <a:pt x="2568359" y="1826490"/>
                  </a:lnTo>
                  <a:lnTo>
                    <a:pt x="2603542" y="1813446"/>
                  </a:lnTo>
                  <a:lnTo>
                    <a:pt x="2638725" y="1794461"/>
                  </a:lnTo>
                  <a:lnTo>
                    <a:pt x="2673908" y="1786590"/>
                  </a:lnTo>
                  <a:lnTo>
                    <a:pt x="2709091" y="1770591"/>
                  </a:lnTo>
                  <a:lnTo>
                    <a:pt x="2744274" y="1752391"/>
                  </a:lnTo>
                  <a:lnTo>
                    <a:pt x="2779457" y="1735083"/>
                  </a:lnTo>
                  <a:lnTo>
                    <a:pt x="2814640" y="1721676"/>
                  </a:lnTo>
                  <a:lnTo>
                    <a:pt x="2849823" y="1708322"/>
                  </a:lnTo>
                  <a:lnTo>
                    <a:pt x="2885006" y="1696477"/>
                  </a:lnTo>
                  <a:lnTo>
                    <a:pt x="2920189" y="1684307"/>
                  </a:lnTo>
                  <a:lnTo>
                    <a:pt x="2955372" y="1667794"/>
                  </a:lnTo>
                  <a:lnTo>
                    <a:pt x="2990555" y="1653668"/>
                  </a:lnTo>
                  <a:lnTo>
                    <a:pt x="3025738" y="1638322"/>
                  </a:lnTo>
                  <a:lnTo>
                    <a:pt x="3060921" y="1624293"/>
                  </a:lnTo>
                  <a:lnTo>
                    <a:pt x="3096104" y="1608212"/>
                  </a:lnTo>
                  <a:lnTo>
                    <a:pt x="3131287" y="1591787"/>
                  </a:lnTo>
                  <a:lnTo>
                    <a:pt x="3166470" y="1576152"/>
                  </a:lnTo>
                  <a:lnTo>
                    <a:pt x="3201653" y="1560704"/>
                  </a:lnTo>
                  <a:lnTo>
                    <a:pt x="3236836" y="1547215"/>
                  </a:lnTo>
                  <a:lnTo>
                    <a:pt x="3272019" y="1532839"/>
                  </a:lnTo>
                  <a:lnTo>
                    <a:pt x="3307202" y="1513183"/>
                  </a:lnTo>
                  <a:lnTo>
                    <a:pt x="3342385" y="1497302"/>
                  </a:lnTo>
                  <a:lnTo>
                    <a:pt x="3377568" y="1481323"/>
                  </a:lnTo>
                  <a:lnTo>
                    <a:pt x="3412751" y="1465361"/>
                  </a:lnTo>
                  <a:lnTo>
                    <a:pt x="3447934" y="1450722"/>
                  </a:lnTo>
                  <a:lnTo>
                    <a:pt x="3483117" y="1436078"/>
                  </a:lnTo>
                  <a:lnTo>
                    <a:pt x="3518300" y="1419451"/>
                  </a:lnTo>
                  <a:lnTo>
                    <a:pt x="3553483" y="1402029"/>
                  </a:lnTo>
                  <a:lnTo>
                    <a:pt x="3588666" y="1384468"/>
                  </a:lnTo>
                  <a:lnTo>
                    <a:pt x="3623849" y="1366875"/>
                  </a:lnTo>
                  <a:lnTo>
                    <a:pt x="3659032" y="1349297"/>
                  </a:lnTo>
                  <a:lnTo>
                    <a:pt x="3694215" y="1333972"/>
                  </a:lnTo>
                  <a:lnTo>
                    <a:pt x="3729398" y="1318830"/>
                  </a:lnTo>
                  <a:lnTo>
                    <a:pt x="3764581" y="1303630"/>
                  </a:lnTo>
                  <a:lnTo>
                    <a:pt x="3799764" y="1286563"/>
                  </a:lnTo>
                  <a:lnTo>
                    <a:pt x="3834947" y="1267736"/>
                  </a:lnTo>
                  <a:lnTo>
                    <a:pt x="3870130" y="1250906"/>
                  </a:lnTo>
                  <a:lnTo>
                    <a:pt x="3905313" y="1233480"/>
                  </a:lnTo>
                  <a:lnTo>
                    <a:pt x="3940496" y="1216864"/>
                  </a:lnTo>
                  <a:lnTo>
                    <a:pt x="3975679" y="1199755"/>
                  </a:lnTo>
                  <a:lnTo>
                    <a:pt x="4010862" y="1179481"/>
                  </a:lnTo>
                  <a:lnTo>
                    <a:pt x="4046045" y="1159123"/>
                  </a:lnTo>
                  <a:lnTo>
                    <a:pt x="4081228" y="1138701"/>
                  </a:lnTo>
                  <a:lnTo>
                    <a:pt x="4116411" y="1118982"/>
                  </a:lnTo>
                  <a:lnTo>
                    <a:pt x="4151594" y="1103164"/>
                  </a:lnTo>
                  <a:lnTo>
                    <a:pt x="4186777" y="1085332"/>
                  </a:lnTo>
                  <a:lnTo>
                    <a:pt x="4221960" y="1064438"/>
                  </a:lnTo>
                  <a:lnTo>
                    <a:pt x="4257143" y="1043342"/>
                  </a:lnTo>
                  <a:lnTo>
                    <a:pt x="4292326" y="1022750"/>
                  </a:lnTo>
                  <a:lnTo>
                    <a:pt x="4327509" y="1001650"/>
                  </a:lnTo>
                  <a:lnTo>
                    <a:pt x="4362692" y="982092"/>
                  </a:lnTo>
                  <a:lnTo>
                    <a:pt x="4397875" y="962949"/>
                  </a:lnTo>
                  <a:lnTo>
                    <a:pt x="4433058" y="943735"/>
                  </a:lnTo>
                  <a:lnTo>
                    <a:pt x="4468241" y="917032"/>
                  </a:lnTo>
                  <a:lnTo>
                    <a:pt x="4503424" y="898765"/>
                  </a:lnTo>
                  <a:lnTo>
                    <a:pt x="4538607" y="884118"/>
                  </a:lnTo>
                  <a:lnTo>
                    <a:pt x="4573790" y="866233"/>
                  </a:lnTo>
                  <a:lnTo>
                    <a:pt x="4608973" y="845135"/>
                  </a:lnTo>
                  <a:lnTo>
                    <a:pt x="4644156" y="818415"/>
                  </a:lnTo>
                  <a:lnTo>
                    <a:pt x="4679339" y="792789"/>
                  </a:lnTo>
                  <a:lnTo>
                    <a:pt x="4714522" y="771902"/>
                  </a:lnTo>
                  <a:lnTo>
                    <a:pt x="4749705" y="751149"/>
                  </a:lnTo>
                  <a:lnTo>
                    <a:pt x="4784888" y="732525"/>
                  </a:lnTo>
                  <a:lnTo>
                    <a:pt x="4820071" y="715575"/>
                  </a:lnTo>
                  <a:lnTo>
                    <a:pt x="4855254" y="698620"/>
                  </a:lnTo>
                  <a:lnTo>
                    <a:pt x="4890437" y="681612"/>
                  </a:lnTo>
                  <a:lnTo>
                    <a:pt x="4925620" y="664550"/>
                  </a:lnTo>
                  <a:lnTo>
                    <a:pt x="4960803" y="647434"/>
                  </a:lnTo>
                  <a:lnTo>
                    <a:pt x="4995986" y="627308"/>
                  </a:lnTo>
                  <a:lnTo>
                    <a:pt x="5031169" y="606961"/>
                  </a:lnTo>
                  <a:lnTo>
                    <a:pt x="5066352" y="587623"/>
                  </a:lnTo>
                  <a:lnTo>
                    <a:pt x="5101535" y="569716"/>
                  </a:lnTo>
                  <a:lnTo>
                    <a:pt x="5136718" y="550506"/>
                  </a:lnTo>
                  <a:lnTo>
                    <a:pt x="5171901" y="525307"/>
                  </a:lnTo>
                  <a:lnTo>
                    <a:pt x="5207084" y="503662"/>
                  </a:lnTo>
                  <a:lnTo>
                    <a:pt x="5242267" y="478551"/>
                  </a:lnTo>
                  <a:lnTo>
                    <a:pt x="5277450" y="453326"/>
                  </a:lnTo>
                  <a:lnTo>
                    <a:pt x="5312633" y="427988"/>
                  </a:lnTo>
                  <a:lnTo>
                    <a:pt x="5347816" y="402536"/>
                  </a:lnTo>
                  <a:lnTo>
                    <a:pt x="5382999" y="376970"/>
                  </a:lnTo>
                  <a:lnTo>
                    <a:pt x="5418182" y="351359"/>
                  </a:lnTo>
                  <a:lnTo>
                    <a:pt x="5453365" y="328405"/>
                  </a:lnTo>
                  <a:lnTo>
                    <a:pt x="5488548" y="308964"/>
                  </a:lnTo>
                  <a:lnTo>
                    <a:pt x="5523731" y="289457"/>
                  </a:lnTo>
                  <a:lnTo>
                    <a:pt x="5558914" y="269900"/>
                  </a:lnTo>
                  <a:lnTo>
                    <a:pt x="5594097" y="250344"/>
                  </a:lnTo>
                  <a:lnTo>
                    <a:pt x="5629280" y="230723"/>
                  </a:lnTo>
                  <a:lnTo>
                    <a:pt x="5664463" y="211035"/>
                  </a:lnTo>
                  <a:lnTo>
                    <a:pt x="5699646" y="191281"/>
                  </a:lnTo>
                  <a:lnTo>
                    <a:pt x="5734829" y="169507"/>
                  </a:lnTo>
                  <a:lnTo>
                    <a:pt x="5770012" y="145583"/>
                  </a:lnTo>
                  <a:lnTo>
                    <a:pt x="5805195" y="121564"/>
                  </a:lnTo>
                  <a:lnTo>
                    <a:pt x="5840378" y="97447"/>
                  </a:lnTo>
                  <a:lnTo>
                    <a:pt x="5875561" y="73232"/>
                  </a:lnTo>
                  <a:lnTo>
                    <a:pt x="5910744" y="48920"/>
                  </a:lnTo>
                  <a:lnTo>
                    <a:pt x="5945927" y="24509"/>
                  </a:lnTo>
                  <a:lnTo>
                    <a:pt x="59811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333911" y="3593933"/>
              <a:ext cx="5981110" cy="1061296"/>
            </a:xfrm>
            <a:custGeom>
              <a:avLst/>
              <a:pathLst>
                <a:path w="5981110" h="1061296">
                  <a:moveTo>
                    <a:pt x="5981110" y="1061296"/>
                  </a:moveTo>
                  <a:lnTo>
                    <a:pt x="5945927" y="1055295"/>
                  </a:lnTo>
                  <a:lnTo>
                    <a:pt x="5910744" y="1049278"/>
                  </a:lnTo>
                  <a:lnTo>
                    <a:pt x="5875561" y="1043242"/>
                  </a:lnTo>
                  <a:lnTo>
                    <a:pt x="5840378" y="1037167"/>
                  </a:lnTo>
                  <a:lnTo>
                    <a:pt x="5805195" y="1031070"/>
                  </a:lnTo>
                  <a:lnTo>
                    <a:pt x="5770012" y="1024907"/>
                  </a:lnTo>
                  <a:lnTo>
                    <a:pt x="5734829" y="1018728"/>
                  </a:lnTo>
                  <a:lnTo>
                    <a:pt x="5699646" y="1010903"/>
                  </a:lnTo>
                  <a:lnTo>
                    <a:pt x="5664463" y="1001244"/>
                  </a:lnTo>
                  <a:lnTo>
                    <a:pt x="5629280" y="991544"/>
                  </a:lnTo>
                  <a:lnTo>
                    <a:pt x="5594097" y="981803"/>
                  </a:lnTo>
                  <a:lnTo>
                    <a:pt x="5558914" y="972009"/>
                  </a:lnTo>
                  <a:lnTo>
                    <a:pt x="5523731" y="962150"/>
                  </a:lnTo>
                  <a:lnTo>
                    <a:pt x="5488548" y="954331"/>
                  </a:lnTo>
                  <a:lnTo>
                    <a:pt x="5453365" y="947008"/>
                  </a:lnTo>
                  <a:lnTo>
                    <a:pt x="5418182" y="939663"/>
                  </a:lnTo>
                  <a:lnTo>
                    <a:pt x="5382999" y="932559"/>
                  </a:lnTo>
                  <a:lnTo>
                    <a:pt x="5347816" y="925994"/>
                  </a:lnTo>
                  <a:lnTo>
                    <a:pt x="5312633" y="919407"/>
                  </a:lnTo>
                  <a:lnTo>
                    <a:pt x="5277450" y="912801"/>
                  </a:lnTo>
                  <a:lnTo>
                    <a:pt x="5242267" y="906176"/>
                  </a:lnTo>
                  <a:lnTo>
                    <a:pt x="5207084" y="899534"/>
                  </a:lnTo>
                  <a:lnTo>
                    <a:pt x="5171901" y="892872"/>
                  </a:lnTo>
                  <a:lnTo>
                    <a:pt x="5136718" y="886193"/>
                  </a:lnTo>
                  <a:lnTo>
                    <a:pt x="5101535" y="879495"/>
                  </a:lnTo>
                  <a:lnTo>
                    <a:pt x="5066352" y="872778"/>
                  </a:lnTo>
                  <a:lnTo>
                    <a:pt x="5031169" y="866043"/>
                  </a:lnTo>
                  <a:lnTo>
                    <a:pt x="4995986" y="858579"/>
                  </a:lnTo>
                  <a:lnTo>
                    <a:pt x="4960803" y="850192"/>
                  </a:lnTo>
                  <a:lnTo>
                    <a:pt x="4925620" y="841776"/>
                  </a:lnTo>
                  <a:lnTo>
                    <a:pt x="4890437" y="833318"/>
                  </a:lnTo>
                  <a:lnTo>
                    <a:pt x="4855254" y="824812"/>
                  </a:lnTo>
                  <a:lnTo>
                    <a:pt x="4820071" y="816276"/>
                  </a:lnTo>
                  <a:lnTo>
                    <a:pt x="4784888" y="807711"/>
                  </a:lnTo>
                  <a:lnTo>
                    <a:pt x="4749705" y="799116"/>
                  </a:lnTo>
                  <a:lnTo>
                    <a:pt x="4714522" y="790491"/>
                  </a:lnTo>
                  <a:lnTo>
                    <a:pt x="4679339" y="781837"/>
                  </a:lnTo>
                  <a:lnTo>
                    <a:pt x="4644156" y="773153"/>
                  </a:lnTo>
                  <a:lnTo>
                    <a:pt x="4608973" y="764440"/>
                  </a:lnTo>
                  <a:lnTo>
                    <a:pt x="4573790" y="756349"/>
                  </a:lnTo>
                  <a:lnTo>
                    <a:pt x="4538607" y="748410"/>
                  </a:lnTo>
                  <a:lnTo>
                    <a:pt x="4503424" y="740446"/>
                  </a:lnTo>
                  <a:lnTo>
                    <a:pt x="4468241" y="732458"/>
                  </a:lnTo>
                  <a:lnTo>
                    <a:pt x="4433058" y="724398"/>
                  </a:lnTo>
                  <a:lnTo>
                    <a:pt x="4397875" y="716307"/>
                  </a:lnTo>
                  <a:lnTo>
                    <a:pt x="4362692" y="708152"/>
                  </a:lnTo>
                  <a:lnTo>
                    <a:pt x="4327509" y="697576"/>
                  </a:lnTo>
                  <a:lnTo>
                    <a:pt x="4292326" y="688868"/>
                  </a:lnTo>
                  <a:lnTo>
                    <a:pt x="4257143" y="680670"/>
                  </a:lnTo>
                  <a:lnTo>
                    <a:pt x="4221960" y="672447"/>
                  </a:lnTo>
                  <a:lnTo>
                    <a:pt x="4186777" y="664199"/>
                  </a:lnTo>
                  <a:lnTo>
                    <a:pt x="4151594" y="655912"/>
                  </a:lnTo>
                  <a:lnTo>
                    <a:pt x="4116411" y="647566"/>
                  </a:lnTo>
                  <a:lnTo>
                    <a:pt x="4081228" y="638708"/>
                  </a:lnTo>
                  <a:lnTo>
                    <a:pt x="4046045" y="628594"/>
                  </a:lnTo>
                  <a:lnTo>
                    <a:pt x="4010862" y="618389"/>
                  </a:lnTo>
                  <a:lnTo>
                    <a:pt x="3975679" y="608145"/>
                  </a:lnTo>
                  <a:lnTo>
                    <a:pt x="3940496" y="597546"/>
                  </a:lnTo>
                  <a:lnTo>
                    <a:pt x="3905313" y="586510"/>
                  </a:lnTo>
                  <a:lnTo>
                    <a:pt x="3870130" y="575500"/>
                  </a:lnTo>
                  <a:lnTo>
                    <a:pt x="3834947" y="566845"/>
                  </a:lnTo>
                  <a:lnTo>
                    <a:pt x="3799764" y="556471"/>
                  </a:lnTo>
                  <a:lnTo>
                    <a:pt x="3764581" y="546058"/>
                  </a:lnTo>
                  <a:lnTo>
                    <a:pt x="3729398" y="536164"/>
                  </a:lnTo>
                  <a:lnTo>
                    <a:pt x="3694215" y="526601"/>
                  </a:lnTo>
                  <a:lnTo>
                    <a:pt x="3659032" y="516994"/>
                  </a:lnTo>
                  <a:lnTo>
                    <a:pt x="3623849" y="507359"/>
                  </a:lnTo>
                  <a:lnTo>
                    <a:pt x="3588666" y="497259"/>
                  </a:lnTo>
                  <a:lnTo>
                    <a:pt x="3553483" y="486358"/>
                  </a:lnTo>
                  <a:lnTo>
                    <a:pt x="3518300" y="475401"/>
                  </a:lnTo>
                  <a:lnTo>
                    <a:pt x="3483117" y="464396"/>
                  </a:lnTo>
                  <a:lnTo>
                    <a:pt x="3447934" y="453348"/>
                  </a:lnTo>
                  <a:lnTo>
                    <a:pt x="3412751" y="442256"/>
                  </a:lnTo>
                  <a:lnTo>
                    <a:pt x="3377568" y="431122"/>
                  </a:lnTo>
                  <a:lnTo>
                    <a:pt x="3342385" y="423240"/>
                  </a:lnTo>
                  <a:lnTo>
                    <a:pt x="3307202" y="413937"/>
                  </a:lnTo>
                  <a:lnTo>
                    <a:pt x="3272019" y="400927"/>
                  </a:lnTo>
                  <a:lnTo>
                    <a:pt x="3236836" y="388060"/>
                  </a:lnTo>
                  <a:lnTo>
                    <a:pt x="3201653" y="376840"/>
                  </a:lnTo>
                  <a:lnTo>
                    <a:pt x="3166470" y="364415"/>
                  </a:lnTo>
                  <a:lnTo>
                    <a:pt x="3131287" y="356939"/>
                  </a:lnTo>
                  <a:lnTo>
                    <a:pt x="3096104" y="348675"/>
                  </a:lnTo>
                  <a:lnTo>
                    <a:pt x="3060921" y="338976"/>
                  </a:lnTo>
                  <a:lnTo>
                    <a:pt x="3025738" y="330727"/>
                  </a:lnTo>
                  <a:lnTo>
                    <a:pt x="2990555" y="321405"/>
                  </a:lnTo>
                  <a:lnTo>
                    <a:pt x="2955372" y="310684"/>
                  </a:lnTo>
                  <a:lnTo>
                    <a:pt x="2920189" y="296485"/>
                  </a:lnTo>
                  <a:lnTo>
                    <a:pt x="2885006" y="283629"/>
                  </a:lnTo>
                  <a:lnTo>
                    <a:pt x="2849823" y="273061"/>
                  </a:lnTo>
                  <a:lnTo>
                    <a:pt x="2814640" y="260912"/>
                  </a:lnTo>
                  <a:lnTo>
                    <a:pt x="2779457" y="250685"/>
                  </a:lnTo>
                  <a:lnTo>
                    <a:pt x="2744274" y="241327"/>
                  </a:lnTo>
                  <a:lnTo>
                    <a:pt x="2709091" y="233817"/>
                  </a:lnTo>
                  <a:lnTo>
                    <a:pt x="2673908" y="224899"/>
                  </a:lnTo>
                  <a:lnTo>
                    <a:pt x="2638725" y="214531"/>
                  </a:lnTo>
                  <a:lnTo>
                    <a:pt x="2603542" y="207096"/>
                  </a:lnTo>
                  <a:lnTo>
                    <a:pt x="2568359" y="198826"/>
                  </a:lnTo>
                  <a:lnTo>
                    <a:pt x="2533176" y="189176"/>
                  </a:lnTo>
                  <a:lnTo>
                    <a:pt x="2497993" y="180224"/>
                  </a:lnTo>
                  <a:lnTo>
                    <a:pt x="2462810" y="171185"/>
                  </a:lnTo>
                  <a:lnTo>
                    <a:pt x="2427627" y="163862"/>
                  </a:lnTo>
                  <a:lnTo>
                    <a:pt x="2392444" y="155822"/>
                  </a:lnTo>
                  <a:lnTo>
                    <a:pt x="2357261" y="146087"/>
                  </a:lnTo>
                  <a:lnTo>
                    <a:pt x="2322078" y="137293"/>
                  </a:lnTo>
                  <a:lnTo>
                    <a:pt x="2286895" y="126135"/>
                  </a:lnTo>
                  <a:lnTo>
                    <a:pt x="2251712" y="117103"/>
                  </a:lnTo>
                  <a:lnTo>
                    <a:pt x="2216529" y="108666"/>
                  </a:lnTo>
                  <a:lnTo>
                    <a:pt x="2181346" y="103067"/>
                  </a:lnTo>
                  <a:lnTo>
                    <a:pt x="2146163" y="97737"/>
                  </a:lnTo>
                  <a:lnTo>
                    <a:pt x="2110980" y="91363"/>
                  </a:lnTo>
                  <a:lnTo>
                    <a:pt x="2075797" y="82502"/>
                  </a:lnTo>
                  <a:lnTo>
                    <a:pt x="2040614" y="74146"/>
                  </a:lnTo>
                  <a:lnTo>
                    <a:pt x="2005431" y="64953"/>
                  </a:lnTo>
                  <a:lnTo>
                    <a:pt x="1970248" y="62096"/>
                  </a:lnTo>
                  <a:lnTo>
                    <a:pt x="1935065" y="53118"/>
                  </a:lnTo>
                  <a:lnTo>
                    <a:pt x="1899882" y="45156"/>
                  </a:lnTo>
                  <a:lnTo>
                    <a:pt x="1864699" y="37821"/>
                  </a:lnTo>
                  <a:lnTo>
                    <a:pt x="1829516" y="32760"/>
                  </a:lnTo>
                  <a:lnTo>
                    <a:pt x="1794333" y="28144"/>
                  </a:lnTo>
                  <a:lnTo>
                    <a:pt x="1759150" y="20055"/>
                  </a:lnTo>
                  <a:lnTo>
                    <a:pt x="1723967" y="17507"/>
                  </a:lnTo>
                  <a:lnTo>
                    <a:pt x="1688784" y="11656"/>
                  </a:lnTo>
                  <a:lnTo>
                    <a:pt x="1653601" y="6753"/>
                  </a:lnTo>
                  <a:lnTo>
                    <a:pt x="1618418" y="1107"/>
                  </a:lnTo>
                  <a:lnTo>
                    <a:pt x="1583235" y="3597"/>
                  </a:lnTo>
                  <a:lnTo>
                    <a:pt x="1548052" y="5295"/>
                  </a:lnTo>
                  <a:lnTo>
                    <a:pt x="1512869" y="2529"/>
                  </a:lnTo>
                  <a:lnTo>
                    <a:pt x="1477686" y="0"/>
                  </a:lnTo>
                  <a:lnTo>
                    <a:pt x="1442503" y="3609"/>
                  </a:lnTo>
                  <a:lnTo>
                    <a:pt x="1407320" y="3276"/>
                  </a:lnTo>
                  <a:lnTo>
                    <a:pt x="1372137" y="6058"/>
                  </a:lnTo>
                  <a:lnTo>
                    <a:pt x="1336954" y="9679"/>
                  </a:lnTo>
                  <a:lnTo>
                    <a:pt x="1301771" y="7560"/>
                  </a:lnTo>
                  <a:lnTo>
                    <a:pt x="1266588" y="6545"/>
                  </a:lnTo>
                  <a:lnTo>
                    <a:pt x="1231405" y="10138"/>
                  </a:lnTo>
                  <a:lnTo>
                    <a:pt x="1196222" y="14250"/>
                  </a:lnTo>
                  <a:lnTo>
                    <a:pt x="1161039" y="20634"/>
                  </a:lnTo>
                  <a:lnTo>
                    <a:pt x="1125856" y="23119"/>
                  </a:lnTo>
                  <a:lnTo>
                    <a:pt x="1090673" y="32341"/>
                  </a:lnTo>
                  <a:lnTo>
                    <a:pt x="1055490" y="37824"/>
                  </a:lnTo>
                  <a:lnTo>
                    <a:pt x="1020307" y="36812"/>
                  </a:lnTo>
                  <a:lnTo>
                    <a:pt x="985124" y="40957"/>
                  </a:lnTo>
                  <a:lnTo>
                    <a:pt x="949941" y="45920"/>
                  </a:lnTo>
                  <a:lnTo>
                    <a:pt x="914758" y="51390"/>
                  </a:lnTo>
                  <a:lnTo>
                    <a:pt x="879575" y="60105"/>
                  </a:lnTo>
                  <a:lnTo>
                    <a:pt x="844392" y="67501"/>
                  </a:lnTo>
                  <a:lnTo>
                    <a:pt x="809209" y="76890"/>
                  </a:lnTo>
                  <a:lnTo>
                    <a:pt x="774026" y="81770"/>
                  </a:lnTo>
                  <a:lnTo>
                    <a:pt x="738843" y="90808"/>
                  </a:lnTo>
                  <a:lnTo>
                    <a:pt x="703660" y="101028"/>
                  </a:lnTo>
                  <a:lnTo>
                    <a:pt x="668477" y="112289"/>
                  </a:lnTo>
                  <a:lnTo>
                    <a:pt x="633294" y="123869"/>
                  </a:lnTo>
                  <a:lnTo>
                    <a:pt x="598111" y="132736"/>
                  </a:lnTo>
                  <a:lnTo>
                    <a:pt x="562928" y="141815"/>
                  </a:lnTo>
                  <a:lnTo>
                    <a:pt x="527745" y="150248"/>
                  </a:lnTo>
                  <a:lnTo>
                    <a:pt x="492562" y="158259"/>
                  </a:lnTo>
                  <a:lnTo>
                    <a:pt x="457379" y="168507"/>
                  </a:lnTo>
                  <a:lnTo>
                    <a:pt x="422196" y="177248"/>
                  </a:lnTo>
                  <a:lnTo>
                    <a:pt x="387013" y="183705"/>
                  </a:lnTo>
                  <a:lnTo>
                    <a:pt x="351830" y="193729"/>
                  </a:lnTo>
                  <a:lnTo>
                    <a:pt x="316647" y="201695"/>
                  </a:lnTo>
                  <a:lnTo>
                    <a:pt x="281464" y="211812"/>
                  </a:lnTo>
                  <a:lnTo>
                    <a:pt x="246281" y="219629"/>
                  </a:lnTo>
                  <a:lnTo>
                    <a:pt x="211098" y="229043"/>
                  </a:lnTo>
                  <a:lnTo>
                    <a:pt x="175915" y="241454"/>
                  </a:lnTo>
                  <a:lnTo>
                    <a:pt x="140732" y="250893"/>
                  </a:lnTo>
                  <a:lnTo>
                    <a:pt x="105549" y="259126"/>
                  </a:lnTo>
                  <a:lnTo>
                    <a:pt x="70366" y="267880"/>
                  </a:lnTo>
                  <a:lnTo>
                    <a:pt x="35183" y="277034"/>
                  </a:lnTo>
                  <a:lnTo>
                    <a:pt x="0" y="287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1615375" y="3073769"/>
              <a:ext cx="2427627" cy="2606497"/>
            </a:xfrm>
            <a:custGeom>
              <a:avLst/>
              <a:pathLst>
                <a:path w="2427627" h="2606497">
                  <a:moveTo>
                    <a:pt x="0" y="0"/>
                  </a:moveTo>
                  <a:lnTo>
                    <a:pt x="35183" y="43788"/>
                  </a:lnTo>
                  <a:lnTo>
                    <a:pt x="70366" y="74115"/>
                  </a:lnTo>
                  <a:lnTo>
                    <a:pt x="105549" y="106514"/>
                  </a:lnTo>
                  <a:lnTo>
                    <a:pt x="140732" y="139394"/>
                  </a:lnTo>
                  <a:lnTo>
                    <a:pt x="175915" y="171491"/>
                  </a:lnTo>
                  <a:lnTo>
                    <a:pt x="211098" y="201438"/>
                  </a:lnTo>
                  <a:lnTo>
                    <a:pt x="246281" y="232423"/>
                  </a:lnTo>
                  <a:lnTo>
                    <a:pt x="281464" y="256438"/>
                  </a:lnTo>
                  <a:lnTo>
                    <a:pt x="316647" y="291524"/>
                  </a:lnTo>
                  <a:lnTo>
                    <a:pt x="351830" y="323533"/>
                  </a:lnTo>
                  <a:lnTo>
                    <a:pt x="387013" y="346427"/>
                  </a:lnTo>
                  <a:lnTo>
                    <a:pt x="422196" y="369334"/>
                  </a:lnTo>
                  <a:lnTo>
                    <a:pt x="457379" y="385312"/>
                  </a:lnTo>
                  <a:lnTo>
                    <a:pt x="492562" y="401283"/>
                  </a:lnTo>
                  <a:lnTo>
                    <a:pt x="527745" y="421102"/>
                  </a:lnTo>
                  <a:lnTo>
                    <a:pt x="562928" y="440744"/>
                  </a:lnTo>
                  <a:lnTo>
                    <a:pt x="598111" y="462539"/>
                  </a:lnTo>
                  <a:lnTo>
                    <a:pt x="633294" y="487428"/>
                  </a:lnTo>
                  <a:lnTo>
                    <a:pt x="668477" y="512308"/>
                  </a:lnTo>
                  <a:lnTo>
                    <a:pt x="703660" y="532637"/>
                  </a:lnTo>
                  <a:lnTo>
                    <a:pt x="738843" y="546436"/>
                  </a:lnTo>
                  <a:lnTo>
                    <a:pt x="774026" y="554094"/>
                  </a:lnTo>
                  <a:lnTo>
                    <a:pt x="809209" y="560486"/>
                  </a:lnTo>
                  <a:lnTo>
                    <a:pt x="844392" y="568792"/>
                  </a:lnTo>
                  <a:lnTo>
                    <a:pt x="879575" y="576323"/>
                  </a:lnTo>
                  <a:lnTo>
                    <a:pt x="914758" y="583774"/>
                  </a:lnTo>
                  <a:lnTo>
                    <a:pt x="949941" y="593100"/>
                  </a:lnTo>
                  <a:lnTo>
                    <a:pt x="985124" y="592755"/>
                  </a:lnTo>
                  <a:lnTo>
                    <a:pt x="1020307" y="591338"/>
                  </a:lnTo>
                  <a:lnTo>
                    <a:pt x="1055490" y="602348"/>
                  </a:lnTo>
                  <a:lnTo>
                    <a:pt x="1090673" y="602125"/>
                  </a:lnTo>
                  <a:lnTo>
                    <a:pt x="1125856" y="616476"/>
                  </a:lnTo>
                  <a:lnTo>
                    <a:pt x="1161039" y="621782"/>
                  </a:lnTo>
                  <a:lnTo>
                    <a:pt x="1196222" y="621895"/>
                  </a:lnTo>
                  <a:lnTo>
                    <a:pt x="1231405" y="618811"/>
                  </a:lnTo>
                  <a:lnTo>
                    <a:pt x="1266588" y="614693"/>
                  </a:lnTo>
                  <a:lnTo>
                    <a:pt x="1301771" y="615174"/>
                  </a:lnTo>
                  <a:lnTo>
                    <a:pt x="1336954" y="606877"/>
                  </a:lnTo>
                  <a:lnTo>
                    <a:pt x="1372137" y="605918"/>
                  </a:lnTo>
                  <a:lnTo>
                    <a:pt x="1407320" y="600407"/>
                  </a:lnTo>
                  <a:lnTo>
                    <a:pt x="1442503" y="595086"/>
                  </a:lnTo>
                  <a:lnTo>
                    <a:pt x="1477686" y="589280"/>
                  </a:lnTo>
                  <a:lnTo>
                    <a:pt x="1512869" y="588984"/>
                  </a:lnTo>
                  <a:lnTo>
                    <a:pt x="1548052" y="583121"/>
                  </a:lnTo>
                  <a:lnTo>
                    <a:pt x="1583235" y="574396"/>
                  </a:lnTo>
                  <a:lnTo>
                    <a:pt x="1618418" y="569978"/>
                  </a:lnTo>
                  <a:lnTo>
                    <a:pt x="1653601" y="565645"/>
                  </a:lnTo>
                  <a:lnTo>
                    <a:pt x="1688784" y="566258"/>
                  </a:lnTo>
                  <a:lnTo>
                    <a:pt x="1723967" y="563376"/>
                  </a:lnTo>
                  <a:lnTo>
                    <a:pt x="1759150" y="559361"/>
                  </a:lnTo>
                  <a:lnTo>
                    <a:pt x="1794333" y="555328"/>
                  </a:lnTo>
                  <a:lnTo>
                    <a:pt x="1829516" y="551392"/>
                  </a:lnTo>
                  <a:lnTo>
                    <a:pt x="1864699" y="553969"/>
                  </a:lnTo>
                  <a:lnTo>
                    <a:pt x="1899882" y="551976"/>
                  </a:lnTo>
                  <a:lnTo>
                    <a:pt x="1935065" y="549983"/>
                  </a:lnTo>
                  <a:lnTo>
                    <a:pt x="1970248" y="540902"/>
                  </a:lnTo>
                  <a:lnTo>
                    <a:pt x="2005431" y="531357"/>
                  </a:lnTo>
                  <a:lnTo>
                    <a:pt x="2040614" y="518724"/>
                  </a:lnTo>
                  <a:lnTo>
                    <a:pt x="2075797" y="508707"/>
                  </a:lnTo>
                  <a:lnTo>
                    <a:pt x="2110980" y="498459"/>
                  </a:lnTo>
                  <a:lnTo>
                    <a:pt x="2146163" y="485834"/>
                  </a:lnTo>
                  <a:lnTo>
                    <a:pt x="2181346" y="485072"/>
                  </a:lnTo>
                  <a:lnTo>
                    <a:pt x="2216529" y="482161"/>
                  </a:lnTo>
                  <a:lnTo>
                    <a:pt x="2251712" y="465238"/>
                  </a:lnTo>
                  <a:lnTo>
                    <a:pt x="2286895" y="458478"/>
                  </a:lnTo>
                  <a:lnTo>
                    <a:pt x="2322078" y="452845"/>
                  </a:lnTo>
                  <a:lnTo>
                    <a:pt x="2357261" y="448237"/>
                  </a:lnTo>
                  <a:lnTo>
                    <a:pt x="2392444" y="443623"/>
                  </a:lnTo>
                  <a:lnTo>
                    <a:pt x="2427627" y="436203"/>
                  </a:lnTo>
                  <a:lnTo>
                    <a:pt x="2427627" y="2606497"/>
                  </a:lnTo>
                  <a:lnTo>
                    <a:pt x="2392444" y="2587984"/>
                  </a:lnTo>
                  <a:lnTo>
                    <a:pt x="2357261" y="2574045"/>
                  </a:lnTo>
                  <a:lnTo>
                    <a:pt x="2322078" y="2558244"/>
                  </a:lnTo>
                  <a:lnTo>
                    <a:pt x="2286895" y="2541016"/>
                  </a:lnTo>
                  <a:lnTo>
                    <a:pt x="2251712" y="2521342"/>
                  </a:lnTo>
                  <a:lnTo>
                    <a:pt x="2216529" y="2501558"/>
                  </a:lnTo>
                  <a:lnTo>
                    <a:pt x="2181346" y="2484974"/>
                  </a:lnTo>
                  <a:lnTo>
                    <a:pt x="2146163" y="2468182"/>
                  </a:lnTo>
                  <a:lnTo>
                    <a:pt x="2110980" y="2451180"/>
                  </a:lnTo>
                  <a:lnTo>
                    <a:pt x="2075797" y="2432466"/>
                  </a:lnTo>
                  <a:lnTo>
                    <a:pt x="2040614" y="2415404"/>
                  </a:lnTo>
                  <a:lnTo>
                    <a:pt x="2005431" y="2393428"/>
                  </a:lnTo>
                  <a:lnTo>
                    <a:pt x="1970248" y="2375211"/>
                  </a:lnTo>
                  <a:lnTo>
                    <a:pt x="1935065" y="2353539"/>
                  </a:lnTo>
                  <a:lnTo>
                    <a:pt x="1899882" y="2335847"/>
                  </a:lnTo>
                  <a:lnTo>
                    <a:pt x="1864699" y="2315720"/>
                  </a:lnTo>
                  <a:lnTo>
                    <a:pt x="1829516" y="2295243"/>
                  </a:lnTo>
                  <a:lnTo>
                    <a:pt x="1794333" y="2274445"/>
                  </a:lnTo>
                  <a:lnTo>
                    <a:pt x="1759150" y="2254080"/>
                  </a:lnTo>
                  <a:lnTo>
                    <a:pt x="1723967" y="2233221"/>
                  </a:lnTo>
                  <a:lnTo>
                    <a:pt x="1688784" y="2213395"/>
                  </a:lnTo>
                  <a:lnTo>
                    <a:pt x="1653601" y="2191836"/>
                  </a:lnTo>
                  <a:lnTo>
                    <a:pt x="1618418" y="2169810"/>
                  </a:lnTo>
                  <a:lnTo>
                    <a:pt x="1583235" y="2144085"/>
                  </a:lnTo>
                  <a:lnTo>
                    <a:pt x="1548052" y="2121111"/>
                  </a:lnTo>
                  <a:lnTo>
                    <a:pt x="1512869" y="2100463"/>
                  </a:lnTo>
                  <a:lnTo>
                    <a:pt x="1477686" y="2077342"/>
                  </a:lnTo>
                  <a:lnTo>
                    <a:pt x="1442503" y="2055928"/>
                  </a:lnTo>
                  <a:lnTo>
                    <a:pt x="1407320" y="2036106"/>
                  </a:lnTo>
                  <a:lnTo>
                    <a:pt x="1372137" y="2016581"/>
                  </a:lnTo>
                  <a:lnTo>
                    <a:pt x="1336954" y="1995967"/>
                  </a:lnTo>
                  <a:lnTo>
                    <a:pt x="1301771" y="1976886"/>
                  </a:lnTo>
                  <a:lnTo>
                    <a:pt x="1266588" y="1956862"/>
                  </a:lnTo>
                  <a:lnTo>
                    <a:pt x="1231405" y="1931904"/>
                  </a:lnTo>
                  <a:lnTo>
                    <a:pt x="1196222" y="1915913"/>
                  </a:lnTo>
                  <a:lnTo>
                    <a:pt x="1161039" y="1892879"/>
                  </a:lnTo>
                  <a:lnTo>
                    <a:pt x="1125856" y="1868403"/>
                  </a:lnTo>
                  <a:lnTo>
                    <a:pt x="1090673" y="1845884"/>
                  </a:lnTo>
                  <a:lnTo>
                    <a:pt x="1055490" y="1824183"/>
                  </a:lnTo>
                  <a:lnTo>
                    <a:pt x="1020307" y="1804183"/>
                  </a:lnTo>
                  <a:lnTo>
                    <a:pt x="985124" y="1780728"/>
                  </a:lnTo>
                  <a:lnTo>
                    <a:pt x="949941" y="1760072"/>
                  </a:lnTo>
                  <a:lnTo>
                    <a:pt x="914758" y="1738111"/>
                  </a:lnTo>
                  <a:lnTo>
                    <a:pt x="879575" y="1718434"/>
                  </a:lnTo>
                  <a:lnTo>
                    <a:pt x="844392" y="1693546"/>
                  </a:lnTo>
                  <a:lnTo>
                    <a:pt x="809209" y="1670319"/>
                  </a:lnTo>
                  <a:lnTo>
                    <a:pt x="774026" y="1647083"/>
                  </a:lnTo>
                  <a:lnTo>
                    <a:pt x="738843" y="1621429"/>
                  </a:lnTo>
                  <a:lnTo>
                    <a:pt x="703660" y="1600728"/>
                  </a:lnTo>
                  <a:lnTo>
                    <a:pt x="668477" y="1580200"/>
                  </a:lnTo>
                  <a:lnTo>
                    <a:pt x="633294" y="1560805"/>
                  </a:lnTo>
                  <a:lnTo>
                    <a:pt x="598111" y="1545449"/>
                  </a:lnTo>
                  <a:lnTo>
                    <a:pt x="562928" y="1529289"/>
                  </a:lnTo>
                  <a:lnTo>
                    <a:pt x="527745" y="1508854"/>
                  </a:lnTo>
                  <a:lnTo>
                    <a:pt x="492562" y="1496755"/>
                  </a:lnTo>
                  <a:lnTo>
                    <a:pt x="457379" y="1488385"/>
                  </a:lnTo>
                  <a:lnTo>
                    <a:pt x="422196" y="1476042"/>
                  </a:lnTo>
                  <a:lnTo>
                    <a:pt x="387013" y="1466599"/>
                  </a:lnTo>
                  <a:lnTo>
                    <a:pt x="351830" y="1457071"/>
                  </a:lnTo>
                  <a:lnTo>
                    <a:pt x="316647" y="1446746"/>
                  </a:lnTo>
                  <a:lnTo>
                    <a:pt x="281464" y="1433271"/>
                  </a:lnTo>
                  <a:lnTo>
                    <a:pt x="246281" y="1423054"/>
                  </a:lnTo>
                  <a:lnTo>
                    <a:pt x="211098" y="1415559"/>
                  </a:lnTo>
                  <a:lnTo>
                    <a:pt x="175915" y="1407658"/>
                  </a:lnTo>
                  <a:lnTo>
                    <a:pt x="140732" y="1401335"/>
                  </a:lnTo>
                  <a:lnTo>
                    <a:pt x="105549" y="1398298"/>
                  </a:lnTo>
                  <a:lnTo>
                    <a:pt x="70366" y="1391244"/>
                  </a:lnTo>
                  <a:lnTo>
                    <a:pt x="35183" y="1384618"/>
                  </a:lnTo>
                  <a:lnTo>
                    <a:pt x="0" y="1378821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615375" y="3073769"/>
              <a:ext cx="2427627" cy="621895"/>
            </a:xfrm>
            <a:custGeom>
              <a:avLst/>
              <a:pathLst>
                <a:path w="2427627" h="621895">
                  <a:moveTo>
                    <a:pt x="0" y="0"/>
                  </a:moveTo>
                  <a:lnTo>
                    <a:pt x="35183" y="43788"/>
                  </a:lnTo>
                  <a:lnTo>
                    <a:pt x="70366" y="74115"/>
                  </a:lnTo>
                  <a:lnTo>
                    <a:pt x="105549" y="106514"/>
                  </a:lnTo>
                  <a:lnTo>
                    <a:pt x="140732" y="139394"/>
                  </a:lnTo>
                  <a:lnTo>
                    <a:pt x="175915" y="171491"/>
                  </a:lnTo>
                  <a:lnTo>
                    <a:pt x="211098" y="201438"/>
                  </a:lnTo>
                  <a:lnTo>
                    <a:pt x="246281" y="232423"/>
                  </a:lnTo>
                  <a:lnTo>
                    <a:pt x="281464" y="256438"/>
                  </a:lnTo>
                  <a:lnTo>
                    <a:pt x="316647" y="291524"/>
                  </a:lnTo>
                  <a:lnTo>
                    <a:pt x="351830" y="323533"/>
                  </a:lnTo>
                  <a:lnTo>
                    <a:pt x="387013" y="346427"/>
                  </a:lnTo>
                  <a:lnTo>
                    <a:pt x="422196" y="369334"/>
                  </a:lnTo>
                  <a:lnTo>
                    <a:pt x="457379" y="385312"/>
                  </a:lnTo>
                  <a:lnTo>
                    <a:pt x="492562" y="401283"/>
                  </a:lnTo>
                  <a:lnTo>
                    <a:pt x="527745" y="421102"/>
                  </a:lnTo>
                  <a:lnTo>
                    <a:pt x="562928" y="440744"/>
                  </a:lnTo>
                  <a:lnTo>
                    <a:pt x="598111" y="462539"/>
                  </a:lnTo>
                  <a:lnTo>
                    <a:pt x="633294" y="487428"/>
                  </a:lnTo>
                  <a:lnTo>
                    <a:pt x="668477" y="512308"/>
                  </a:lnTo>
                  <a:lnTo>
                    <a:pt x="703660" y="532637"/>
                  </a:lnTo>
                  <a:lnTo>
                    <a:pt x="738843" y="546436"/>
                  </a:lnTo>
                  <a:lnTo>
                    <a:pt x="774026" y="554094"/>
                  </a:lnTo>
                  <a:lnTo>
                    <a:pt x="809209" y="560486"/>
                  </a:lnTo>
                  <a:lnTo>
                    <a:pt x="844392" y="568792"/>
                  </a:lnTo>
                  <a:lnTo>
                    <a:pt x="879575" y="576323"/>
                  </a:lnTo>
                  <a:lnTo>
                    <a:pt x="914758" y="583774"/>
                  </a:lnTo>
                  <a:lnTo>
                    <a:pt x="949941" y="593100"/>
                  </a:lnTo>
                  <a:lnTo>
                    <a:pt x="985124" y="592755"/>
                  </a:lnTo>
                  <a:lnTo>
                    <a:pt x="1020307" y="591338"/>
                  </a:lnTo>
                  <a:lnTo>
                    <a:pt x="1055490" y="602348"/>
                  </a:lnTo>
                  <a:lnTo>
                    <a:pt x="1090673" y="602125"/>
                  </a:lnTo>
                  <a:lnTo>
                    <a:pt x="1125856" y="616476"/>
                  </a:lnTo>
                  <a:lnTo>
                    <a:pt x="1161039" y="621782"/>
                  </a:lnTo>
                  <a:lnTo>
                    <a:pt x="1196222" y="621895"/>
                  </a:lnTo>
                  <a:lnTo>
                    <a:pt x="1231405" y="618811"/>
                  </a:lnTo>
                  <a:lnTo>
                    <a:pt x="1266588" y="614693"/>
                  </a:lnTo>
                  <a:lnTo>
                    <a:pt x="1301771" y="615174"/>
                  </a:lnTo>
                  <a:lnTo>
                    <a:pt x="1336954" y="606877"/>
                  </a:lnTo>
                  <a:lnTo>
                    <a:pt x="1372137" y="605918"/>
                  </a:lnTo>
                  <a:lnTo>
                    <a:pt x="1407320" y="600407"/>
                  </a:lnTo>
                  <a:lnTo>
                    <a:pt x="1442503" y="595086"/>
                  </a:lnTo>
                  <a:lnTo>
                    <a:pt x="1477686" y="589280"/>
                  </a:lnTo>
                  <a:lnTo>
                    <a:pt x="1512869" y="588984"/>
                  </a:lnTo>
                  <a:lnTo>
                    <a:pt x="1548052" y="583121"/>
                  </a:lnTo>
                  <a:lnTo>
                    <a:pt x="1583235" y="574396"/>
                  </a:lnTo>
                  <a:lnTo>
                    <a:pt x="1618418" y="569978"/>
                  </a:lnTo>
                  <a:lnTo>
                    <a:pt x="1653601" y="565645"/>
                  </a:lnTo>
                  <a:lnTo>
                    <a:pt x="1688784" y="566258"/>
                  </a:lnTo>
                  <a:lnTo>
                    <a:pt x="1723967" y="563376"/>
                  </a:lnTo>
                  <a:lnTo>
                    <a:pt x="1759150" y="559361"/>
                  </a:lnTo>
                  <a:lnTo>
                    <a:pt x="1794333" y="555328"/>
                  </a:lnTo>
                  <a:lnTo>
                    <a:pt x="1829516" y="551392"/>
                  </a:lnTo>
                  <a:lnTo>
                    <a:pt x="1864699" y="553969"/>
                  </a:lnTo>
                  <a:lnTo>
                    <a:pt x="1899882" y="551976"/>
                  </a:lnTo>
                  <a:lnTo>
                    <a:pt x="1935065" y="549983"/>
                  </a:lnTo>
                  <a:lnTo>
                    <a:pt x="1970248" y="540902"/>
                  </a:lnTo>
                  <a:lnTo>
                    <a:pt x="2005431" y="531357"/>
                  </a:lnTo>
                  <a:lnTo>
                    <a:pt x="2040614" y="518724"/>
                  </a:lnTo>
                  <a:lnTo>
                    <a:pt x="2075797" y="508707"/>
                  </a:lnTo>
                  <a:lnTo>
                    <a:pt x="2110980" y="498459"/>
                  </a:lnTo>
                  <a:lnTo>
                    <a:pt x="2146163" y="485834"/>
                  </a:lnTo>
                  <a:lnTo>
                    <a:pt x="2181346" y="485072"/>
                  </a:lnTo>
                  <a:lnTo>
                    <a:pt x="2216529" y="482161"/>
                  </a:lnTo>
                  <a:lnTo>
                    <a:pt x="2251712" y="465238"/>
                  </a:lnTo>
                  <a:lnTo>
                    <a:pt x="2286895" y="458478"/>
                  </a:lnTo>
                  <a:lnTo>
                    <a:pt x="2322078" y="452845"/>
                  </a:lnTo>
                  <a:lnTo>
                    <a:pt x="2357261" y="448237"/>
                  </a:lnTo>
                  <a:lnTo>
                    <a:pt x="2392444" y="443623"/>
                  </a:lnTo>
                  <a:lnTo>
                    <a:pt x="2427627" y="4362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615375" y="4452590"/>
              <a:ext cx="2427627" cy="1227675"/>
            </a:xfrm>
            <a:custGeom>
              <a:avLst/>
              <a:pathLst>
                <a:path w="2427627" h="1227675">
                  <a:moveTo>
                    <a:pt x="2427627" y="1227675"/>
                  </a:moveTo>
                  <a:lnTo>
                    <a:pt x="2392444" y="1209163"/>
                  </a:lnTo>
                  <a:lnTo>
                    <a:pt x="2357261" y="1195223"/>
                  </a:lnTo>
                  <a:lnTo>
                    <a:pt x="2322078" y="1179422"/>
                  </a:lnTo>
                  <a:lnTo>
                    <a:pt x="2286895" y="1162194"/>
                  </a:lnTo>
                  <a:lnTo>
                    <a:pt x="2251712" y="1142520"/>
                  </a:lnTo>
                  <a:lnTo>
                    <a:pt x="2216529" y="1122736"/>
                  </a:lnTo>
                  <a:lnTo>
                    <a:pt x="2181346" y="1106152"/>
                  </a:lnTo>
                  <a:lnTo>
                    <a:pt x="2146163" y="1089361"/>
                  </a:lnTo>
                  <a:lnTo>
                    <a:pt x="2110980" y="1072359"/>
                  </a:lnTo>
                  <a:lnTo>
                    <a:pt x="2075797" y="1053645"/>
                  </a:lnTo>
                  <a:lnTo>
                    <a:pt x="2040614" y="1036582"/>
                  </a:lnTo>
                  <a:lnTo>
                    <a:pt x="2005431" y="1014606"/>
                  </a:lnTo>
                  <a:lnTo>
                    <a:pt x="1970248" y="996390"/>
                  </a:lnTo>
                  <a:lnTo>
                    <a:pt x="1935065" y="974718"/>
                  </a:lnTo>
                  <a:lnTo>
                    <a:pt x="1899882" y="957026"/>
                  </a:lnTo>
                  <a:lnTo>
                    <a:pt x="1864699" y="936899"/>
                  </a:lnTo>
                  <a:lnTo>
                    <a:pt x="1829516" y="916421"/>
                  </a:lnTo>
                  <a:lnTo>
                    <a:pt x="1794333" y="895624"/>
                  </a:lnTo>
                  <a:lnTo>
                    <a:pt x="1759150" y="875259"/>
                  </a:lnTo>
                  <a:lnTo>
                    <a:pt x="1723967" y="854400"/>
                  </a:lnTo>
                  <a:lnTo>
                    <a:pt x="1688784" y="834574"/>
                  </a:lnTo>
                  <a:lnTo>
                    <a:pt x="1653601" y="813015"/>
                  </a:lnTo>
                  <a:lnTo>
                    <a:pt x="1618418" y="790988"/>
                  </a:lnTo>
                  <a:lnTo>
                    <a:pt x="1583235" y="765264"/>
                  </a:lnTo>
                  <a:lnTo>
                    <a:pt x="1548052" y="742289"/>
                  </a:lnTo>
                  <a:lnTo>
                    <a:pt x="1512869" y="721641"/>
                  </a:lnTo>
                  <a:lnTo>
                    <a:pt x="1477686" y="698521"/>
                  </a:lnTo>
                  <a:lnTo>
                    <a:pt x="1442503" y="677107"/>
                  </a:lnTo>
                  <a:lnTo>
                    <a:pt x="1407320" y="657284"/>
                  </a:lnTo>
                  <a:lnTo>
                    <a:pt x="1372137" y="637759"/>
                  </a:lnTo>
                  <a:lnTo>
                    <a:pt x="1336954" y="617145"/>
                  </a:lnTo>
                  <a:lnTo>
                    <a:pt x="1301771" y="598065"/>
                  </a:lnTo>
                  <a:lnTo>
                    <a:pt x="1266588" y="578040"/>
                  </a:lnTo>
                  <a:lnTo>
                    <a:pt x="1231405" y="553082"/>
                  </a:lnTo>
                  <a:lnTo>
                    <a:pt x="1196222" y="537092"/>
                  </a:lnTo>
                  <a:lnTo>
                    <a:pt x="1161039" y="514057"/>
                  </a:lnTo>
                  <a:lnTo>
                    <a:pt x="1125856" y="489582"/>
                  </a:lnTo>
                  <a:lnTo>
                    <a:pt x="1090673" y="467062"/>
                  </a:lnTo>
                  <a:lnTo>
                    <a:pt x="1055490" y="445361"/>
                  </a:lnTo>
                  <a:lnTo>
                    <a:pt x="1020307" y="425361"/>
                  </a:lnTo>
                  <a:lnTo>
                    <a:pt x="985124" y="401907"/>
                  </a:lnTo>
                  <a:lnTo>
                    <a:pt x="949941" y="381251"/>
                  </a:lnTo>
                  <a:lnTo>
                    <a:pt x="914758" y="359290"/>
                  </a:lnTo>
                  <a:lnTo>
                    <a:pt x="879575" y="339613"/>
                  </a:lnTo>
                  <a:lnTo>
                    <a:pt x="844392" y="314724"/>
                  </a:lnTo>
                  <a:lnTo>
                    <a:pt x="809209" y="291497"/>
                  </a:lnTo>
                  <a:lnTo>
                    <a:pt x="774026" y="268262"/>
                  </a:lnTo>
                  <a:lnTo>
                    <a:pt x="738843" y="242607"/>
                  </a:lnTo>
                  <a:lnTo>
                    <a:pt x="703660" y="221906"/>
                  </a:lnTo>
                  <a:lnTo>
                    <a:pt x="668477" y="201378"/>
                  </a:lnTo>
                  <a:lnTo>
                    <a:pt x="633294" y="181983"/>
                  </a:lnTo>
                  <a:lnTo>
                    <a:pt x="598111" y="166627"/>
                  </a:lnTo>
                  <a:lnTo>
                    <a:pt x="562928" y="150468"/>
                  </a:lnTo>
                  <a:lnTo>
                    <a:pt x="527745" y="130033"/>
                  </a:lnTo>
                  <a:lnTo>
                    <a:pt x="492562" y="117933"/>
                  </a:lnTo>
                  <a:lnTo>
                    <a:pt x="457379" y="109563"/>
                  </a:lnTo>
                  <a:lnTo>
                    <a:pt x="422196" y="97220"/>
                  </a:lnTo>
                  <a:lnTo>
                    <a:pt x="387013" y="87777"/>
                  </a:lnTo>
                  <a:lnTo>
                    <a:pt x="351830" y="78249"/>
                  </a:lnTo>
                  <a:lnTo>
                    <a:pt x="316647" y="67925"/>
                  </a:lnTo>
                  <a:lnTo>
                    <a:pt x="281464" y="54450"/>
                  </a:lnTo>
                  <a:lnTo>
                    <a:pt x="246281" y="44232"/>
                  </a:lnTo>
                  <a:lnTo>
                    <a:pt x="211098" y="36737"/>
                  </a:lnTo>
                  <a:lnTo>
                    <a:pt x="175915" y="28836"/>
                  </a:lnTo>
                  <a:lnTo>
                    <a:pt x="140732" y="22514"/>
                  </a:lnTo>
                  <a:lnTo>
                    <a:pt x="105549" y="19477"/>
                  </a:lnTo>
                  <a:lnTo>
                    <a:pt x="70366" y="12422"/>
                  </a:lnTo>
                  <a:lnTo>
                    <a:pt x="35183" y="579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39460" y="3307988"/>
              <a:ext cx="3518300" cy="225330"/>
            </a:xfrm>
            <a:custGeom>
              <a:avLst/>
              <a:pathLst>
                <a:path w="3518300" h="225330">
                  <a:moveTo>
                    <a:pt x="0" y="225330"/>
                  </a:moveTo>
                  <a:lnTo>
                    <a:pt x="35183" y="223149"/>
                  </a:lnTo>
                  <a:lnTo>
                    <a:pt x="70366" y="220965"/>
                  </a:lnTo>
                  <a:lnTo>
                    <a:pt x="105549" y="218781"/>
                  </a:lnTo>
                  <a:lnTo>
                    <a:pt x="140732" y="216595"/>
                  </a:lnTo>
                  <a:lnTo>
                    <a:pt x="175915" y="214407"/>
                  </a:lnTo>
                  <a:lnTo>
                    <a:pt x="211098" y="212218"/>
                  </a:lnTo>
                  <a:lnTo>
                    <a:pt x="246281" y="210028"/>
                  </a:lnTo>
                  <a:lnTo>
                    <a:pt x="281464" y="207836"/>
                  </a:lnTo>
                  <a:lnTo>
                    <a:pt x="316647" y="205643"/>
                  </a:lnTo>
                  <a:lnTo>
                    <a:pt x="351830" y="203449"/>
                  </a:lnTo>
                  <a:lnTo>
                    <a:pt x="387013" y="201253"/>
                  </a:lnTo>
                  <a:lnTo>
                    <a:pt x="422196" y="199055"/>
                  </a:lnTo>
                  <a:lnTo>
                    <a:pt x="457379" y="196857"/>
                  </a:lnTo>
                  <a:lnTo>
                    <a:pt x="492562" y="194656"/>
                  </a:lnTo>
                  <a:lnTo>
                    <a:pt x="527745" y="192455"/>
                  </a:lnTo>
                  <a:lnTo>
                    <a:pt x="562928" y="190252"/>
                  </a:lnTo>
                  <a:lnTo>
                    <a:pt x="598111" y="188047"/>
                  </a:lnTo>
                  <a:lnTo>
                    <a:pt x="633294" y="185841"/>
                  </a:lnTo>
                  <a:lnTo>
                    <a:pt x="668477" y="183634"/>
                  </a:lnTo>
                  <a:lnTo>
                    <a:pt x="703660" y="181425"/>
                  </a:lnTo>
                  <a:lnTo>
                    <a:pt x="738843" y="179215"/>
                  </a:lnTo>
                  <a:lnTo>
                    <a:pt x="774026" y="177003"/>
                  </a:lnTo>
                  <a:lnTo>
                    <a:pt x="809209" y="174790"/>
                  </a:lnTo>
                  <a:lnTo>
                    <a:pt x="844392" y="172575"/>
                  </a:lnTo>
                  <a:lnTo>
                    <a:pt x="879575" y="170359"/>
                  </a:lnTo>
                  <a:lnTo>
                    <a:pt x="914758" y="168142"/>
                  </a:lnTo>
                  <a:lnTo>
                    <a:pt x="949941" y="165923"/>
                  </a:lnTo>
                  <a:lnTo>
                    <a:pt x="985124" y="163703"/>
                  </a:lnTo>
                  <a:lnTo>
                    <a:pt x="1020307" y="161481"/>
                  </a:lnTo>
                  <a:lnTo>
                    <a:pt x="1055490" y="159258"/>
                  </a:lnTo>
                  <a:lnTo>
                    <a:pt x="1090673" y="157033"/>
                  </a:lnTo>
                  <a:lnTo>
                    <a:pt x="1125856" y="154807"/>
                  </a:lnTo>
                  <a:lnTo>
                    <a:pt x="1161039" y="152579"/>
                  </a:lnTo>
                  <a:lnTo>
                    <a:pt x="1196222" y="150351"/>
                  </a:lnTo>
                  <a:lnTo>
                    <a:pt x="1231405" y="148120"/>
                  </a:lnTo>
                  <a:lnTo>
                    <a:pt x="1266588" y="145888"/>
                  </a:lnTo>
                  <a:lnTo>
                    <a:pt x="1301771" y="143655"/>
                  </a:lnTo>
                  <a:lnTo>
                    <a:pt x="1336954" y="141420"/>
                  </a:lnTo>
                  <a:lnTo>
                    <a:pt x="1372137" y="139184"/>
                  </a:lnTo>
                  <a:lnTo>
                    <a:pt x="1407320" y="136946"/>
                  </a:lnTo>
                  <a:lnTo>
                    <a:pt x="1442503" y="134707"/>
                  </a:lnTo>
                  <a:lnTo>
                    <a:pt x="1477686" y="132467"/>
                  </a:lnTo>
                  <a:lnTo>
                    <a:pt x="1512869" y="130225"/>
                  </a:lnTo>
                  <a:lnTo>
                    <a:pt x="1548052" y="127981"/>
                  </a:lnTo>
                  <a:lnTo>
                    <a:pt x="1583235" y="125736"/>
                  </a:lnTo>
                  <a:lnTo>
                    <a:pt x="1618418" y="123490"/>
                  </a:lnTo>
                  <a:lnTo>
                    <a:pt x="1653601" y="121242"/>
                  </a:lnTo>
                  <a:lnTo>
                    <a:pt x="1688784" y="118993"/>
                  </a:lnTo>
                  <a:lnTo>
                    <a:pt x="1723967" y="116742"/>
                  </a:lnTo>
                  <a:lnTo>
                    <a:pt x="1759150" y="114490"/>
                  </a:lnTo>
                  <a:lnTo>
                    <a:pt x="1794333" y="112236"/>
                  </a:lnTo>
                  <a:lnTo>
                    <a:pt x="1829516" y="109981"/>
                  </a:lnTo>
                  <a:lnTo>
                    <a:pt x="1864699" y="107725"/>
                  </a:lnTo>
                  <a:lnTo>
                    <a:pt x="1899882" y="105467"/>
                  </a:lnTo>
                  <a:lnTo>
                    <a:pt x="1935065" y="103207"/>
                  </a:lnTo>
                  <a:lnTo>
                    <a:pt x="1970248" y="100946"/>
                  </a:lnTo>
                  <a:lnTo>
                    <a:pt x="2005431" y="98684"/>
                  </a:lnTo>
                  <a:lnTo>
                    <a:pt x="2040614" y="96420"/>
                  </a:lnTo>
                  <a:lnTo>
                    <a:pt x="2075797" y="94155"/>
                  </a:lnTo>
                  <a:lnTo>
                    <a:pt x="2110980" y="91888"/>
                  </a:lnTo>
                  <a:lnTo>
                    <a:pt x="2146163" y="89620"/>
                  </a:lnTo>
                  <a:lnTo>
                    <a:pt x="2181346" y="87350"/>
                  </a:lnTo>
                  <a:lnTo>
                    <a:pt x="2216529" y="85079"/>
                  </a:lnTo>
                  <a:lnTo>
                    <a:pt x="2251712" y="82806"/>
                  </a:lnTo>
                  <a:lnTo>
                    <a:pt x="2286895" y="80532"/>
                  </a:lnTo>
                  <a:lnTo>
                    <a:pt x="2322078" y="78256"/>
                  </a:lnTo>
                  <a:lnTo>
                    <a:pt x="2357261" y="75979"/>
                  </a:lnTo>
                  <a:lnTo>
                    <a:pt x="2392444" y="73700"/>
                  </a:lnTo>
                  <a:lnTo>
                    <a:pt x="2427627" y="71420"/>
                  </a:lnTo>
                  <a:lnTo>
                    <a:pt x="2462810" y="69139"/>
                  </a:lnTo>
                  <a:lnTo>
                    <a:pt x="2497993" y="66856"/>
                  </a:lnTo>
                  <a:lnTo>
                    <a:pt x="2533176" y="64571"/>
                  </a:lnTo>
                  <a:lnTo>
                    <a:pt x="2568359" y="62285"/>
                  </a:lnTo>
                  <a:lnTo>
                    <a:pt x="2603542" y="59997"/>
                  </a:lnTo>
                  <a:lnTo>
                    <a:pt x="2638725" y="57709"/>
                  </a:lnTo>
                  <a:lnTo>
                    <a:pt x="2673908" y="55418"/>
                  </a:lnTo>
                  <a:lnTo>
                    <a:pt x="2709091" y="53126"/>
                  </a:lnTo>
                  <a:lnTo>
                    <a:pt x="2744274" y="50833"/>
                  </a:lnTo>
                  <a:lnTo>
                    <a:pt x="2779457" y="48538"/>
                  </a:lnTo>
                  <a:lnTo>
                    <a:pt x="2814640" y="46241"/>
                  </a:lnTo>
                  <a:lnTo>
                    <a:pt x="2849823" y="43943"/>
                  </a:lnTo>
                  <a:lnTo>
                    <a:pt x="2885006" y="41644"/>
                  </a:lnTo>
                  <a:lnTo>
                    <a:pt x="2920189" y="39343"/>
                  </a:lnTo>
                  <a:lnTo>
                    <a:pt x="2955372" y="37041"/>
                  </a:lnTo>
                  <a:lnTo>
                    <a:pt x="2990555" y="34737"/>
                  </a:lnTo>
                  <a:lnTo>
                    <a:pt x="3025738" y="32432"/>
                  </a:lnTo>
                  <a:lnTo>
                    <a:pt x="3060921" y="30125"/>
                  </a:lnTo>
                  <a:lnTo>
                    <a:pt x="3096104" y="27817"/>
                  </a:lnTo>
                  <a:lnTo>
                    <a:pt x="3131287" y="25507"/>
                  </a:lnTo>
                  <a:lnTo>
                    <a:pt x="3166470" y="23195"/>
                  </a:lnTo>
                  <a:lnTo>
                    <a:pt x="3201653" y="20883"/>
                  </a:lnTo>
                  <a:lnTo>
                    <a:pt x="3236836" y="18568"/>
                  </a:lnTo>
                  <a:lnTo>
                    <a:pt x="3272019" y="16252"/>
                  </a:lnTo>
                  <a:lnTo>
                    <a:pt x="3307202" y="13935"/>
                  </a:lnTo>
                  <a:lnTo>
                    <a:pt x="3342385" y="11616"/>
                  </a:lnTo>
                  <a:lnTo>
                    <a:pt x="3377568" y="9296"/>
                  </a:lnTo>
                  <a:lnTo>
                    <a:pt x="3412751" y="6974"/>
                  </a:lnTo>
                  <a:lnTo>
                    <a:pt x="3447934" y="4651"/>
                  </a:lnTo>
                  <a:lnTo>
                    <a:pt x="3483117" y="2326"/>
                  </a:lnTo>
                  <a:lnTo>
                    <a:pt x="3518300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263545" y="2865256"/>
              <a:ext cx="3483117" cy="920639"/>
            </a:xfrm>
            <a:custGeom>
              <a:avLst/>
              <a:pathLst>
                <a:path w="3483117" h="920639">
                  <a:moveTo>
                    <a:pt x="0" y="920639"/>
                  </a:moveTo>
                  <a:lnTo>
                    <a:pt x="35183" y="912056"/>
                  </a:lnTo>
                  <a:lnTo>
                    <a:pt x="70366" y="904924"/>
                  </a:lnTo>
                  <a:lnTo>
                    <a:pt x="105549" y="896446"/>
                  </a:lnTo>
                  <a:lnTo>
                    <a:pt x="140732" y="887572"/>
                  </a:lnTo>
                  <a:lnTo>
                    <a:pt x="175915" y="879725"/>
                  </a:lnTo>
                  <a:lnTo>
                    <a:pt x="211098" y="869566"/>
                  </a:lnTo>
                  <a:lnTo>
                    <a:pt x="246281" y="862444"/>
                  </a:lnTo>
                  <a:lnTo>
                    <a:pt x="281464" y="852605"/>
                  </a:lnTo>
                  <a:lnTo>
                    <a:pt x="316647" y="844726"/>
                  </a:lnTo>
                  <a:lnTo>
                    <a:pt x="351830" y="835388"/>
                  </a:lnTo>
                  <a:lnTo>
                    <a:pt x="387013" y="827183"/>
                  </a:lnTo>
                  <a:lnTo>
                    <a:pt x="422196" y="819397"/>
                  </a:lnTo>
                  <a:lnTo>
                    <a:pt x="457379" y="811379"/>
                  </a:lnTo>
                  <a:lnTo>
                    <a:pt x="492562" y="804557"/>
                  </a:lnTo>
                  <a:lnTo>
                    <a:pt x="527745" y="796459"/>
                  </a:lnTo>
                  <a:lnTo>
                    <a:pt x="562928" y="788231"/>
                  </a:lnTo>
                  <a:lnTo>
                    <a:pt x="598111" y="780486"/>
                  </a:lnTo>
                  <a:lnTo>
                    <a:pt x="633294" y="771763"/>
                  </a:lnTo>
                  <a:lnTo>
                    <a:pt x="668477" y="762798"/>
                  </a:lnTo>
                  <a:lnTo>
                    <a:pt x="703660" y="756730"/>
                  </a:lnTo>
                  <a:lnTo>
                    <a:pt x="738843" y="746651"/>
                  </a:lnTo>
                  <a:lnTo>
                    <a:pt x="774026" y="738827"/>
                  </a:lnTo>
                  <a:lnTo>
                    <a:pt x="809209" y="730969"/>
                  </a:lnTo>
                  <a:lnTo>
                    <a:pt x="844392" y="722286"/>
                  </a:lnTo>
                  <a:lnTo>
                    <a:pt x="879575" y="714653"/>
                  </a:lnTo>
                  <a:lnTo>
                    <a:pt x="914758" y="706210"/>
                  </a:lnTo>
                  <a:lnTo>
                    <a:pt x="949941" y="696531"/>
                  </a:lnTo>
                  <a:lnTo>
                    <a:pt x="985124" y="689036"/>
                  </a:lnTo>
                  <a:lnTo>
                    <a:pt x="1020307" y="679296"/>
                  </a:lnTo>
                  <a:lnTo>
                    <a:pt x="1055490" y="669211"/>
                  </a:lnTo>
                  <a:lnTo>
                    <a:pt x="1090673" y="659706"/>
                  </a:lnTo>
                  <a:lnTo>
                    <a:pt x="1125856" y="650898"/>
                  </a:lnTo>
                  <a:lnTo>
                    <a:pt x="1161039" y="641814"/>
                  </a:lnTo>
                  <a:lnTo>
                    <a:pt x="1196222" y="632695"/>
                  </a:lnTo>
                  <a:lnTo>
                    <a:pt x="1231405" y="624024"/>
                  </a:lnTo>
                  <a:lnTo>
                    <a:pt x="1266588" y="614411"/>
                  </a:lnTo>
                  <a:lnTo>
                    <a:pt x="1301771" y="605250"/>
                  </a:lnTo>
                  <a:lnTo>
                    <a:pt x="1336954" y="596321"/>
                  </a:lnTo>
                  <a:lnTo>
                    <a:pt x="1372137" y="585608"/>
                  </a:lnTo>
                  <a:lnTo>
                    <a:pt x="1407320" y="577214"/>
                  </a:lnTo>
                  <a:lnTo>
                    <a:pt x="1442503" y="569127"/>
                  </a:lnTo>
                  <a:lnTo>
                    <a:pt x="1477686" y="559487"/>
                  </a:lnTo>
                  <a:lnTo>
                    <a:pt x="1512869" y="552472"/>
                  </a:lnTo>
                  <a:lnTo>
                    <a:pt x="1548052" y="543099"/>
                  </a:lnTo>
                  <a:lnTo>
                    <a:pt x="1583235" y="533437"/>
                  </a:lnTo>
                  <a:lnTo>
                    <a:pt x="1618418" y="523530"/>
                  </a:lnTo>
                  <a:lnTo>
                    <a:pt x="1653601" y="514466"/>
                  </a:lnTo>
                  <a:lnTo>
                    <a:pt x="1688784" y="505773"/>
                  </a:lnTo>
                  <a:lnTo>
                    <a:pt x="1723967" y="497655"/>
                  </a:lnTo>
                  <a:lnTo>
                    <a:pt x="1759150" y="486542"/>
                  </a:lnTo>
                  <a:lnTo>
                    <a:pt x="1794333" y="474317"/>
                  </a:lnTo>
                  <a:lnTo>
                    <a:pt x="1829516" y="463530"/>
                  </a:lnTo>
                  <a:lnTo>
                    <a:pt x="1864699" y="454470"/>
                  </a:lnTo>
                  <a:lnTo>
                    <a:pt x="1899882" y="444496"/>
                  </a:lnTo>
                  <a:lnTo>
                    <a:pt x="1935065" y="436153"/>
                  </a:lnTo>
                  <a:lnTo>
                    <a:pt x="1970248" y="426912"/>
                  </a:lnTo>
                  <a:lnTo>
                    <a:pt x="2005431" y="416920"/>
                  </a:lnTo>
                  <a:lnTo>
                    <a:pt x="2040614" y="407864"/>
                  </a:lnTo>
                  <a:lnTo>
                    <a:pt x="2075797" y="397944"/>
                  </a:lnTo>
                  <a:lnTo>
                    <a:pt x="2110980" y="388664"/>
                  </a:lnTo>
                  <a:lnTo>
                    <a:pt x="2146163" y="376964"/>
                  </a:lnTo>
                  <a:lnTo>
                    <a:pt x="2181346" y="363819"/>
                  </a:lnTo>
                  <a:lnTo>
                    <a:pt x="2216529" y="354188"/>
                  </a:lnTo>
                  <a:lnTo>
                    <a:pt x="2251712" y="344877"/>
                  </a:lnTo>
                  <a:lnTo>
                    <a:pt x="2286895" y="334257"/>
                  </a:lnTo>
                  <a:lnTo>
                    <a:pt x="2322078" y="325806"/>
                  </a:lnTo>
                  <a:lnTo>
                    <a:pt x="2357261" y="315009"/>
                  </a:lnTo>
                  <a:lnTo>
                    <a:pt x="2392444" y="306138"/>
                  </a:lnTo>
                  <a:lnTo>
                    <a:pt x="2427627" y="295954"/>
                  </a:lnTo>
                  <a:lnTo>
                    <a:pt x="2462810" y="289353"/>
                  </a:lnTo>
                  <a:lnTo>
                    <a:pt x="2497993" y="279037"/>
                  </a:lnTo>
                  <a:lnTo>
                    <a:pt x="2533176" y="269217"/>
                  </a:lnTo>
                  <a:lnTo>
                    <a:pt x="2568359" y="258913"/>
                  </a:lnTo>
                  <a:lnTo>
                    <a:pt x="2603542" y="250323"/>
                  </a:lnTo>
                  <a:lnTo>
                    <a:pt x="2638725" y="239164"/>
                  </a:lnTo>
                  <a:lnTo>
                    <a:pt x="2673908" y="229815"/>
                  </a:lnTo>
                  <a:lnTo>
                    <a:pt x="2709091" y="219555"/>
                  </a:lnTo>
                  <a:lnTo>
                    <a:pt x="2744274" y="208754"/>
                  </a:lnTo>
                  <a:lnTo>
                    <a:pt x="2779457" y="199250"/>
                  </a:lnTo>
                  <a:lnTo>
                    <a:pt x="2814640" y="189788"/>
                  </a:lnTo>
                  <a:lnTo>
                    <a:pt x="2849823" y="179275"/>
                  </a:lnTo>
                  <a:lnTo>
                    <a:pt x="2885006" y="170965"/>
                  </a:lnTo>
                  <a:lnTo>
                    <a:pt x="2920189" y="161690"/>
                  </a:lnTo>
                  <a:lnTo>
                    <a:pt x="2955372" y="152084"/>
                  </a:lnTo>
                  <a:lnTo>
                    <a:pt x="2990555" y="141476"/>
                  </a:lnTo>
                  <a:lnTo>
                    <a:pt x="3025738" y="130984"/>
                  </a:lnTo>
                  <a:lnTo>
                    <a:pt x="3060921" y="120080"/>
                  </a:lnTo>
                  <a:lnTo>
                    <a:pt x="3096104" y="108523"/>
                  </a:lnTo>
                  <a:lnTo>
                    <a:pt x="3131287" y="99103"/>
                  </a:lnTo>
                  <a:lnTo>
                    <a:pt x="3166470" y="90527"/>
                  </a:lnTo>
                  <a:lnTo>
                    <a:pt x="3201653" y="81793"/>
                  </a:lnTo>
                  <a:lnTo>
                    <a:pt x="3236836" y="72234"/>
                  </a:lnTo>
                  <a:lnTo>
                    <a:pt x="3272019" y="60624"/>
                  </a:lnTo>
                  <a:lnTo>
                    <a:pt x="3307202" y="49892"/>
                  </a:lnTo>
                  <a:lnTo>
                    <a:pt x="3342385" y="40736"/>
                  </a:lnTo>
                  <a:lnTo>
                    <a:pt x="3377568" y="32412"/>
                  </a:lnTo>
                  <a:lnTo>
                    <a:pt x="3412751" y="22488"/>
                  </a:lnTo>
                  <a:lnTo>
                    <a:pt x="3447934" y="9707"/>
                  </a:lnTo>
                  <a:lnTo>
                    <a:pt x="3483117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545009" y="3002359"/>
              <a:ext cx="5171901" cy="1410512"/>
            </a:xfrm>
            <a:custGeom>
              <a:avLst/>
              <a:pathLst>
                <a:path w="5171901" h="1410512">
                  <a:moveTo>
                    <a:pt x="0" y="1410512"/>
                  </a:moveTo>
                  <a:lnTo>
                    <a:pt x="35183" y="1401841"/>
                  </a:lnTo>
                  <a:lnTo>
                    <a:pt x="70366" y="1394027"/>
                  </a:lnTo>
                  <a:lnTo>
                    <a:pt x="105549" y="1385736"/>
                  </a:lnTo>
                  <a:lnTo>
                    <a:pt x="140732" y="1378613"/>
                  </a:lnTo>
                  <a:lnTo>
                    <a:pt x="175915" y="1370342"/>
                  </a:lnTo>
                  <a:lnTo>
                    <a:pt x="211098" y="1361881"/>
                  </a:lnTo>
                  <a:lnTo>
                    <a:pt x="246281" y="1354353"/>
                  </a:lnTo>
                  <a:lnTo>
                    <a:pt x="281464" y="1345400"/>
                  </a:lnTo>
                  <a:lnTo>
                    <a:pt x="316647" y="1338077"/>
                  </a:lnTo>
                  <a:lnTo>
                    <a:pt x="351830" y="1331161"/>
                  </a:lnTo>
                  <a:lnTo>
                    <a:pt x="387013" y="1323900"/>
                  </a:lnTo>
                  <a:lnTo>
                    <a:pt x="422196" y="1316494"/>
                  </a:lnTo>
                  <a:lnTo>
                    <a:pt x="457379" y="1308207"/>
                  </a:lnTo>
                  <a:lnTo>
                    <a:pt x="492562" y="1300160"/>
                  </a:lnTo>
                  <a:lnTo>
                    <a:pt x="527745" y="1291432"/>
                  </a:lnTo>
                  <a:lnTo>
                    <a:pt x="562928" y="1283084"/>
                  </a:lnTo>
                  <a:lnTo>
                    <a:pt x="598111" y="1274620"/>
                  </a:lnTo>
                  <a:lnTo>
                    <a:pt x="633294" y="1266862"/>
                  </a:lnTo>
                  <a:lnTo>
                    <a:pt x="668477" y="1259013"/>
                  </a:lnTo>
                  <a:lnTo>
                    <a:pt x="703660" y="1251040"/>
                  </a:lnTo>
                  <a:lnTo>
                    <a:pt x="738843" y="1243382"/>
                  </a:lnTo>
                  <a:lnTo>
                    <a:pt x="774026" y="1235423"/>
                  </a:lnTo>
                  <a:lnTo>
                    <a:pt x="809209" y="1226026"/>
                  </a:lnTo>
                  <a:lnTo>
                    <a:pt x="844392" y="1219433"/>
                  </a:lnTo>
                  <a:lnTo>
                    <a:pt x="879575" y="1212334"/>
                  </a:lnTo>
                  <a:lnTo>
                    <a:pt x="914758" y="1203878"/>
                  </a:lnTo>
                  <a:lnTo>
                    <a:pt x="949941" y="1195403"/>
                  </a:lnTo>
                  <a:lnTo>
                    <a:pt x="985124" y="1187772"/>
                  </a:lnTo>
                  <a:lnTo>
                    <a:pt x="1020307" y="1179012"/>
                  </a:lnTo>
                  <a:lnTo>
                    <a:pt x="1055490" y="1170834"/>
                  </a:lnTo>
                  <a:lnTo>
                    <a:pt x="1090673" y="1162089"/>
                  </a:lnTo>
                  <a:lnTo>
                    <a:pt x="1125856" y="1153759"/>
                  </a:lnTo>
                  <a:lnTo>
                    <a:pt x="1161039" y="1147165"/>
                  </a:lnTo>
                  <a:lnTo>
                    <a:pt x="1196222" y="1139059"/>
                  </a:lnTo>
                  <a:lnTo>
                    <a:pt x="1231405" y="1129236"/>
                  </a:lnTo>
                  <a:lnTo>
                    <a:pt x="1266588" y="1121590"/>
                  </a:lnTo>
                  <a:lnTo>
                    <a:pt x="1301771" y="1114501"/>
                  </a:lnTo>
                  <a:lnTo>
                    <a:pt x="1336954" y="1105619"/>
                  </a:lnTo>
                  <a:lnTo>
                    <a:pt x="1372137" y="1098976"/>
                  </a:lnTo>
                  <a:lnTo>
                    <a:pt x="1407320" y="1090266"/>
                  </a:lnTo>
                  <a:lnTo>
                    <a:pt x="1442503" y="1081667"/>
                  </a:lnTo>
                  <a:lnTo>
                    <a:pt x="1477686" y="1072010"/>
                  </a:lnTo>
                  <a:lnTo>
                    <a:pt x="1512869" y="1062180"/>
                  </a:lnTo>
                  <a:lnTo>
                    <a:pt x="1548052" y="1053269"/>
                  </a:lnTo>
                  <a:lnTo>
                    <a:pt x="1583235" y="1044234"/>
                  </a:lnTo>
                  <a:lnTo>
                    <a:pt x="1618418" y="1035762"/>
                  </a:lnTo>
                  <a:lnTo>
                    <a:pt x="1653601" y="1027252"/>
                  </a:lnTo>
                  <a:lnTo>
                    <a:pt x="1688784" y="1018883"/>
                  </a:lnTo>
                  <a:lnTo>
                    <a:pt x="1723967" y="1010548"/>
                  </a:lnTo>
                  <a:lnTo>
                    <a:pt x="1759150" y="1002046"/>
                  </a:lnTo>
                  <a:lnTo>
                    <a:pt x="1794333" y="992437"/>
                  </a:lnTo>
                  <a:lnTo>
                    <a:pt x="1829516" y="982807"/>
                  </a:lnTo>
                  <a:lnTo>
                    <a:pt x="1864699" y="974003"/>
                  </a:lnTo>
                  <a:lnTo>
                    <a:pt x="1899882" y="965548"/>
                  </a:lnTo>
                  <a:lnTo>
                    <a:pt x="1935065" y="957172"/>
                  </a:lnTo>
                  <a:lnTo>
                    <a:pt x="1970248" y="949448"/>
                  </a:lnTo>
                  <a:lnTo>
                    <a:pt x="2005431" y="941670"/>
                  </a:lnTo>
                  <a:lnTo>
                    <a:pt x="2040614" y="933612"/>
                  </a:lnTo>
                  <a:lnTo>
                    <a:pt x="2075797" y="924711"/>
                  </a:lnTo>
                  <a:lnTo>
                    <a:pt x="2110980" y="915646"/>
                  </a:lnTo>
                  <a:lnTo>
                    <a:pt x="2146163" y="906982"/>
                  </a:lnTo>
                  <a:lnTo>
                    <a:pt x="2181346" y="896408"/>
                  </a:lnTo>
                  <a:lnTo>
                    <a:pt x="2216529" y="886745"/>
                  </a:lnTo>
                  <a:lnTo>
                    <a:pt x="2251712" y="877396"/>
                  </a:lnTo>
                  <a:lnTo>
                    <a:pt x="2286895" y="869503"/>
                  </a:lnTo>
                  <a:lnTo>
                    <a:pt x="2322078" y="860740"/>
                  </a:lnTo>
                  <a:lnTo>
                    <a:pt x="2357261" y="851999"/>
                  </a:lnTo>
                  <a:lnTo>
                    <a:pt x="2392444" y="842218"/>
                  </a:lnTo>
                  <a:lnTo>
                    <a:pt x="2427627" y="831266"/>
                  </a:lnTo>
                  <a:lnTo>
                    <a:pt x="2462810" y="820729"/>
                  </a:lnTo>
                  <a:lnTo>
                    <a:pt x="2497993" y="810985"/>
                  </a:lnTo>
                  <a:lnTo>
                    <a:pt x="2533176" y="802317"/>
                  </a:lnTo>
                  <a:lnTo>
                    <a:pt x="2568359" y="793745"/>
                  </a:lnTo>
                  <a:lnTo>
                    <a:pt x="2603542" y="783716"/>
                  </a:lnTo>
                  <a:lnTo>
                    <a:pt x="2638725" y="775832"/>
                  </a:lnTo>
                  <a:lnTo>
                    <a:pt x="2673908" y="766086"/>
                  </a:lnTo>
                  <a:lnTo>
                    <a:pt x="2709091" y="757087"/>
                  </a:lnTo>
                  <a:lnTo>
                    <a:pt x="2744274" y="746021"/>
                  </a:lnTo>
                  <a:lnTo>
                    <a:pt x="2779457" y="736308"/>
                  </a:lnTo>
                  <a:lnTo>
                    <a:pt x="2814640" y="726699"/>
                  </a:lnTo>
                  <a:lnTo>
                    <a:pt x="2849823" y="716298"/>
                  </a:lnTo>
                  <a:lnTo>
                    <a:pt x="2885006" y="706723"/>
                  </a:lnTo>
                  <a:lnTo>
                    <a:pt x="2920189" y="698397"/>
                  </a:lnTo>
                  <a:lnTo>
                    <a:pt x="2955372" y="687005"/>
                  </a:lnTo>
                  <a:lnTo>
                    <a:pt x="2990555" y="676490"/>
                  </a:lnTo>
                  <a:lnTo>
                    <a:pt x="3025738" y="666568"/>
                  </a:lnTo>
                  <a:lnTo>
                    <a:pt x="3060921" y="655492"/>
                  </a:lnTo>
                  <a:lnTo>
                    <a:pt x="3096104" y="646396"/>
                  </a:lnTo>
                  <a:lnTo>
                    <a:pt x="3131287" y="637114"/>
                  </a:lnTo>
                  <a:lnTo>
                    <a:pt x="3166470" y="628577"/>
                  </a:lnTo>
                  <a:lnTo>
                    <a:pt x="3201653" y="619447"/>
                  </a:lnTo>
                  <a:lnTo>
                    <a:pt x="3236836" y="609388"/>
                  </a:lnTo>
                  <a:lnTo>
                    <a:pt x="3272019" y="598185"/>
                  </a:lnTo>
                  <a:lnTo>
                    <a:pt x="3307202" y="586726"/>
                  </a:lnTo>
                  <a:lnTo>
                    <a:pt x="3342385" y="577161"/>
                  </a:lnTo>
                  <a:lnTo>
                    <a:pt x="3377568" y="568722"/>
                  </a:lnTo>
                  <a:lnTo>
                    <a:pt x="3412751" y="557366"/>
                  </a:lnTo>
                  <a:lnTo>
                    <a:pt x="3447934" y="547536"/>
                  </a:lnTo>
                  <a:lnTo>
                    <a:pt x="3483117" y="536822"/>
                  </a:lnTo>
                  <a:lnTo>
                    <a:pt x="3518300" y="527330"/>
                  </a:lnTo>
                  <a:lnTo>
                    <a:pt x="3553483" y="517072"/>
                  </a:lnTo>
                  <a:lnTo>
                    <a:pt x="3588666" y="506691"/>
                  </a:lnTo>
                  <a:lnTo>
                    <a:pt x="3623849" y="496781"/>
                  </a:lnTo>
                  <a:lnTo>
                    <a:pt x="3659032" y="485725"/>
                  </a:lnTo>
                  <a:lnTo>
                    <a:pt x="3694215" y="474559"/>
                  </a:lnTo>
                  <a:lnTo>
                    <a:pt x="3729398" y="463291"/>
                  </a:lnTo>
                  <a:lnTo>
                    <a:pt x="3764581" y="451324"/>
                  </a:lnTo>
                  <a:lnTo>
                    <a:pt x="3799764" y="439953"/>
                  </a:lnTo>
                  <a:lnTo>
                    <a:pt x="3834947" y="429572"/>
                  </a:lnTo>
                  <a:lnTo>
                    <a:pt x="3870130" y="418728"/>
                  </a:lnTo>
                  <a:lnTo>
                    <a:pt x="3905313" y="407084"/>
                  </a:lnTo>
                  <a:lnTo>
                    <a:pt x="3940496" y="397237"/>
                  </a:lnTo>
                  <a:lnTo>
                    <a:pt x="3975679" y="386311"/>
                  </a:lnTo>
                  <a:lnTo>
                    <a:pt x="4010862" y="375207"/>
                  </a:lnTo>
                  <a:lnTo>
                    <a:pt x="4046045" y="365097"/>
                  </a:lnTo>
                  <a:lnTo>
                    <a:pt x="4081228" y="353931"/>
                  </a:lnTo>
                  <a:lnTo>
                    <a:pt x="4116411" y="342971"/>
                  </a:lnTo>
                  <a:lnTo>
                    <a:pt x="4151594" y="330834"/>
                  </a:lnTo>
                  <a:lnTo>
                    <a:pt x="4186777" y="319159"/>
                  </a:lnTo>
                  <a:lnTo>
                    <a:pt x="4221960" y="307843"/>
                  </a:lnTo>
                  <a:lnTo>
                    <a:pt x="4257143" y="295508"/>
                  </a:lnTo>
                  <a:lnTo>
                    <a:pt x="4292326" y="284707"/>
                  </a:lnTo>
                  <a:lnTo>
                    <a:pt x="4327509" y="273614"/>
                  </a:lnTo>
                  <a:lnTo>
                    <a:pt x="4362692" y="263083"/>
                  </a:lnTo>
                  <a:lnTo>
                    <a:pt x="4397875" y="252465"/>
                  </a:lnTo>
                  <a:lnTo>
                    <a:pt x="4433058" y="242245"/>
                  </a:lnTo>
                  <a:lnTo>
                    <a:pt x="4468241" y="232152"/>
                  </a:lnTo>
                  <a:lnTo>
                    <a:pt x="4503424" y="220423"/>
                  </a:lnTo>
                  <a:lnTo>
                    <a:pt x="4538607" y="209224"/>
                  </a:lnTo>
                  <a:lnTo>
                    <a:pt x="4573790" y="197905"/>
                  </a:lnTo>
                  <a:lnTo>
                    <a:pt x="4608973" y="187097"/>
                  </a:lnTo>
                  <a:lnTo>
                    <a:pt x="4644156" y="175572"/>
                  </a:lnTo>
                  <a:lnTo>
                    <a:pt x="4679339" y="164686"/>
                  </a:lnTo>
                  <a:lnTo>
                    <a:pt x="4714522" y="153638"/>
                  </a:lnTo>
                  <a:lnTo>
                    <a:pt x="4749705" y="141893"/>
                  </a:lnTo>
                  <a:lnTo>
                    <a:pt x="4784888" y="130236"/>
                  </a:lnTo>
                  <a:lnTo>
                    <a:pt x="4820071" y="117600"/>
                  </a:lnTo>
                  <a:lnTo>
                    <a:pt x="4855254" y="106559"/>
                  </a:lnTo>
                  <a:lnTo>
                    <a:pt x="4890437" y="94703"/>
                  </a:lnTo>
                  <a:lnTo>
                    <a:pt x="4925620" y="82684"/>
                  </a:lnTo>
                  <a:lnTo>
                    <a:pt x="4960803" y="70499"/>
                  </a:lnTo>
                  <a:lnTo>
                    <a:pt x="4995986" y="58658"/>
                  </a:lnTo>
                  <a:lnTo>
                    <a:pt x="5031169" y="46589"/>
                  </a:lnTo>
                  <a:lnTo>
                    <a:pt x="5066352" y="34808"/>
                  </a:lnTo>
                  <a:lnTo>
                    <a:pt x="5101535" y="23247"/>
                  </a:lnTo>
                  <a:lnTo>
                    <a:pt x="5136718" y="11148"/>
                  </a:lnTo>
                  <a:lnTo>
                    <a:pt x="5171901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333911" y="3218340"/>
              <a:ext cx="5981110" cy="96101"/>
            </a:xfrm>
            <a:custGeom>
              <a:avLst/>
              <a:pathLst>
                <a:path w="5981110" h="96101">
                  <a:moveTo>
                    <a:pt x="0" y="96101"/>
                  </a:moveTo>
                  <a:lnTo>
                    <a:pt x="35183" y="95843"/>
                  </a:lnTo>
                  <a:lnTo>
                    <a:pt x="70366" y="94382"/>
                  </a:lnTo>
                  <a:lnTo>
                    <a:pt x="105549" y="94311"/>
                  </a:lnTo>
                  <a:lnTo>
                    <a:pt x="140732" y="93419"/>
                  </a:lnTo>
                  <a:lnTo>
                    <a:pt x="175915" y="92992"/>
                  </a:lnTo>
                  <a:lnTo>
                    <a:pt x="211098" y="91837"/>
                  </a:lnTo>
                  <a:lnTo>
                    <a:pt x="246281" y="91459"/>
                  </a:lnTo>
                  <a:lnTo>
                    <a:pt x="281464" y="90343"/>
                  </a:lnTo>
                  <a:lnTo>
                    <a:pt x="316647" y="89624"/>
                  </a:lnTo>
                  <a:lnTo>
                    <a:pt x="351830" y="89864"/>
                  </a:lnTo>
                  <a:lnTo>
                    <a:pt x="387013" y="89177"/>
                  </a:lnTo>
                  <a:lnTo>
                    <a:pt x="422196" y="89312"/>
                  </a:lnTo>
                  <a:lnTo>
                    <a:pt x="457379" y="88236"/>
                  </a:lnTo>
                  <a:lnTo>
                    <a:pt x="492562" y="87196"/>
                  </a:lnTo>
                  <a:lnTo>
                    <a:pt x="527745" y="84721"/>
                  </a:lnTo>
                  <a:lnTo>
                    <a:pt x="562928" y="84716"/>
                  </a:lnTo>
                  <a:lnTo>
                    <a:pt x="598111" y="84018"/>
                  </a:lnTo>
                  <a:lnTo>
                    <a:pt x="633294" y="83596"/>
                  </a:lnTo>
                  <a:lnTo>
                    <a:pt x="668477" y="83928"/>
                  </a:lnTo>
                  <a:lnTo>
                    <a:pt x="703660" y="82959"/>
                  </a:lnTo>
                  <a:lnTo>
                    <a:pt x="738843" y="82375"/>
                  </a:lnTo>
                  <a:lnTo>
                    <a:pt x="774026" y="82320"/>
                  </a:lnTo>
                  <a:lnTo>
                    <a:pt x="809209" y="82290"/>
                  </a:lnTo>
                  <a:lnTo>
                    <a:pt x="844392" y="81166"/>
                  </a:lnTo>
                  <a:lnTo>
                    <a:pt x="879575" y="80128"/>
                  </a:lnTo>
                  <a:lnTo>
                    <a:pt x="914758" y="77815"/>
                  </a:lnTo>
                  <a:lnTo>
                    <a:pt x="949941" y="74881"/>
                  </a:lnTo>
                  <a:lnTo>
                    <a:pt x="985124" y="74062"/>
                  </a:lnTo>
                  <a:lnTo>
                    <a:pt x="1020307" y="72157"/>
                  </a:lnTo>
                  <a:lnTo>
                    <a:pt x="1055490" y="70046"/>
                  </a:lnTo>
                  <a:lnTo>
                    <a:pt x="1090673" y="69144"/>
                  </a:lnTo>
                  <a:lnTo>
                    <a:pt x="1125856" y="70440"/>
                  </a:lnTo>
                  <a:lnTo>
                    <a:pt x="1161039" y="68667"/>
                  </a:lnTo>
                  <a:lnTo>
                    <a:pt x="1196222" y="67496"/>
                  </a:lnTo>
                  <a:lnTo>
                    <a:pt x="1231405" y="66105"/>
                  </a:lnTo>
                  <a:lnTo>
                    <a:pt x="1266588" y="65035"/>
                  </a:lnTo>
                  <a:lnTo>
                    <a:pt x="1301771" y="63500"/>
                  </a:lnTo>
                  <a:lnTo>
                    <a:pt x="1336954" y="64029"/>
                  </a:lnTo>
                  <a:lnTo>
                    <a:pt x="1372137" y="63655"/>
                  </a:lnTo>
                  <a:lnTo>
                    <a:pt x="1407320" y="64251"/>
                  </a:lnTo>
                  <a:lnTo>
                    <a:pt x="1442503" y="62051"/>
                  </a:lnTo>
                  <a:lnTo>
                    <a:pt x="1477686" y="61156"/>
                  </a:lnTo>
                  <a:lnTo>
                    <a:pt x="1512869" y="60324"/>
                  </a:lnTo>
                  <a:lnTo>
                    <a:pt x="1548052" y="61181"/>
                  </a:lnTo>
                  <a:lnTo>
                    <a:pt x="1583235" y="60913"/>
                  </a:lnTo>
                  <a:lnTo>
                    <a:pt x="1618418" y="61013"/>
                  </a:lnTo>
                  <a:lnTo>
                    <a:pt x="1653601" y="61255"/>
                  </a:lnTo>
                  <a:lnTo>
                    <a:pt x="1688784" y="61117"/>
                  </a:lnTo>
                  <a:lnTo>
                    <a:pt x="1723967" y="61112"/>
                  </a:lnTo>
                  <a:lnTo>
                    <a:pt x="1759150" y="60601"/>
                  </a:lnTo>
                  <a:lnTo>
                    <a:pt x="1794333" y="59828"/>
                  </a:lnTo>
                  <a:lnTo>
                    <a:pt x="1829516" y="61375"/>
                  </a:lnTo>
                  <a:lnTo>
                    <a:pt x="1864699" y="61935"/>
                  </a:lnTo>
                  <a:lnTo>
                    <a:pt x="1899882" y="62155"/>
                  </a:lnTo>
                  <a:lnTo>
                    <a:pt x="1935065" y="57855"/>
                  </a:lnTo>
                  <a:lnTo>
                    <a:pt x="1970248" y="58634"/>
                  </a:lnTo>
                  <a:lnTo>
                    <a:pt x="2005431" y="56891"/>
                  </a:lnTo>
                  <a:lnTo>
                    <a:pt x="2040614" y="58050"/>
                  </a:lnTo>
                  <a:lnTo>
                    <a:pt x="2075797" y="56167"/>
                  </a:lnTo>
                  <a:lnTo>
                    <a:pt x="2110980" y="57371"/>
                  </a:lnTo>
                  <a:lnTo>
                    <a:pt x="2146163" y="58976"/>
                  </a:lnTo>
                  <a:lnTo>
                    <a:pt x="2181346" y="60042"/>
                  </a:lnTo>
                  <a:lnTo>
                    <a:pt x="2216529" y="58262"/>
                  </a:lnTo>
                  <a:lnTo>
                    <a:pt x="2251712" y="55771"/>
                  </a:lnTo>
                  <a:lnTo>
                    <a:pt x="2286895" y="54893"/>
                  </a:lnTo>
                  <a:lnTo>
                    <a:pt x="2322078" y="53754"/>
                  </a:lnTo>
                  <a:lnTo>
                    <a:pt x="2357261" y="50876"/>
                  </a:lnTo>
                  <a:lnTo>
                    <a:pt x="2392444" y="52743"/>
                  </a:lnTo>
                  <a:lnTo>
                    <a:pt x="2427627" y="52044"/>
                  </a:lnTo>
                  <a:lnTo>
                    <a:pt x="2462810" y="52692"/>
                  </a:lnTo>
                  <a:lnTo>
                    <a:pt x="2497993" y="51747"/>
                  </a:lnTo>
                  <a:lnTo>
                    <a:pt x="2533176" y="48604"/>
                  </a:lnTo>
                  <a:lnTo>
                    <a:pt x="2568359" y="48577"/>
                  </a:lnTo>
                  <a:lnTo>
                    <a:pt x="2603542" y="49138"/>
                  </a:lnTo>
                  <a:lnTo>
                    <a:pt x="2638725" y="46580"/>
                  </a:lnTo>
                  <a:lnTo>
                    <a:pt x="2673908" y="45363"/>
                  </a:lnTo>
                  <a:lnTo>
                    <a:pt x="2709091" y="45651"/>
                  </a:lnTo>
                  <a:lnTo>
                    <a:pt x="2744274" y="45430"/>
                  </a:lnTo>
                  <a:lnTo>
                    <a:pt x="2779457" y="45316"/>
                  </a:lnTo>
                  <a:lnTo>
                    <a:pt x="2814640" y="44014"/>
                  </a:lnTo>
                  <a:lnTo>
                    <a:pt x="2849823" y="43131"/>
                  </a:lnTo>
                  <a:lnTo>
                    <a:pt x="2885006" y="41441"/>
                  </a:lnTo>
                  <a:lnTo>
                    <a:pt x="2920189" y="41071"/>
                  </a:lnTo>
                  <a:lnTo>
                    <a:pt x="2955372" y="41839"/>
                  </a:lnTo>
                  <a:lnTo>
                    <a:pt x="2990555" y="42003"/>
                  </a:lnTo>
                  <a:lnTo>
                    <a:pt x="3025738" y="42194"/>
                  </a:lnTo>
                  <a:lnTo>
                    <a:pt x="3060921" y="40418"/>
                  </a:lnTo>
                  <a:lnTo>
                    <a:pt x="3096104" y="37652"/>
                  </a:lnTo>
                  <a:lnTo>
                    <a:pt x="3131287" y="36121"/>
                  </a:lnTo>
                  <a:lnTo>
                    <a:pt x="3166470" y="33737"/>
                  </a:lnTo>
                  <a:lnTo>
                    <a:pt x="3201653" y="34349"/>
                  </a:lnTo>
                  <a:lnTo>
                    <a:pt x="3236836" y="36001"/>
                  </a:lnTo>
                  <a:lnTo>
                    <a:pt x="3272019" y="34150"/>
                  </a:lnTo>
                  <a:lnTo>
                    <a:pt x="3307202" y="34641"/>
                  </a:lnTo>
                  <a:lnTo>
                    <a:pt x="3342385" y="35649"/>
                  </a:lnTo>
                  <a:lnTo>
                    <a:pt x="3377568" y="35669"/>
                  </a:lnTo>
                  <a:lnTo>
                    <a:pt x="3412751" y="35359"/>
                  </a:lnTo>
                  <a:lnTo>
                    <a:pt x="3447934" y="35026"/>
                  </a:lnTo>
                  <a:lnTo>
                    <a:pt x="3483117" y="35008"/>
                  </a:lnTo>
                  <a:lnTo>
                    <a:pt x="3518300" y="32962"/>
                  </a:lnTo>
                  <a:lnTo>
                    <a:pt x="3553483" y="32656"/>
                  </a:lnTo>
                  <a:lnTo>
                    <a:pt x="3588666" y="32984"/>
                  </a:lnTo>
                  <a:lnTo>
                    <a:pt x="3623849" y="32104"/>
                  </a:lnTo>
                  <a:lnTo>
                    <a:pt x="3659032" y="31493"/>
                  </a:lnTo>
                  <a:lnTo>
                    <a:pt x="3694215" y="30688"/>
                  </a:lnTo>
                  <a:lnTo>
                    <a:pt x="3729398" y="30358"/>
                  </a:lnTo>
                  <a:lnTo>
                    <a:pt x="3764581" y="28644"/>
                  </a:lnTo>
                  <a:lnTo>
                    <a:pt x="3799764" y="27483"/>
                  </a:lnTo>
                  <a:lnTo>
                    <a:pt x="3834947" y="27584"/>
                  </a:lnTo>
                  <a:lnTo>
                    <a:pt x="3870130" y="27434"/>
                  </a:lnTo>
                  <a:lnTo>
                    <a:pt x="3905313" y="27639"/>
                  </a:lnTo>
                  <a:lnTo>
                    <a:pt x="3940496" y="26046"/>
                  </a:lnTo>
                  <a:lnTo>
                    <a:pt x="3975679" y="25021"/>
                  </a:lnTo>
                  <a:lnTo>
                    <a:pt x="4010862" y="23902"/>
                  </a:lnTo>
                  <a:lnTo>
                    <a:pt x="4046045" y="23354"/>
                  </a:lnTo>
                  <a:lnTo>
                    <a:pt x="4081228" y="23321"/>
                  </a:lnTo>
                  <a:lnTo>
                    <a:pt x="4116411" y="23127"/>
                  </a:lnTo>
                  <a:lnTo>
                    <a:pt x="4151594" y="22987"/>
                  </a:lnTo>
                  <a:lnTo>
                    <a:pt x="4186777" y="22688"/>
                  </a:lnTo>
                  <a:lnTo>
                    <a:pt x="4221960" y="23073"/>
                  </a:lnTo>
                  <a:lnTo>
                    <a:pt x="4257143" y="22949"/>
                  </a:lnTo>
                  <a:lnTo>
                    <a:pt x="4292326" y="22407"/>
                  </a:lnTo>
                  <a:lnTo>
                    <a:pt x="4327509" y="21131"/>
                  </a:lnTo>
                  <a:lnTo>
                    <a:pt x="4362692" y="21126"/>
                  </a:lnTo>
                  <a:lnTo>
                    <a:pt x="4397875" y="19858"/>
                  </a:lnTo>
                  <a:lnTo>
                    <a:pt x="4433058" y="17787"/>
                  </a:lnTo>
                  <a:lnTo>
                    <a:pt x="4468241" y="17957"/>
                  </a:lnTo>
                  <a:lnTo>
                    <a:pt x="4503424" y="18701"/>
                  </a:lnTo>
                  <a:lnTo>
                    <a:pt x="4538607" y="17155"/>
                  </a:lnTo>
                  <a:lnTo>
                    <a:pt x="4573790" y="17910"/>
                  </a:lnTo>
                  <a:lnTo>
                    <a:pt x="4608973" y="16870"/>
                  </a:lnTo>
                  <a:lnTo>
                    <a:pt x="4644156" y="15878"/>
                  </a:lnTo>
                  <a:lnTo>
                    <a:pt x="4679339" y="15901"/>
                  </a:lnTo>
                  <a:lnTo>
                    <a:pt x="4714522" y="15295"/>
                  </a:lnTo>
                  <a:lnTo>
                    <a:pt x="4749705" y="14907"/>
                  </a:lnTo>
                  <a:lnTo>
                    <a:pt x="4784888" y="13770"/>
                  </a:lnTo>
                  <a:lnTo>
                    <a:pt x="4820071" y="13105"/>
                  </a:lnTo>
                  <a:lnTo>
                    <a:pt x="4855254" y="13860"/>
                  </a:lnTo>
                  <a:lnTo>
                    <a:pt x="4890437" y="14503"/>
                  </a:lnTo>
                  <a:lnTo>
                    <a:pt x="4925620" y="14160"/>
                  </a:lnTo>
                  <a:lnTo>
                    <a:pt x="4960803" y="12884"/>
                  </a:lnTo>
                  <a:lnTo>
                    <a:pt x="4995986" y="13689"/>
                  </a:lnTo>
                  <a:lnTo>
                    <a:pt x="5031169" y="13537"/>
                  </a:lnTo>
                  <a:lnTo>
                    <a:pt x="5066352" y="13351"/>
                  </a:lnTo>
                  <a:lnTo>
                    <a:pt x="5101535" y="13428"/>
                  </a:lnTo>
                  <a:lnTo>
                    <a:pt x="5136718" y="12151"/>
                  </a:lnTo>
                  <a:lnTo>
                    <a:pt x="5171901" y="11019"/>
                  </a:lnTo>
                  <a:lnTo>
                    <a:pt x="5207084" y="10618"/>
                  </a:lnTo>
                  <a:lnTo>
                    <a:pt x="5242267" y="8619"/>
                  </a:lnTo>
                  <a:lnTo>
                    <a:pt x="5277450" y="7091"/>
                  </a:lnTo>
                  <a:lnTo>
                    <a:pt x="5312633" y="6428"/>
                  </a:lnTo>
                  <a:lnTo>
                    <a:pt x="5347816" y="6450"/>
                  </a:lnTo>
                  <a:lnTo>
                    <a:pt x="5382999" y="6532"/>
                  </a:lnTo>
                  <a:lnTo>
                    <a:pt x="5418182" y="6584"/>
                  </a:lnTo>
                  <a:lnTo>
                    <a:pt x="5453365" y="6636"/>
                  </a:lnTo>
                  <a:lnTo>
                    <a:pt x="5488548" y="6387"/>
                  </a:lnTo>
                  <a:lnTo>
                    <a:pt x="5523731" y="6872"/>
                  </a:lnTo>
                  <a:lnTo>
                    <a:pt x="5558914" y="6950"/>
                  </a:lnTo>
                  <a:lnTo>
                    <a:pt x="5594097" y="6405"/>
                  </a:lnTo>
                  <a:lnTo>
                    <a:pt x="5629280" y="5700"/>
                  </a:lnTo>
                  <a:lnTo>
                    <a:pt x="5664463" y="4365"/>
                  </a:lnTo>
                  <a:lnTo>
                    <a:pt x="5699646" y="3635"/>
                  </a:lnTo>
                  <a:lnTo>
                    <a:pt x="5734829" y="3321"/>
                  </a:lnTo>
                  <a:lnTo>
                    <a:pt x="5770012" y="3673"/>
                  </a:lnTo>
                  <a:lnTo>
                    <a:pt x="5805195" y="3235"/>
                  </a:lnTo>
                  <a:lnTo>
                    <a:pt x="5840378" y="2886"/>
                  </a:lnTo>
                  <a:lnTo>
                    <a:pt x="5875561" y="2065"/>
                  </a:lnTo>
                  <a:lnTo>
                    <a:pt x="5910744" y="841"/>
                  </a:lnTo>
                  <a:lnTo>
                    <a:pt x="5945927" y="384"/>
                  </a:lnTo>
                  <a:lnTo>
                    <a:pt x="5981110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615375" y="3842823"/>
              <a:ext cx="2427627" cy="1037880"/>
            </a:xfrm>
            <a:custGeom>
              <a:avLst/>
              <a:pathLst>
                <a:path w="2427627" h="1037880">
                  <a:moveTo>
                    <a:pt x="0" y="0"/>
                  </a:moveTo>
                  <a:lnTo>
                    <a:pt x="35183" y="17806"/>
                  </a:lnTo>
                  <a:lnTo>
                    <a:pt x="70366" y="36027"/>
                  </a:lnTo>
                  <a:lnTo>
                    <a:pt x="105549" y="53876"/>
                  </a:lnTo>
                  <a:lnTo>
                    <a:pt x="140732" y="74926"/>
                  </a:lnTo>
                  <a:lnTo>
                    <a:pt x="175915" y="91112"/>
                  </a:lnTo>
                  <a:lnTo>
                    <a:pt x="211098" y="109813"/>
                  </a:lnTo>
                  <a:lnTo>
                    <a:pt x="246281" y="129009"/>
                  </a:lnTo>
                  <a:lnTo>
                    <a:pt x="281464" y="142874"/>
                  </a:lnTo>
                  <a:lnTo>
                    <a:pt x="316647" y="160655"/>
                  </a:lnTo>
                  <a:lnTo>
                    <a:pt x="351830" y="178614"/>
                  </a:lnTo>
                  <a:lnTo>
                    <a:pt x="387013" y="197853"/>
                  </a:lnTo>
                  <a:lnTo>
                    <a:pt x="422196" y="214387"/>
                  </a:lnTo>
                  <a:lnTo>
                    <a:pt x="457379" y="231355"/>
                  </a:lnTo>
                  <a:lnTo>
                    <a:pt x="492562" y="246913"/>
                  </a:lnTo>
                  <a:lnTo>
                    <a:pt x="527745" y="264254"/>
                  </a:lnTo>
                  <a:lnTo>
                    <a:pt x="562928" y="283060"/>
                  </a:lnTo>
                  <a:lnTo>
                    <a:pt x="598111" y="299574"/>
                  </a:lnTo>
                  <a:lnTo>
                    <a:pt x="633294" y="316283"/>
                  </a:lnTo>
                  <a:lnTo>
                    <a:pt x="668477" y="335554"/>
                  </a:lnTo>
                  <a:lnTo>
                    <a:pt x="703660" y="353745"/>
                  </a:lnTo>
                  <a:lnTo>
                    <a:pt x="738843" y="370102"/>
                  </a:lnTo>
                  <a:lnTo>
                    <a:pt x="774026" y="384022"/>
                  </a:lnTo>
                  <a:lnTo>
                    <a:pt x="809209" y="400390"/>
                  </a:lnTo>
                  <a:lnTo>
                    <a:pt x="844392" y="417640"/>
                  </a:lnTo>
                  <a:lnTo>
                    <a:pt x="879575" y="433919"/>
                  </a:lnTo>
                  <a:lnTo>
                    <a:pt x="914758" y="449833"/>
                  </a:lnTo>
                  <a:lnTo>
                    <a:pt x="949941" y="463780"/>
                  </a:lnTo>
                  <a:lnTo>
                    <a:pt x="985124" y="478433"/>
                  </a:lnTo>
                  <a:lnTo>
                    <a:pt x="1020307" y="493397"/>
                  </a:lnTo>
                  <a:lnTo>
                    <a:pt x="1055490" y="507448"/>
                  </a:lnTo>
                  <a:lnTo>
                    <a:pt x="1090673" y="525804"/>
                  </a:lnTo>
                  <a:lnTo>
                    <a:pt x="1125856" y="541245"/>
                  </a:lnTo>
                  <a:lnTo>
                    <a:pt x="1161039" y="557413"/>
                  </a:lnTo>
                  <a:lnTo>
                    <a:pt x="1196222" y="569848"/>
                  </a:lnTo>
                  <a:lnTo>
                    <a:pt x="1231405" y="582167"/>
                  </a:lnTo>
                  <a:lnTo>
                    <a:pt x="1266588" y="597785"/>
                  </a:lnTo>
                  <a:lnTo>
                    <a:pt x="1301771" y="611390"/>
                  </a:lnTo>
                  <a:lnTo>
                    <a:pt x="1336954" y="623775"/>
                  </a:lnTo>
                  <a:lnTo>
                    <a:pt x="1372137" y="638342"/>
                  </a:lnTo>
                  <a:lnTo>
                    <a:pt x="1407320" y="654915"/>
                  </a:lnTo>
                  <a:lnTo>
                    <a:pt x="1442503" y="667574"/>
                  </a:lnTo>
                  <a:lnTo>
                    <a:pt x="1477686" y="682188"/>
                  </a:lnTo>
                  <a:lnTo>
                    <a:pt x="1512869" y="697998"/>
                  </a:lnTo>
                  <a:lnTo>
                    <a:pt x="1548052" y="709191"/>
                  </a:lnTo>
                  <a:lnTo>
                    <a:pt x="1583235" y="722897"/>
                  </a:lnTo>
                  <a:lnTo>
                    <a:pt x="1618418" y="736994"/>
                  </a:lnTo>
                  <a:lnTo>
                    <a:pt x="1653601" y="749540"/>
                  </a:lnTo>
                  <a:lnTo>
                    <a:pt x="1688784" y="763354"/>
                  </a:lnTo>
                  <a:lnTo>
                    <a:pt x="1723967" y="778741"/>
                  </a:lnTo>
                  <a:lnTo>
                    <a:pt x="1759150" y="791614"/>
                  </a:lnTo>
                  <a:lnTo>
                    <a:pt x="1794333" y="806120"/>
                  </a:lnTo>
                  <a:lnTo>
                    <a:pt x="1829516" y="820392"/>
                  </a:lnTo>
                  <a:lnTo>
                    <a:pt x="1864699" y="834559"/>
                  </a:lnTo>
                  <a:lnTo>
                    <a:pt x="1899882" y="848434"/>
                  </a:lnTo>
                  <a:lnTo>
                    <a:pt x="1935065" y="860871"/>
                  </a:lnTo>
                  <a:lnTo>
                    <a:pt x="1970248" y="871506"/>
                  </a:lnTo>
                  <a:lnTo>
                    <a:pt x="2005431" y="885731"/>
                  </a:lnTo>
                  <a:lnTo>
                    <a:pt x="2040614" y="899115"/>
                  </a:lnTo>
                  <a:lnTo>
                    <a:pt x="2075797" y="910860"/>
                  </a:lnTo>
                  <a:lnTo>
                    <a:pt x="2110980" y="924743"/>
                  </a:lnTo>
                  <a:lnTo>
                    <a:pt x="2146163" y="937090"/>
                  </a:lnTo>
                  <a:lnTo>
                    <a:pt x="2181346" y="950565"/>
                  </a:lnTo>
                  <a:lnTo>
                    <a:pt x="2216529" y="962765"/>
                  </a:lnTo>
                  <a:lnTo>
                    <a:pt x="2251712" y="975930"/>
                  </a:lnTo>
                  <a:lnTo>
                    <a:pt x="2286895" y="988609"/>
                  </a:lnTo>
                  <a:lnTo>
                    <a:pt x="2322078" y="1000897"/>
                  </a:lnTo>
                  <a:lnTo>
                    <a:pt x="2357261" y="1012714"/>
                  </a:lnTo>
                  <a:lnTo>
                    <a:pt x="2392444" y="1024342"/>
                  </a:lnTo>
                  <a:lnTo>
                    <a:pt x="2427627" y="103788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7120" y="4794179"/>
              <a:ext cx="161528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66492" y="341814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304337" y="2041682"/>
              <a:ext cx="124311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04337" y="665324"/>
              <a:ext cx="12431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40" name="pl39"/>
            <p:cNvSpPr/>
            <p:nvPr/>
          </p:nvSpPr>
          <p:spPr>
            <a:xfrm>
              <a:off x="456483" y="48345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56483" y="34583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56483" y="20820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56483" y="7058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641571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295160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948749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2610493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264082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7917671" y="5989984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2686913" y="6095188"/>
              <a:ext cx="4084315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51" name="tx50"/>
            <p:cNvSpPr/>
            <p:nvPr/>
          </p:nvSpPr>
          <p:spPr>
            <a:xfrm rot="-5400000">
              <a:off x="-828521" y="3160479"/>
              <a:ext cx="1926059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Change in total abundance (%)</a:t>
              </a:r>
            </a:p>
          </p:txBody>
        </p:sp>
        <p:sp>
          <p:nvSpPr>
            <p:cNvPr id="52" name="rc51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901448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191815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463154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5797544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007147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6"/>
            <p:cNvSpPr/>
            <p:nvPr/>
          </p:nvSpPr>
          <p:spPr>
            <a:xfrm>
              <a:off x="2168547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458915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4898641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064643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7274247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491278" y="297303"/>
              <a:ext cx="4647480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change is expressed relative to Primary vegetation at anomaly = 0.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91278" y="63976"/>
              <a:ext cx="5757386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Abundance responses to mean warming anomaly across land-use types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2026-03-23T21:32:34Z</dcterms:modified>
  <cp:category/>
</cp:coreProperties>
</file>