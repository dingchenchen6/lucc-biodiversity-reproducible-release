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Abundance responses to maximum warming anomaly across land-use types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91278" y="4645457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91278" y="3303953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91278" y="1962450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91278" y="620946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887679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60366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5633053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505740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91278" y="3303953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248669" y="1713144"/>
              <a:ext cx="3588666" cy="2480403"/>
            </a:xfrm>
            <a:custGeom>
              <a:avLst/>
              <a:pathLst>
                <a:path w="3588666" h="2480403">
                  <a:moveTo>
                    <a:pt x="0" y="1277357"/>
                  </a:moveTo>
                  <a:lnTo>
                    <a:pt x="35183" y="1284891"/>
                  </a:lnTo>
                  <a:lnTo>
                    <a:pt x="70366" y="1292412"/>
                  </a:lnTo>
                  <a:lnTo>
                    <a:pt x="105549" y="1299922"/>
                  </a:lnTo>
                  <a:lnTo>
                    <a:pt x="140732" y="1307420"/>
                  </a:lnTo>
                  <a:lnTo>
                    <a:pt x="175915" y="1314906"/>
                  </a:lnTo>
                  <a:lnTo>
                    <a:pt x="211098" y="1322380"/>
                  </a:lnTo>
                  <a:lnTo>
                    <a:pt x="246281" y="1329842"/>
                  </a:lnTo>
                  <a:lnTo>
                    <a:pt x="281464" y="1337293"/>
                  </a:lnTo>
                  <a:lnTo>
                    <a:pt x="316647" y="1344732"/>
                  </a:lnTo>
                  <a:lnTo>
                    <a:pt x="351830" y="1352159"/>
                  </a:lnTo>
                  <a:lnTo>
                    <a:pt x="387013" y="1359575"/>
                  </a:lnTo>
                  <a:lnTo>
                    <a:pt x="422196" y="1366979"/>
                  </a:lnTo>
                  <a:lnTo>
                    <a:pt x="457379" y="1374371"/>
                  </a:lnTo>
                  <a:lnTo>
                    <a:pt x="492562" y="1381752"/>
                  </a:lnTo>
                  <a:lnTo>
                    <a:pt x="527745" y="1389121"/>
                  </a:lnTo>
                  <a:lnTo>
                    <a:pt x="562928" y="1396478"/>
                  </a:lnTo>
                  <a:lnTo>
                    <a:pt x="598111" y="1403824"/>
                  </a:lnTo>
                  <a:lnTo>
                    <a:pt x="633294" y="1411158"/>
                  </a:lnTo>
                  <a:lnTo>
                    <a:pt x="668477" y="1418481"/>
                  </a:lnTo>
                  <a:lnTo>
                    <a:pt x="703660" y="1425792"/>
                  </a:lnTo>
                  <a:lnTo>
                    <a:pt x="738843" y="1433092"/>
                  </a:lnTo>
                  <a:lnTo>
                    <a:pt x="774026" y="1440380"/>
                  </a:lnTo>
                  <a:lnTo>
                    <a:pt x="809209" y="1447657"/>
                  </a:lnTo>
                  <a:lnTo>
                    <a:pt x="844392" y="1454922"/>
                  </a:lnTo>
                  <a:lnTo>
                    <a:pt x="879575" y="1462176"/>
                  </a:lnTo>
                  <a:lnTo>
                    <a:pt x="914758" y="1469418"/>
                  </a:lnTo>
                  <a:lnTo>
                    <a:pt x="949941" y="1476649"/>
                  </a:lnTo>
                  <a:lnTo>
                    <a:pt x="985124" y="1483869"/>
                  </a:lnTo>
                  <a:lnTo>
                    <a:pt x="1020307" y="1491077"/>
                  </a:lnTo>
                  <a:lnTo>
                    <a:pt x="1055490" y="1498274"/>
                  </a:lnTo>
                  <a:lnTo>
                    <a:pt x="1090673" y="1505459"/>
                  </a:lnTo>
                  <a:lnTo>
                    <a:pt x="1125856" y="1512634"/>
                  </a:lnTo>
                  <a:lnTo>
                    <a:pt x="1161039" y="1519797"/>
                  </a:lnTo>
                  <a:lnTo>
                    <a:pt x="1196222" y="1526948"/>
                  </a:lnTo>
                  <a:lnTo>
                    <a:pt x="1231405" y="1534089"/>
                  </a:lnTo>
                  <a:lnTo>
                    <a:pt x="1266588" y="1541218"/>
                  </a:lnTo>
                  <a:lnTo>
                    <a:pt x="1301771" y="1548336"/>
                  </a:lnTo>
                  <a:lnTo>
                    <a:pt x="1336954" y="1555443"/>
                  </a:lnTo>
                  <a:lnTo>
                    <a:pt x="1372137" y="1562538"/>
                  </a:lnTo>
                  <a:lnTo>
                    <a:pt x="1407320" y="1569623"/>
                  </a:lnTo>
                  <a:lnTo>
                    <a:pt x="1442503" y="1576696"/>
                  </a:lnTo>
                  <a:lnTo>
                    <a:pt x="1477686" y="1583758"/>
                  </a:lnTo>
                  <a:lnTo>
                    <a:pt x="1512869" y="1590809"/>
                  </a:lnTo>
                  <a:lnTo>
                    <a:pt x="1548052" y="1567682"/>
                  </a:lnTo>
                  <a:lnTo>
                    <a:pt x="1583235" y="1544435"/>
                  </a:lnTo>
                  <a:lnTo>
                    <a:pt x="1618418" y="1521068"/>
                  </a:lnTo>
                  <a:lnTo>
                    <a:pt x="1653601" y="1497580"/>
                  </a:lnTo>
                  <a:lnTo>
                    <a:pt x="1688784" y="1473971"/>
                  </a:lnTo>
                  <a:lnTo>
                    <a:pt x="1723967" y="1450240"/>
                  </a:lnTo>
                  <a:lnTo>
                    <a:pt x="1759150" y="1426385"/>
                  </a:lnTo>
                  <a:lnTo>
                    <a:pt x="1794333" y="1402408"/>
                  </a:lnTo>
                  <a:lnTo>
                    <a:pt x="1829516" y="1378306"/>
                  </a:lnTo>
                  <a:lnTo>
                    <a:pt x="1864699" y="1354080"/>
                  </a:lnTo>
                  <a:lnTo>
                    <a:pt x="1899882" y="1329729"/>
                  </a:lnTo>
                  <a:lnTo>
                    <a:pt x="1935065" y="1305251"/>
                  </a:lnTo>
                  <a:lnTo>
                    <a:pt x="1970248" y="1280647"/>
                  </a:lnTo>
                  <a:lnTo>
                    <a:pt x="2005431" y="1255916"/>
                  </a:lnTo>
                  <a:lnTo>
                    <a:pt x="2040614" y="1231057"/>
                  </a:lnTo>
                  <a:lnTo>
                    <a:pt x="2075797" y="1206069"/>
                  </a:lnTo>
                  <a:lnTo>
                    <a:pt x="2110980" y="1180952"/>
                  </a:lnTo>
                  <a:lnTo>
                    <a:pt x="2146163" y="1155705"/>
                  </a:lnTo>
                  <a:lnTo>
                    <a:pt x="2181346" y="1130328"/>
                  </a:lnTo>
                  <a:lnTo>
                    <a:pt x="2216529" y="1104819"/>
                  </a:lnTo>
                  <a:lnTo>
                    <a:pt x="2251712" y="1079179"/>
                  </a:lnTo>
                  <a:lnTo>
                    <a:pt x="2286895" y="1053405"/>
                  </a:lnTo>
                  <a:lnTo>
                    <a:pt x="2322078" y="1027499"/>
                  </a:lnTo>
                  <a:lnTo>
                    <a:pt x="2357261" y="1001458"/>
                  </a:lnTo>
                  <a:lnTo>
                    <a:pt x="2392444" y="975283"/>
                  </a:lnTo>
                  <a:lnTo>
                    <a:pt x="2427627" y="948973"/>
                  </a:lnTo>
                  <a:lnTo>
                    <a:pt x="2462810" y="922526"/>
                  </a:lnTo>
                  <a:lnTo>
                    <a:pt x="2497993" y="895943"/>
                  </a:lnTo>
                  <a:lnTo>
                    <a:pt x="2533176" y="869222"/>
                  </a:lnTo>
                  <a:lnTo>
                    <a:pt x="2568359" y="842363"/>
                  </a:lnTo>
                  <a:lnTo>
                    <a:pt x="2603542" y="815365"/>
                  </a:lnTo>
                  <a:lnTo>
                    <a:pt x="2638725" y="788227"/>
                  </a:lnTo>
                  <a:lnTo>
                    <a:pt x="2673908" y="760949"/>
                  </a:lnTo>
                  <a:lnTo>
                    <a:pt x="2709091" y="733530"/>
                  </a:lnTo>
                  <a:lnTo>
                    <a:pt x="2744274" y="705969"/>
                  </a:lnTo>
                  <a:lnTo>
                    <a:pt x="2779457" y="678265"/>
                  </a:lnTo>
                  <a:lnTo>
                    <a:pt x="2814640" y="650419"/>
                  </a:lnTo>
                  <a:lnTo>
                    <a:pt x="2849823" y="622428"/>
                  </a:lnTo>
                  <a:lnTo>
                    <a:pt x="2885006" y="594292"/>
                  </a:lnTo>
                  <a:lnTo>
                    <a:pt x="2920189" y="566011"/>
                  </a:lnTo>
                  <a:lnTo>
                    <a:pt x="2955372" y="537584"/>
                  </a:lnTo>
                  <a:lnTo>
                    <a:pt x="2990555" y="509010"/>
                  </a:lnTo>
                  <a:lnTo>
                    <a:pt x="3025738" y="480288"/>
                  </a:lnTo>
                  <a:lnTo>
                    <a:pt x="3060921" y="451417"/>
                  </a:lnTo>
                  <a:lnTo>
                    <a:pt x="3096104" y="422397"/>
                  </a:lnTo>
                  <a:lnTo>
                    <a:pt x="3131287" y="393227"/>
                  </a:lnTo>
                  <a:lnTo>
                    <a:pt x="3166470" y="363906"/>
                  </a:lnTo>
                  <a:lnTo>
                    <a:pt x="3201653" y="334434"/>
                  </a:lnTo>
                  <a:lnTo>
                    <a:pt x="3236836" y="304809"/>
                  </a:lnTo>
                  <a:lnTo>
                    <a:pt x="3272019" y="275030"/>
                  </a:lnTo>
                  <a:lnTo>
                    <a:pt x="3307202" y="245098"/>
                  </a:lnTo>
                  <a:lnTo>
                    <a:pt x="3342385" y="215011"/>
                  </a:lnTo>
                  <a:lnTo>
                    <a:pt x="3377568" y="184768"/>
                  </a:lnTo>
                  <a:lnTo>
                    <a:pt x="3412751" y="154369"/>
                  </a:lnTo>
                  <a:lnTo>
                    <a:pt x="3447934" y="123813"/>
                  </a:lnTo>
                  <a:lnTo>
                    <a:pt x="3483117" y="93099"/>
                  </a:lnTo>
                  <a:lnTo>
                    <a:pt x="3518300" y="62226"/>
                  </a:lnTo>
                  <a:lnTo>
                    <a:pt x="3553483" y="31193"/>
                  </a:lnTo>
                  <a:lnTo>
                    <a:pt x="3588666" y="0"/>
                  </a:lnTo>
                  <a:lnTo>
                    <a:pt x="3588666" y="1987754"/>
                  </a:lnTo>
                  <a:lnTo>
                    <a:pt x="3553483" y="1981329"/>
                  </a:lnTo>
                  <a:lnTo>
                    <a:pt x="3518300" y="1974893"/>
                  </a:lnTo>
                  <a:lnTo>
                    <a:pt x="3483117" y="1968448"/>
                  </a:lnTo>
                  <a:lnTo>
                    <a:pt x="3447934" y="1961993"/>
                  </a:lnTo>
                  <a:lnTo>
                    <a:pt x="3412751" y="1955527"/>
                  </a:lnTo>
                  <a:lnTo>
                    <a:pt x="3377568" y="1949051"/>
                  </a:lnTo>
                  <a:lnTo>
                    <a:pt x="3342385" y="1942565"/>
                  </a:lnTo>
                  <a:lnTo>
                    <a:pt x="3307202" y="1936069"/>
                  </a:lnTo>
                  <a:lnTo>
                    <a:pt x="3272019" y="1929562"/>
                  </a:lnTo>
                  <a:lnTo>
                    <a:pt x="3236836" y="1923045"/>
                  </a:lnTo>
                  <a:lnTo>
                    <a:pt x="3201653" y="1916518"/>
                  </a:lnTo>
                  <a:lnTo>
                    <a:pt x="3166470" y="1909981"/>
                  </a:lnTo>
                  <a:lnTo>
                    <a:pt x="3131287" y="1903433"/>
                  </a:lnTo>
                  <a:lnTo>
                    <a:pt x="3096104" y="1896875"/>
                  </a:lnTo>
                  <a:lnTo>
                    <a:pt x="3060921" y="1890307"/>
                  </a:lnTo>
                  <a:lnTo>
                    <a:pt x="3025738" y="1883728"/>
                  </a:lnTo>
                  <a:lnTo>
                    <a:pt x="2990555" y="1877139"/>
                  </a:lnTo>
                  <a:lnTo>
                    <a:pt x="2955372" y="1870539"/>
                  </a:lnTo>
                  <a:lnTo>
                    <a:pt x="2920189" y="1863929"/>
                  </a:lnTo>
                  <a:lnTo>
                    <a:pt x="2885006" y="1857309"/>
                  </a:lnTo>
                  <a:lnTo>
                    <a:pt x="2849823" y="1850678"/>
                  </a:lnTo>
                  <a:lnTo>
                    <a:pt x="2814640" y="1844037"/>
                  </a:lnTo>
                  <a:lnTo>
                    <a:pt x="2779457" y="1837385"/>
                  </a:lnTo>
                  <a:lnTo>
                    <a:pt x="2744274" y="1830723"/>
                  </a:lnTo>
                  <a:lnTo>
                    <a:pt x="2709091" y="1824050"/>
                  </a:lnTo>
                  <a:lnTo>
                    <a:pt x="2673908" y="1817367"/>
                  </a:lnTo>
                  <a:lnTo>
                    <a:pt x="2638725" y="1810673"/>
                  </a:lnTo>
                  <a:lnTo>
                    <a:pt x="2603542" y="1803969"/>
                  </a:lnTo>
                  <a:lnTo>
                    <a:pt x="2568359" y="1797254"/>
                  </a:lnTo>
                  <a:lnTo>
                    <a:pt x="2533176" y="1790529"/>
                  </a:lnTo>
                  <a:lnTo>
                    <a:pt x="2497993" y="1783793"/>
                  </a:lnTo>
                  <a:lnTo>
                    <a:pt x="2462810" y="1777046"/>
                  </a:lnTo>
                  <a:lnTo>
                    <a:pt x="2427627" y="1770289"/>
                  </a:lnTo>
                  <a:lnTo>
                    <a:pt x="2392444" y="1763521"/>
                  </a:lnTo>
                  <a:lnTo>
                    <a:pt x="2357261" y="1756742"/>
                  </a:lnTo>
                  <a:lnTo>
                    <a:pt x="2322078" y="1749953"/>
                  </a:lnTo>
                  <a:lnTo>
                    <a:pt x="2286895" y="1743153"/>
                  </a:lnTo>
                  <a:lnTo>
                    <a:pt x="2251712" y="1736342"/>
                  </a:lnTo>
                  <a:lnTo>
                    <a:pt x="2216529" y="1729521"/>
                  </a:lnTo>
                  <a:lnTo>
                    <a:pt x="2181346" y="1722688"/>
                  </a:lnTo>
                  <a:lnTo>
                    <a:pt x="2146163" y="1715845"/>
                  </a:lnTo>
                  <a:lnTo>
                    <a:pt x="2110980" y="1708991"/>
                  </a:lnTo>
                  <a:lnTo>
                    <a:pt x="2075797" y="1702127"/>
                  </a:lnTo>
                  <a:lnTo>
                    <a:pt x="2040614" y="1695251"/>
                  </a:lnTo>
                  <a:lnTo>
                    <a:pt x="2005431" y="1688365"/>
                  </a:lnTo>
                  <a:lnTo>
                    <a:pt x="1970248" y="1681468"/>
                  </a:lnTo>
                  <a:lnTo>
                    <a:pt x="1935065" y="1674560"/>
                  </a:lnTo>
                  <a:lnTo>
                    <a:pt x="1899882" y="1667641"/>
                  </a:lnTo>
                  <a:lnTo>
                    <a:pt x="1864699" y="1660711"/>
                  </a:lnTo>
                  <a:lnTo>
                    <a:pt x="1829516" y="1653770"/>
                  </a:lnTo>
                  <a:lnTo>
                    <a:pt x="1794333" y="1646819"/>
                  </a:lnTo>
                  <a:lnTo>
                    <a:pt x="1759150" y="1639856"/>
                  </a:lnTo>
                  <a:lnTo>
                    <a:pt x="1723967" y="1632882"/>
                  </a:lnTo>
                  <a:lnTo>
                    <a:pt x="1688784" y="1625898"/>
                  </a:lnTo>
                  <a:lnTo>
                    <a:pt x="1653601" y="1618902"/>
                  </a:lnTo>
                  <a:lnTo>
                    <a:pt x="1618418" y="1611895"/>
                  </a:lnTo>
                  <a:lnTo>
                    <a:pt x="1583235" y="1604878"/>
                  </a:lnTo>
                  <a:lnTo>
                    <a:pt x="1548052" y="1597849"/>
                  </a:lnTo>
                  <a:lnTo>
                    <a:pt x="1512869" y="1590809"/>
                  </a:lnTo>
                  <a:lnTo>
                    <a:pt x="1477686" y="1613817"/>
                  </a:lnTo>
                  <a:lnTo>
                    <a:pt x="1442503" y="1636707"/>
                  </a:lnTo>
                  <a:lnTo>
                    <a:pt x="1407320" y="1659479"/>
                  </a:lnTo>
                  <a:lnTo>
                    <a:pt x="1372137" y="1682133"/>
                  </a:lnTo>
                  <a:lnTo>
                    <a:pt x="1336954" y="1704672"/>
                  </a:lnTo>
                  <a:lnTo>
                    <a:pt x="1301771" y="1727094"/>
                  </a:lnTo>
                  <a:lnTo>
                    <a:pt x="1266588" y="1749401"/>
                  </a:lnTo>
                  <a:lnTo>
                    <a:pt x="1231405" y="1771593"/>
                  </a:lnTo>
                  <a:lnTo>
                    <a:pt x="1196222" y="1793671"/>
                  </a:lnTo>
                  <a:lnTo>
                    <a:pt x="1161039" y="1815635"/>
                  </a:lnTo>
                  <a:lnTo>
                    <a:pt x="1125856" y="1837487"/>
                  </a:lnTo>
                  <a:lnTo>
                    <a:pt x="1090673" y="1859225"/>
                  </a:lnTo>
                  <a:lnTo>
                    <a:pt x="1055490" y="1880852"/>
                  </a:lnTo>
                  <a:lnTo>
                    <a:pt x="1020307" y="1902368"/>
                  </a:lnTo>
                  <a:lnTo>
                    <a:pt x="985124" y="1923773"/>
                  </a:lnTo>
                  <a:lnTo>
                    <a:pt x="949941" y="1945068"/>
                  </a:lnTo>
                  <a:lnTo>
                    <a:pt x="914758" y="1966254"/>
                  </a:lnTo>
                  <a:lnTo>
                    <a:pt x="879575" y="1987330"/>
                  </a:lnTo>
                  <a:lnTo>
                    <a:pt x="844392" y="2008298"/>
                  </a:lnTo>
                  <a:lnTo>
                    <a:pt x="809209" y="2029158"/>
                  </a:lnTo>
                  <a:lnTo>
                    <a:pt x="774026" y="2049911"/>
                  </a:lnTo>
                  <a:lnTo>
                    <a:pt x="738843" y="2070556"/>
                  </a:lnTo>
                  <a:lnTo>
                    <a:pt x="703660" y="2091096"/>
                  </a:lnTo>
                  <a:lnTo>
                    <a:pt x="668477" y="2111530"/>
                  </a:lnTo>
                  <a:lnTo>
                    <a:pt x="633294" y="2131859"/>
                  </a:lnTo>
                  <a:lnTo>
                    <a:pt x="598111" y="2152083"/>
                  </a:lnTo>
                  <a:lnTo>
                    <a:pt x="562928" y="2172203"/>
                  </a:lnTo>
                  <a:lnTo>
                    <a:pt x="527745" y="2192220"/>
                  </a:lnTo>
                  <a:lnTo>
                    <a:pt x="492562" y="2212134"/>
                  </a:lnTo>
                  <a:lnTo>
                    <a:pt x="457379" y="2231945"/>
                  </a:lnTo>
                  <a:lnTo>
                    <a:pt x="422196" y="2251654"/>
                  </a:lnTo>
                  <a:lnTo>
                    <a:pt x="387013" y="2271262"/>
                  </a:lnTo>
                  <a:lnTo>
                    <a:pt x="351830" y="2290769"/>
                  </a:lnTo>
                  <a:lnTo>
                    <a:pt x="316647" y="2310176"/>
                  </a:lnTo>
                  <a:lnTo>
                    <a:pt x="281464" y="2329482"/>
                  </a:lnTo>
                  <a:lnTo>
                    <a:pt x="246281" y="2348690"/>
                  </a:lnTo>
                  <a:lnTo>
                    <a:pt x="211098" y="2367798"/>
                  </a:lnTo>
                  <a:lnTo>
                    <a:pt x="175915" y="2386809"/>
                  </a:lnTo>
                  <a:lnTo>
                    <a:pt x="140732" y="2405721"/>
                  </a:lnTo>
                  <a:lnTo>
                    <a:pt x="105549" y="2424536"/>
                  </a:lnTo>
                  <a:lnTo>
                    <a:pt x="70366" y="2443255"/>
                  </a:lnTo>
                  <a:lnTo>
                    <a:pt x="35183" y="2461877"/>
                  </a:lnTo>
                  <a:lnTo>
                    <a:pt x="0" y="2480403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248669" y="1713144"/>
              <a:ext cx="3588666" cy="1590809"/>
            </a:xfrm>
            <a:custGeom>
              <a:avLst/>
              <a:pathLst>
                <a:path w="3588666" h="1590809">
                  <a:moveTo>
                    <a:pt x="0" y="1277357"/>
                  </a:moveTo>
                  <a:lnTo>
                    <a:pt x="35183" y="1284891"/>
                  </a:lnTo>
                  <a:lnTo>
                    <a:pt x="70366" y="1292412"/>
                  </a:lnTo>
                  <a:lnTo>
                    <a:pt x="105549" y="1299922"/>
                  </a:lnTo>
                  <a:lnTo>
                    <a:pt x="140732" y="1307420"/>
                  </a:lnTo>
                  <a:lnTo>
                    <a:pt x="175915" y="1314906"/>
                  </a:lnTo>
                  <a:lnTo>
                    <a:pt x="211098" y="1322380"/>
                  </a:lnTo>
                  <a:lnTo>
                    <a:pt x="246281" y="1329842"/>
                  </a:lnTo>
                  <a:lnTo>
                    <a:pt x="281464" y="1337293"/>
                  </a:lnTo>
                  <a:lnTo>
                    <a:pt x="316647" y="1344732"/>
                  </a:lnTo>
                  <a:lnTo>
                    <a:pt x="351830" y="1352159"/>
                  </a:lnTo>
                  <a:lnTo>
                    <a:pt x="387013" y="1359575"/>
                  </a:lnTo>
                  <a:lnTo>
                    <a:pt x="422196" y="1366979"/>
                  </a:lnTo>
                  <a:lnTo>
                    <a:pt x="457379" y="1374371"/>
                  </a:lnTo>
                  <a:lnTo>
                    <a:pt x="492562" y="1381752"/>
                  </a:lnTo>
                  <a:lnTo>
                    <a:pt x="527745" y="1389121"/>
                  </a:lnTo>
                  <a:lnTo>
                    <a:pt x="562928" y="1396478"/>
                  </a:lnTo>
                  <a:lnTo>
                    <a:pt x="598111" y="1403824"/>
                  </a:lnTo>
                  <a:lnTo>
                    <a:pt x="633294" y="1411158"/>
                  </a:lnTo>
                  <a:lnTo>
                    <a:pt x="668477" y="1418481"/>
                  </a:lnTo>
                  <a:lnTo>
                    <a:pt x="703660" y="1425792"/>
                  </a:lnTo>
                  <a:lnTo>
                    <a:pt x="738843" y="1433092"/>
                  </a:lnTo>
                  <a:lnTo>
                    <a:pt x="774026" y="1440380"/>
                  </a:lnTo>
                  <a:lnTo>
                    <a:pt x="809209" y="1447657"/>
                  </a:lnTo>
                  <a:lnTo>
                    <a:pt x="844392" y="1454922"/>
                  </a:lnTo>
                  <a:lnTo>
                    <a:pt x="879575" y="1462176"/>
                  </a:lnTo>
                  <a:lnTo>
                    <a:pt x="914758" y="1469418"/>
                  </a:lnTo>
                  <a:lnTo>
                    <a:pt x="949941" y="1476649"/>
                  </a:lnTo>
                  <a:lnTo>
                    <a:pt x="985124" y="1483869"/>
                  </a:lnTo>
                  <a:lnTo>
                    <a:pt x="1020307" y="1491077"/>
                  </a:lnTo>
                  <a:lnTo>
                    <a:pt x="1055490" y="1498274"/>
                  </a:lnTo>
                  <a:lnTo>
                    <a:pt x="1090673" y="1505459"/>
                  </a:lnTo>
                  <a:lnTo>
                    <a:pt x="1125856" y="1512634"/>
                  </a:lnTo>
                  <a:lnTo>
                    <a:pt x="1161039" y="1519797"/>
                  </a:lnTo>
                  <a:lnTo>
                    <a:pt x="1196222" y="1526948"/>
                  </a:lnTo>
                  <a:lnTo>
                    <a:pt x="1231405" y="1534089"/>
                  </a:lnTo>
                  <a:lnTo>
                    <a:pt x="1266588" y="1541218"/>
                  </a:lnTo>
                  <a:lnTo>
                    <a:pt x="1301771" y="1548336"/>
                  </a:lnTo>
                  <a:lnTo>
                    <a:pt x="1336954" y="1555443"/>
                  </a:lnTo>
                  <a:lnTo>
                    <a:pt x="1372137" y="1562538"/>
                  </a:lnTo>
                  <a:lnTo>
                    <a:pt x="1407320" y="1569623"/>
                  </a:lnTo>
                  <a:lnTo>
                    <a:pt x="1442503" y="1576696"/>
                  </a:lnTo>
                  <a:lnTo>
                    <a:pt x="1477686" y="1583758"/>
                  </a:lnTo>
                  <a:lnTo>
                    <a:pt x="1512869" y="1590809"/>
                  </a:lnTo>
                  <a:lnTo>
                    <a:pt x="1548052" y="1567682"/>
                  </a:lnTo>
                  <a:lnTo>
                    <a:pt x="1583235" y="1544435"/>
                  </a:lnTo>
                  <a:lnTo>
                    <a:pt x="1618418" y="1521068"/>
                  </a:lnTo>
                  <a:lnTo>
                    <a:pt x="1653601" y="1497580"/>
                  </a:lnTo>
                  <a:lnTo>
                    <a:pt x="1688784" y="1473971"/>
                  </a:lnTo>
                  <a:lnTo>
                    <a:pt x="1723967" y="1450240"/>
                  </a:lnTo>
                  <a:lnTo>
                    <a:pt x="1759150" y="1426385"/>
                  </a:lnTo>
                  <a:lnTo>
                    <a:pt x="1794333" y="1402408"/>
                  </a:lnTo>
                  <a:lnTo>
                    <a:pt x="1829516" y="1378306"/>
                  </a:lnTo>
                  <a:lnTo>
                    <a:pt x="1864699" y="1354080"/>
                  </a:lnTo>
                  <a:lnTo>
                    <a:pt x="1899882" y="1329729"/>
                  </a:lnTo>
                  <a:lnTo>
                    <a:pt x="1935065" y="1305251"/>
                  </a:lnTo>
                  <a:lnTo>
                    <a:pt x="1970248" y="1280647"/>
                  </a:lnTo>
                  <a:lnTo>
                    <a:pt x="2005431" y="1255916"/>
                  </a:lnTo>
                  <a:lnTo>
                    <a:pt x="2040614" y="1231057"/>
                  </a:lnTo>
                  <a:lnTo>
                    <a:pt x="2075797" y="1206069"/>
                  </a:lnTo>
                  <a:lnTo>
                    <a:pt x="2110980" y="1180952"/>
                  </a:lnTo>
                  <a:lnTo>
                    <a:pt x="2146163" y="1155705"/>
                  </a:lnTo>
                  <a:lnTo>
                    <a:pt x="2181346" y="1130328"/>
                  </a:lnTo>
                  <a:lnTo>
                    <a:pt x="2216529" y="1104819"/>
                  </a:lnTo>
                  <a:lnTo>
                    <a:pt x="2251712" y="1079179"/>
                  </a:lnTo>
                  <a:lnTo>
                    <a:pt x="2286895" y="1053405"/>
                  </a:lnTo>
                  <a:lnTo>
                    <a:pt x="2322078" y="1027499"/>
                  </a:lnTo>
                  <a:lnTo>
                    <a:pt x="2357261" y="1001458"/>
                  </a:lnTo>
                  <a:lnTo>
                    <a:pt x="2392444" y="975283"/>
                  </a:lnTo>
                  <a:lnTo>
                    <a:pt x="2427627" y="948973"/>
                  </a:lnTo>
                  <a:lnTo>
                    <a:pt x="2462810" y="922526"/>
                  </a:lnTo>
                  <a:lnTo>
                    <a:pt x="2497993" y="895943"/>
                  </a:lnTo>
                  <a:lnTo>
                    <a:pt x="2533176" y="869222"/>
                  </a:lnTo>
                  <a:lnTo>
                    <a:pt x="2568359" y="842363"/>
                  </a:lnTo>
                  <a:lnTo>
                    <a:pt x="2603542" y="815365"/>
                  </a:lnTo>
                  <a:lnTo>
                    <a:pt x="2638725" y="788227"/>
                  </a:lnTo>
                  <a:lnTo>
                    <a:pt x="2673908" y="760949"/>
                  </a:lnTo>
                  <a:lnTo>
                    <a:pt x="2709091" y="733530"/>
                  </a:lnTo>
                  <a:lnTo>
                    <a:pt x="2744274" y="705969"/>
                  </a:lnTo>
                  <a:lnTo>
                    <a:pt x="2779457" y="678265"/>
                  </a:lnTo>
                  <a:lnTo>
                    <a:pt x="2814640" y="650419"/>
                  </a:lnTo>
                  <a:lnTo>
                    <a:pt x="2849823" y="622428"/>
                  </a:lnTo>
                  <a:lnTo>
                    <a:pt x="2885006" y="594292"/>
                  </a:lnTo>
                  <a:lnTo>
                    <a:pt x="2920189" y="566011"/>
                  </a:lnTo>
                  <a:lnTo>
                    <a:pt x="2955372" y="537584"/>
                  </a:lnTo>
                  <a:lnTo>
                    <a:pt x="2990555" y="509010"/>
                  </a:lnTo>
                  <a:lnTo>
                    <a:pt x="3025738" y="480288"/>
                  </a:lnTo>
                  <a:lnTo>
                    <a:pt x="3060921" y="451417"/>
                  </a:lnTo>
                  <a:lnTo>
                    <a:pt x="3096104" y="422397"/>
                  </a:lnTo>
                  <a:lnTo>
                    <a:pt x="3131287" y="393227"/>
                  </a:lnTo>
                  <a:lnTo>
                    <a:pt x="3166470" y="363906"/>
                  </a:lnTo>
                  <a:lnTo>
                    <a:pt x="3201653" y="334434"/>
                  </a:lnTo>
                  <a:lnTo>
                    <a:pt x="3236836" y="304809"/>
                  </a:lnTo>
                  <a:lnTo>
                    <a:pt x="3272019" y="275030"/>
                  </a:lnTo>
                  <a:lnTo>
                    <a:pt x="3307202" y="245098"/>
                  </a:lnTo>
                  <a:lnTo>
                    <a:pt x="3342385" y="215011"/>
                  </a:lnTo>
                  <a:lnTo>
                    <a:pt x="3377568" y="184768"/>
                  </a:lnTo>
                  <a:lnTo>
                    <a:pt x="3412751" y="154369"/>
                  </a:lnTo>
                  <a:lnTo>
                    <a:pt x="3447934" y="123813"/>
                  </a:lnTo>
                  <a:lnTo>
                    <a:pt x="3483117" y="93099"/>
                  </a:lnTo>
                  <a:lnTo>
                    <a:pt x="3518300" y="62226"/>
                  </a:lnTo>
                  <a:lnTo>
                    <a:pt x="3553483" y="31193"/>
                  </a:lnTo>
                  <a:lnTo>
                    <a:pt x="358866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248669" y="3303953"/>
              <a:ext cx="3588666" cy="889594"/>
            </a:xfrm>
            <a:custGeom>
              <a:avLst/>
              <a:pathLst>
                <a:path w="3588666" h="889594">
                  <a:moveTo>
                    <a:pt x="3588666" y="396944"/>
                  </a:moveTo>
                  <a:lnTo>
                    <a:pt x="3553483" y="390519"/>
                  </a:lnTo>
                  <a:lnTo>
                    <a:pt x="3518300" y="384084"/>
                  </a:lnTo>
                  <a:lnTo>
                    <a:pt x="3483117" y="377639"/>
                  </a:lnTo>
                  <a:lnTo>
                    <a:pt x="3447934" y="371183"/>
                  </a:lnTo>
                  <a:lnTo>
                    <a:pt x="3412751" y="364718"/>
                  </a:lnTo>
                  <a:lnTo>
                    <a:pt x="3377568" y="358242"/>
                  </a:lnTo>
                  <a:lnTo>
                    <a:pt x="3342385" y="351756"/>
                  </a:lnTo>
                  <a:lnTo>
                    <a:pt x="3307202" y="345259"/>
                  </a:lnTo>
                  <a:lnTo>
                    <a:pt x="3272019" y="338753"/>
                  </a:lnTo>
                  <a:lnTo>
                    <a:pt x="3236836" y="332236"/>
                  </a:lnTo>
                  <a:lnTo>
                    <a:pt x="3201653" y="325709"/>
                  </a:lnTo>
                  <a:lnTo>
                    <a:pt x="3166470" y="319171"/>
                  </a:lnTo>
                  <a:lnTo>
                    <a:pt x="3131287" y="312624"/>
                  </a:lnTo>
                  <a:lnTo>
                    <a:pt x="3096104" y="306066"/>
                  </a:lnTo>
                  <a:lnTo>
                    <a:pt x="3060921" y="299497"/>
                  </a:lnTo>
                  <a:lnTo>
                    <a:pt x="3025738" y="292918"/>
                  </a:lnTo>
                  <a:lnTo>
                    <a:pt x="2990555" y="286329"/>
                  </a:lnTo>
                  <a:lnTo>
                    <a:pt x="2955372" y="279730"/>
                  </a:lnTo>
                  <a:lnTo>
                    <a:pt x="2920189" y="273120"/>
                  </a:lnTo>
                  <a:lnTo>
                    <a:pt x="2885006" y="266500"/>
                  </a:lnTo>
                  <a:lnTo>
                    <a:pt x="2849823" y="259869"/>
                  </a:lnTo>
                  <a:lnTo>
                    <a:pt x="2814640" y="253228"/>
                  </a:lnTo>
                  <a:lnTo>
                    <a:pt x="2779457" y="246576"/>
                  </a:lnTo>
                  <a:lnTo>
                    <a:pt x="2744274" y="239914"/>
                  </a:lnTo>
                  <a:lnTo>
                    <a:pt x="2709091" y="233241"/>
                  </a:lnTo>
                  <a:lnTo>
                    <a:pt x="2673908" y="226558"/>
                  </a:lnTo>
                  <a:lnTo>
                    <a:pt x="2638725" y="219864"/>
                  </a:lnTo>
                  <a:lnTo>
                    <a:pt x="2603542" y="213160"/>
                  </a:lnTo>
                  <a:lnTo>
                    <a:pt x="2568359" y="206445"/>
                  </a:lnTo>
                  <a:lnTo>
                    <a:pt x="2533176" y="199719"/>
                  </a:lnTo>
                  <a:lnTo>
                    <a:pt x="2497993" y="192983"/>
                  </a:lnTo>
                  <a:lnTo>
                    <a:pt x="2462810" y="186237"/>
                  </a:lnTo>
                  <a:lnTo>
                    <a:pt x="2427627" y="179479"/>
                  </a:lnTo>
                  <a:lnTo>
                    <a:pt x="2392444" y="172711"/>
                  </a:lnTo>
                  <a:lnTo>
                    <a:pt x="2357261" y="165933"/>
                  </a:lnTo>
                  <a:lnTo>
                    <a:pt x="2322078" y="159143"/>
                  </a:lnTo>
                  <a:lnTo>
                    <a:pt x="2286895" y="152343"/>
                  </a:lnTo>
                  <a:lnTo>
                    <a:pt x="2251712" y="145533"/>
                  </a:lnTo>
                  <a:lnTo>
                    <a:pt x="2216529" y="138711"/>
                  </a:lnTo>
                  <a:lnTo>
                    <a:pt x="2181346" y="131879"/>
                  </a:lnTo>
                  <a:lnTo>
                    <a:pt x="2146163" y="125036"/>
                  </a:lnTo>
                  <a:lnTo>
                    <a:pt x="2110980" y="118182"/>
                  </a:lnTo>
                  <a:lnTo>
                    <a:pt x="2075797" y="111317"/>
                  </a:lnTo>
                  <a:lnTo>
                    <a:pt x="2040614" y="104442"/>
                  </a:lnTo>
                  <a:lnTo>
                    <a:pt x="2005431" y="97556"/>
                  </a:lnTo>
                  <a:lnTo>
                    <a:pt x="1970248" y="90658"/>
                  </a:lnTo>
                  <a:lnTo>
                    <a:pt x="1935065" y="83750"/>
                  </a:lnTo>
                  <a:lnTo>
                    <a:pt x="1899882" y="76832"/>
                  </a:lnTo>
                  <a:lnTo>
                    <a:pt x="1864699" y="69902"/>
                  </a:lnTo>
                  <a:lnTo>
                    <a:pt x="1829516" y="62961"/>
                  </a:lnTo>
                  <a:lnTo>
                    <a:pt x="1794333" y="56009"/>
                  </a:lnTo>
                  <a:lnTo>
                    <a:pt x="1759150" y="49047"/>
                  </a:lnTo>
                  <a:lnTo>
                    <a:pt x="1723967" y="42073"/>
                  </a:lnTo>
                  <a:lnTo>
                    <a:pt x="1688784" y="35088"/>
                  </a:lnTo>
                  <a:lnTo>
                    <a:pt x="1653601" y="28093"/>
                  </a:lnTo>
                  <a:lnTo>
                    <a:pt x="1618418" y="21086"/>
                  </a:lnTo>
                  <a:lnTo>
                    <a:pt x="1583235" y="14068"/>
                  </a:lnTo>
                  <a:lnTo>
                    <a:pt x="1548052" y="7039"/>
                  </a:lnTo>
                  <a:lnTo>
                    <a:pt x="1512869" y="0"/>
                  </a:lnTo>
                  <a:lnTo>
                    <a:pt x="1477686" y="23008"/>
                  </a:lnTo>
                  <a:lnTo>
                    <a:pt x="1442503" y="45897"/>
                  </a:lnTo>
                  <a:lnTo>
                    <a:pt x="1407320" y="68669"/>
                  </a:lnTo>
                  <a:lnTo>
                    <a:pt x="1372137" y="91324"/>
                  </a:lnTo>
                  <a:lnTo>
                    <a:pt x="1336954" y="113862"/>
                  </a:lnTo>
                  <a:lnTo>
                    <a:pt x="1301771" y="136285"/>
                  </a:lnTo>
                  <a:lnTo>
                    <a:pt x="1266588" y="158592"/>
                  </a:lnTo>
                  <a:lnTo>
                    <a:pt x="1231405" y="180784"/>
                  </a:lnTo>
                  <a:lnTo>
                    <a:pt x="1196222" y="202862"/>
                  </a:lnTo>
                  <a:lnTo>
                    <a:pt x="1161039" y="224826"/>
                  </a:lnTo>
                  <a:lnTo>
                    <a:pt x="1125856" y="246677"/>
                  </a:lnTo>
                  <a:lnTo>
                    <a:pt x="1090673" y="268416"/>
                  </a:lnTo>
                  <a:lnTo>
                    <a:pt x="1055490" y="290043"/>
                  </a:lnTo>
                  <a:lnTo>
                    <a:pt x="1020307" y="311559"/>
                  </a:lnTo>
                  <a:lnTo>
                    <a:pt x="985124" y="332964"/>
                  </a:lnTo>
                  <a:lnTo>
                    <a:pt x="949941" y="354259"/>
                  </a:lnTo>
                  <a:lnTo>
                    <a:pt x="914758" y="375444"/>
                  </a:lnTo>
                  <a:lnTo>
                    <a:pt x="879575" y="396521"/>
                  </a:lnTo>
                  <a:lnTo>
                    <a:pt x="844392" y="417488"/>
                  </a:lnTo>
                  <a:lnTo>
                    <a:pt x="809209" y="438348"/>
                  </a:lnTo>
                  <a:lnTo>
                    <a:pt x="774026" y="459101"/>
                  </a:lnTo>
                  <a:lnTo>
                    <a:pt x="738843" y="479747"/>
                  </a:lnTo>
                  <a:lnTo>
                    <a:pt x="703660" y="500287"/>
                  </a:lnTo>
                  <a:lnTo>
                    <a:pt x="668477" y="520721"/>
                  </a:lnTo>
                  <a:lnTo>
                    <a:pt x="633294" y="541050"/>
                  </a:lnTo>
                  <a:lnTo>
                    <a:pt x="598111" y="561274"/>
                  </a:lnTo>
                  <a:lnTo>
                    <a:pt x="562928" y="581394"/>
                  </a:lnTo>
                  <a:lnTo>
                    <a:pt x="527745" y="601411"/>
                  </a:lnTo>
                  <a:lnTo>
                    <a:pt x="492562" y="621324"/>
                  </a:lnTo>
                  <a:lnTo>
                    <a:pt x="457379" y="641136"/>
                  </a:lnTo>
                  <a:lnTo>
                    <a:pt x="422196" y="660845"/>
                  </a:lnTo>
                  <a:lnTo>
                    <a:pt x="387013" y="680453"/>
                  </a:lnTo>
                  <a:lnTo>
                    <a:pt x="351830" y="699960"/>
                  </a:lnTo>
                  <a:lnTo>
                    <a:pt x="316647" y="719366"/>
                  </a:lnTo>
                  <a:lnTo>
                    <a:pt x="281464" y="738673"/>
                  </a:lnTo>
                  <a:lnTo>
                    <a:pt x="246281" y="757880"/>
                  </a:lnTo>
                  <a:lnTo>
                    <a:pt x="211098" y="776989"/>
                  </a:lnTo>
                  <a:lnTo>
                    <a:pt x="175915" y="795999"/>
                  </a:lnTo>
                  <a:lnTo>
                    <a:pt x="140732" y="814912"/>
                  </a:lnTo>
                  <a:lnTo>
                    <a:pt x="105549" y="833727"/>
                  </a:lnTo>
                  <a:lnTo>
                    <a:pt x="70366" y="852445"/>
                  </a:lnTo>
                  <a:lnTo>
                    <a:pt x="35183" y="871067"/>
                  </a:lnTo>
                  <a:lnTo>
                    <a:pt x="0" y="8895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057878" y="774526"/>
              <a:ext cx="2709091" cy="3437892"/>
            </a:xfrm>
            <a:custGeom>
              <a:avLst/>
              <a:pathLst>
                <a:path w="2709091" h="3437892">
                  <a:moveTo>
                    <a:pt x="0" y="2422026"/>
                  </a:moveTo>
                  <a:lnTo>
                    <a:pt x="35183" y="2416389"/>
                  </a:lnTo>
                  <a:lnTo>
                    <a:pt x="70366" y="2408153"/>
                  </a:lnTo>
                  <a:lnTo>
                    <a:pt x="105549" y="2407420"/>
                  </a:lnTo>
                  <a:lnTo>
                    <a:pt x="140732" y="2402805"/>
                  </a:lnTo>
                  <a:lnTo>
                    <a:pt x="175915" y="2389383"/>
                  </a:lnTo>
                  <a:lnTo>
                    <a:pt x="211098" y="2380096"/>
                  </a:lnTo>
                  <a:lnTo>
                    <a:pt x="246281" y="2376377"/>
                  </a:lnTo>
                  <a:lnTo>
                    <a:pt x="281464" y="2371858"/>
                  </a:lnTo>
                  <a:lnTo>
                    <a:pt x="316647" y="2369103"/>
                  </a:lnTo>
                  <a:lnTo>
                    <a:pt x="351830" y="2364358"/>
                  </a:lnTo>
                  <a:lnTo>
                    <a:pt x="387013" y="2353151"/>
                  </a:lnTo>
                  <a:lnTo>
                    <a:pt x="422196" y="2349208"/>
                  </a:lnTo>
                  <a:lnTo>
                    <a:pt x="457379" y="2342927"/>
                  </a:lnTo>
                  <a:lnTo>
                    <a:pt x="492562" y="2329074"/>
                  </a:lnTo>
                  <a:lnTo>
                    <a:pt x="527745" y="2319630"/>
                  </a:lnTo>
                  <a:lnTo>
                    <a:pt x="562928" y="2308217"/>
                  </a:lnTo>
                  <a:lnTo>
                    <a:pt x="598111" y="2297094"/>
                  </a:lnTo>
                  <a:lnTo>
                    <a:pt x="633294" y="2280253"/>
                  </a:lnTo>
                  <a:lnTo>
                    <a:pt x="668477" y="2262901"/>
                  </a:lnTo>
                  <a:lnTo>
                    <a:pt x="703660" y="2246964"/>
                  </a:lnTo>
                  <a:lnTo>
                    <a:pt x="738843" y="2231378"/>
                  </a:lnTo>
                  <a:lnTo>
                    <a:pt x="774026" y="2214786"/>
                  </a:lnTo>
                  <a:lnTo>
                    <a:pt x="809209" y="2195112"/>
                  </a:lnTo>
                  <a:lnTo>
                    <a:pt x="844392" y="2178819"/>
                  </a:lnTo>
                  <a:lnTo>
                    <a:pt x="879575" y="2155002"/>
                  </a:lnTo>
                  <a:lnTo>
                    <a:pt x="914758" y="2130219"/>
                  </a:lnTo>
                  <a:lnTo>
                    <a:pt x="949941" y="2106891"/>
                  </a:lnTo>
                  <a:lnTo>
                    <a:pt x="985124" y="2083997"/>
                  </a:lnTo>
                  <a:lnTo>
                    <a:pt x="1020307" y="2060238"/>
                  </a:lnTo>
                  <a:lnTo>
                    <a:pt x="1055490" y="2033279"/>
                  </a:lnTo>
                  <a:lnTo>
                    <a:pt x="1090673" y="2008834"/>
                  </a:lnTo>
                  <a:lnTo>
                    <a:pt x="1125856" y="1977879"/>
                  </a:lnTo>
                  <a:lnTo>
                    <a:pt x="1161039" y="1947265"/>
                  </a:lnTo>
                  <a:lnTo>
                    <a:pt x="1196222" y="1916387"/>
                  </a:lnTo>
                  <a:lnTo>
                    <a:pt x="1231405" y="1883994"/>
                  </a:lnTo>
                  <a:lnTo>
                    <a:pt x="1266588" y="1854686"/>
                  </a:lnTo>
                  <a:lnTo>
                    <a:pt x="1301771" y="1817357"/>
                  </a:lnTo>
                  <a:lnTo>
                    <a:pt x="1336954" y="1782198"/>
                  </a:lnTo>
                  <a:lnTo>
                    <a:pt x="1372137" y="1746737"/>
                  </a:lnTo>
                  <a:lnTo>
                    <a:pt x="1407320" y="1714970"/>
                  </a:lnTo>
                  <a:lnTo>
                    <a:pt x="1442503" y="1673730"/>
                  </a:lnTo>
                  <a:lnTo>
                    <a:pt x="1477686" y="1639527"/>
                  </a:lnTo>
                  <a:lnTo>
                    <a:pt x="1512869" y="1608459"/>
                  </a:lnTo>
                  <a:lnTo>
                    <a:pt x="1548052" y="1571458"/>
                  </a:lnTo>
                  <a:lnTo>
                    <a:pt x="1583235" y="1533181"/>
                  </a:lnTo>
                  <a:lnTo>
                    <a:pt x="1618418" y="1493095"/>
                  </a:lnTo>
                  <a:lnTo>
                    <a:pt x="1653601" y="1453590"/>
                  </a:lnTo>
                  <a:lnTo>
                    <a:pt x="1688784" y="1412897"/>
                  </a:lnTo>
                  <a:lnTo>
                    <a:pt x="1723967" y="1370723"/>
                  </a:lnTo>
                  <a:lnTo>
                    <a:pt x="1759150" y="1325489"/>
                  </a:lnTo>
                  <a:lnTo>
                    <a:pt x="1794333" y="1287121"/>
                  </a:lnTo>
                  <a:lnTo>
                    <a:pt x="1829516" y="1245056"/>
                  </a:lnTo>
                  <a:lnTo>
                    <a:pt x="1864699" y="1202133"/>
                  </a:lnTo>
                  <a:lnTo>
                    <a:pt x="1899882" y="1157726"/>
                  </a:lnTo>
                  <a:lnTo>
                    <a:pt x="1935065" y="1107438"/>
                  </a:lnTo>
                  <a:lnTo>
                    <a:pt x="1970248" y="1058069"/>
                  </a:lnTo>
                  <a:lnTo>
                    <a:pt x="2005431" y="1013693"/>
                  </a:lnTo>
                  <a:lnTo>
                    <a:pt x="2040614" y="964999"/>
                  </a:lnTo>
                  <a:lnTo>
                    <a:pt x="2075797" y="917852"/>
                  </a:lnTo>
                  <a:lnTo>
                    <a:pt x="2110980" y="879664"/>
                  </a:lnTo>
                  <a:lnTo>
                    <a:pt x="2146163" y="841411"/>
                  </a:lnTo>
                  <a:lnTo>
                    <a:pt x="2181346" y="790205"/>
                  </a:lnTo>
                  <a:lnTo>
                    <a:pt x="2216529" y="739621"/>
                  </a:lnTo>
                  <a:lnTo>
                    <a:pt x="2251712" y="691596"/>
                  </a:lnTo>
                  <a:lnTo>
                    <a:pt x="2286895" y="644097"/>
                  </a:lnTo>
                  <a:lnTo>
                    <a:pt x="2322078" y="599820"/>
                  </a:lnTo>
                  <a:lnTo>
                    <a:pt x="2357261" y="554652"/>
                  </a:lnTo>
                  <a:lnTo>
                    <a:pt x="2392444" y="509165"/>
                  </a:lnTo>
                  <a:lnTo>
                    <a:pt x="2427627" y="449426"/>
                  </a:lnTo>
                  <a:lnTo>
                    <a:pt x="2462810" y="391576"/>
                  </a:lnTo>
                  <a:lnTo>
                    <a:pt x="2497993" y="339997"/>
                  </a:lnTo>
                  <a:lnTo>
                    <a:pt x="2533176" y="288039"/>
                  </a:lnTo>
                  <a:lnTo>
                    <a:pt x="2568359" y="235677"/>
                  </a:lnTo>
                  <a:lnTo>
                    <a:pt x="2603542" y="182314"/>
                  </a:lnTo>
                  <a:lnTo>
                    <a:pt x="2638725" y="123792"/>
                  </a:lnTo>
                  <a:lnTo>
                    <a:pt x="2673908" y="62862"/>
                  </a:lnTo>
                  <a:lnTo>
                    <a:pt x="2709091" y="0"/>
                  </a:lnTo>
                  <a:lnTo>
                    <a:pt x="2709091" y="2642627"/>
                  </a:lnTo>
                  <a:lnTo>
                    <a:pt x="2673908" y="2642453"/>
                  </a:lnTo>
                  <a:lnTo>
                    <a:pt x="2638725" y="2642279"/>
                  </a:lnTo>
                  <a:lnTo>
                    <a:pt x="2603542" y="2641958"/>
                  </a:lnTo>
                  <a:lnTo>
                    <a:pt x="2568359" y="2641614"/>
                  </a:lnTo>
                  <a:lnTo>
                    <a:pt x="2533176" y="2640301"/>
                  </a:lnTo>
                  <a:lnTo>
                    <a:pt x="2497993" y="2636192"/>
                  </a:lnTo>
                  <a:lnTo>
                    <a:pt x="2462810" y="2638550"/>
                  </a:lnTo>
                  <a:lnTo>
                    <a:pt x="2427627" y="2640610"/>
                  </a:lnTo>
                  <a:lnTo>
                    <a:pt x="2392444" y="2641566"/>
                  </a:lnTo>
                  <a:lnTo>
                    <a:pt x="2357261" y="2644423"/>
                  </a:lnTo>
                  <a:lnTo>
                    <a:pt x="2322078" y="2640140"/>
                  </a:lnTo>
                  <a:lnTo>
                    <a:pt x="2286895" y="2636568"/>
                  </a:lnTo>
                  <a:lnTo>
                    <a:pt x="2251712" y="2639228"/>
                  </a:lnTo>
                  <a:lnTo>
                    <a:pt x="2216529" y="2639255"/>
                  </a:lnTo>
                  <a:lnTo>
                    <a:pt x="2181346" y="2643574"/>
                  </a:lnTo>
                  <a:lnTo>
                    <a:pt x="2146163" y="2648918"/>
                  </a:lnTo>
                  <a:lnTo>
                    <a:pt x="2110980" y="2654328"/>
                  </a:lnTo>
                  <a:lnTo>
                    <a:pt x="2075797" y="2656113"/>
                  </a:lnTo>
                  <a:lnTo>
                    <a:pt x="2040614" y="2657544"/>
                  </a:lnTo>
                  <a:lnTo>
                    <a:pt x="2005431" y="2649995"/>
                  </a:lnTo>
                  <a:lnTo>
                    <a:pt x="1970248" y="2657753"/>
                  </a:lnTo>
                  <a:lnTo>
                    <a:pt x="1935065" y="2660114"/>
                  </a:lnTo>
                  <a:lnTo>
                    <a:pt x="1899882" y="2667154"/>
                  </a:lnTo>
                  <a:lnTo>
                    <a:pt x="1864699" y="2667205"/>
                  </a:lnTo>
                  <a:lnTo>
                    <a:pt x="1829516" y="2664769"/>
                  </a:lnTo>
                  <a:lnTo>
                    <a:pt x="1794333" y="2667583"/>
                  </a:lnTo>
                  <a:lnTo>
                    <a:pt x="1759150" y="2671440"/>
                  </a:lnTo>
                  <a:lnTo>
                    <a:pt x="1723967" y="2676657"/>
                  </a:lnTo>
                  <a:lnTo>
                    <a:pt x="1688784" y="2679643"/>
                  </a:lnTo>
                  <a:lnTo>
                    <a:pt x="1653601" y="2680842"/>
                  </a:lnTo>
                  <a:lnTo>
                    <a:pt x="1618418" y="2682114"/>
                  </a:lnTo>
                  <a:lnTo>
                    <a:pt x="1583235" y="2685624"/>
                  </a:lnTo>
                  <a:lnTo>
                    <a:pt x="1548052" y="2688586"/>
                  </a:lnTo>
                  <a:lnTo>
                    <a:pt x="1512869" y="2693436"/>
                  </a:lnTo>
                  <a:lnTo>
                    <a:pt x="1477686" y="2704939"/>
                  </a:lnTo>
                  <a:lnTo>
                    <a:pt x="1442503" y="2715822"/>
                  </a:lnTo>
                  <a:lnTo>
                    <a:pt x="1407320" y="2720422"/>
                  </a:lnTo>
                  <a:lnTo>
                    <a:pt x="1372137" y="2724164"/>
                  </a:lnTo>
                  <a:lnTo>
                    <a:pt x="1336954" y="2730533"/>
                  </a:lnTo>
                  <a:lnTo>
                    <a:pt x="1301771" y="2736904"/>
                  </a:lnTo>
                  <a:lnTo>
                    <a:pt x="1266588" y="2746661"/>
                  </a:lnTo>
                  <a:lnTo>
                    <a:pt x="1231405" y="2749653"/>
                  </a:lnTo>
                  <a:lnTo>
                    <a:pt x="1196222" y="2755426"/>
                  </a:lnTo>
                  <a:lnTo>
                    <a:pt x="1161039" y="2762397"/>
                  </a:lnTo>
                  <a:lnTo>
                    <a:pt x="1125856" y="2774488"/>
                  </a:lnTo>
                  <a:lnTo>
                    <a:pt x="1090673" y="2782918"/>
                  </a:lnTo>
                  <a:lnTo>
                    <a:pt x="1055490" y="2796981"/>
                  </a:lnTo>
                  <a:lnTo>
                    <a:pt x="1020307" y="2809983"/>
                  </a:lnTo>
                  <a:lnTo>
                    <a:pt x="985124" y="2823745"/>
                  </a:lnTo>
                  <a:lnTo>
                    <a:pt x="949941" y="2838123"/>
                  </a:lnTo>
                  <a:lnTo>
                    <a:pt x="914758" y="2852661"/>
                  </a:lnTo>
                  <a:lnTo>
                    <a:pt x="879575" y="2871563"/>
                  </a:lnTo>
                  <a:lnTo>
                    <a:pt x="844392" y="2885386"/>
                  </a:lnTo>
                  <a:lnTo>
                    <a:pt x="809209" y="2904511"/>
                  </a:lnTo>
                  <a:lnTo>
                    <a:pt x="774026" y="2922647"/>
                  </a:lnTo>
                  <a:lnTo>
                    <a:pt x="738843" y="2941025"/>
                  </a:lnTo>
                  <a:lnTo>
                    <a:pt x="703660" y="2955927"/>
                  </a:lnTo>
                  <a:lnTo>
                    <a:pt x="668477" y="2972819"/>
                  </a:lnTo>
                  <a:lnTo>
                    <a:pt x="633294" y="2998591"/>
                  </a:lnTo>
                  <a:lnTo>
                    <a:pt x="598111" y="3021959"/>
                  </a:lnTo>
                  <a:lnTo>
                    <a:pt x="562928" y="3042595"/>
                  </a:lnTo>
                  <a:lnTo>
                    <a:pt x="527745" y="3060565"/>
                  </a:lnTo>
                  <a:lnTo>
                    <a:pt x="492562" y="3083103"/>
                  </a:lnTo>
                  <a:lnTo>
                    <a:pt x="457379" y="3108092"/>
                  </a:lnTo>
                  <a:lnTo>
                    <a:pt x="422196" y="3128508"/>
                  </a:lnTo>
                  <a:lnTo>
                    <a:pt x="387013" y="3154982"/>
                  </a:lnTo>
                  <a:lnTo>
                    <a:pt x="351830" y="3177866"/>
                  </a:lnTo>
                  <a:lnTo>
                    <a:pt x="316647" y="3207167"/>
                  </a:lnTo>
                  <a:lnTo>
                    <a:pt x="281464" y="3229917"/>
                  </a:lnTo>
                  <a:lnTo>
                    <a:pt x="246281" y="3256667"/>
                  </a:lnTo>
                  <a:lnTo>
                    <a:pt x="211098" y="3281666"/>
                  </a:lnTo>
                  <a:lnTo>
                    <a:pt x="175915" y="3302885"/>
                  </a:lnTo>
                  <a:lnTo>
                    <a:pt x="140732" y="3325656"/>
                  </a:lnTo>
                  <a:lnTo>
                    <a:pt x="105549" y="3357625"/>
                  </a:lnTo>
                  <a:lnTo>
                    <a:pt x="70366" y="3385497"/>
                  </a:lnTo>
                  <a:lnTo>
                    <a:pt x="35183" y="3412054"/>
                  </a:lnTo>
                  <a:lnTo>
                    <a:pt x="0" y="3437892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057878" y="774526"/>
              <a:ext cx="2709091" cy="2422026"/>
            </a:xfrm>
            <a:custGeom>
              <a:avLst/>
              <a:pathLst>
                <a:path w="2709091" h="2422026">
                  <a:moveTo>
                    <a:pt x="0" y="2422026"/>
                  </a:moveTo>
                  <a:lnTo>
                    <a:pt x="35183" y="2416389"/>
                  </a:lnTo>
                  <a:lnTo>
                    <a:pt x="70366" y="2408153"/>
                  </a:lnTo>
                  <a:lnTo>
                    <a:pt x="105549" y="2407420"/>
                  </a:lnTo>
                  <a:lnTo>
                    <a:pt x="140732" y="2402805"/>
                  </a:lnTo>
                  <a:lnTo>
                    <a:pt x="175915" y="2389383"/>
                  </a:lnTo>
                  <a:lnTo>
                    <a:pt x="211098" y="2380096"/>
                  </a:lnTo>
                  <a:lnTo>
                    <a:pt x="246281" y="2376377"/>
                  </a:lnTo>
                  <a:lnTo>
                    <a:pt x="281464" y="2371858"/>
                  </a:lnTo>
                  <a:lnTo>
                    <a:pt x="316647" y="2369103"/>
                  </a:lnTo>
                  <a:lnTo>
                    <a:pt x="351830" y="2364358"/>
                  </a:lnTo>
                  <a:lnTo>
                    <a:pt x="387013" y="2353151"/>
                  </a:lnTo>
                  <a:lnTo>
                    <a:pt x="422196" y="2349208"/>
                  </a:lnTo>
                  <a:lnTo>
                    <a:pt x="457379" y="2342927"/>
                  </a:lnTo>
                  <a:lnTo>
                    <a:pt x="492562" y="2329074"/>
                  </a:lnTo>
                  <a:lnTo>
                    <a:pt x="527745" y="2319630"/>
                  </a:lnTo>
                  <a:lnTo>
                    <a:pt x="562928" y="2308217"/>
                  </a:lnTo>
                  <a:lnTo>
                    <a:pt x="598111" y="2297094"/>
                  </a:lnTo>
                  <a:lnTo>
                    <a:pt x="633294" y="2280253"/>
                  </a:lnTo>
                  <a:lnTo>
                    <a:pt x="668477" y="2262901"/>
                  </a:lnTo>
                  <a:lnTo>
                    <a:pt x="703660" y="2246964"/>
                  </a:lnTo>
                  <a:lnTo>
                    <a:pt x="738843" y="2231378"/>
                  </a:lnTo>
                  <a:lnTo>
                    <a:pt x="774026" y="2214786"/>
                  </a:lnTo>
                  <a:lnTo>
                    <a:pt x="809209" y="2195112"/>
                  </a:lnTo>
                  <a:lnTo>
                    <a:pt x="844392" y="2178819"/>
                  </a:lnTo>
                  <a:lnTo>
                    <a:pt x="879575" y="2155002"/>
                  </a:lnTo>
                  <a:lnTo>
                    <a:pt x="914758" y="2130219"/>
                  </a:lnTo>
                  <a:lnTo>
                    <a:pt x="949941" y="2106891"/>
                  </a:lnTo>
                  <a:lnTo>
                    <a:pt x="985124" y="2083997"/>
                  </a:lnTo>
                  <a:lnTo>
                    <a:pt x="1020307" y="2060238"/>
                  </a:lnTo>
                  <a:lnTo>
                    <a:pt x="1055490" y="2033279"/>
                  </a:lnTo>
                  <a:lnTo>
                    <a:pt x="1090673" y="2008834"/>
                  </a:lnTo>
                  <a:lnTo>
                    <a:pt x="1125856" y="1977879"/>
                  </a:lnTo>
                  <a:lnTo>
                    <a:pt x="1161039" y="1947265"/>
                  </a:lnTo>
                  <a:lnTo>
                    <a:pt x="1196222" y="1916387"/>
                  </a:lnTo>
                  <a:lnTo>
                    <a:pt x="1231405" y="1883994"/>
                  </a:lnTo>
                  <a:lnTo>
                    <a:pt x="1266588" y="1854686"/>
                  </a:lnTo>
                  <a:lnTo>
                    <a:pt x="1301771" y="1817357"/>
                  </a:lnTo>
                  <a:lnTo>
                    <a:pt x="1336954" y="1782198"/>
                  </a:lnTo>
                  <a:lnTo>
                    <a:pt x="1372137" y="1746737"/>
                  </a:lnTo>
                  <a:lnTo>
                    <a:pt x="1407320" y="1714970"/>
                  </a:lnTo>
                  <a:lnTo>
                    <a:pt x="1442503" y="1673730"/>
                  </a:lnTo>
                  <a:lnTo>
                    <a:pt x="1477686" y="1639527"/>
                  </a:lnTo>
                  <a:lnTo>
                    <a:pt x="1512869" y="1608459"/>
                  </a:lnTo>
                  <a:lnTo>
                    <a:pt x="1548052" y="1571458"/>
                  </a:lnTo>
                  <a:lnTo>
                    <a:pt x="1583235" y="1533181"/>
                  </a:lnTo>
                  <a:lnTo>
                    <a:pt x="1618418" y="1493095"/>
                  </a:lnTo>
                  <a:lnTo>
                    <a:pt x="1653601" y="1453590"/>
                  </a:lnTo>
                  <a:lnTo>
                    <a:pt x="1688784" y="1412897"/>
                  </a:lnTo>
                  <a:lnTo>
                    <a:pt x="1723967" y="1370723"/>
                  </a:lnTo>
                  <a:lnTo>
                    <a:pt x="1759150" y="1325489"/>
                  </a:lnTo>
                  <a:lnTo>
                    <a:pt x="1794333" y="1287121"/>
                  </a:lnTo>
                  <a:lnTo>
                    <a:pt x="1829516" y="1245056"/>
                  </a:lnTo>
                  <a:lnTo>
                    <a:pt x="1864699" y="1202133"/>
                  </a:lnTo>
                  <a:lnTo>
                    <a:pt x="1899882" y="1157726"/>
                  </a:lnTo>
                  <a:lnTo>
                    <a:pt x="1935065" y="1107438"/>
                  </a:lnTo>
                  <a:lnTo>
                    <a:pt x="1970248" y="1058069"/>
                  </a:lnTo>
                  <a:lnTo>
                    <a:pt x="2005431" y="1013693"/>
                  </a:lnTo>
                  <a:lnTo>
                    <a:pt x="2040614" y="964999"/>
                  </a:lnTo>
                  <a:lnTo>
                    <a:pt x="2075797" y="917852"/>
                  </a:lnTo>
                  <a:lnTo>
                    <a:pt x="2110980" y="879664"/>
                  </a:lnTo>
                  <a:lnTo>
                    <a:pt x="2146163" y="841411"/>
                  </a:lnTo>
                  <a:lnTo>
                    <a:pt x="2181346" y="790205"/>
                  </a:lnTo>
                  <a:lnTo>
                    <a:pt x="2216529" y="739621"/>
                  </a:lnTo>
                  <a:lnTo>
                    <a:pt x="2251712" y="691596"/>
                  </a:lnTo>
                  <a:lnTo>
                    <a:pt x="2286895" y="644097"/>
                  </a:lnTo>
                  <a:lnTo>
                    <a:pt x="2322078" y="599820"/>
                  </a:lnTo>
                  <a:lnTo>
                    <a:pt x="2357261" y="554652"/>
                  </a:lnTo>
                  <a:lnTo>
                    <a:pt x="2392444" y="509165"/>
                  </a:lnTo>
                  <a:lnTo>
                    <a:pt x="2427627" y="449426"/>
                  </a:lnTo>
                  <a:lnTo>
                    <a:pt x="2462810" y="391576"/>
                  </a:lnTo>
                  <a:lnTo>
                    <a:pt x="2497993" y="339997"/>
                  </a:lnTo>
                  <a:lnTo>
                    <a:pt x="2533176" y="288039"/>
                  </a:lnTo>
                  <a:lnTo>
                    <a:pt x="2568359" y="235677"/>
                  </a:lnTo>
                  <a:lnTo>
                    <a:pt x="2603542" y="182314"/>
                  </a:lnTo>
                  <a:lnTo>
                    <a:pt x="2638725" y="123792"/>
                  </a:lnTo>
                  <a:lnTo>
                    <a:pt x="2673908" y="62862"/>
                  </a:lnTo>
                  <a:lnTo>
                    <a:pt x="270909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057878" y="3410718"/>
              <a:ext cx="2709091" cy="801700"/>
            </a:xfrm>
            <a:custGeom>
              <a:avLst/>
              <a:pathLst>
                <a:path w="2709091" h="801700">
                  <a:moveTo>
                    <a:pt x="2709091" y="6435"/>
                  </a:moveTo>
                  <a:lnTo>
                    <a:pt x="2673908" y="6260"/>
                  </a:lnTo>
                  <a:lnTo>
                    <a:pt x="2638725" y="6086"/>
                  </a:lnTo>
                  <a:lnTo>
                    <a:pt x="2603542" y="5766"/>
                  </a:lnTo>
                  <a:lnTo>
                    <a:pt x="2568359" y="5421"/>
                  </a:lnTo>
                  <a:lnTo>
                    <a:pt x="2533176" y="4108"/>
                  </a:lnTo>
                  <a:lnTo>
                    <a:pt x="2497993" y="0"/>
                  </a:lnTo>
                  <a:lnTo>
                    <a:pt x="2462810" y="2358"/>
                  </a:lnTo>
                  <a:lnTo>
                    <a:pt x="2427627" y="4418"/>
                  </a:lnTo>
                  <a:lnTo>
                    <a:pt x="2392444" y="5373"/>
                  </a:lnTo>
                  <a:lnTo>
                    <a:pt x="2357261" y="8231"/>
                  </a:lnTo>
                  <a:lnTo>
                    <a:pt x="2322078" y="3948"/>
                  </a:lnTo>
                  <a:lnTo>
                    <a:pt x="2286895" y="376"/>
                  </a:lnTo>
                  <a:lnTo>
                    <a:pt x="2251712" y="3035"/>
                  </a:lnTo>
                  <a:lnTo>
                    <a:pt x="2216529" y="3062"/>
                  </a:lnTo>
                  <a:lnTo>
                    <a:pt x="2181346" y="7381"/>
                  </a:lnTo>
                  <a:lnTo>
                    <a:pt x="2146163" y="12726"/>
                  </a:lnTo>
                  <a:lnTo>
                    <a:pt x="2110980" y="18136"/>
                  </a:lnTo>
                  <a:lnTo>
                    <a:pt x="2075797" y="19921"/>
                  </a:lnTo>
                  <a:lnTo>
                    <a:pt x="2040614" y="21352"/>
                  </a:lnTo>
                  <a:lnTo>
                    <a:pt x="2005431" y="13803"/>
                  </a:lnTo>
                  <a:lnTo>
                    <a:pt x="1970248" y="21560"/>
                  </a:lnTo>
                  <a:lnTo>
                    <a:pt x="1935065" y="23922"/>
                  </a:lnTo>
                  <a:lnTo>
                    <a:pt x="1899882" y="30961"/>
                  </a:lnTo>
                  <a:lnTo>
                    <a:pt x="1864699" y="31013"/>
                  </a:lnTo>
                  <a:lnTo>
                    <a:pt x="1829516" y="28577"/>
                  </a:lnTo>
                  <a:lnTo>
                    <a:pt x="1794333" y="31391"/>
                  </a:lnTo>
                  <a:lnTo>
                    <a:pt x="1759150" y="35248"/>
                  </a:lnTo>
                  <a:lnTo>
                    <a:pt x="1723967" y="40465"/>
                  </a:lnTo>
                  <a:lnTo>
                    <a:pt x="1688784" y="43451"/>
                  </a:lnTo>
                  <a:lnTo>
                    <a:pt x="1653601" y="44650"/>
                  </a:lnTo>
                  <a:lnTo>
                    <a:pt x="1618418" y="45922"/>
                  </a:lnTo>
                  <a:lnTo>
                    <a:pt x="1583235" y="49432"/>
                  </a:lnTo>
                  <a:lnTo>
                    <a:pt x="1548052" y="52394"/>
                  </a:lnTo>
                  <a:lnTo>
                    <a:pt x="1512869" y="57243"/>
                  </a:lnTo>
                  <a:lnTo>
                    <a:pt x="1477686" y="68746"/>
                  </a:lnTo>
                  <a:lnTo>
                    <a:pt x="1442503" y="79630"/>
                  </a:lnTo>
                  <a:lnTo>
                    <a:pt x="1407320" y="84229"/>
                  </a:lnTo>
                  <a:lnTo>
                    <a:pt x="1372137" y="87972"/>
                  </a:lnTo>
                  <a:lnTo>
                    <a:pt x="1336954" y="94341"/>
                  </a:lnTo>
                  <a:lnTo>
                    <a:pt x="1301771" y="100712"/>
                  </a:lnTo>
                  <a:lnTo>
                    <a:pt x="1266588" y="110468"/>
                  </a:lnTo>
                  <a:lnTo>
                    <a:pt x="1231405" y="113461"/>
                  </a:lnTo>
                  <a:lnTo>
                    <a:pt x="1196222" y="119234"/>
                  </a:lnTo>
                  <a:lnTo>
                    <a:pt x="1161039" y="126204"/>
                  </a:lnTo>
                  <a:lnTo>
                    <a:pt x="1125856" y="138296"/>
                  </a:lnTo>
                  <a:lnTo>
                    <a:pt x="1090673" y="146726"/>
                  </a:lnTo>
                  <a:lnTo>
                    <a:pt x="1055490" y="160789"/>
                  </a:lnTo>
                  <a:lnTo>
                    <a:pt x="1020307" y="173791"/>
                  </a:lnTo>
                  <a:lnTo>
                    <a:pt x="985124" y="187552"/>
                  </a:lnTo>
                  <a:lnTo>
                    <a:pt x="949941" y="201931"/>
                  </a:lnTo>
                  <a:lnTo>
                    <a:pt x="914758" y="216469"/>
                  </a:lnTo>
                  <a:lnTo>
                    <a:pt x="879575" y="235370"/>
                  </a:lnTo>
                  <a:lnTo>
                    <a:pt x="844392" y="249194"/>
                  </a:lnTo>
                  <a:lnTo>
                    <a:pt x="809209" y="268319"/>
                  </a:lnTo>
                  <a:lnTo>
                    <a:pt x="774026" y="286455"/>
                  </a:lnTo>
                  <a:lnTo>
                    <a:pt x="738843" y="304833"/>
                  </a:lnTo>
                  <a:lnTo>
                    <a:pt x="703660" y="319735"/>
                  </a:lnTo>
                  <a:lnTo>
                    <a:pt x="668477" y="336627"/>
                  </a:lnTo>
                  <a:lnTo>
                    <a:pt x="633294" y="362399"/>
                  </a:lnTo>
                  <a:lnTo>
                    <a:pt x="598111" y="385766"/>
                  </a:lnTo>
                  <a:lnTo>
                    <a:pt x="562928" y="406403"/>
                  </a:lnTo>
                  <a:lnTo>
                    <a:pt x="527745" y="424372"/>
                  </a:lnTo>
                  <a:lnTo>
                    <a:pt x="492562" y="446911"/>
                  </a:lnTo>
                  <a:lnTo>
                    <a:pt x="457379" y="471900"/>
                  </a:lnTo>
                  <a:lnTo>
                    <a:pt x="422196" y="492315"/>
                  </a:lnTo>
                  <a:lnTo>
                    <a:pt x="387013" y="518789"/>
                  </a:lnTo>
                  <a:lnTo>
                    <a:pt x="351830" y="541674"/>
                  </a:lnTo>
                  <a:lnTo>
                    <a:pt x="316647" y="570974"/>
                  </a:lnTo>
                  <a:lnTo>
                    <a:pt x="281464" y="593725"/>
                  </a:lnTo>
                  <a:lnTo>
                    <a:pt x="246281" y="620475"/>
                  </a:lnTo>
                  <a:lnTo>
                    <a:pt x="211098" y="645474"/>
                  </a:lnTo>
                  <a:lnTo>
                    <a:pt x="175915" y="666692"/>
                  </a:lnTo>
                  <a:lnTo>
                    <a:pt x="140732" y="689464"/>
                  </a:lnTo>
                  <a:lnTo>
                    <a:pt x="105549" y="721433"/>
                  </a:lnTo>
                  <a:lnTo>
                    <a:pt x="70366" y="749304"/>
                  </a:lnTo>
                  <a:lnTo>
                    <a:pt x="35183" y="775862"/>
                  </a:lnTo>
                  <a:lnTo>
                    <a:pt x="0" y="8017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1967205" y="2076476"/>
              <a:ext cx="3588666" cy="3460646"/>
            </a:xfrm>
            <a:custGeom>
              <a:avLst/>
              <a:pathLst>
                <a:path w="3588666" h="3460646">
                  <a:moveTo>
                    <a:pt x="0" y="2172703"/>
                  </a:moveTo>
                  <a:lnTo>
                    <a:pt x="35183" y="2170931"/>
                  </a:lnTo>
                  <a:lnTo>
                    <a:pt x="70366" y="2166061"/>
                  </a:lnTo>
                  <a:lnTo>
                    <a:pt x="105549" y="2164431"/>
                  </a:lnTo>
                  <a:lnTo>
                    <a:pt x="140732" y="2164081"/>
                  </a:lnTo>
                  <a:lnTo>
                    <a:pt x="175915" y="2159254"/>
                  </a:lnTo>
                  <a:lnTo>
                    <a:pt x="211098" y="2152399"/>
                  </a:lnTo>
                  <a:lnTo>
                    <a:pt x="246281" y="2153110"/>
                  </a:lnTo>
                  <a:lnTo>
                    <a:pt x="281464" y="2148351"/>
                  </a:lnTo>
                  <a:lnTo>
                    <a:pt x="316647" y="2142543"/>
                  </a:lnTo>
                  <a:lnTo>
                    <a:pt x="351830" y="2142599"/>
                  </a:lnTo>
                  <a:lnTo>
                    <a:pt x="387013" y="2136866"/>
                  </a:lnTo>
                  <a:lnTo>
                    <a:pt x="422196" y="2132924"/>
                  </a:lnTo>
                  <a:lnTo>
                    <a:pt x="457379" y="2128122"/>
                  </a:lnTo>
                  <a:lnTo>
                    <a:pt x="492562" y="2123409"/>
                  </a:lnTo>
                  <a:lnTo>
                    <a:pt x="527745" y="2115873"/>
                  </a:lnTo>
                  <a:lnTo>
                    <a:pt x="562928" y="2103825"/>
                  </a:lnTo>
                  <a:lnTo>
                    <a:pt x="598111" y="2097185"/>
                  </a:lnTo>
                  <a:lnTo>
                    <a:pt x="633294" y="2090581"/>
                  </a:lnTo>
                  <a:lnTo>
                    <a:pt x="668477" y="2083911"/>
                  </a:lnTo>
                  <a:lnTo>
                    <a:pt x="703660" y="2076095"/>
                  </a:lnTo>
                  <a:lnTo>
                    <a:pt x="738843" y="2070018"/>
                  </a:lnTo>
                  <a:lnTo>
                    <a:pt x="774026" y="2063910"/>
                  </a:lnTo>
                  <a:lnTo>
                    <a:pt x="809209" y="2057774"/>
                  </a:lnTo>
                  <a:lnTo>
                    <a:pt x="844392" y="2051625"/>
                  </a:lnTo>
                  <a:lnTo>
                    <a:pt x="879575" y="2045486"/>
                  </a:lnTo>
                  <a:lnTo>
                    <a:pt x="914758" y="2039174"/>
                  </a:lnTo>
                  <a:lnTo>
                    <a:pt x="949941" y="2033122"/>
                  </a:lnTo>
                  <a:lnTo>
                    <a:pt x="985124" y="2023451"/>
                  </a:lnTo>
                  <a:lnTo>
                    <a:pt x="1020307" y="2022316"/>
                  </a:lnTo>
                  <a:lnTo>
                    <a:pt x="1055490" y="2019788"/>
                  </a:lnTo>
                  <a:lnTo>
                    <a:pt x="1090673" y="2013425"/>
                  </a:lnTo>
                  <a:lnTo>
                    <a:pt x="1125856" y="2007323"/>
                  </a:lnTo>
                  <a:lnTo>
                    <a:pt x="1161039" y="2001240"/>
                  </a:lnTo>
                  <a:lnTo>
                    <a:pt x="1196222" y="1993536"/>
                  </a:lnTo>
                  <a:lnTo>
                    <a:pt x="1231405" y="1983446"/>
                  </a:lnTo>
                  <a:lnTo>
                    <a:pt x="1266588" y="1978000"/>
                  </a:lnTo>
                  <a:lnTo>
                    <a:pt x="1301771" y="1972618"/>
                  </a:lnTo>
                  <a:lnTo>
                    <a:pt x="1336954" y="1964712"/>
                  </a:lnTo>
                  <a:lnTo>
                    <a:pt x="1372137" y="1959278"/>
                  </a:lnTo>
                  <a:lnTo>
                    <a:pt x="1407320" y="1948325"/>
                  </a:lnTo>
                  <a:lnTo>
                    <a:pt x="1442503" y="1934324"/>
                  </a:lnTo>
                  <a:lnTo>
                    <a:pt x="1477686" y="1919785"/>
                  </a:lnTo>
                  <a:lnTo>
                    <a:pt x="1512869" y="1902035"/>
                  </a:lnTo>
                  <a:lnTo>
                    <a:pt x="1548052" y="1886961"/>
                  </a:lnTo>
                  <a:lnTo>
                    <a:pt x="1583235" y="1878048"/>
                  </a:lnTo>
                  <a:lnTo>
                    <a:pt x="1618418" y="1862165"/>
                  </a:lnTo>
                  <a:lnTo>
                    <a:pt x="1653601" y="1846444"/>
                  </a:lnTo>
                  <a:lnTo>
                    <a:pt x="1688784" y="1829188"/>
                  </a:lnTo>
                  <a:lnTo>
                    <a:pt x="1723967" y="1812933"/>
                  </a:lnTo>
                  <a:lnTo>
                    <a:pt x="1759150" y="1795407"/>
                  </a:lnTo>
                  <a:lnTo>
                    <a:pt x="1794333" y="1775234"/>
                  </a:lnTo>
                  <a:lnTo>
                    <a:pt x="1829516" y="1757198"/>
                  </a:lnTo>
                  <a:lnTo>
                    <a:pt x="1864699" y="1740723"/>
                  </a:lnTo>
                  <a:lnTo>
                    <a:pt x="1899882" y="1724334"/>
                  </a:lnTo>
                  <a:lnTo>
                    <a:pt x="1935065" y="1705904"/>
                  </a:lnTo>
                  <a:lnTo>
                    <a:pt x="1970248" y="1685195"/>
                  </a:lnTo>
                  <a:lnTo>
                    <a:pt x="2005431" y="1660468"/>
                  </a:lnTo>
                  <a:lnTo>
                    <a:pt x="2040614" y="1641462"/>
                  </a:lnTo>
                  <a:lnTo>
                    <a:pt x="2075797" y="1614509"/>
                  </a:lnTo>
                  <a:lnTo>
                    <a:pt x="2110980" y="1589036"/>
                  </a:lnTo>
                  <a:lnTo>
                    <a:pt x="2146163" y="1564920"/>
                  </a:lnTo>
                  <a:lnTo>
                    <a:pt x="2181346" y="1538776"/>
                  </a:lnTo>
                  <a:lnTo>
                    <a:pt x="2216529" y="1503146"/>
                  </a:lnTo>
                  <a:lnTo>
                    <a:pt x="2251712" y="1473720"/>
                  </a:lnTo>
                  <a:lnTo>
                    <a:pt x="2286895" y="1438405"/>
                  </a:lnTo>
                  <a:lnTo>
                    <a:pt x="2322078" y="1405883"/>
                  </a:lnTo>
                  <a:lnTo>
                    <a:pt x="2357261" y="1371112"/>
                  </a:lnTo>
                  <a:lnTo>
                    <a:pt x="2392444" y="1339158"/>
                  </a:lnTo>
                  <a:lnTo>
                    <a:pt x="2427627" y="1305070"/>
                  </a:lnTo>
                  <a:lnTo>
                    <a:pt x="2462810" y="1273545"/>
                  </a:lnTo>
                  <a:lnTo>
                    <a:pt x="2497993" y="1243968"/>
                  </a:lnTo>
                  <a:lnTo>
                    <a:pt x="2533176" y="1214087"/>
                  </a:lnTo>
                  <a:lnTo>
                    <a:pt x="2568359" y="1179650"/>
                  </a:lnTo>
                  <a:lnTo>
                    <a:pt x="2603542" y="1144953"/>
                  </a:lnTo>
                  <a:lnTo>
                    <a:pt x="2638725" y="1106175"/>
                  </a:lnTo>
                  <a:lnTo>
                    <a:pt x="2673908" y="1071098"/>
                  </a:lnTo>
                  <a:lnTo>
                    <a:pt x="2709091" y="1030157"/>
                  </a:lnTo>
                  <a:lnTo>
                    <a:pt x="2744274" y="998040"/>
                  </a:lnTo>
                  <a:lnTo>
                    <a:pt x="2779457" y="967918"/>
                  </a:lnTo>
                  <a:lnTo>
                    <a:pt x="2814640" y="930600"/>
                  </a:lnTo>
                  <a:lnTo>
                    <a:pt x="2849823" y="897421"/>
                  </a:lnTo>
                  <a:lnTo>
                    <a:pt x="2885006" y="858496"/>
                  </a:lnTo>
                  <a:lnTo>
                    <a:pt x="2920189" y="824665"/>
                  </a:lnTo>
                  <a:lnTo>
                    <a:pt x="2955372" y="786770"/>
                  </a:lnTo>
                  <a:lnTo>
                    <a:pt x="2990555" y="748567"/>
                  </a:lnTo>
                  <a:lnTo>
                    <a:pt x="3025738" y="710067"/>
                  </a:lnTo>
                  <a:lnTo>
                    <a:pt x="3060921" y="668657"/>
                  </a:lnTo>
                  <a:lnTo>
                    <a:pt x="3096104" y="624624"/>
                  </a:lnTo>
                  <a:lnTo>
                    <a:pt x="3131287" y="575915"/>
                  </a:lnTo>
                  <a:lnTo>
                    <a:pt x="3166470" y="530800"/>
                  </a:lnTo>
                  <a:lnTo>
                    <a:pt x="3201653" y="490903"/>
                  </a:lnTo>
                  <a:lnTo>
                    <a:pt x="3236836" y="450598"/>
                  </a:lnTo>
                  <a:lnTo>
                    <a:pt x="3272019" y="410920"/>
                  </a:lnTo>
                  <a:lnTo>
                    <a:pt x="3307202" y="369107"/>
                  </a:lnTo>
                  <a:lnTo>
                    <a:pt x="3342385" y="327509"/>
                  </a:lnTo>
                  <a:lnTo>
                    <a:pt x="3377568" y="285076"/>
                  </a:lnTo>
                  <a:lnTo>
                    <a:pt x="3412751" y="239481"/>
                  </a:lnTo>
                  <a:lnTo>
                    <a:pt x="3447934" y="189243"/>
                  </a:lnTo>
                  <a:lnTo>
                    <a:pt x="3483117" y="143391"/>
                  </a:lnTo>
                  <a:lnTo>
                    <a:pt x="3518300" y="99665"/>
                  </a:lnTo>
                  <a:lnTo>
                    <a:pt x="3553483" y="49963"/>
                  </a:lnTo>
                  <a:lnTo>
                    <a:pt x="3588666" y="0"/>
                  </a:lnTo>
                  <a:lnTo>
                    <a:pt x="3588666" y="2049874"/>
                  </a:lnTo>
                  <a:lnTo>
                    <a:pt x="3553483" y="2055043"/>
                  </a:lnTo>
                  <a:lnTo>
                    <a:pt x="3518300" y="2060176"/>
                  </a:lnTo>
                  <a:lnTo>
                    <a:pt x="3483117" y="2065252"/>
                  </a:lnTo>
                  <a:lnTo>
                    <a:pt x="3447934" y="2070460"/>
                  </a:lnTo>
                  <a:lnTo>
                    <a:pt x="3412751" y="2076504"/>
                  </a:lnTo>
                  <a:lnTo>
                    <a:pt x="3377568" y="2083675"/>
                  </a:lnTo>
                  <a:lnTo>
                    <a:pt x="3342385" y="2088515"/>
                  </a:lnTo>
                  <a:lnTo>
                    <a:pt x="3307202" y="2091482"/>
                  </a:lnTo>
                  <a:lnTo>
                    <a:pt x="3272019" y="2096627"/>
                  </a:lnTo>
                  <a:lnTo>
                    <a:pt x="3236836" y="2101003"/>
                  </a:lnTo>
                  <a:lnTo>
                    <a:pt x="3201653" y="2107744"/>
                  </a:lnTo>
                  <a:lnTo>
                    <a:pt x="3166470" y="2112349"/>
                  </a:lnTo>
                  <a:lnTo>
                    <a:pt x="3131287" y="2116280"/>
                  </a:lnTo>
                  <a:lnTo>
                    <a:pt x="3096104" y="2121358"/>
                  </a:lnTo>
                  <a:lnTo>
                    <a:pt x="3060921" y="2126429"/>
                  </a:lnTo>
                  <a:lnTo>
                    <a:pt x="3025738" y="2131493"/>
                  </a:lnTo>
                  <a:lnTo>
                    <a:pt x="2990555" y="2136498"/>
                  </a:lnTo>
                  <a:lnTo>
                    <a:pt x="2955372" y="2137096"/>
                  </a:lnTo>
                  <a:lnTo>
                    <a:pt x="2920189" y="2137112"/>
                  </a:lnTo>
                  <a:lnTo>
                    <a:pt x="2885006" y="2143144"/>
                  </a:lnTo>
                  <a:lnTo>
                    <a:pt x="2849823" y="2150525"/>
                  </a:lnTo>
                  <a:lnTo>
                    <a:pt x="2814640" y="2160874"/>
                  </a:lnTo>
                  <a:lnTo>
                    <a:pt x="2779457" y="2167042"/>
                  </a:lnTo>
                  <a:lnTo>
                    <a:pt x="2744274" y="2176084"/>
                  </a:lnTo>
                  <a:lnTo>
                    <a:pt x="2709091" y="2180403"/>
                  </a:lnTo>
                  <a:lnTo>
                    <a:pt x="2673908" y="2189094"/>
                  </a:lnTo>
                  <a:lnTo>
                    <a:pt x="2638725" y="2195773"/>
                  </a:lnTo>
                  <a:lnTo>
                    <a:pt x="2603542" y="2200401"/>
                  </a:lnTo>
                  <a:lnTo>
                    <a:pt x="2568359" y="2209036"/>
                  </a:lnTo>
                  <a:lnTo>
                    <a:pt x="2533176" y="2212539"/>
                  </a:lnTo>
                  <a:lnTo>
                    <a:pt x="2497993" y="2217126"/>
                  </a:lnTo>
                  <a:lnTo>
                    <a:pt x="2462810" y="2224441"/>
                  </a:lnTo>
                  <a:lnTo>
                    <a:pt x="2427627" y="2228043"/>
                  </a:lnTo>
                  <a:lnTo>
                    <a:pt x="2392444" y="2233944"/>
                  </a:lnTo>
                  <a:lnTo>
                    <a:pt x="2357261" y="2236822"/>
                  </a:lnTo>
                  <a:lnTo>
                    <a:pt x="2322078" y="2247701"/>
                  </a:lnTo>
                  <a:lnTo>
                    <a:pt x="2286895" y="2248380"/>
                  </a:lnTo>
                  <a:lnTo>
                    <a:pt x="2251712" y="2254973"/>
                  </a:lnTo>
                  <a:lnTo>
                    <a:pt x="2216529" y="2262800"/>
                  </a:lnTo>
                  <a:lnTo>
                    <a:pt x="2181346" y="2270453"/>
                  </a:lnTo>
                  <a:lnTo>
                    <a:pt x="2146163" y="2279091"/>
                  </a:lnTo>
                  <a:lnTo>
                    <a:pt x="2110980" y="2292466"/>
                  </a:lnTo>
                  <a:lnTo>
                    <a:pt x="2075797" y="2308110"/>
                  </a:lnTo>
                  <a:lnTo>
                    <a:pt x="2040614" y="2318644"/>
                  </a:lnTo>
                  <a:lnTo>
                    <a:pt x="2005431" y="2332922"/>
                  </a:lnTo>
                  <a:lnTo>
                    <a:pt x="1970248" y="2344148"/>
                  </a:lnTo>
                  <a:lnTo>
                    <a:pt x="1935065" y="2358042"/>
                  </a:lnTo>
                  <a:lnTo>
                    <a:pt x="1899882" y="2371653"/>
                  </a:lnTo>
                  <a:lnTo>
                    <a:pt x="1864699" y="2386490"/>
                  </a:lnTo>
                  <a:lnTo>
                    <a:pt x="1829516" y="2400308"/>
                  </a:lnTo>
                  <a:lnTo>
                    <a:pt x="1794333" y="2414825"/>
                  </a:lnTo>
                  <a:lnTo>
                    <a:pt x="1759150" y="2431445"/>
                  </a:lnTo>
                  <a:lnTo>
                    <a:pt x="1723967" y="2445972"/>
                  </a:lnTo>
                  <a:lnTo>
                    <a:pt x="1688784" y="2459306"/>
                  </a:lnTo>
                  <a:lnTo>
                    <a:pt x="1653601" y="2479025"/>
                  </a:lnTo>
                  <a:lnTo>
                    <a:pt x="1618418" y="2493864"/>
                  </a:lnTo>
                  <a:lnTo>
                    <a:pt x="1583235" y="2512632"/>
                  </a:lnTo>
                  <a:lnTo>
                    <a:pt x="1548052" y="2533103"/>
                  </a:lnTo>
                  <a:lnTo>
                    <a:pt x="1512869" y="2550187"/>
                  </a:lnTo>
                  <a:lnTo>
                    <a:pt x="1477686" y="2570987"/>
                  </a:lnTo>
                  <a:lnTo>
                    <a:pt x="1442503" y="2584724"/>
                  </a:lnTo>
                  <a:lnTo>
                    <a:pt x="1407320" y="2605938"/>
                  </a:lnTo>
                  <a:lnTo>
                    <a:pt x="1372137" y="2623662"/>
                  </a:lnTo>
                  <a:lnTo>
                    <a:pt x="1336954" y="2643872"/>
                  </a:lnTo>
                  <a:lnTo>
                    <a:pt x="1301771" y="2664064"/>
                  </a:lnTo>
                  <a:lnTo>
                    <a:pt x="1266588" y="2686404"/>
                  </a:lnTo>
                  <a:lnTo>
                    <a:pt x="1231405" y="2708092"/>
                  </a:lnTo>
                  <a:lnTo>
                    <a:pt x="1196222" y="2730938"/>
                  </a:lnTo>
                  <a:lnTo>
                    <a:pt x="1161039" y="2755399"/>
                  </a:lnTo>
                  <a:lnTo>
                    <a:pt x="1125856" y="2777830"/>
                  </a:lnTo>
                  <a:lnTo>
                    <a:pt x="1090673" y="2803607"/>
                  </a:lnTo>
                  <a:lnTo>
                    <a:pt x="1055490" y="2826166"/>
                  </a:lnTo>
                  <a:lnTo>
                    <a:pt x="1020307" y="2847659"/>
                  </a:lnTo>
                  <a:lnTo>
                    <a:pt x="985124" y="2868320"/>
                  </a:lnTo>
                  <a:lnTo>
                    <a:pt x="949941" y="2892778"/>
                  </a:lnTo>
                  <a:lnTo>
                    <a:pt x="914758" y="2915369"/>
                  </a:lnTo>
                  <a:lnTo>
                    <a:pt x="879575" y="2938419"/>
                  </a:lnTo>
                  <a:lnTo>
                    <a:pt x="844392" y="2959722"/>
                  </a:lnTo>
                  <a:lnTo>
                    <a:pt x="809209" y="2983150"/>
                  </a:lnTo>
                  <a:lnTo>
                    <a:pt x="774026" y="3005868"/>
                  </a:lnTo>
                  <a:lnTo>
                    <a:pt x="738843" y="3024161"/>
                  </a:lnTo>
                  <a:lnTo>
                    <a:pt x="703660" y="3047041"/>
                  </a:lnTo>
                  <a:lnTo>
                    <a:pt x="668477" y="3071875"/>
                  </a:lnTo>
                  <a:lnTo>
                    <a:pt x="633294" y="3097864"/>
                  </a:lnTo>
                  <a:lnTo>
                    <a:pt x="598111" y="3119403"/>
                  </a:lnTo>
                  <a:lnTo>
                    <a:pt x="562928" y="3143915"/>
                  </a:lnTo>
                  <a:lnTo>
                    <a:pt x="527745" y="3166089"/>
                  </a:lnTo>
                  <a:lnTo>
                    <a:pt x="492562" y="3187495"/>
                  </a:lnTo>
                  <a:lnTo>
                    <a:pt x="457379" y="3208538"/>
                  </a:lnTo>
                  <a:lnTo>
                    <a:pt x="422196" y="3229405"/>
                  </a:lnTo>
                  <a:lnTo>
                    <a:pt x="387013" y="3251667"/>
                  </a:lnTo>
                  <a:lnTo>
                    <a:pt x="351830" y="3270581"/>
                  </a:lnTo>
                  <a:lnTo>
                    <a:pt x="316647" y="3290931"/>
                  </a:lnTo>
                  <a:lnTo>
                    <a:pt x="281464" y="3311116"/>
                  </a:lnTo>
                  <a:lnTo>
                    <a:pt x="246281" y="3329627"/>
                  </a:lnTo>
                  <a:lnTo>
                    <a:pt x="211098" y="3348469"/>
                  </a:lnTo>
                  <a:lnTo>
                    <a:pt x="175915" y="3368796"/>
                  </a:lnTo>
                  <a:lnTo>
                    <a:pt x="140732" y="3388947"/>
                  </a:lnTo>
                  <a:lnTo>
                    <a:pt x="105549" y="3408925"/>
                  </a:lnTo>
                  <a:lnTo>
                    <a:pt x="70366" y="3428175"/>
                  </a:lnTo>
                  <a:lnTo>
                    <a:pt x="35183" y="3446058"/>
                  </a:lnTo>
                  <a:lnTo>
                    <a:pt x="0" y="3460646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967205" y="2076476"/>
              <a:ext cx="3588666" cy="2172703"/>
            </a:xfrm>
            <a:custGeom>
              <a:avLst/>
              <a:pathLst>
                <a:path w="3588666" h="2172703">
                  <a:moveTo>
                    <a:pt x="0" y="2172703"/>
                  </a:moveTo>
                  <a:lnTo>
                    <a:pt x="35183" y="2170931"/>
                  </a:lnTo>
                  <a:lnTo>
                    <a:pt x="70366" y="2166061"/>
                  </a:lnTo>
                  <a:lnTo>
                    <a:pt x="105549" y="2164431"/>
                  </a:lnTo>
                  <a:lnTo>
                    <a:pt x="140732" y="2164081"/>
                  </a:lnTo>
                  <a:lnTo>
                    <a:pt x="175915" y="2159254"/>
                  </a:lnTo>
                  <a:lnTo>
                    <a:pt x="211098" y="2152399"/>
                  </a:lnTo>
                  <a:lnTo>
                    <a:pt x="246281" y="2153110"/>
                  </a:lnTo>
                  <a:lnTo>
                    <a:pt x="281464" y="2148351"/>
                  </a:lnTo>
                  <a:lnTo>
                    <a:pt x="316647" y="2142543"/>
                  </a:lnTo>
                  <a:lnTo>
                    <a:pt x="351830" y="2142599"/>
                  </a:lnTo>
                  <a:lnTo>
                    <a:pt x="387013" y="2136866"/>
                  </a:lnTo>
                  <a:lnTo>
                    <a:pt x="422196" y="2132924"/>
                  </a:lnTo>
                  <a:lnTo>
                    <a:pt x="457379" y="2128122"/>
                  </a:lnTo>
                  <a:lnTo>
                    <a:pt x="492562" y="2123409"/>
                  </a:lnTo>
                  <a:lnTo>
                    <a:pt x="527745" y="2115873"/>
                  </a:lnTo>
                  <a:lnTo>
                    <a:pt x="562928" y="2103825"/>
                  </a:lnTo>
                  <a:lnTo>
                    <a:pt x="598111" y="2097185"/>
                  </a:lnTo>
                  <a:lnTo>
                    <a:pt x="633294" y="2090581"/>
                  </a:lnTo>
                  <a:lnTo>
                    <a:pt x="668477" y="2083911"/>
                  </a:lnTo>
                  <a:lnTo>
                    <a:pt x="703660" y="2076095"/>
                  </a:lnTo>
                  <a:lnTo>
                    <a:pt x="738843" y="2070018"/>
                  </a:lnTo>
                  <a:lnTo>
                    <a:pt x="774026" y="2063910"/>
                  </a:lnTo>
                  <a:lnTo>
                    <a:pt x="809209" y="2057774"/>
                  </a:lnTo>
                  <a:lnTo>
                    <a:pt x="844392" y="2051625"/>
                  </a:lnTo>
                  <a:lnTo>
                    <a:pt x="879575" y="2045486"/>
                  </a:lnTo>
                  <a:lnTo>
                    <a:pt x="914758" y="2039174"/>
                  </a:lnTo>
                  <a:lnTo>
                    <a:pt x="949941" y="2033122"/>
                  </a:lnTo>
                  <a:lnTo>
                    <a:pt x="985124" y="2023451"/>
                  </a:lnTo>
                  <a:lnTo>
                    <a:pt x="1020307" y="2022316"/>
                  </a:lnTo>
                  <a:lnTo>
                    <a:pt x="1055490" y="2019788"/>
                  </a:lnTo>
                  <a:lnTo>
                    <a:pt x="1090673" y="2013425"/>
                  </a:lnTo>
                  <a:lnTo>
                    <a:pt x="1125856" y="2007323"/>
                  </a:lnTo>
                  <a:lnTo>
                    <a:pt x="1161039" y="2001240"/>
                  </a:lnTo>
                  <a:lnTo>
                    <a:pt x="1196222" y="1993536"/>
                  </a:lnTo>
                  <a:lnTo>
                    <a:pt x="1231405" y="1983446"/>
                  </a:lnTo>
                  <a:lnTo>
                    <a:pt x="1266588" y="1978000"/>
                  </a:lnTo>
                  <a:lnTo>
                    <a:pt x="1301771" y="1972618"/>
                  </a:lnTo>
                  <a:lnTo>
                    <a:pt x="1336954" y="1964712"/>
                  </a:lnTo>
                  <a:lnTo>
                    <a:pt x="1372137" y="1959278"/>
                  </a:lnTo>
                  <a:lnTo>
                    <a:pt x="1407320" y="1948325"/>
                  </a:lnTo>
                  <a:lnTo>
                    <a:pt x="1442503" y="1934324"/>
                  </a:lnTo>
                  <a:lnTo>
                    <a:pt x="1477686" y="1919785"/>
                  </a:lnTo>
                  <a:lnTo>
                    <a:pt x="1512869" y="1902035"/>
                  </a:lnTo>
                  <a:lnTo>
                    <a:pt x="1548052" y="1886961"/>
                  </a:lnTo>
                  <a:lnTo>
                    <a:pt x="1583235" y="1878048"/>
                  </a:lnTo>
                  <a:lnTo>
                    <a:pt x="1618418" y="1862165"/>
                  </a:lnTo>
                  <a:lnTo>
                    <a:pt x="1653601" y="1846444"/>
                  </a:lnTo>
                  <a:lnTo>
                    <a:pt x="1688784" y="1829188"/>
                  </a:lnTo>
                  <a:lnTo>
                    <a:pt x="1723967" y="1812933"/>
                  </a:lnTo>
                  <a:lnTo>
                    <a:pt x="1759150" y="1795407"/>
                  </a:lnTo>
                  <a:lnTo>
                    <a:pt x="1794333" y="1775234"/>
                  </a:lnTo>
                  <a:lnTo>
                    <a:pt x="1829516" y="1757198"/>
                  </a:lnTo>
                  <a:lnTo>
                    <a:pt x="1864699" y="1740723"/>
                  </a:lnTo>
                  <a:lnTo>
                    <a:pt x="1899882" y="1724334"/>
                  </a:lnTo>
                  <a:lnTo>
                    <a:pt x="1935065" y="1705904"/>
                  </a:lnTo>
                  <a:lnTo>
                    <a:pt x="1970248" y="1685195"/>
                  </a:lnTo>
                  <a:lnTo>
                    <a:pt x="2005431" y="1660468"/>
                  </a:lnTo>
                  <a:lnTo>
                    <a:pt x="2040614" y="1641462"/>
                  </a:lnTo>
                  <a:lnTo>
                    <a:pt x="2075797" y="1614509"/>
                  </a:lnTo>
                  <a:lnTo>
                    <a:pt x="2110980" y="1589036"/>
                  </a:lnTo>
                  <a:lnTo>
                    <a:pt x="2146163" y="1564920"/>
                  </a:lnTo>
                  <a:lnTo>
                    <a:pt x="2181346" y="1538776"/>
                  </a:lnTo>
                  <a:lnTo>
                    <a:pt x="2216529" y="1503146"/>
                  </a:lnTo>
                  <a:lnTo>
                    <a:pt x="2251712" y="1473720"/>
                  </a:lnTo>
                  <a:lnTo>
                    <a:pt x="2286895" y="1438405"/>
                  </a:lnTo>
                  <a:lnTo>
                    <a:pt x="2322078" y="1405883"/>
                  </a:lnTo>
                  <a:lnTo>
                    <a:pt x="2357261" y="1371112"/>
                  </a:lnTo>
                  <a:lnTo>
                    <a:pt x="2392444" y="1339158"/>
                  </a:lnTo>
                  <a:lnTo>
                    <a:pt x="2427627" y="1305070"/>
                  </a:lnTo>
                  <a:lnTo>
                    <a:pt x="2462810" y="1273545"/>
                  </a:lnTo>
                  <a:lnTo>
                    <a:pt x="2497993" y="1243968"/>
                  </a:lnTo>
                  <a:lnTo>
                    <a:pt x="2533176" y="1214087"/>
                  </a:lnTo>
                  <a:lnTo>
                    <a:pt x="2568359" y="1179650"/>
                  </a:lnTo>
                  <a:lnTo>
                    <a:pt x="2603542" y="1144953"/>
                  </a:lnTo>
                  <a:lnTo>
                    <a:pt x="2638725" y="1106175"/>
                  </a:lnTo>
                  <a:lnTo>
                    <a:pt x="2673908" y="1071098"/>
                  </a:lnTo>
                  <a:lnTo>
                    <a:pt x="2709091" y="1030157"/>
                  </a:lnTo>
                  <a:lnTo>
                    <a:pt x="2744274" y="998040"/>
                  </a:lnTo>
                  <a:lnTo>
                    <a:pt x="2779457" y="967918"/>
                  </a:lnTo>
                  <a:lnTo>
                    <a:pt x="2814640" y="930600"/>
                  </a:lnTo>
                  <a:lnTo>
                    <a:pt x="2849823" y="897421"/>
                  </a:lnTo>
                  <a:lnTo>
                    <a:pt x="2885006" y="858496"/>
                  </a:lnTo>
                  <a:lnTo>
                    <a:pt x="2920189" y="824665"/>
                  </a:lnTo>
                  <a:lnTo>
                    <a:pt x="2955372" y="786770"/>
                  </a:lnTo>
                  <a:lnTo>
                    <a:pt x="2990555" y="748567"/>
                  </a:lnTo>
                  <a:lnTo>
                    <a:pt x="3025738" y="710067"/>
                  </a:lnTo>
                  <a:lnTo>
                    <a:pt x="3060921" y="668657"/>
                  </a:lnTo>
                  <a:lnTo>
                    <a:pt x="3096104" y="624624"/>
                  </a:lnTo>
                  <a:lnTo>
                    <a:pt x="3131287" y="575915"/>
                  </a:lnTo>
                  <a:lnTo>
                    <a:pt x="3166470" y="530800"/>
                  </a:lnTo>
                  <a:lnTo>
                    <a:pt x="3201653" y="490903"/>
                  </a:lnTo>
                  <a:lnTo>
                    <a:pt x="3236836" y="450598"/>
                  </a:lnTo>
                  <a:lnTo>
                    <a:pt x="3272019" y="410920"/>
                  </a:lnTo>
                  <a:lnTo>
                    <a:pt x="3307202" y="369107"/>
                  </a:lnTo>
                  <a:lnTo>
                    <a:pt x="3342385" y="327509"/>
                  </a:lnTo>
                  <a:lnTo>
                    <a:pt x="3377568" y="285076"/>
                  </a:lnTo>
                  <a:lnTo>
                    <a:pt x="3412751" y="239481"/>
                  </a:lnTo>
                  <a:lnTo>
                    <a:pt x="3447934" y="189243"/>
                  </a:lnTo>
                  <a:lnTo>
                    <a:pt x="3483117" y="143391"/>
                  </a:lnTo>
                  <a:lnTo>
                    <a:pt x="3518300" y="99665"/>
                  </a:lnTo>
                  <a:lnTo>
                    <a:pt x="3553483" y="49963"/>
                  </a:lnTo>
                  <a:lnTo>
                    <a:pt x="358866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967205" y="4126351"/>
              <a:ext cx="3588666" cy="1410771"/>
            </a:xfrm>
            <a:custGeom>
              <a:avLst/>
              <a:pathLst>
                <a:path w="3588666" h="1410771">
                  <a:moveTo>
                    <a:pt x="3588666" y="0"/>
                  </a:moveTo>
                  <a:lnTo>
                    <a:pt x="3553483" y="5168"/>
                  </a:lnTo>
                  <a:lnTo>
                    <a:pt x="3518300" y="10301"/>
                  </a:lnTo>
                  <a:lnTo>
                    <a:pt x="3483117" y="15377"/>
                  </a:lnTo>
                  <a:lnTo>
                    <a:pt x="3447934" y="20585"/>
                  </a:lnTo>
                  <a:lnTo>
                    <a:pt x="3412751" y="26629"/>
                  </a:lnTo>
                  <a:lnTo>
                    <a:pt x="3377568" y="33801"/>
                  </a:lnTo>
                  <a:lnTo>
                    <a:pt x="3342385" y="38640"/>
                  </a:lnTo>
                  <a:lnTo>
                    <a:pt x="3307202" y="41608"/>
                  </a:lnTo>
                  <a:lnTo>
                    <a:pt x="3272019" y="46753"/>
                  </a:lnTo>
                  <a:lnTo>
                    <a:pt x="3236836" y="51129"/>
                  </a:lnTo>
                  <a:lnTo>
                    <a:pt x="3201653" y="57869"/>
                  </a:lnTo>
                  <a:lnTo>
                    <a:pt x="3166470" y="62475"/>
                  </a:lnTo>
                  <a:lnTo>
                    <a:pt x="3131287" y="66406"/>
                  </a:lnTo>
                  <a:lnTo>
                    <a:pt x="3096104" y="71484"/>
                  </a:lnTo>
                  <a:lnTo>
                    <a:pt x="3060921" y="76554"/>
                  </a:lnTo>
                  <a:lnTo>
                    <a:pt x="3025738" y="81618"/>
                  </a:lnTo>
                  <a:lnTo>
                    <a:pt x="2990555" y="86624"/>
                  </a:lnTo>
                  <a:lnTo>
                    <a:pt x="2955372" y="87222"/>
                  </a:lnTo>
                  <a:lnTo>
                    <a:pt x="2920189" y="87237"/>
                  </a:lnTo>
                  <a:lnTo>
                    <a:pt x="2885006" y="93269"/>
                  </a:lnTo>
                  <a:lnTo>
                    <a:pt x="2849823" y="100650"/>
                  </a:lnTo>
                  <a:lnTo>
                    <a:pt x="2814640" y="110999"/>
                  </a:lnTo>
                  <a:lnTo>
                    <a:pt x="2779457" y="117168"/>
                  </a:lnTo>
                  <a:lnTo>
                    <a:pt x="2744274" y="126209"/>
                  </a:lnTo>
                  <a:lnTo>
                    <a:pt x="2709091" y="130528"/>
                  </a:lnTo>
                  <a:lnTo>
                    <a:pt x="2673908" y="139219"/>
                  </a:lnTo>
                  <a:lnTo>
                    <a:pt x="2638725" y="145898"/>
                  </a:lnTo>
                  <a:lnTo>
                    <a:pt x="2603542" y="150526"/>
                  </a:lnTo>
                  <a:lnTo>
                    <a:pt x="2568359" y="159161"/>
                  </a:lnTo>
                  <a:lnTo>
                    <a:pt x="2533176" y="162664"/>
                  </a:lnTo>
                  <a:lnTo>
                    <a:pt x="2497993" y="167251"/>
                  </a:lnTo>
                  <a:lnTo>
                    <a:pt x="2462810" y="174566"/>
                  </a:lnTo>
                  <a:lnTo>
                    <a:pt x="2427627" y="178169"/>
                  </a:lnTo>
                  <a:lnTo>
                    <a:pt x="2392444" y="184070"/>
                  </a:lnTo>
                  <a:lnTo>
                    <a:pt x="2357261" y="186947"/>
                  </a:lnTo>
                  <a:lnTo>
                    <a:pt x="2322078" y="197827"/>
                  </a:lnTo>
                  <a:lnTo>
                    <a:pt x="2286895" y="198505"/>
                  </a:lnTo>
                  <a:lnTo>
                    <a:pt x="2251712" y="205098"/>
                  </a:lnTo>
                  <a:lnTo>
                    <a:pt x="2216529" y="212925"/>
                  </a:lnTo>
                  <a:lnTo>
                    <a:pt x="2181346" y="220578"/>
                  </a:lnTo>
                  <a:lnTo>
                    <a:pt x="2146163" y="229216"/>
                  </a:lnTo>
                  <a:lnTo>
                    <a:pt x="2110980" y="242592"/>
                  </a:lnTo>
                  <a:lnTo>
                    <a:pt x="2075797" y="258236"/>
                  </a:lnTo>
                  <a:lnTo>
                    <a:pt x="2040614" y="268769"/>
                  </a:lnTo>
                  <a:lnTo>
                    <a:pt x="2005431" y="283047"/>
                  </a:lnTo>
                  <a:lnTo>
                    <a:pt x="1970248" y="294273"/>
                  </a:lnTo>
                  <a:lnTo>
                    <a:pt x="1935065" y="308167"/>
                  </a:lnTo>
                  <a:lnTo>
                    <a:pt x="1899882" y="321778"/>
                  </a:lnTo>
                  <a:lnTo>
                    <a:pt x="1864699" y="336615"/>
                  </a:lnTo>
                  <a:lnTo>
                    <a:pt x="1829516" y="350434"/>
                  </a:lnTo>
                  <a:lnTo>
                    <a:pt x="1794333" y="364950"/>
                  </a:lnTo>
                  <a:lnTo>
                    <a:pt x="1759150" y="381570"/>
                  </a:lnTo>
                  <a:lnTo>
                    <a:pt x="1723967" y="396098"/>
                  </a:lnTo>
                  <a:lnTo>
                    <a:pt x="1688784" y="409432"/>
                  </a:lnTo>
                  <a:lnTo>
                    <a:pt x="1653601" y="429151"/>
                  </a:lnTo>
                  <a:lnTo>
                    <a:pt x="1618418" y="443989"/>
                  </a:lnTo>
                  <a:lnTo>
                    <a:pt x="1583235" y="462757"/>
                  </a:lnTo>
                  <a:lnTo>
                    <a:pt x="1548052" y="483228"/>
                  </a:lnTo>
                  <a:lnTo>
                    <a:pt x="1512869" y="500313"/>
                  </a:lnTo>
                  <a:lnTo>
                    <a:pt x="1477686" y="521112"/>
                  </a:lnTo>
                  <a:lnTo>
                    <a:pt x="1442503" y="534849"/>
                  </a:lnTo>
                  <a:lnTo>
                    <a:pt x="1407320" y="556064"/>
                  </a:lnTo>
                  <a:lnTo>
                    <a:pt x="1372137" y="573787"/>
                  </a:lnTo>
                  <a:lnTo>
                    <a:pt x="1336954" y="593998"/>
                  </a:lnTo>
                  <a:lnTo>
                    <a:pt x="1301771" y="614189"/>
                  </a:lnTo>
                  <a:lnTo>
                    <a:pt x="1266588" y="636529"/>
                  </a:lnTo>
                  <a:lnTo>
                    <a:pt x="1231405" y="658217"/>
                  </a:lnTo>
                  <a:lnTo>
                    <a:pt x="1196222" y="681063"/>
                  </a:lnTo>
                  <a:lnTo>
                    <a:pt x="1161039" y="705524"/>
                  </a:lnTo>
                  <a:lnTo>
                    <a:pt x="1125856" y="727955"/>
                  </a:lnTo>
                  <a:lnTo>
                    <a:pt x="1090673" y="753732"/>
                  </a:lnTo>
                  <a:lnTo>
                    <a:pt x="1055490" y="776291"/>
                  </a:lnTo>
                  <a:lnTo>
                    <a:pt x="1020307" y="797784"/>
                  </a:lnTo>
                  <a:lnTo>
                    <a:pt x="985124" y="818445"/>
                  </a:lnTo>
                  <a:lnTo>
                    <a:pt x="949941" y="842903"/>
                  </a:lnTo>
                  <a:lnTo>
                    <a:pt x="914758" y="865494"/>
                  </a:lnTo>
                  <a:lnTo>
                    <a:pt x="879575" y="888544"/>
                  </a:lnTo>
                  <a:lnTo>
                    <a:pt x="844392" y="909848"/>
                  </a:lnTo>
                  <a:lnTo>
                    <a:pt x="809209" y="933276"/>
                  </a:lnTo>
                  <a:lnTo>
                    <a:pt x="774026" y="955994"/>
                  </a:lnTo>
                  <a:lnTo>
                    <a:pt x="738843" y="974286"/>
                  </a:lnTo>
                  <a:lnTo>
                    <a:pt x="703660" y="997166"/>
                  </a:lnTo>
                  <a:lnTo>
                    <a:pt x="668477" y="1022001"/>
                  </a:lnTo>
                  <a:lnTo>
                    <a:pt x="633294" y="1047989"/>
                  </a:lnTo>
                  <a:lnTo>
                    <a:pt x="598111" y="1069529"/>
                  </a:lnTo>
                  <a:lnTo>
                    <a:pt x="562928" y="1094041"/>
                  </a:lnTo>
                  <a:lnTo>
                    <a:pt x="527745" y="1116214"/>
                  </a:lnTo>
                  <a:lnTo>
                    <a:pt x="492562" y="1137620"/>
                  </a:lnTo>
                  <a:lnTo>
                    <a:pt x="457379" y="1158663"/>
                  </a:lnTo>
                  <a:lnTo>
                    <a:pt x="422196" y="1179530"/>
                  </a:lnTo>
                  <a:lnTo>
                    <a:pt x="387013" y="1201792"/>
                  </a:lnTo>
                  <a:lnTo>
                    <a:pt x="351830" y="1220707"/>
                  </a:lnTo>
                  <a:lnTo>
                    <a:pt x="316647" y="1241056"/>
                  </a:lnTo>
                  <a:lnTo>
                    <a:pt x="281464" y="1261241"/>
                  </a:lnTo>
                  <a:lnTo>
                    <a:pt x="246281" y="1279753"/>
                  </a:lnTo>
                  <a:lnTo>
                    <a:pt x="211098" y="1298594"/>
                  </a:lnTo>
                  <a:lnTo>
                    <a:pt x="175915" y="1318921"/>
                  </a:lnTo>
                  <a:lnTo>
                    <a:pt x="140732" y="1339073"/>
                  </a:lnTo>
                  <a:lnTo>
                    <a:pt x="105549" y="1359050"/>
                  </a:lnTo>
                  <a:lnTo>
                    <a:pt x="70366" y="1378300"/>
                  </a:lnTo>
                  <a:lnTo>
                    <a:pt x="35183" y="1396183"/>
                  </a:lnTo>
                  <a:lnTo>
                    <a:pt x="0" y="14107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89401" y="1868313"/>
              <a:ext cx="3342385" cy="2276452"/>
            </a:xfrm>
            <a:custGeom>
              <a:avLst/>
              <a:pathLst>
                <a:path w="3342385" h="2276452">
                  <a:moveTo>
                    <a:pt x="0" y="338153"/>
                  </a:moveTo>
                  <a:lnTo>
                    <a:pt x="35183" y="360824"/>
                  </a:lnTo>
                  <a:lnTo>
                    <a:pt x="70366" y="381216"/>
                  </a:lnTo>
                  <a:lnTo>
                    <a:pt x="105549" y="402028"/>
                  </a:lnTo>
                  <a:lnTo>
                    <a:pt x="140732" y="419841"/>
                  </a:lnTo>
                  <a:lnTo>
                    <a:pt x="175915" y="439058"/>
                  </a:lnTo>
                  <a:lnTo>
                    <a:pt x="211098" y="458767"/>
                  </a:lnTo>
                  <a:lnTo>
                    <a:pt x="246281" y="477564"/>
                  </a:lnTo>
                  <a:lnTo>
                    <a:pt x="281464" y="496263"/>
                  </a:lnTo>
                  <a:lnTo>
                    <a:pt x="316647" y="513737"/>
                  </a:lnTo>
                  <a:lnTo>
                    <a:pt x="351830" y="535204"/>
                  </a:lnTo>
                  <a:lnTo>
                    <a:pt x="387013" y="551705"/>
                  </a:lnTo>
                  <a:lnTo>
                    <a:pt x="422196" y="562801"/>
                  </a:lnTo>
                  <a:lnTo>
                    <a:pt x="457379" y="575625"/>
                  </a:lnTo>
                  <a:lnTo>
                    <a:pt x="492562" y="599607"/>
                  </a:lnTo>
                  <a:lnTo>
                    <a:pt x="527745" y="613630"/>
                  </a:lnTo>
                  <a:lnTo>
                    <a:pt x="562928" y="630283"/>
                  </a:lnTo>
                  <a:lnTo>
                    <a:pt x="598111" y="644293"/>
                  </a:lnTo>
                  <a:lnTo>
                    <a:pt x="633294" y="661336"/>
                  </a:lnTo>
                  <a:lnTo>
                    <a:pt x="668477" y="678952"/>
                  </a:lnTo>
                  <a:lnTo>
                    <a:pt x="703660" y="689418"/>
                  </a:lnTo>
                  <a:lnTo>
                    <a:pt x="738843" y="706339"/>
                  </a:lnTo>
                  <a:lnTo>
                    <a:pt x="774026" y="720047"/>
                  </a:lnTo>
                  <a:lnTo>
                    <a:pt x="809209" y="737870"/>
                  </a:lnTo>
                  <a:lnTo>
                    <a:pt x="844392" y="753645"/>
                  </a:lnTo>
                  <a:lnTo>
                    <a:pt x="879575" y="770200"/>
                  </a:lnTo>
                  <a:lnTo>
                    <a:pt x="914758" y="777706"/>
                  </a:lnTo>
                  <a:lnTo>
                    <a:pt x="949941" y="789481"/>
                  </a:lnTo>
                  <a:lnTo>
                    <a:pt x="985124" y="796797"/>
                  </a:lnTo>
                  <a:lnTo>
                    <a:pt x="1020307" y="806250"/>
                  </a:lnTo>
                  <a:lnTo>
                    <a:pt x="1055490" y="809688"/>
                  </a:lnTo>
                  <a:lnTo>
                    <a:pt x="1090673" y="812171"/>
                  </a:lnTo>
                  <a:lnTo>
                    <a:pt x="1125856" y="817467"/>
                  </a:lnTo>
                  <a:lnTo>
                    <a:pt x="1161039" y="826624"/>
                  </a:lnTo>
                  <a:lnTo>
                    <a:pt x="1196222" y="834941"/>
                  </a:lnTo>
                  <a:lnTo>
                    <a:pt x="1231405" y="841470"/>
                  </a:lnTo>
                  <a:lnTo>
                    <a:pt x="1266588" y="848059"/>
                  </a:lnTo>
                  <a:lnTo>
                    <a:pt x="1301771" y="854432"/>
                  </a:lnTo>
                  <a:lnTo>
                    <a:pt x="1336954" y="860233"/>
                  </a:lnTo>
                  <a:lnTo>
                    <a:pt x="1372137" y="867310"/>
                  </a:lnTo>
                  <a:lnTo>
                    <a:pt x="1407320" y="870325"/>
                  </a:lnTo>
                  <a:lnTo>
                    <a:pt x="1442503" y="869718"/>
                  </a:lnTo>
                  <a:lnTo>
                    <a:pt x="1477686" y="872805"/>
                  </a:lnTo>
                  <a:lnTo>
                    <a:pt x="1512869" y="864799"/>
                  </a:lnTo>
                  <a:lnTo>
                    <a:pt x="1548052" y="861029"/>
                  </a:lnTo>
                  <a:lnTo>
                    <a:pt x="1583235" y="854804"/>
                  </a:lnTo>
                  <a:lnTo>
                    <a:pt x="1618418" y="850617"/>
                  </a:lnTo>
                  <a:lnTo>
                    <a:pt x="1653601" y="842182"/>
                  </a:lnTo>
                  <a:lnTo>
                    <a:pt x="1688784" y="834393"/>
                  </a:lnTo>
                  <a:lnTo>
                    <a:pt x="1723967" y="834632"/>
                  </a:lnTo>
                  <a:lnTo>
                    <a:pt x="1759150" y="826695"/>
                  </a:lnTo>
                  <a:lnTo>
                    <a:pt x="1794333" y="816173"/>
                  </a:lnTo>
                  <a:lnTo>
                    <a:pt x="1829516" y="803569"/>
                  </a:lnTo>
                  <a:lnTo>
                    <a:pt x="1864699" y="788869"/>
                  </a:lnTo>
                  <a:lnTo>
                    <a:pt x="1899882" y="773977"/>
                  </a:lnTo>
                  <a:lnTo>
                    <a:pt x="1935065" y="763322"/>
                  </a:lnTo>
                  <a:lnTo>
                    <a:pt x="1970248" y="756696"/>
                  </a:lnTo>
                  <a:lnTo>
                    <a:pt x="2005431" y="747943"/>
                  </a:lnTo>
                  <a:lnTo>
                    <a:pt x="2040614" y="737280"/>
                  </a:lnTo>
                  <a:lnTo>
                    <a:pt x="2075797" y="720366"/>
                  </a:lnTo>
                  <a:lnTo>
                    <a:pt x="2110980" y="710242"/>
                  </a:lnTo>
                  <a:lnTo>
                    <a:pt x="2146163" y="691077"/>
                  </a:lnTo>
                  <a:lnTo>
                    <a:pt x="2181346" y="675122"/>
                  </a:lnTo>
                  <a:lnTo>
                    <a:pt x="2216529" y="662862"/>
                  </a:lnTo>
                  <a:lnTo>
                    <a:pt x="2251712" y="641069"/>
                  </a:lnTo>
                  <a:lnTo>
                    <a:pt x="2286895" y="627610"/>
                  </a:lnTo>
                  <a:lnTo>
                    <a:pt x="2322078" y="613535"/>
                  </a:lnTo>
                  <a:lnTo>
                    <a:pt x="2357261" y="592261"/>
                  </a:lnTo>
                  <a:lnTo>
                    <a:pt x="2392444" y="570782"/>
                  </a:lnTo>
                  <a:lnTo>
                    <a:pt x="2427627" y="551358"/>
                  </a:lnTo>
                  <a:lnTo>
                    <a:pt x="2462810" y="532029"/>
                  </a:lnTo>
                  <a:lnTo>
                    <a:pt x="2497993" y="513158"/>
                  </a:lnTo>
                  <a:lnTo>
                    <a:pt x="2533176" y="495079"/>
                  </a:lnTo>
                  <a:lnTo>
                    <a:pt x="2568359" y="476575"/>
                  </a:lnTo>
                  <a:lnTo>
                    <a:pt x="2603542" y="458577"/>
                  </a:lnTo>
                  <a:lnTo>
                    <a:pt x="2638725" y="439291"/>
                  </a:lnTo>
                  <a:lnTo>
                    <a:pt x="2673908" y="414997"/>
                  </a:lnTo>
                  <a:lnTo>
                    <a:pt x="2709091" y="390247"/>
                  </a:lnTo>
                  <a:lnTo>
                    <a:pt x="2744274" y="375770"/>
                  </a:lnTo>
                  <a:lnTo>
                    <a:pt x="2779457" y="352899"/>
                  </a:lnTo>
                  <a:lnTo>
                    <a:pt x="2814640" y="333198"/>
                  </a:lnTo>
                  <a:lnTo>
                    <a:pt x="2849823" y="313463"/>
                  </a:lnTo>
                  <a:lnTo>
                    <a:pt x="2885006" y="287370"/>
                  </a:lnTo>
                  <a:lnTo>
                    <a:pt x="2920189" y="269716"/>
                  </a:lnTo>
                  <a:lnTo>
                    <a:pt x="2955372" y="248523"/>
                  </a:lnTo>
                  <a:lnTo>
                    <a:pt x="2990555" y="229853"/>
                  </a:lnTo>
                  <a:lnTo>
                    <a:pt x="3025738" y="205466"/>
                  </a:lnTo>
                  <a:lnTo>
                    <a:pt x="3060921" y="182370"/>
                  </a:lnTo>
                  <a:lnTo>
                    <a:pt x="3096104" y="156801"/>
                  </a:lnTo>
                  <a:lnTo>
                    <a:pt x="3131287" y="132682"/>
                  </a:lnTo>
                  <a:lnTo>
                    <a:pt x="3166470" y="110887"/>
                  </a:lnTo>
                  <a:lnTo>
                    <a:pt x="3201653" y="86486"/>
                  </a:lnTo>
                  <a:lnTo>
                    <a:pt x="3236836" y="64509"/>
                  </a:lnTo>
                  <a:lnTo>
                    <a:pt x="3272019" y="37617"/>
                  </a:lnTo>
                  <a:lnTo>
                    <a:pt x="3307202" y="18832"/>
                  </a:lnTo>
                  <a:lnTo>
                    <a:pt x="3342385" y="0"/>
                  </a:lnTo>
                  <a:lnTo>
                    <a:pt x="3342385" y="2276452"/>
                  </a:lnTo>
                  <a:lnTo>
                    <a:pt x="3307202" y="2265555"/>
                  </a:lnTo>
                  <a:lnTo>
                    <a:pt x="3272019" y="2251257"/>
                  </a:lnTo>
                  <a:lnTo>
                    <a:pt x="3236836" y="2237427"/>
                  </a:lnTo>
                  <a:lnTo>
                    <a:pt x="3201653" y="2223221"/>
                  </a:lnTo>
                  <a:lnTo>
                    <a:pt x="3166470" y="2209616"/>
                  </a:lnTo>
                  <a:lnTo>
                    <a:pt x="3131287" y="2195084"/>
                  </a:lnTo>
                  <a:lnTo>
                    <a:pt x="3096104" y="2180583"/>
                  </a:lnTo>
                  <a:lnTo>
                    <a:pt x="3060921" y="2171458"/>
                  </a:lnTo>
                  <a:lnTo>
                    <a:pt x="3025738" y="2159929"/>
                  </a:lnTo>
                  <a:lnTo>
                    <a:pt x="2990555" y="2141100"/>
                  </a:lnTo>
                  <a:lnTo>
                    <a:pt x="2955372" y="2122109"/>
                  </a:lnTo>
                  <a:lnTo>
                    <a:pt x="2920189" y="2106114"/>
                  </a:lnTo>
                  <a:lnTo>
                    <a:pt x="2885006" y="2092446"/>
                  </a:lnTo>
                  <a:lnTo>
                    <a:pt x="2849823" y="2080460"/>
                  </a:lnTo>
                  <a:lnTo>
                    <a:pt x="2814640" y="2064495"/>
                  </a:lnTo>
                  <a:lnTo>
                    <a:pt x="2779457" y="2048326"/>
                  </a:lnTo>
                  <a:lnTo>
                    <a:pt x="2744274" y="2036668"/>
                  </a:lnTo>
                  <a:lnTo>
                    <a:pt x="2709091" y="2024390"/>
                  </a:lnTo>
                  <a:lnTo>
                    <a:pt x="2673908" y="2013494"/>
                  </a:lnTo>
                  <a:lnTo>
                    <a:pt x="2638725" y="2006107"/>
                  </a:lnTo>
                  <a:lnTo>
                    <a:pt x="2603542" y="1992642"/>
                  </a:lnTo>
                  <a:lnTo>
                    <a:pt x="2568359" y="1980625"/>
                  </a:lnTo>
                  <a:lnTo>
                    <a:pt x="2533176" y="1966788"/>
                  </a:lnTo>
                  <a:lnTo>
                    <a:pt x="2497993" y="1949105"/>
                  </a:lnTo>
                  <a:lnTo>
                    <a:pt x="2462810" y="1932601"/>
                  </a:lnTo>
                  <a:lnTo>
                    <a:pt x="2427627" y="1918521"/>
                  </a:lnTo>
                  <a:lnTo>
                    <a:pt x="2392444" y="1906984"/>
                  </a:lnTo>
                  <a:lnTo>
                    <a:pt x="2357261" y="1898003"/>
                  </a:lnTo>
                  <a:lnTo>
                    <a:pt x="2322078" y="1881247"/>
                  </a:lnTo>
                  <a:lnTo>
                    <a:pt x="2286895" y="1864565"/>
                  </a:lnTo>
                  <a:lnTo>
                    <a:pt x="2251712" y="1851002"/>
                  </a:lnTo>
                  <a:lnTo>
                    <a:pt x="2216529" y="1831698"/>
                  </a:lnTo>
                  <a:lnTo>
                    <a:pt x="2181346" y="1819893"/>
                  </a:lnTo>
                  <a:lnTo>
                    <a:pt x="2146163" y="1813855"/>
                  </a:lnTo>
                  <a:lnTo>
                    <a:pt x="2110980" y="1809831"/>
                  </a:lnTo>
                  <a:lnTo>
                    <a:pt x="2075797" y="1799768"/>
                  </a:lnTo>
                  <a:lnTo>
                    <a:pt x="2040614" y="1792024"/>
                  </a:lnTo>
                  <a:lnTo>
                    <a:pt x="2005431" y="1782086"/>
                  </a:lnTo>
                  <a:lnTo>
                    <a:pt x="1970248" y="1772128"/>
                  </a:lnTo>
                  <a:lnTo>
                    <a:pt x="1935065" y="1762183"/>
                  </a:lnTo>
                  <a:lnTo>
                    <a:pt x="1899882" y="1752261"/>
                  </a:lnTo>
                  <a:lnTo>
                    <a:pt x="1864699" y="1742206"/>
                  </a:lnTo>
                  <a:lnTo>
                    <a:pt x="1829516" y="1735771"/>
                  </a:lnTo>
                  <a:lnTo>
                    <a:pt x="1794333" y="1722129"/>
                  </a:lnTo>
                  <a:lnTo>
                    <a:pt x="1759150" y="1713164"/>
                  </a:lnTo>
                  <a:lnTo>
                    <a:pt x="1723967" y="1703858"/>
                  </a:lnTo>
                  <a:lnTo>
                    <a:pt x="1688784" y="1696585"/>
                  </a:lnTo>
                  <a:lnTo>
                    <a:pt x="1653601" y="1687387"/>
                  </a:lnTo>
                  <a:lnTo>
                    <a:pt x="1618418" y="1680837"/>
                  </a:lnTo>
                  <a:lnTo>
                    <a:pt x="1583235" y="1679110"/>
                  </a:lnTo>
                  <a:lnTo>
                    <a:pt x="1548052" y="1681306"/>
                  </a:lnTo>
                  <a:lnTo>
                    <a:pt x="1512869" y="1679872"/>
                  </a:lnTo>
                  <a:lnTo>
                    <a:pt x="1477686" y="1680160"/>
                  </a:lnTo>
                  <a:lnTo>
                    <a:pt x="1442503" y="1676066"/>
                  </a:lnTo>
                  <a:lnTo>
                    <a:pt x="1407320" y="1673258"/>
                  </a:lnTo>
                  <a:lnTo>
                    <a:pt x="1372137" y="1679177"/>
                  </a:lnTo>
                  <a:lnTo>
                    <a:pt x="1336954" y="1683806"/>
                  </a:lnTo>
                  <a:lnTo>
                    <a:pt x="1301771" y="1681879"/>
                  </a:lnTo>
                  <a:lnTo>
                    <a:pt x="1266588" y="1683574"/>
                  </a:lnTo>
                  <a:lnTo>
                    <a:pt x="1231405" y="1688525"/>
                  </a:lnTo>
                  <a:lnTo>
                    <a:pt x="1196222" y="1690942"/>
                  </a:lnTo>
                  <a:lnTo>
                    <a:pt x="1161039" y="1696675"/>
                  </a:lnTo>
                  <a:lnTo>
                    <a:pt x="1125856" y="1704809"/>
                  </a:lnTo>
                  <a:lnTo>
                    <a:pt x="1090673" y="1711047"/>
                  </a:lnTo>
                  <a:lnTo>
                    <a:pt x="1055490" y="1713007"/>
                  </a:lnTo>
                  <a:lnTo>
                    <a:pt x="1020307" y="1719107"/>
                  </a:lnTo>
                  <a:lnTo>
                    <a:pt x="985124" y="1727942"/>
                  </a:lnTo>
                  <a:lnTo>
                    <a:pt x="949941" y="1737019"/>
                  </a:lnTo>
                  <a:lnTo>
                    <a:pt x="914758" y="1747195"/>
                  </a:lnTo>
                  <a:lnTo>
                    <a:pt x="879575" y="1759100"/>
                  </a:lnTo>
                  <a:lnTo>
                    <a:pt x="844392" y="1771232"/>
                  </a:lnTo>
                  <a:lnTo>
                    <a:pt x="809209" y="1779306"/>
                  </a:lnTo>
                  <a:lnTo>
                    <a:pt x="774026" y="1792563"/>
                  </a:lnTo>
                  <a:lnTo>
                    <a:pt x="738843" y="1805037"/>
                  </a:lnTo>
                  <a:lnTo>
                    <a:pt x="703660" y="1816552"/>
                  </a:lnTo>
                  <a:lnTo>
                    <a:pt x="668477" y="1825881"/>
                  </a:lnTo>
                  <a:lnTo>
                    <a:pt x="633294" y="1833685"/>
                  </a:lnTo>
                  <a:lnTo>
                    <a:pt x="598111" y="1851933"/>
                  </a:lnTo>
                  <a:lnTo>
                    <a:pt x="562928" y="1871574"/>
                  </a:lnTo>
                  <a:lnTo>
                    <a:pt x="527745" y="1889478"/>
                  </a:lnTo>
                  <a:lnTo>
                    <a:pt x="492562" y="1898393"/>
                  </a:lnTo>
                  <a:lnTo>
                    <a:pt x="457379" y="1907737"/>
                  </a:lnTo>
                  <a:lnTo>
                    <a:pt x="422196" y="1920395"/>
                  </a:lnTo>
                  <a:lnTo>
                    <a:pt x="387013" y="1939812"/>
                  </a:lnTo>
                  <a:lnTo>
                    <a:pt x="351830" y="1949604"/>
                  </a:lnTo>
                  <a:lnTo>
                    <a:pt x="316647" y="1958536"/>
                  </a:lnTo>
                  <a:lnTo>
                    <a:pt x="281464" y="1977506"/>
                  </a:lnTo>
                  <a:lnTo>
                    <a:pt x="246281" y="1989862"/>
                  </a:lnTo>
                  <a:lnTo>
                    <a:pt x="211098" y="2003693"/>
                  </a:lnTo>
                  <a:lnTo>
                    <a:pt x="175915" y="2019686"/>
                  </a:lnTo>
                  <a:lnTo>
                    <a:pt x="140732" y="2036853"/>
                  </a:lnTo>
                  <a:lnTo>
                    <a:pt x="105549" y="2053267"/>
                  </a:lnTo>
                  <a:lnTo>
                    <a:pt x="70366" y="2066020"/>
                  </a:lnTo>
                  <a:lnTo>
                    <a:pt x="35183" y="2079940"/>
                  </a:lnTo>
                  <a:lnTo>
                    <a:pt x="0" y="2098273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389401" y="1868313"/>
              <a:ext cx="3342385" cy="872805"/>
            </a:xfrm>
            <a:custGeom>
              <a:avLst/>
              <a:pathLst>
                <a:path w="3342385" h="872805">
                  <a:moveTo>
                    <a:pt x="0" y="338153"/>
                  </a:moveTo>
                  <a:lnTo>
                    <a:pt x="35183" y="360824"/>
                  </a:lnTo>
                  <a:lnTo>
                    <a:pt x="70366" y="381216"/>
                  </a:lnTo>
                  <a:lnTo>
                    <a:pt x="105549" y="402028"/>
                  </a:lnTo>
                  <a:lnTo>
                    <a:pt x="140732" y="419841"/>
                  </a:lnTo>
                  <a:lnTo>
                    <a:pt x="175915" y="439058"/>
                  </a:lnTo>
                  <a:lnTo>
                    <a:pt x="211098" y="458767"/>
                  </a:lnTo>
                  <a:lnTo>
                    <a:pt x="246281" y="477564"/>
                  </a:lnTo>
                  <a:lnTo>
                    <a:pt x="281464" y="496263"/>
                  </a:lnTo>
                  <a:lnTo>
                    <a:pt x="316647" y="513737"/>
                  </a:lnTo>
                  <a:lnTo>
                    <a:pt x="351830" y="535204"/>
                  </a:lnTo>
                  <a:lnTo>
                    <a:pt x="387013" y="551705"/>
                  </a:lnTo>
                  <a:lnTo>
                    <a:pt x="422196" y="562801"/>
                  </a:lnTo>
                  <a:lnTo>
                    <a:pt x="457379" y="575625"/>
                  </a:lnTo>
                  <a:lnTo>
                    <a:pt x="492562" y="599607"/>
                  </a:lnTo>
                  <a:lnTo>
                    <a:pt x="527745" y="613630"/>
                  </a:lnTo>
                  <a:lnTo>
                    <a:pt x="562928" y="630283"/>
                  </a:lnTo>
                  <a:lnTo>
                    <a:pt x="598111" y="644293"/>
                  </a:lnTo>
                  <a:lnTo>
                    <a:pt x="633294" y="661336"/>
                  </a:lnTo>
                  <a:lnTo>
                    <a:pt x="668477" y="678952"/>
                  </a:lnTo>
                  <a:lnTo>
                    <a:pt x="703660" y="689418"/>
                  </a:lnTo>
                  <a:lnTo>
                    <a:pt x="738843" y="706339"/>
                  </a:lnTo>
                  <a:lnTo>
                    <a:pt x="774026" y="720047"/>
                  </a:lnTo>
                  <a:lnTo>
                    <a:pt x="809209" y="737870"/>
                  </a:lnTo>
                  <a:lnTo>
                    <a:pt x="844392" y="753645"/>
                  </a:lnTo>
                  <a:lnTo>
                    <a:pt x="879575" y="770200"/>
                  </a:lnTo>
                  <a:lnTo>
                    <a:pt x="914758" y="777706"/>
                  </a:lnTo>
                  <a:lnTo>
                    <a:pt x="949941" y="789481"/>
                  </a:lnTo>
                  <a:lnTo>
                    <a:pt x="985124" y="796797"/>
                  </a:lnTo>
                  <a:lnTo>
                    <a:pt x="1020307" y="806250"/>
                  </a:lnTo>
                  <a:lnTo>
                    <a:pt x="1055490" y="809688"/>
                  </a:lnTo>
                  <a:lnTo>
                    <a:pt x="1090673" y="812171"/>
                  </a:lnTo>
                  <a:lnTo>
                    <a:pt x="1125856" y="817467"/>
                  </a:lnTo>
                  <a:lnTo>
                    <a:pt x="1161039" y="826624"/>
                  </a:lnTo>
                  <a:lnTo>
                    <a:pt x="1196222" y="834941"/>
                  </a:lnTo>
                  <a:lnTo>
                    <a:pt x="1231405" y="841470"/>
                  </a:lnTo>
                  <a:lnTo>
                    <a:pt x="1266588" y="848059"/>
                  </a:lnTo>
                  <a:lnTo>
                    <a:pt x="1301771" y="854432"/>
                  </a:lnTo>
                  <a:lnTo>
                    <a:pt x="1336954" y="860233"/>
                  </a:lnTo>
                  <a:lnTo>
                    <a:pt x="1372137" y="867310"/>
                  </a:lnTo>
                  <a:lnTo>
                    <a:pt x="1407320" y="870325"/>
                  </a:lnTo>
                  <a:lnTo>
                    <a:pt x="1442503" y="869718"/>
                  </a:lnTo>
                  <a:lnTo>
                    <a:pt x="1477686" y="872805"/>
                  </a:lnTo>
                  <a:lnTo>
                    <a:pt x="1512869" y="864799"/>
                  </a:lnTo>
                  <a:lnTo>
                    <a:pt x="1548052" y="861029"/>
                  </a:lnTo>
                  <a:lnTo>
                    <a:pt x="1583235" y="854804"/>
                  </a:lnTo>
                  <a:lnTo>
                    <a:pt x="1618418" y="850617"/>
                  </a:lnTo>
                  <a:lnTo>
                    <a:pt x="1653601" y="842182"/>
                  </a:lnTo>
                  <a:lnTo>
                    <a:pt x="1688784" y="834393"/>
                  </a:lnTo>
                  <a:lnTo>
                    <a:pt x="1723967" y="834632"/>
                  </a:lnTo>
                  <a:lnTo>
                    <a:pt x="1759150" y="826695"/>
                  </a:lnTo>
                  <a:lnTo>
                    <a:pt x="1794333" y="816173"/>
                  </a:lnTo>
                  <a:lnTo>
                    <a:pt x="1829516" y="803569"/>
                  </a:lnTo>
                  <a:lnTo>
                    <a:pt x="1864699" y="788869"/>
                  </a:lnTo>
                  <a:lnTo>
                    <a:pt x="1899882" y="773977"/>
                  </a:lnTo>
                  <a:lnTo>
                    <a:pt x="1935065" y="763322"/>
                  </a:lnTo>
                  <a:lnTo>
                    <a:pt x="1970248" y="756696"/>
                  </a:lnTo>
                  <a:lnTo>
                    <a:pt x="2005431" y="747943"/>
                  </a:lnTo>
                  <a:lnTo>
                    <a:pt x="2040614" y="737280"/>
                  </a:lnTo>
                  <a:lnTo>
                    <a:pt x="2075797" y="720366"/>
                  </a:lnTo>
                  <a:lnTo>
                    <a:pt x="2110980" y="710242"/>
                  </a:lnTo>
                  <a:lnTo>
                    <a:pt x="2146163" y="691077"/>
                  </a:lnTo>
                  <a:lnTo>
                    <a:pt x="2181346" y="675122"/>
                  </a:lnTo>
                  <a:lnTo>
                    <a:pt x="2216529" y="662862"/>
                  </a:lnTo>
                  <a:lnTo>
                    <a:pt x="2251712" y="641069"/>
                  </a:lnTo>
                  <a:lnTo>
                    <a:pt x="2286895" y="627610"/>
                  </a:lnTo>
                  <a:lnTo>
                    <a:pt x="2322078" y="613535"/>
                  </a:lnTo>
                  <a:lnTo>
                    <a:pt x="2357261" y="592261"/>
                  </a:lnTo>
                  <a:lnTo>
                    <a:pt x="2392444" y="570782"/>
                  </a:lnTo>
                  <a:lnTo>
                    <a:pt x="2427627" y="551358"/>
                  </a:lnTo>
                  <a:lnTo>
                    <a:pt x="2462810" y="532029"/>
                  </a:lnTo>
                  <a:lnTo>
                    <a:pt x="2497993" y="513158"/>
                  </a:lnTo>
                  <a:lnTo>
                    <a:pt x="2533176" y="495079"/>
                  </a:lnTo>
                  <a:lnTo>
                    <a:pt x="2568359" y="476575"/>
                  </a:lnTo>
                  <a:lnTo>
                    <a:pt x="2603542" y="458577"/>
                  </a:lnTo>
                  <a:lnTo>
                    <a:pt x="2638725" y="439291"/>
                  </a:lnTo>
                  <a:lnTo>
                    <a:pt x="2673908" y="414997"/>
                  </a:lnTo>
                  <a:lnTo>
                    <a:pt x="2709091" y="390247"/>
                  </a:lnTo>
                  <a:lnTo>
                    <a:pt x="2744274" y="375770"/>
                  </a:lnTo>
                  <a:lnTo>
                    <a:pt x="2779457" y="352899"/>
                  </a:lnTo>
                  <a:lnTo>
                    <a:pt x="2814640" y="333198"/>
                  </a:lnTo>
                  <a:lnTo>
                    <a:pt x="2849823" y="313463"/>
                  </a:lnTo>
                  <a:lnTo>
                    <a:pt x="2885006" y="287370"/>
                  </a:lnTo>
                  <a:lnTo>
                    <a:pt x="2920189" y="269716"/>
                  </a:lnTo>
                  <a:lnTo>
                    <a:pt x="2955372" y="248523"/>
                  </a:lnTo>
                  <a:lnTo>
                    <a:pt x="2990555" y="229853"/>
                  </a:lnTo>
                  <a:lnTo>
                    <a:pt x="3025738" y="205466"/>
                  </a:lnTo>
                  <a:lnTo>
                    <a:pt x="3060921" y="182370"/>
                  </a:lnTo>
                  <a:lnTo>
                    <a:pt x="3096104" y="156801"/>
                  </a:lnTo>
                  <a:lnTo>
                    <a:pt x="3131287" y="132682"/>
                  </a:lnTo>
                  <a:lnTo>
                    <a:pt x="3166470" y="110887"/>
                  </a:lnTo>
                  <a:lnTo>
                    <a:pt x="3201653" y="86486"/>
                  </a:lnTo>
                  <a:lnTo>
                    <a:pt x="3236836" y="64509"/>
                  </a:lnTo>
                  <a:lnTo>
                    <a:pt x="3272019" y="37617"/>
                  </a:lnTo>
                  <a:lnTo>
                    <a:pt x="3307202" y="18832"/>
                  </a:lnTo>
                  <a:lnTo>
                    <a:pt x="334238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389401" y="3541572"/>
              <a:ext cx="3342385" cy="603193"/>
            </a:xfrm>
            <a:custGeom>
              <a:avLst/>
              <a:pathLst>
                <a:path w="3342385" h="603193">
                  <a:moveTo>
                    <a:pt x="3342385" y="603193"/>
                  </a:moveTo>
                  <a:lnTo>
                    <a:pt x="3307202" y="592296"/>
                  </a:lnTo>
                  <a:lnTo>
                    <a:pt x="3272019" y="577999"/>
                  </a:lnTo>
                  <a:lnTo>
                    <a:pt x="3236836" y="564168"/>
                  </a:lnTo>
                  <a:lnTo>
                    <a:pt x="3201653" y="549962"/>
                  </a:lnTo>
                  <a:lnTo>
                    <a:pt x="3166470" y="536357"/>
                  </a:lnTo>
                  <a:lnTo>
                    <a:pt x="3131287" y="521826"/>
                  </a:lnTo>
                  <a:lnTo>
                    <a:pt x="3096104" y="507325"/>
                  </a:lnTo>
                  <a:lnTo>
                    <a:pt x="3060921" y="498200"/>
                  </a:lnTo>
                  <a:lnTo>
                    <a:pt x="3025738" y="486670"/>
                  </a:lnTo>
                  <a:lnTo>
                    <a:pt x="2990555" y="467841"/>
                  </a:lnTo>
                  <a:lnTo>
                    <a:pt x="2955372" y="448851"/>
                  </a:lnTo>
                  <a:lnTo>
                    <a:pt x="2920189" y="432856"/>
                  </a:lnTo>
                  <a:lnTo>
                    <a:pt x="2885006" y="419188"/>
                  </a:lnTo>
                  <a:lnTo>
                    <a:pt x="2849823" y="407201"/>
                  </a:lnTo>
                  <a:lnTo>
                    <a:pt x="2814640" y="391236"/>
                  </a:lnTo>
                  <a:lnTo>
                    <a:pt x="2779457" y="375068"/>
                  </a:lnTo>
                  <a:lnTo>
                    <a:pt x="2744274" y="363410"/>
                  </a:lnTo>
                  <a:lnTo>
                    <a:pt x="2709091" y="351131"/>
                  </a:lnTo>
                  <a:lnTo>
                    <a:pt x="2673908" y="340236"/>
                  </a:lnTo>
                  <a:lnTo>
                    <a:pt x="2638725" y="332849"/>
                  </a:lnTo>
                  <a:lnTo>
                    <a:pt x="2603542" y="319383"/>
                  </a:lnTo>
                  <a:lnTo>
                    <a:pt x="2568359" y="307366"/>
                  </a:lnTo>
                  <a:lnTo>
                    <a:pt x="2533176" y="293529"/>
                  </a:lnTo>
                  <a:lnTo>
                    <a:pt x="2497993" y="275846"/>
                  </a:lnTo>
                  <a:lnTo>
                    <a:pt x="2462810" y="259343"/>
                  </a:lnTo>
                  <a:lnTo>
                    <a:pt x="2427627" y="245263"/>
                  </a:lnTo>
                  <a:lnTo>
                    <a:pt x="2392444" y="233725"/>
                  </a:lnTo>
                  <a:lnTo>
                    <a:pt x="2357261" y="224744"/>
                  </a:lnTo>
                  <a:lnTo>
                    <a:pt x="2322078" y="207988"/>
                  </a:lnTo>
                  <a:lnTo>
                    <a:pt x="2286895" y="191306"/>
                  </a:lnTo>
                  <a:lnTo>
                    <a:pt x="2251712" y="177743"/>
                  </a:lnTo>
                  <a:lnTo>
                    <a:pt x="2216529" y="158439"/>
                  </a:lnTo>
                  <a:lnTo>
                    <a:pt x="2181346" y="146635"/>
                  </a:lnTo>
                  <a:lnTo>
                    <a:pt x="2146163" y="140597"/>
                  </a:lnTo>
                  <a:lnTo>
                    <a:pt x="2110980" y="136572"/>
                  </a:lnTo>
                  <a:lnTo>
                    <a:pt x="2075797" y="126510"/>
                  </a:lnTo>
                  <a:lnTo>
                    <a:pt x="2040614" y="118765"/>
                  </a:lnTo>
                  <a:lnTo>
                    <a:pt x="2005431" y="108828"/>
                  </a:lnTo>
                  <a:lnTo>
                    <a:pt x="1970248" y="98870"/>
                  </a:lnTo>
                  <a:lnTo>
                    <a:pt x="1935065" y="88924"/>
                  </a:lnTo>
                  <a:lnTo>
                    <a:pt x="1899882" y="79002"/>
                  </a:lnTo>
                  <a:lnTo>
                    <a:pt x="1864699" y="68947"/>
                  </a:lnTo>
                  <a:lnTo>
                    <a:pt x="1829516" y="62513"/>
                  </a:lnTo>
                  <a:lnTo>
                    <a:pt x="1794333" y="48870"/>
                  </a:lnTo>
                  <a:lnTo>
                    <a:pt x="1759150" y="39905"/>
                  </a:lnTo>
                  <a:lnTo>
                    <a:pt x="1723967" y="30600"/>
                  </a:lnTo>
                  <a:lnTo>
                    <a:pt x="1688784" y="23326"/>
                  </a:lnTo>
                  <a:lnTo>
                    <a:pt x="1653601" y="14129"/>
                  </a:lnTo>
                  <a:lnTo>
                    <a:pt x="1618418" y="7579"/>
                  </a:lnTo>
                  <a:lnTo>
                    <a:pt x="1583235" y="5851"/>
                  </a:lnTo>
                  <a:lnTo>
                    <a:pt x="1548052" y="8048"/>
                  </a:lnTo>
                  <a:lnTo>
                    <a:pt x="1512869" y="6613"/>
                  </a:lnTo>
                  <a:lnTo>
                    <a:pt x="1477686" y="6901"/>
                  </a:lnTo>
                  <a:lnTo>
                    <a:pt x="1442503" y="2808"/>
                  </a:lnTo>
                  <a:lnTo>
                    <a:pt x="1407320" y="0"/>
                  </a:lnTo>
                  <a:lnTo>
                    <a:pt x="1372137" y="5918"/>
                  </a:lnTo>
                  <a:lnTo>
                    <a:pt x="1336954" y="10548"/>
                  </a:lnTo>
                  <a:lnTo>
                    <a:pt x="1301771" y="8621"/>
                  </a:lnTo>
                  <a:lnTo>
                    <a:pt x="1266588" y="10316"/>
                  </a:lnTo>
                  <a:lnTo>
                    <a:pt x="1231405" y="15266"/>
                  </a:lnTo>
                  <a:lnTo>
                    <a:pt x="1196222" y="17684"/>
                  </a:lnTo>
                  <a:lnTo>
                    <a:pt x="1161039" y="23417"/>
                  </a:lnTo>
                  <a:lnTo>
                    <a:pt x="1125856" y="31551"/>
                  </a:lnTo>
                  <a:lnTo>
                    <a:pt x="1090673" y="37789"/>
                  </a:lnTo>
                  <a:lnTo>
                    <a:pt x="1055490" y="39749"/>
                  </a:lnTo>
                  <a:lnTo>
                    <a:pt x="1020307" y="45848"/>
                  </a:lnTo>
                  <a:lnTo>
                    <a:pt x="985124" y="54683"/>
                  </a:lnTo>
                  <a:lnTo>
                    <a:pt x="949941" y="63760"/>
                  </a:lnTo>
                  <a:lnTo>
                    <a:pt x="914758" y="73937"/>
                  </a:lnTo>
                  <a:lnTo>
                    <a:pt x="879575" y="85842"/>
                  </a:lnTo>
                  <a:lnTo>
                    <a:pt x="844392" y="97974"/>
                  </a:lnTo>
                  <a:lnTo>
                    <a:pt x="809209" y="106048"/>
                  </a:lnTo>
                  <a:lnTo>
                    <a:pt x="774026" y="119305"/>
                  </a:lnTo>
                  <a:lnTo>
                    <a:pt x="738843" y="131779"/>
                  </a:lnTo>
                  <a:lnTo>
                    <a:pt x="703660" y="143293"/>
                  </a:lnTo>
                  <a:lnTo>
                    <a:pt x="668477" y="152623"/>
                  </a:lnTo>
                  <a:lnTo>
                    <a:pt x="633294" y="160427"/>
                  </a:lnTo>
                  <a:lnTo>
                    <a:pt x="598111" y="178675"/>
                  </a:lnTo>
                  <a:lnTo>
                    <a:pt x="562928" y="198316"/>
                  </a:lnTo>
                  <a:lnTo>
                    <a:pt x="527745" y="216219"/>
                  </a:lnTo>
                  <a:lnTo>
                    <a:pt x="492562" y="225134"/>
                  </a:lnTo>
                  <a:lnTo>
                    <a:pt x="457379" y="234479"/>
                  </a:lnTo>
                  <a:lnTo>
                    <a:pt x="422196" y="247137"/>
                  </a:lnTo>
                  <a:lnTo>
                    <a:pt x="387013" y="266554"/>
                  </a:lnTo>
                  <a:lnTo>
                    <a:pt x="351830" y="276346"/>
                  </a:lnTo>
                  <a:lnTo>
                    <a:pt x="316647" y="285278"/>
                  </a:lnTo>
                  <a:lnTo>
                    <a:pt x="281464" y="304248"/>
                  </a:lnTo>
                  <a:lnTo>
                    <a:pt x="246281" y="316603"/>
                  </a:lnTo>
                  <a:lnTo>
                    <a:pt x="211098" y="330435"/>
                  </a:lnTo>
                  <a:lnTo>
                    <a:pt x="175915" y="346427"/>
                  </a:lnTo>
                  <a:lnTo>
                    <a:pt x="140732" y="363594"/>
                  </a:lnTo>
                  <a:lnTo>
                    <a:pt x="105549" y="380008"/>
                  </a:lnTo>
                  <a:lnTo>
                    <a:pt x="70366" y="392762"/>
                  </a:lnTo>
                  <a:lnTo>
                    <a:pt x="35183" y="406682"/>
                  </a:lnTo>
                  <a:lnTo>
                    <a:pt x="0" y="4250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3022695" y="2438303"/>
              <a:ext cx="844392" cy="3241962"/>
            </a:xfrm>
            <a:custGeom>
              <a:avLst/>
              <a:pathLst>
                <a:path w="844392" h="3241962">
                  <a:moveTo>
                    <a:pt x="0" y="0"/>
                  </a:moveTo>
                  <a:lnTo>
                    <a:pt x="35183" y="149222"/>
                  </a:lnTo>
                  <a:lnTo>
                    <a:pt x="70366" y="255681"/>
                  </a:lnTo>
                  <a:lnTo>
                    <a:pt x="105549" y="366417"/>
                  </a:lnTo>
                  <a:lnTo>
                    <a:pt x="140732" y="497687"/>
                  </a:lnTo>
                  <a:lnTo>
                    <a:pt x="175915" y="603594"/>
                  </a:lnTo>
                  <a:lnTo>
                    <a:pt x="211098" y="700054"/>
                  </a:lnTo>
                  <a:lnTo>
                    <a:pt x="246281" y="809961"/>
                  </a:lnTo>
                  <a:lnTo>
                    <a:pt x="281464" y="893925"/>
                  </a:lnTo>
                  <a:lnTo>
                    <a:pt x="316647" y="972208"/>
                  </a:lnTo>
                  <a:lnTo>
                    <a:pt x="351830" y="1027841"/>
                  </a:lnTo>
                  <a:lnTo>
                    <a:pt x="387013" y="1075885"/>
                  </a:lnTo>
                  <a:lnTo>
                    <a:pt x="422196" y="1117251"/>
                  </a:lnTo>
                  <a:lnTo>
                    <a:pt x="457379" y="1172303"/>
                  </a:lnTo>
                  <a:lnTo>
                    <a:pt x="492562" y="1200539"/>
                  </a:lnTo>
                  <a:lnTo>
                    <a:pt x="527745" y="1214288"/>
                  </a:lnTo>
                  <a:lnTo>
                    <a:pt x="562928" y="1237634"/>
                  </a:lnTo>
                  <a:lnTo>
                    <a:pt x="598111" y="1257733"/>
                  </a:lnTo>
                  <a:lnTo>
                    <a:pt x="633294" y="1277589"/>
                  </a:lnTo>
                  <a:lnTo>
                    <a:pt x="668477" y="1290645"/>
                  </a:lnTo>
                  <a:lnTo>
                    <a:pt x="703660" y="1296448"/>
                  </a:lnTo>
                  <a:lnTo>
                    <a:pt x="738843" y="1312509"/>
                  </a:lnTo>
                  <a:lnTo>
                    <a:pt x="774026" y="1333719"/>
                  </a:lnTo>
                  <a:lnTo>
                    <a:pt x="809209" y="1341362"/>
                  </a:lnTo>
                  <a:lnTo>
                    <a:pt x="844392" y="1349320"/>
                  </a:lnTo>
                  <a:lnTo>
                    <a:pt x="844392" y="3241962"/>
                  </a:lnTo>
                  <a:lnTo>
                    <a:pt x="809209" y="3180641"/>
                  </a:lnTo>
                  <a:lnTo>
                    <a:pt x="774026" y="3119763"/>
                  </a:lnTo>
                  <a:lnTo>
                    <a:pt x="738843" y="3058046"/>
                  </a:lnTo>
                  <a:lnTo>
                    <a:pt x="703660" y="2996630"/>
                  </a:lnTo>
                  <a:lnTo>
                    <a:pt x="668477" y="2932193"/>
                  </a:lnTo>
                  <a:lnTo>
                    <a:pt x="633294" y="2864587"/>
                  </a:lnTo>
                  <a:lnTo>
                    <a:pt x="598111" y="2795933"/>
                  </a:lnTo>
                  <a:lnTo>
                    <a:pt x="562928" y="2724606"/>
                  </a:lnTo>
                  <a:lnTo>
                    <a:pt x="527745" y="2665149"/>
                  </a:lnTo>
                  <a:lnTo>
                    <a:pt x="492562" y="2599949"/>
                  </a:lnTo>
                  <a:lnTo>
                    <a:pt x="457379" y="2539905"/>
                  </a:lnTo>
                  <a:lnTo>
                    <a:pt x="422196" y="2497691"/>
                  </a:lnTo>
                  <a:lnTo>
                    <a:pt x="387013" y="2441734"/>
                  </a:lnTo>
                  <a:lnTo>
                    <a:pt x="351830" y="2377394"/>
                  </a:lnTo>
                  <a:lnTo>
                    <a:pt x="316647" y="2322099"/>
                  </a:lnTo>
                  <a:lnTo>
                    <a:pt x="281464" y="2269646"/>
                  </a:lnTo>
                  <a:lnTo>
                    <a:pt x="246281" y="2228520"/>
                  </a:lnTo>
                  <a:lnTo>
                    <a:pt x="211098" y="2185257"/>
                  </a:lnTo>
                  <a:lnTo>
                    <a:pt x="175915" y="2148555"/>
                  </a:lnTo>
                  <a:lnTo>
                    <a:pt x="140732" y="2117578"/>
                  </a:lnTo>
                  <a:lnTo>
                    <a:pt x="105549" y="2113318"/>
                  </a:lnTo>
                  <a:lnTo>
                    <a:pt x="70366" y="2095386"/>
                  </a:lnTo>
                  <a:lnTo>
                    <a:pt x="35183" y="2083384"/>
                  </a:lnTo>
                  <a:lnTo>
                    <a:pt x="0" y="2054265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022695" y="2438303"/>
              <a:ext cx="844392" cy="1349320"/>
            </a:xfrm>
            <a:custGeom>
              <a:avLst/>
              <a:pathLst>
                <a:path w="844392" h="1349320">
                  <a:moveTo>
                    <a:pt x="0" y="0"/>
                  </a:moveTo>
                  <a:lnTo>
                    <a:pt x="35183" y="149222"/>
                  </a:lnTo>
                  <a:lnTo>
                    <a:pt x="70366" y="255681"/>
                  </a:lnTo>
                  <a:lnTo>
                    <a:pt x="105549" y="366417"/>
                  </a:lnTo>
                  <a:lnTo>
                    <a:pt x="140732" y="497687"/>
                  </a:lnTo>
                  <a:lnTo>
                    <a:pt x="175915" y="603594"/>
                  </a:lnTo>
                  <a:lnTo>
                    <a:pt x="211098" y="700054"/>
                  </a:lnTo>
                  <a:lnTo>
                    <a:pt x="246281" y="809961"/>
                  </a:lnTo>
                  <a:lnTo>
                    <a:pt x="281464" y="893925"/>
                  </a:lnTo>
                  <a:lnTo>
                    <a:pt x="316647" y="972208"/>
                  </a:lnTo>
                  <a:lnTo>
                    <a:pt x="351830" y="1027841"/>
                  </a:lnTo>
                  <a:lnTo>
                    <a:pt x="387013" y="1075885"/>
                  </a:lnTo>
                  <a:lnTo>
                    <a:pt x="422196" y="1117251"/>
                  </a:lnTo>
                  <a:lnTo>
                    <a:pt x="457379" y="1172303"/>
                  </a:lnTo>
                  <a:lnTo>
                    <a:pt x="492562" y="1200539"/>
                  </a:lnTo>
                  <a:lnTo>
                    <a:pt x="527745" y="1214288"/>
                  </a:lnTo>
                  <a:lnTo>
                    <a:pt x="562928" y="1237634"/>
                  </a:lnTo>
                  <a:lnTo>
                    <a:pt x="598111" y="1257733"/>
                  </a:lnTo>
                  <a:lnTo>
                    <a:pt x="633294" y="1277589"/>
                  </a:lnTo>
                  <a:lnTo>
                    <a:pt x="668477" y="1290645"/>
                  </a:lnTo>
                  <a:lnTo>
                    <a:pt x="703660" y="1296448"/>
                  </a:lnTo>
                  <a:lnTo>
                    <a:pt x="738843" y="1312509"/>
                  </a:lnTo>
                  <a:lnTo>
                    <a:pt x="774026" y="1333719"/>
                  </a:lnTo>
                  <a:lnTo>
                    <a:pt x="809209" y="1341362"/>
                  </a:lnTo>
                  <a:lnTo>
                    <a:pt x="844392" y="13493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022695" y="4492569"/>
              <a:ext cx="844392" cy="1187697"/>
            </a:xfrm>
            <a:custGeom>
              <a:avLst/>
              <a:pathLst>
                <a:path w="844392" h="1187697">
                  <a:moveTo>
                    <a:pt x="844392" y="1187697"/>
                  </a:moveTo>
                  <a:lnTo>
                    <a:pt x="809209" y="1126375"/>
                  </a:lnTo>
                  <a:lnTo>
                    <a:pt x="774026" y="1065497"/>
                  </a:lnTo>
                  <a:lnTo>
                    <a:pt x="738843" y="1003780"/>
                  </a:lnTo>
                  <a:lnTo>
                    <a:pt x="703660" y="942364"/>
                  </a:lnTo>
                  <a:lnTo>
                    <a:pt x="668477" y="877928"/>
                  </a:lnTo>
                  <a:lnTo>
                    <a:pt x="633294" y="810321"/>
                  </a:lnTo>
                  <a:lnTo>
                    <a:pt x="598111" y="741668"/>
                  </a:lnTo>
                  <a:lnTo>
                    <a:pt x="562928" y="670341"/>
                  </a:lnTo>
                  <a:lnTo>
                    <a:pt x="527745" y="610884"/>
                  </a:lnTo>
                  <a:lnTo>
                    <a:pt x="492562" y="545684"/>
                  </a:lnTo>
                  <a:lnTo>
                    <a:pt x="457379" y="485640"/>
                  </a:lnTo>
                  <a:lnTo>
                    <a:pt x="422196" y="443426"/>
                  </a:lnTo>
                  <a:lnTo>
                    <a:pt x="387013" y="387468"/>
                  </a:lnTo>
                  <a:lnTo>
                    <a:pt x="351830" y="323128"/>
                  </a:lnTo>
                  <a:lnTo>
                    <a:pt x="316647" y="267833"/>
                  </a:lnTo>
                  <a:lnTo>
                    <a:pt x="281464" y="215381"/>
                  </a:lnTo>
                  <a:lnTo>
                    <a:pt x="246281" y="174255"/>
                  </a:lnTo>
                  <a:lnTo>
                    <a:pt x="211098" y="130992"/>
                  </a:lnTo>
                  <a:lnTo>
                    <a:pt x="175915" y="94289"/>
                  </a:lnTo>
                  <a:lnTo>
                    <a:pt x="140732" y="63313"/>
                  </a:lnTo>
                  <a:lnTo>
                    <a:pt x="105549" y="59053"/>
                  </a:lnTo>
                  <a:lnTo>
                    <a:pt x="70366" y="41121"/>
                  </a:lnTo>
                  <a:lnTo>
                    <a:pt x="35183" y="291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248669" y="2821390"/>
              <a:ext cx="3588666" cy="804381"/>
            </a:xfrm>
            <a:custGeom>
              <a:avLst/>
              <a:pathLst>
                <a:path w="3588666" h="804381">
                  <a:moveTo>
                    <a:pt x="0" y="804381"/>
                  </a:moveTo>
                  <a:lnTo>
                    <a:pt x="35183" y="797166"/>
                  </a:lnTo>
                  <a:lnTo>
                    <a:pt x="70366" y="789939"/>
                  </a:lnTo>
                  <a:lnTo>
                    <a:pt x="105549" y="782700"/>
                  </a:lnTo>
                  <a:lnTo>
                    <a:pt x="140732" y="775448"/>
                  </a:lnTo>
                  <a:lnTo>
                    <a:pt x="175915" y="768183"/>
                  </a:lnTo>
                  <a:lnTo>
                    <a:pt x="211098" y="760906"/>
                  </a:lnTo>
                  <a:lnTo>
                    <a:pt x="246281" y="753616"/>
                  </a:lnTo>
                  <a:lnTo>
                    <a:pt x="281464" y="746313"/>
                  </a:lnTo>
                  <a:lnTo>
                    <a:pt x="316647" y="738998"/>
                  </a:lnTo>
                  <a:lnTo>
                    <a:pt x="351830" y="731670"/>
                  </a:lnTo>
                  <a:lnTo>
                    <a:pt x="387013" y="724329"/>
                  </a:lnTo>
                  <a:lnTo>
                    <a:pt x="422196" y="716975"/>
                  </a:lnTo>
                  <a:lnTo>
                    <a:pt x="457379" y="709609"/>
                  </a:lnTo>
                  <a:lnTo>
                    <a:pt x="492562" y="702230"/>
                  </a:lnTo>
                  <a:lnTo>
                    <a:pt x="527745" y="694838"/>
                  </a:lnTo>
                  <a:lnTo>
                    <a:pt x="562928" y="687433"/>
                  </a:lnTo>
                  <a:lnTo>
                    <a:pt x="598111" y="680016"/>
                  </a:lnTo>
                  <a:lnTo>
                    <a:pt x="633294" y="672585"/>
                  </a:lnTo>
                  <a:lnTo>
                    <a:pt x="668477" y="665141"/>
                  </a:lnTo>
                  <a:lnTo>
                    <a:pt x="703660" y="657685"/>
                  </a:lnTo>
                  <a:lnTo>
                    <a:pt x="738843" y="650216"/>
                  </a:lnTo>
                  <a:lnTo>
                    <a:pt x="774026" y="642733"/>
                  </a:lnTo>
                  <a:lnTo>
                    <a:pt x="809209" y="635238"/>
                  </a:lnTo>
                  <a:lnTo>
                    <a:pt x="844392" y="627729"/>
                  </a:lnTo>
                  <a:lnTo>
                    <a:pt x="879575" y="620208"/>
                  </a:lnTo>
                  <a:lnTo>
                    <a:pt x="914758" y="612673"/>
                  </a:lnTo>
                  <a:lnTo>
                    <a:pt x="949941" y="605126"/>
                  </a:lnTo>
                  <a:lnTo>
                    <a:pt x="985124" y="597565"/>
                  </a:lnTo>
                  <a:lnTo>
                    <a:pt x="1020307" y="589991"/>
                  </a:lnTo>
                  <a:lnTo>
                    <a:pt x="1055490" y="582404"/>
                  </a:lnTo>
                  <a:lnTo>
                    <a:pt x="1090673" y="574804"/>
                  </a:lnTo>
                  <a:lnTo>
                    <a:pt x="1125856" y="567190"/>
                  </a:lnTo>
                  <a:lnTo>
                    <a:pt x="1161039" y="559563"/>
                  </a:lnTo>
                  <a:lnTo>
                    <a:pt x="1196222" y="551923"/>
                  </a:lnTo>
                  <a:lnTo>
                    <a:pt x="1231405" y="544270"/>
                  </a:lnTo>
                  <a:lnTo>
                    <a:pt x="1266588" y="536603"/>
                  </a:lnTo>
                  <a:lnTo>
                    <a:pt x="1301771" y="528924"/>
                  </a:lnTo>
                  <a:lnTo>
                    <a:pt x="1336954" y="521230"/>
                  </a:lnTo>
                  <a:lnTo>
                    <a:pt x="1372137" y="513524"/>
                  </a:lnTo>
                  <a:lnTo>
                    <a:pt x="1407320" y="505804"/>
                  </a:lnTo>
                  <a:lnTo>
                    <a:pt x="1442503" y="498070"/>
                  </a:lnTo>
                  <a:lnTo>
                    <a:pt x="1477686" y="490323"/>
                  </a:lnTo>
                  <a:lnTo>
                    <a:pt x="1512869" y="482563"/>
                  </a:lnTo>
                  <a:lnTo>
                    <a:pt x="1548052" y="474789"/>
                  </a:lnTo>
                  <a:lnTo>
                    <a:pt x="1583235" y="467002"/>
                  </a:lnTo>
                  <a:lnTo>
                    <a:pt x="1618418" y="459201"/>
                  </a:lnTo>
                  <a:lnTo>
                    <a:pt x="1653601" y="451386"/>
                  </a:lnTo>
                  <a:lnTo>
                    <a:pt x="1688784" y="443558"/>
                  </a:lnTo>
                  <a:lnTo>
                    <a:pt x="1723967" y="435717"/>
                  </a:lnTo>
                  <a:lnTo>
                    <a:pt x="1759150" y="427861"/>
                  </a:lnTo>
                  <a:lnTo>
                    <a:pt x="1794333" y="419992"/>
                  </a:lnTo>
                  <a:lnTo>
                    <a:pt x="1829516" y="412110"/>
                  </a:lnTo>
                  <a:lnTo>
                    <a:pt x="1864699" y="404213"/>
                  </a:lnTo>
                  <a:lnTo>
                    <a:pt x="1899882" y="396303"/>
                  </a:lnTo>
                  <a:lnTo>
                    <a:pt x="1935065" y="388380"/>
                  </a:lnTo>
                  <a:lnTo>
                    <a:pt x="1970248" y="380442"/>
                  </a:lnTo>
                  <a:lnTo>
                    <a:pt x="2005431" y="372491"/>
                  </a:lnTo>
                  <a:lnTo>
                    <a:pt x="2040614" y="364525"/>
                  </a:lnTo>
                  <a:lnTo>
                    <a:pt x="2075797" y="356546"/>
                  </a:lnTo>
                  <a:lnTo>
                    <a:pt x="2110980" y="348553"/>
                  </a:lnTo>
                  <a:lnTo>
                    <a:pt x="2146163" y="340547"/>
                  </a:lnTo>
                  <a:lnTo>
                    <a:pt x="2181346" y="332526"/>
                  </a:lnTo>
                  <a:lnTo>
                    <a:pt x="2216529" y="324491"/>
                  </a:lnTo>
                  <a:lnTo>
                    <a:pt x="2251712" y="316442"/>
                  </a:lnTo>
                  <a:lnTo>
                    <a:pt x="2286895" y="308380"/>
                  </a:lnTo>
                  <a:lnTo>
                    <a:pt x="2322078" y="300303"/>
                  </a:lnTo>
                  <a:lnTo>
                    <a:pt x="2357261" y="292212"/>
                  </a:lnTo>
                  <a:lnTo>
                    <a:pt x="2392444" y="284108"/>
                  </a:lnTo>
                  <a:lnTo>
                    <a:pt x="2427627" y="275989"/>
                  </a:lnTo>
                  <a:lnTo>
                    <a:pt x="2462810" y="267856"/>
                  </a:lnTo>
                  <a:lnTo>
                    <a:pt x="2497993" y="259709"/>
                  </a:lnTo>
                  <a:lnTo>
                    <a:pt x="2533176" y="251547"/>
                  </a:lnTo>
                  <a:lnTo>
                    <a:pt x="2568359" y="243372"/>
                  </a:lnTo>
                  <a:lnTo>
                    <a:pt x="2603542" y="235182"/>
                  </a:lnTo>
                  <a:lnTo>
                    <a:pt x="2638725" y="226978"/>
                  </a:lnTo>
                  <a:lnTo>
                    <a:pt x="2673908" y="218760"/>
                  </a:lnTo>
                  <a:lnTo>
                    <a:pt x="2709091" y="210528"/>
                  </a:lnTo>
                  <a:lnTo>
                    <a:pt x="2744274" y="202281"/>
                  </a:lnTo>
                  <a:lnTo>
                    <a:pt x="2779457" y="194020"/>
                  </a:lnTo>
                  <a:lnTo>
                    <a:pt x="2814640" y="185744"/>
                  </a:lnTo>
                  <a:lnTo>
                    <a:pt x="2849823" y="177455"/>
                  </a:lnTo>
                  <a:lnTo>
                    <a:pt x="2885006" y="169150"/>
                  </a:lnTo>
                  <a:lnTo>
                    <a:pt x="2920189" y="160832"/>
                  </a:lnTo>
                  <a:lnTo>
                    <a:pt x="2955372" y="152498"/>
                  </a:lnTo>
                  <a:lnTo>
                    <a:pt x="2990555" y="144151"/>
                  </a:lnTo>
                  <a:lnTo>
                    <a:pt x="3025738" y="135789"/>
                  </a:lnTo>
                  <a:lnTo>
                    <a:pt x="3060921" y="127412"/>
                  </a:lnTo>
                  <a:lnTo>
                    <a:pt x="3096104" y="119021"/>
                  </a:lnTo>
                  <a:lnTo>
                    <a:pt x="3131287" y="110615"/>
                  </a:lnTo>
                  <a:lnTo>
                    <a:pt x="3166470" y="102194"/>
                  </a:lnTo>
                  <a:lnTo>
                    <a:pt x="3201653" y="93759"/>
                  </a:lnTo>
                  <a:lnTo>
                    <a:pt x="3236836" y="85309"/>
                  </a:lnTo>
                  <a:lnTo>
                    <a:pt x="3272019" y="76845"/>
                  </a:lnTo>
                  <a:lnTo>
                    <a:pt x="3307202" y="68366"/>
                  </a:lnTo>
                  <a:lnTo>
                    <a:pt x="3342385" y="59872"/>
                  </a:lnTo>
                  <a:lnTo>
                    <a:pt x="3377568" y="51363"/>
                  </a:lnTo>
                  <a:lnTo>
                    <a:pt x="3412751" y="42840"/>
                  </a:lnTo>
                  <a:lnTo>
                    <a:pt x="3447934" y="34301"/>
                  </a:lnTo>
                  <a:lnTo>
                    <a:pt x="3483117" y="25748"/>
                  </a:lnTo>
                  <a:lnTo>
                    <a:pt x="3518300" y="17180"/>
                  </a:lnTo>
                  <a:lnTo>
                    <a:pt x="3553483" y="8597"/>
                  </a:lnTo>
                  <a:lnTo>
                    <a:pt x="3588666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057878" y="2228146"/>
              <a:ext cx="2709091" cy="1500575"/>
            </a:xfrm>
            <a:custGeom>
              <a:avLst/>
              <a:pathLst>
                <a:path w="2709091" h="1500575">
                  <a:moveTo>
                    <a:pt x="0" y="1500575"/>
                  </a:moveTo>
                  <a:lnTo>
                    <a:pt x="35183" y="1485304"/>
                  </a:lnTo>
                  <a:lnTo>
                    <a:pt x="70366" y="1469019"/>
                  </a:lnTo>
                  <a:lnTo>
                    <a:pt x="105549" y="1452070"/>
                  </a:lnTo>
                  <a:lnTo>
                    <a:pt x="140732" y="1435991"/>
                  </a:lnTo>
                  <a:lnTo>
                    <a:pt x="175915" y="1419582"/>
                  </a:lnTo>
                  <a:lnTo>
                    <a:pt x="211098" y="1402415"/>
                  </a:lnTo>
                  <a:lnTo>
                    <a:pt x="246281" y="1386632"/>
                  </a:lnTo>
                  <a:lnTo>
                    <a:pt x="281464" y="1369201"/>
                  </a:lnTo>
                  <a:lnTo>
                    <a:pt x="316647" y="1351862"/>
                  </a:lnTo>
                  <a:lnTo>
                    <a:pt x="351830" y="1336315"/>
                  </a:lnTo>
                  <a:lnTo>
                    <a:pt x="387013" y="1319288"/>
                  </a:lnTo>
                  <a:lnTo>
                    <a:pt x="422196" y="1302536"/>
                  </a:lnTo>
                  <a:lnTo>
                    <a:pt x="457379" y="1285445"/>
                  </a:lnTo>
                  <a:lnTo>
                    <a:pt x="492562" y="1268349"/>
                  </a:lnTo>
                  <a:lnTo>
                    <a:pt x="527745" y="1248705"/>
                  </a:lnTo>
                  <a:lnTo>
                    <a:pt x="562928" y="1229687"/>
                  </a:lnTo>
                  <a:lnTo>
                    <a:pt x="598111" y="1210641"/>
                  </a:lnTo>
                  <a:lnTo>
                    <a:pt x="633294" y="1193144"/>
                  </a:lnTo>
                  <a:lnTo>
                    <a:pt x="668477" y="1174565"/>
                  </a:lnTo>
                  <a:lnTo>
                    <a:pt x="703660" y="1157286"/>
                  </a:lnTo>
                  <a:lnTo>
                    <a:pt x="738843" y="1139224"/>
                  </a:lnTo>
                  <a:lnTo>
                    <a:pt x="774026" y="1120193"/>
                  </a:lnTo>
                  <a:lnTo>
                    <a:pt x="809209" y="1101837"/>
                  </a:lnTo>
                  <a:lnTo>
                    <a:pt x="844392" y="1085164"/>
                  </a:lnTo>
                  <a:lnTo>
                    <a:pt x="879575" y="1068471"/>
                  </a:lnTo>
                  <a:lnTo>
                    <a:pt x="914758" y="1050264"/>
                  </a:lnTo>
                  <a:lnTo>
                    <a:pt x="949941" y="1031383"/>
                  </a:lnTo>
                  <a:lnTo>
                    <a:pt x="985124" y="1013255"/>
                  </a:lnTo>
                  <a:lnTo>
                    <a:pt x="1020307" y="995598"/>
                  </a:lnTo>
                  <a:lnTo>
                    <a:pt x="1055490" y="976204"/>
                  </a:lnTo>
                  <a:lnTo>
                    <a:pt x="1090673" y="958154"/>
                  </a:lnTo>
                  <a:lnTo>
                    <a:pt x="1125856" y="939176"/>
                  </a:lnTo>
                  <a:lnTo>
                    <a:pt x="1161039" y="919818"/>
                  </a:lnTo>
                  <a:lnTo>
                    <a:pt x="1196222" y="902994"/>
                  </a:lnTo>
                  <a:lnTo>
                    <a:pt x="1231405" y="882548"/>
                  </a:lnTo>
                  <a:lnTo>
                    <a:pt x="1266588" y="864621"/>
                  </a:lnTo>
                  <a:lnTo>
                    <a:pt x="1301771" y="845633"/>
                  </a:lnTo>
                  <a:lnTo>
                    <a:pt x="1336954" y="827285"/>
                  </a:lnTo>
                  <a:lnTo>
                    <a:pt x="1372137" y="808336"/>
                  </a:lnTo>
                  <a:lnTo>
                    <a:pt x="1407320" y="786421"/>
                  </a:lnTo>
                  <a:lnTo>
                    <a:pt x="1442503" y="763801"/>
                  </a:lnTo>
                  <a:lnTo>
                    <a:pt x="1477686" y="742815"/>
                  </a:lnTo>
                  <a:lnTo>
                    <a:pt x="1512869" y="724185"/>
                  </a:lnTo>
                  <a:lnTo>
                    <a:pt x="1548052" y="705027"/>
                  </a:lnTo>
                  <a:lnTo>
                    <a:pt x="1583235" y="686187"/>
                  </a:lnTo>
                  <a:lnTo>
                    <a:pt x="1618418" y="666507"/>
                  </a:lnTo>
                  <a:lnTo>
                    <a:pt x="1653601" y="649018"/>
                  </a:lnTo>
                  <a:lnTo>
                    <a:pt x="1688784" y="627599"/>
                  </a:lnTo>
                  <a:lnTo>
                    <a:pt x="1723967" y="608288"/>
                  </a:lnTo>
                  <a:lnTo>
                    <a:pt x="1759150" y="587493"/>
                  </a:lnTo>
                  <a:lnTo>
                    <a:pt x="1794333" y="567419"/>
                  </a:lnTo>
                  <a:lnTo>
                    <a:pt x="1829516" y="544280"/>
                  </a:lnTo>
                  <a:lnTo>
                    <a:pt x="1864699" y="523580"/>
                  </a:lnTo>
                  <a:lnTo>
                    <a:pt x="1899882" y="502606"/>
                  </a:lnTo>
                  <a:lnTo>
                    <a:pt x="1935065" y="481873"/>
                  </a:lnTo>
                  <a:lnTo>
                    <a:pt x="1970248" y="458310"/>
                  </a:lnTo>
                  <a:lnTo>
                    <a:pt x="2005431" y="435623"/>
                  </a:lnTo>
                  <a:lnTo>
                    <a:pt x="2040614" y="415309"/>
                  </a:lnTo>
                  <a:lnTo>
                    <a:pt x="2075797" y="393679"/>
                  </a:lnTo>
                  <a:lnTo>
                    <a:pt x="2110980" y="371336"/>
                  </a:lnTo>
                  <a:lnTo>
                    <a:pt x="2146163" y="351121"/>
                  </a:lnTo>
                  <a:lnTo>
                    <a:pt x="2181346" y="328154"/>
                  </a:lnTo>
                  <a:lnTo>
                    <a:pt x="2216529" y="305639"/>
                  </a:lnTo>
                  <a:lnTo>
                    <a:pt x="2251712" y="282673"/>
                  </a:lnTo>
                  <a:lnTo>
                    <a:pt x="2286895" y="260840"/>
                  </a:lnTo>
                  <a:lnTo>
                    <a:pt x="2322078" y="239179"/>
                  </a:lnTo>
                  <a:lnTo>
                    <a:pt x="2357261" y="220024"/>
                  </a:lnTo>
                  <a:lnTo>
                    <a:pt x="2392444" y="198590"/>
                  </a:lnTo>
                  <a:lnTo>
                    <a:pt x="2427627" y="176745"/>
                  </a:lnTo>
                  <a:lnTo>
                    <a:pt x="2462810" y="154226"/>
                  </a:lnTo>
                  <a:lnTo>
                    <a:pt x="2497993" y="132457"/>
                  </a:lnTo>
                  <a:lnTo>
                    <a:pt x="2533176" y="111239"/>
                  </a:lnTo>
                  <a:lnTo>
                    <a:pt x="2568359" y="90677"/>
                  </a:lnTo>
                  <a:lnTo>
                    <a:pt x="2603542" y="68310"/>
                  </a:lnTo>
                  <a:lnTo>
                    <a:pt x="2638725" y="44692"/>
                  </a:lnTo>
                  <a:lnTo>
                    <a:pt x="2673908" y="20487"/>
                  </a:lnTo>
                  <a:lnTo>
                    <a:pt x="2709091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967205" y="3216463"/>
              <a:ext cx="3588666" cy="1725762"/>
            </a:xfrm>
            <a:custGeom>
              <a:avLst/>
              <a:pathLst>
                <a:path w="3588666" h="1725762">
                  <a:moveTo>
                    <a:pt x="0" y="1725762"/>
                  </a:moveTo>
                  <a:lnTo>
                    <a:pt x="35183" y="1711945"/>
                  </a:lnTo>
                  <a:lnTo>
                    <a:pt x="70366" y="1698919"/>
                  </a:lnTo>
                  <a:lnTo>
                    <a:pt x="105549" y="1686771"/>
                  </a:lnTo>
                  <a:lnTo>
                    <a:pt x="140732" y="1674492"/>
                  </a:lnTo>
                  <a:lnTo>
                    <a:pt x="175915" y="1661167"/>
                  </a:lnTo>
                  <a:lnTo>
                    <a:pt x="211098" y="1647785"/>
                  </a:lnTo>
                  <a:lnTo>
                    <a:pt x="246281" y="1634251"/>
                  </a:lnTo>
                  <a:lnTo>
                    <a:pt x="281464" y="1621220"/>
                  </a:lnTo>
                  <a:lnTo>
                    <a:pt x="316647" y="1608050"/>
                  </a:lnTo>
                  <a:lnTo>
                    <a:pt x="351830" y="1594740"/>
                  </a:lnTo>
                  <a:lnTo>
                    <a:pt x="387013" y="1582152"/>
                  </a:lnTo>
                  <a:lnTo>
                    <a:pt x="422196" y="1567879"/>
                  </a:lnTo>
                  <a:lnTo>
                    <a:pt x="457379" y="1552941"/>
                  </a:lnTo>
                  <a:lnTo>
                    <a:pt x="492562" y="1538318"/>
                  </a:lnTo>
                  <a:lnTo>
                    <a:pt x="527745" y="1523725"/>
                  </a:lnTo>
                  <a:lnTo>
                    <a:pt x="562928" y="1509623"/>
                  </a:lnTo>
                  <a:lnTo>
                    <a:pt x="598111" y="1493816"/>
                  </a:lnTo>
                  <a:lnTo>
                    <a:pt x="633294" y="1480125"/>
                  </a:lnTo>
                  <a:lnTo>
                    <a:pt x="668477" y="1467254"/>
                  </a:lnTo>
                  <a:lnTo>
                    <a:pt x="703660" y="1453350"/>
                  </a:lnTo>
                  <a:lnTo>
                    <a:pt x="738843" y="1439373"/>
                  </a:lnTo>
                  <a:lnTo>
                    <a:pt x="774026" y="1426638"/>
                  </a:lnTo>
                  <a:lnTo>
                    <a:pt x="809209" y="1412077"/>
                  </a:lnTo>
                  <a:lnTo>
                    <a:pt x="844392" y="1396552"/>
                  </a:lnTo>
                  <a:lnTo>
                    <a:pt x="879575" y="1380393"/>
                  </a:lnTo>
                  <a:lnTo>
                    <a:pt x="914758" y="1366491"/>
                  </a:lnTo>
                  <a:lnTo>
                    <a:pt x="949941" y="1352844"/>
                  </a:lnTo>
                  <a:lnTo>
                    <a:pt x="985124" y="1339317"/>
                  </a:lnTo>
                  <a:lnTo>
                    <a:pt x="1020307" y="1323478"/>
                  </a:lnTo>
                  <a:lnTo>
                    <a:pt x="1055490" y="1308765"/>
                  </a:lnTo>
                  <a:lnTo>
                    <a:pt x="1090673" y="1292682"/>
                  </a:lnTo>
                  <a:lnTo>
                    <a:pt x="1125856" y="1277466"/>
                  </a:lnTo>
                  <a:lnTo>
                    <a:pt x="1161039" y="1262248"/>
                  </a:lnTo>
                  <a:lnTo>
                    <a:pt x="1196222" y="1246914"/>
                  </a:lnTo>
                  <a:lnTo>
                    <a:pt x="1231405" y="1231731"/>
                  </a:lnTo>
                  <a:lnTo>
                    <a:pt x="1266588" y="1217143"/>
                  </a:lnTo>
                  <a:lnTo>
                    <a:pt x="1301771" y="1204695"/>
                  </a:lnTo>
                  <a:lnTo>
                    <a:pt x="1336954" y="1189301"/>
                  </a:lnTo>
                  <a:lnTo>
                    <a:pt x="1372137" y="1174586"/>
                  </a:lnTo>
                  <a:lnTo>
                    <a:pt x="1407320" y="1159744"/>
                  </a:lnTo>
                  <a:lnTo>
                    <a:pt x="1442503" y="1146516"/>
                  </a:lnTo>
                  <a:lnTo>
                    <a:pt x="1477686" y="1131238"/>
                  </a:lnTo>
                  <a:lnTo>
                    <a:pt x="1512869" y="1115749"/>
                  </a:lnTo>
                  <a:lnTo>
                    <a:pt x="1548052" y="1097186"/>
                  </a:lnTo>
                  <a:lnTo>
                    <a:pt x="1583235" y="1081620"/>
                  </a:lnTo>
                  <a:lnTo>
                    <a:pt x="1618418" y="1065483"/>
                  </a:lnTo>
                  <a:lnTo>
                    <a:pt x="1653601" y="1047398"/>
                  </a:lnTo>
                  <a:lnTo>
                    <a:pt x="1688784" y="1029175"/>
                  </a:lnTo>
                  <a:lnTo>
                    <a:pt x="1723967" y="1012725"/>
                  </a:lnTo>
                  <a:lnTo>
                    <a:pt x="1759150" y="994342"/>
                  </a:lnTo>
                  <a:lnTo>
                    <a:pt x="1794333" y="975198"/>
                  </a:lnTo>
                  <a:lnTo>
                    <a:pt x="1829516" y="957659"/>
                  </a:lnTo>
                  <a:lnTo>
                    <a:pt x="1864699" y="940460"/>
                  </a:lnTo>
                  <a:lnTo>
                    <a:pt x="1899882" y="926051"/>
                  </a:lnTo>
                  <a:lnTo>
                    <a:pt x="1935065" y="909340"/>
                  </a:lnTo>
                  <a:lnTo>
                    <a:pt x="1970248" y="891664"/>
                  </a:lnTo>
                  <a:lnTo>
                    <a:pt x="2005431" y="871915"/>
                  </a:lnTo>
                  <a:lnTo>
                    <a:pt x="2040614" y="852260"/>
                  </a:lnTo>
                  <a:lnTo>
                    <a:pt x="2075797" y="834026"/>
                  </a:lnTo>
                  <a:lnTo>
                    <a:pt x="2110980" y="816572"/>
                  </a:lnTo>
                  <a:lnTo>
                    <a:pt x="2146163" y="800009"/>
                  </a:lnTo>
                  <a:lnTo>
                    <a:pt x="2181346" y="783386"/>
                  </a:lnTo>
                  <a:lnTo>
                    <a:pt x="2216529" y="764756"/>
                  </a:lnTo>
                  <a:lnTo>
                    <a:pt x="2251712" y="744645"/>
                  </a:lnTo>
                  <a:lnTo>
                    <a:pt x="2286895" y="728234"/>
                  </a:lnTo>
                  <a:lnTo>
                    <a:pt x="2322078" y="710212"/>
                  </a:lnTo>
                  <a:lnTo>
                    <a:pt x="2357261" y="691440"/>
                  </a:lnTo>
                  <a:lnTo>
                    <a:pt x="2392444" y="674673"/>
                  </a:lnTo>
                  <a:lnTo>
                    <a:pt x="2427627" y="658384"/>
                  </a:lnTo>
                  <a:lnTo>
                    <a:pt x="2462810" y="638798"/>
                  </a:lnTo>
                  <a:lnTo>
                    <a:pt x="2497993" y="622371"/>
                  </a:lnTo>
                  <a:lnTo>
                    <a:pt x="2533176" y="604818"/>
                  </a:lnTo>
                  <a:lnTo>
                    <a:pt x="2568359" y="585745"/>
                  </a:lnTo>
                  <a:lnTo>
                    <a:pt x="2603542" y="565603"/>
                  </a:lnTo>
                  <a:lnTo>
                    <a:pt x="2638725" y="547634"/>
                  </a:lnTo>
                  <a:lnTo>
                    <a:pt x="2673908" y="529119"/>
                  </a:lnTo>
                  <a:lnTo>
                    <a:pt x="2709091" y="509704"/>
                  </a:lnTo>
                  <a:lnTo>
                    <a:pt x="2744274" y="492424"/>
                  </a:lnTo>
                  <a:lnTo>
                    <a:pt x="2779457" y="473397"/>
                  </a:lnTo>
                  <a:lnTo>
                    <a:pt x="2814640" y="454240"/>
                  </a:lnTo>
                  <a:lnTo>
                    <a:pt x="2849823" y="435732"/>
                  </a:lnTo>
                  <a:lnTo>
                    <a:pt x="2885006" y="414678"/>
                  </a:lnTo>
                  <a:lnTo>
                    <a:pt x="2920189" y="395031"/>
                  </a:lnTo>
                  <a:lnTo>
                    <a:pt x="2955372" y="374895"/>
                  </a:lnTo>
                  <a:lnTo>
                    <a:pt x="2990555" y="355688"/>
                  </a:lnTo>
                  <a:lnTo>
                    <a:pt x="3025738" y="338766"/>
                  </a:lnTo>
                  <a:lnTo>
                    <a:pt x="3060921" y="316414"/>
                  </a:lnTo>
                  <a:lnTo>
                    <a:pt x="3096104" y="297763"/>
                  </a:lnTo>
                  <a:lnTo>
                    <a:pt x="3131287" y="277068"/>
                  </a:lnTo>
                  <a:lnTo>
                    <a:pt x="3166470" y="256456"/>
                  </a:lnTo>
                  <a:lnTo>
                    <a:pt x="3201653" y="234796"/>
                  </a:lnTo>
                  <a:lnTo>
                    <a:pt x="3236836" y="214332"/>
                  </a:lnTo>
                  <a:lnTo>
                    <a:pt x="3272019" y="193703"/>
                  </a:lnTo>
                  <a:lnTo>
                    <a:pt x="3307202" y="173857"/>
                  </a:lnTo>
                  <a:lnTo>
                    <a:pt x="3342385" y="152300"/>
                  </a:lnTo>
                  <a:lnTo>
                    <a:pt x="3377568" y="132036"/>
                  </a:lnTo>
                  <a:lnTo>
                    <a:pt x="3412751" y="111150"/>
                  </a:lnTo>
                  <a:lnTo>
                    <a:pt x="3447934" y="88757"/>
                  </a:lnTo>
                  <a:lnTo>
                    <a:pt x="3483117" y="65661"/>
                  </a:lnTo>
                  <a:lnTo>
                    <a:pt x="3518300" y="43416"/>
                  </a:lnTo>
                  <a:lnTo>
                    <a:pt x="3553483" y="21783"/>
                  </a:lnTo>
                  <a:lnTo>
                    <a:pt x="3588666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389401" y="3152894"/>
              <a:ext cx="3342385" cy="39111"/>
            </a:xfrm>
            <a:custGeom>
              <a:avLst/>
              <a:pathLst>
                <a:path w="3342385" h="39111">
                  <a:moveTo>
                    <a:pt x="0" y="3515"/>
                  </a:moveTo>
                  <a:lnTo>
                    <a:pt x="35183" y="5644"/>
                  </a:lnTo>
                  <a:lnTo>
                    <a:pt x="70366" y="3709"/>
                  </a:lnTo>
                  <a:lnTo>
                    <a:pt x="105549" y="5229"/>
                  </a:lnTo>
                  <a:lnTo>
                    <a:pt x="140732" y="6013"/>
                  </a:lnTo>
                  <a:lnTo>
                    <a:pt x="175915" y="4514"/>
                  </a:lnTo>
                  <a:lnTo>
                    <a:pt x="211098" y="3180"/>
                  </a:lnTo>
                  <a:lnTo>
                    <a:pt x="246281" y="387"/>
                  </a:lnTo>
                  <a:lnTo>
                    <a:pt x="281464" y="3199"/>
                  </a:lnTo>
                  <a:lnTo>
                    <a:pt x="316647" y="1292"/>
                  </a:lnTo>
                  <a:lnTo>
                    <a:pt x="351830" y="1363"/>
                  </a:lnTo>
                  <a:lnTo>
                    <a:pt x="387013" y="1155"/>
                  </a:lnTo>
                  <a:lnTo>
                    <a:pt x="422196" y="914"/>
                  </a:lnTo>
                  <a:lnTo>
                    <a:pt x="457379" y="3053"/>
                  </a:lnTo>
                  <a:lnTo>
                    <a:pt x="492562" y="2163"/>
                  </a:lnTo>
                  <a:lnTo>
                    <a:pt x="527745" y="2840"/>
                  </a:lnTo>
                  <a:lnTo>
                    <a:pt x="562928" y="1809"/>
                  </a:lnTo>
                  <a:lnTo>
                    <a:pt x="598111" y="0"/>
                  </a:lnTo>
                  <a:lnTo>
                    <a:pt x="633294" y="1611"/>
                  </a:lnTo>
                  <a:lnTo>
                    <a:pt x="668477" y="1589"/>
                  </a:lnTo>
                  <a:lnTo>
                    <a:pt x="703660" y="1216"/>
                  </a:lnTo>
                  <a:lnTo>
                    <a:pt x="738843" y="848"/>
                  </a:lnTo>
                  <a:lnTo>
                    <a:pt x="774026" y="3403"/>
                  </a:lnTo>
                  <a:lnTo>
                    <a:pt x="809209" y="4085"/>
                  </a:lnTo>
                  <a:lnTo>
                    <a:pt x="844392" y="4035"/>
                  </a:lnTo>
                  <a:lnTo>
                    <a:pt x="879575" y="4492"/>
                  </a:lnTo>
                  <a:lnTo>
                    <a:pt x="914758" y="4238"/>
                  </a:lnTo>
                  <a:lnTo>
                    <a:pt x="949941" y="3890"/>
                  </a:lnTo>
                  <a:lnTo>
                    <a:pt x="985124" y="4286"/>
                  </a:lnTo>
                  <a:lnTo>
                    <a:pt x="1020307" y="7950"/>
                  </a:lnTo>
                  <a:lnTo>
                    <a:pt x="1055490" y="9288"/>
                  </a:lnTo>
                  <a:lnTo>
                    <a:pt x="1090673" y="10801"/>
                  </a:lnTo>
                  <a:lnTo>
                    <a:pt x="1125856" y="11684"/>
                  </a:lnTo>
                  <a:lnTo>
                    <a:pt x="1161039" y="10764"/>
                  </a:lnTo>
                  <a:lnTo>
                    <a:pt x="1196222" y="12854"/>
                  </a:lnTo>
                  <a:lnTo>
                    <a:pt x="1231405" y="12305"/>
                  </a:lnTo>
                  <a:lnTo>
                    <a:pt x="1266588" y="11943"/>
                  </a:lnTo>
                  <a:lnTo>
                    <a:pt x="1301771" y="12466"/>
                  </a:lnTo>
                  <a:lnTo>
                    <a:pt x="1336954" y="13961"/>
                  </a:lnTo>
                  <a:lnTo>
                    <a:pt x="1372137" y="14843"/>
                  </a:lnTo>
                  <a:lnTo>
                    <a:pt x="1407320" y="13300"/>
                  </a:lnTo>
                  <a:lnTo>
                    <a:pt x="1442503" y="11349"/>
                  </a:lnTo>
                  <a:lnTo>
                    <a:pt x="1477686" y="11413"/>
                  </a:lnTo>
                  <a:lnTo>
                    <a:pt x="1512869" y="10887"/>
                  </a:lnTo>
                  <a:lnTo>
                    <a:pt x="1548052" y="11282"/>
                  </a:lnTo>
                  <a:lnTo>
                    <a:pt x="1583235" y="11750"/>
                  </a:lnTo>
                  <a:lnTo>
                    <a:pt x="1618418" y="10784"/>
                  </a:lnTo>
                  <a:lnTo>
                    <a:pt x="1653601" y="12620"/>
                  </a:lnTo>
                  <a:lnTo>
                    <a:pt x="1688784" y="14692"/>
                  </a:lnTo>
                  <a:lnTo>
                    <a:pt x="1723967" y="15768"/>
                  </a:lnTo>
                  <a:lnTo>
                    <a:pt x="1759150" y="16559"/>
                  </a:lnTo>
                  <a:lnTo>
                    <a:pt x="1794333" y="15636"/>
                  </a:lnTo>
                  <a:lnTo>
                    <a:pt x="1829516" y="16999"/>
                  </a:lnTo>
                  <a:lnTo>
                    <a:pt x="1864699" y="19644"/>
                  </a:lnTo>
                  <a:lnTo>
                    <a:pt x="1899882" y="21335"/>
                  </a:lnTo>
                  <a:lnTo>
                    <a:pt x="1935065" y="22203"/>
                  </a:lnTo>
                  <a:lnTo>
                    <a:pt x="1970248" y="23431"/>
                  </a:lnTo>
                  <a:lnTo>
                    <a:pt x="2005431" y="24763"/>
                  </a:lnTo>
                  <a:lnTo>
                    <a:pt x="2040614" y="25928"/>
                  </a:lnTo>
                  <a:lnTo>
                    <a:pt x="2075797" y="27784"/>
                  </a:lnTo>
                  <a:lnTo>
                    <a:pt x="2110980" y="28905"/>
                  </a:lnTo>
                  <a:lnTo>
                    <a:pt x="2146163" y="30481"/>
                  </a:lnTo>
                  <a:lnTo>
                    <a:pt x="2181346" y="29373"/>
                  </a:lnTo>
                  <a:lnTo>
                    <a:pt x="2216529" y="26967"/>
                  </a:lnTo>
                  <a:lnTo>
                    <a:pt x="2251712" y="26049"/>
                  </a:lnTo>
                  <a:lnTo>
                    <a:pt x="2286895" y="28410"/>
                  </a:lnTo>
                  <a:lnTo>
                    <a:pt x="2322078" y="28253"/>
                  </a:lnTo>
                  <a:lnTo>
                    <a:pt x="2357261" y="28367"/>
                  </a:lnTo>
                  <a:lnTo>
                    <a:pt x="2392444" y="28994"/>
                  </a:lnTo>
                  <a:lnTo>
                    <a:pt x="2427627" y="27501"/>
                  </a:lnTo>
                  <a:lnTo>
                    <a:pt x="2462810" y="29512"/>
                  </a:lnTo>
                  <a:lnTo>
                    <a:pt x="2497993" y="31937"/>
                  </a:lnTo>
                  <a:lnTo>
                    <a:pt x="2533176" y="33856"/>
                  </a:lnTo>
                  <a:lnTo>
                    <a:pt x="2568359" y="34349"/>
                  </a:lnTo>
                  <a:lnTo>
                    <a:pt x="2603542" y="34666"/>
                  </a:lnTo>
                  <a:lnTo>
                    <a:pt x="2638725" y="35770"/>
                  </a:lnTo>
                  <a:lnTo>
                    <a:pt x="2673908" y="37192"/>
                  </a:lnTo>
                  <a:lnTo>
                    <a:pt x="2709091" y="37216"/>
                  </a:lnTo>
                  <a:lnTo>
                    <a:pt x="2744274" y="35415"/>
                  </a:lnTo>
                  <a:lnTo>
                    <a:pt x="2779457" y="33093"/>
                  </a:lnTo>
                  <a:lnTo>
                    <a:pt x="2814640" y="33306"/>
                  </a:lnTo>
                  <a:lnTo>
                    <a:pt x="2849823" y="33423"/>
                  </a:lnTo>
                  <a:lnTo>
                    <a:pt x="2885006" y="33635"/>
                  </a:lnTo>
                  <a:lnTo>
                    <a:pt x="2920189" y="32404"/>
                  </a:lnTo>
                  <a:lnTo>
                    <a:pt x="2955372" y="33616"/>
                  </a:lnTo>
                  <a:lnTo>
                    <a:pt x="2990555" y="35143"/>
                  </a:lnTo>
                  <a:lnTo>
                    <a:pt x="3025738" y="35542"/>
                  </a:lnTo>
                  <a:lnTo>
                    <a:pt x="3060921" y="36854"/>
                  </a:lnTo>
                  <a:lnTo>
                    <a:pt x="3096104" y="38072"/>
                  </a:lnTo>
                  <a:lnTo>
                    <a:pt x="3131287" y="38972"/>
                  </a:lnTo>
                  <a:lnTo>
                    <a:pt x="3166470" y="39111"/>
                  </a:lnTo>
                  <a:lnTo>
                    <a:pt x="3201653" y="37817"/>
                  </a:lnTo>
                  <a:lnTo>
                    <a:pt x="3236836" y="37306"/>
                  </a:lnTo>
                  <a:lnTo>
                    <a:pt x="3272019" y="38138"/>
                  </a:lnTo>
                  <a:lnTo>
                    <a:pt x="3307202" y="37068"/>
                  </a:lnTo>
                  <a:lnTo>
                    <a:pt x="3342385" y="34991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022695" y="3606533"/>
              <a:ext cx="844392" cy="1273383"/>
            </a:xfrm>
            <a:custGeom>
              <a:avLst/>
              <a:pathLst>
                <a:path w="844392" h="1273383">
                  <a:moveTo>
                    <a:pt x="0" y="0"/>
                  </a:moveTo>
                  <a:lnTo>
                    <a:pt x="35183" y="64828"/>
                  </a:lnTo>
                  <a:lnTo>
                    <a:pt x="70366" y="124797"/>
                  </a:lnTo>
                  <a:lnTo>
                    <a:pt x="105549" y="180912"/>
                  </a:lnTo>
                  <a:lnTo>
                    <a:pt x="140732" y="239600"/>
                  </a:lnTo>
                  <a:lnTo>
                    <a:pt x="175915" y="301576"/>
                  </a:lnTo>
                  <a:lnTo>
                    <a:pt x="211098" y="361270"/>
                  </a:lnTo>
                  <a:lnTo>
                    <a:pt x="246281" y="417849"/>
                  </a:lnTo>
                  <a:lnTo>
                    <a:pt x="281464" y="466905"/>
                  </a:lnTo>
                  <a:lnTo>
                    <a:pt x="316647" y="519383"/>
                  </a:lnTo>
                  <a:lnTo>
                    <a:pt x="351830" y="579387"/>
                  </a:lnTo>
                  <a:lnTo>
                    <a:pt x="387013" y="635848"/>
                  </a:lnTo>
                  <a:lnTo>
                    <a:pt x="422196" y="685595"/>
                  </a:lnTo>
                  <a:lnTo>
                    <a:pt x="457379" y="741410"/>
                  </a:lnTo>
                  <a:lnTo>
                    <a:pt x="492562" y="793388"/>
                  </a:lnTo>
                  <a:lnTo>
                    <a:pt x="527745" y="845672"/>
                  </a:lnTo>
                  <a:lnTo>
                    <a:pt x="562928" y="897488"/>
                  </a:lnTo>
                  <a:lnTo>
                    <a:pt x="598111" y="949284"/>
                  </a:lnTo>
                  <a:lnTo>
                    <a:pt x="633294" y="999619"/>
                  </a:lnTo>
                  <a:lnTo>
                    <a:pt x="668477" y="1048806"/>
                  </a:lnTo>
                  <a:lnTo>
                    <a:pt x="703660" y="1094655"/>
                  </a:lnTo>
                  <a:lnTo>
                    <a:pt x="738843" y="1137373"/>
                  </a:lnTo>
                  <a:lnTo>
                    <a:pt x="774026" y="1183608"/>
                  </a:lnTo>
                  <a:lnTo>
                    <a:pt x="809209" y="1229359"/>
                  </a:lnTo>
                  <a:lnTo>
                    <a:pt x="844392" y="1273383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267120" y="4605156"/>
              <a:ext cx="161528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366492" y="3263762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04337" y="1922150"/>
              <a:ext cx="124311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04337" y="580428"/>
              <a:ext cx="12431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41" name="pl40"/>
            <p:cNvSpPr/>
            <p:nvPr/>
          </p:nvSpPr>
          <p:spPr>
            <a:xfrm>
              <a:off x="456483" y="46454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56483" y="33039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56483" y="19624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56483" y="620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887679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760366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633053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7505740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>
              <a:off x="1837992" y="5989929"/>
              <a:ext cx="99372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3729288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601975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7474662" y="5989984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2601715" y="6095188"/>
              <a:ext cx="4254710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maximum temperature anomaly (StdTmaxAnomalyRS)</a:t>
              </a:r>
            </a:p>
          </p:txBody>
        </p:sp>
        <p:sp>
          <p:nvSpPr>
            <p:cNvPr id="54" name="tx53"/>
            <p:cNvSpPr/>
            <p:nvPr/>
          </p:nvSpPr>
          <p:spPr>
            <a:xfrm rot="-5400000">
              <a:off x="-828521" y="3160479"/>
              <a:ext cx="1926059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Change in total abundance (%)</a:t>
              </a:r>
            </a:p>
          </p:txBody>
        </p:sp>
        <p:sp>
          <p:nvSpPr>
            <p:cNvPr id="55" name="rc54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901448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3191815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463154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5797544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007147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2168547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3458915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4898641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064643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7274247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491278" y="297303"/>
              <a:ext cx="4647480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change is expressed relative to Primary vegetation at anomaly = 0.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491278" y="63976"/>
              <a:ext cx="6102079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Abundance responses to maximum warming anomaly across land-use types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2026-03-23T21:32:40Z</dcterms:modified>
  <cp:category/>
</cp:coreProperties>
</file>