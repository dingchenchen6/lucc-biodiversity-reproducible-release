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Diversity warming coefficients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665463" y="529239"/>
              <a:ext cx="5301400" cy="58941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665463" y="6248292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665463" y="5956504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665463" y="5664715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665463" y="5372927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665463" y="5081138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665463" y="4789350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665463" y="4497561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665463" y="4205773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665463" y="3913985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665463" y="3622196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665463" y="3330408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665463" y="3038619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665463" y="2746831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665463" y="2455042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665463" y="2163254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665463" y="1871465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665463" y="1579677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665463" y="1287889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665463" y="996100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665463" y="704312"/>
              <a:ext cx="5301400" cy="0"/>
            </a:xfrm>
            <a:custGeom>
              <a:avLst/>
              <a:pathLst>
                <a:path w="5301400" h="0">
                  <a:moveTo>
                    <a:pt x="0" y="0"/>
                  </a:moveTo>
                  <a:lnTo>
                    <a:pt x="5301400" y="0"/>
                  </a:lnTo>
                  <a:lnTo>
                    <a:pt x="530140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5328452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097397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8866343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7097397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7688809" y="686804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698030" y="704312"/>
              <a:ext cx="990779" cy="0"/>
            </a:xfrm>
            <a:custGeom>
              <a:avLst/>
              <a:pathLst>
                <a:path w="990779" h="0">
                  <a:moveTo>
                    <a:pt x="990779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698030" y="686804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7764548" y="97859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950539" y="996100"/>
              <a:ext cx="814008" cy="0"/>
            </a:xfrm>
            <a:custGeom>
              <a:avLst/>
              <a:pathLst>
                <a:path w="814008" h="0">
                  <a:moveTo>
                    <a:pt x="81400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950539" y="97859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7718407" y="1270381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7103539" y="1287889"/>
              <a:ext cx="614868" cy="0"/>
            </a:xfrm>
            <a:custGeom>
              <a:avLst/>
              <a:pathLst>
                <a:path w="614868" h="0">
                  <a:moveTo>
                    <a:pt x="61486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7103539" y="1270381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7327942" y="1562170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6724003" y="1579677"/>
              <a:ext cx="603939" cy="0"/>
            </a:xfrm>
            <a:custGeom>
              <a:avLst/>
              <a:pathLst>
                <a:path w="603939" h="0">
                  <a:moveTo>
                    <a:pt x="603939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6724003" y="1562170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7228114" y="1853958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163436" y="1871465"/>
              <a:ext cx="2064678" cy="0"/>
            </a:xfrm>
            <a:custGeom>
              <a:avLst/>
              <a:pathLst>
                <a:path w="2064678" h="0">
                  <a:moveTo>
                    <a:pt x="206467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163436" y="1853958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573329" y="2145747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6951149" y="2163254"/>
              <a:ext cx="622180" cy="0"/>
            </a:xfrm>
            <a:custGeom>
              <a:avLst/>
              <a:pathLst>
                <a:path w="622180" h="0">
                  <a:moveTo>
                    <a:pt x="62218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6951149" y="2145747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7617216" y="2437535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7029238" y="2455042"/>
              <a:ext cx="587977" cy="0"/>
            </a:xfrm>
            <a:custGeom>
              <a:avLst/>
              <a:pathLst>
                <a:path w="587977" h="0">
                  <a:moveTo>
                    <a:pt x="587977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7029238" y="2437535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7657478" y="272932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089766" y="2746831"/>
              <a:ext cx="567712" cy="0"/>
            </a:xfrm>
            <a:custGeom>
              <a:avLst/>
              <a:pathLst>
                <a:path w="567712" h="0">
                  <a:moveTo>
                    <a:pt x="56771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7089766" y="272932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7203053" y="3021112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653626" y="3038619"/>
              <a:ext cx="549427" cy="0"/>
            </a:xfrm>
            <a:custGeom>
              <a:avLst/>
              <a:pathLst>
                <a:path w="549427" h="0">
                  <a:moveTo>
                    <a:pt x="549427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6653626" y="3021112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056330" y="3312900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906436" y="3330408"/>
              <a:ext cx="3149894" cy="0"/>
            </a:xfrm>
            <a:custGeom>
              <a:avLst/>
              <a:pathLst>
                <a:path w="3149894" h="0">
                  <a:moveTo>
                    <a:pt x="3149894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3906436" y="3312900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7715186" y="3604689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852315" y="3622196"/>
              <a:ext cx="862871" cy="0"/>
            </a:xfrm>
            <a:custGeom>
              <a:avLst/>
              <a:pathLst>
                <a:path w="862871" h="0">
                  <a:moveTo>
                    <a:pt x="862871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852315" y="3604689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7431754" y="3896477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958093" y="3913985"/>
              <a:ext cx="473660" cy="0"/>
            </a:xfrm>
            <a:custGeom>
              <a:avLst/>
              <a:pathLst>
                <a:path w="473660" h="0">
                  <a:moveTo>
                    <a:pt x="47366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958093" y="3896477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839946" y="4188266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456876" y="4205773"/>
              <a:ext cx="383069" cy="0"/>
            </a:xfrm>
            <a:custGeom>
              <a:avLst/>
              <a:pathLst>
                <a:path w="383069" h="0">
                  <a:moveTo>
                    <a:pt x="383069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456876" y="4188266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442404" y="4480054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071729" y="4497561"/>
              <a:ext cx="370675" cy="0"/>
            </a:xfrm>
            <a:custGeom>
              <a:avLst/>
              <a:pathLst>
                <a:path w="370675" h="0">
                  <a:moveTo>
                    <a:pt x="370675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71729" y="4480054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776646" y="477184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130135" y="4789350"/>
              <a:ext cx="1646511" cy="0"/>
            </a:xfrm>
            <a:custGeom>
              <a:avLst/>
              <a:pathLst>
                <a:path w="1646511" h="0">
                  <a:moveTo>
                    <a:pt x="1646511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6130135" y="4771843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055129" y="5063631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6615425" y="5081138"/>
              <a:ext cx="439703" cy="0"/>
            </a:xfrm>
            <a:custGeom>
              <a:avLst/>
              <a:pathLst>
                <a:path w="439703" h="0">
                  <a:moveTo>
                    <a:pt x="43970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6615425" y="5063631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475089" y="5355419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7141926" y="5372927"/>
              <a:ext cx="333163" cy="0"/>
            </a:xfrm>
            <a:custGeom>
              <a:avLst/>
              <a:pathLst>
                <a:path w="333163" h="0">
                  <a:moveTo>
                    <a:pt x="33316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7141926" y="5355419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7758983" y="5647208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7410101" y="5664715"/>
              <a:ext cx="348882" cy="0"/>
            </a:xfrm>
            <a:custGeom>
              <a:avLst/>
              <a:pathLst>
                <a:path w="348882" h="0">
                  <a:moveTo>
                    <a:pt x="34888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7410101" y="5647208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7228386" y="5938996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6837700" y="5956504"/>
              <a:ext cx="390686" cy="0"/>
            </a:xfrm>
            <a:custGeom>
              <a:avLst/>
              <a:pathLst>
                <a:path w="390686" h="0">
                  <a:moveTo>
                    <a:pt x="390686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6837700" y="5938996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8725891" y="6230785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7304930" y="6248292"/>
              <a:ext cx="1420961" cy="0"/>
            </a:xfrm>
            <a:custGeom>
              <a:avLst/>
              <a:pathLst>
                <a:path w="1420961" h="0">
                  <a:moveTo>
                    <a:pt x="1420961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7304930" y="6230785"/>
              <a:ext cx="0" cy="35014"/>
            </a:xfrm>
            <a:custGeom>
              <a:avLst/>
              <a:pathLst>
                <a:path w="0" h="35014">
                  <a:moveTo>
                    <a:pt x="0" y="350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7160463" y="671355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7324587" y="963144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7378017" y="1254932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6993016" y="1546721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6162819" y="1838509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7229283" y="2130298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7290270" y="2422086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7340666" y="2713874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6895383" y="3005663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5448427" y="3297451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7250794" y="3589240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7161967" y="3881028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7615455" y="4172817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7224110" y="4464605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6920434" y="4756394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6802321" y="5048182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7275551" y="5339970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7551586" y="5631759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7000087" y="5923547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7982454" y="6215336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3665463" y="529239"/>
              <a:ext cx="5301400" cy="5894126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>
              <a:off x="1014782" y="6182071"/>
              <a:ext cx="2588051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Richness_max_NB | UI2Urban:StdTmaxAnomalyRS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492980" y="5889519"/>
              <a:ext cx="310985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Richness_max_NB | UI2Agriculture_High:StdTmaxAnomalyRS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517810" y="5597730"/>
              <a:ext cx="3085023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Richness_max_NB | UI2Agriculture_Low:StdTmaxAnomalyRS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238082" y="5305942"/>
              <a:ext cx="3364750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Richness_max_NB | UI2Secondary vegetation:StdTmaxAnomalyRS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1524141" y="5014917"/>
              <a:ext cx="2078692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Richness_max_NB | StdTmaxAnomalyRS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877919" y="4723129"/>
              <a:ext cx="2724913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Richness_mean_NB | UI2Urban:StdTmeanAnomalyRS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356118" y="4430576"/>
              <a:ext cx="324671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Richness_mean_NB | UI2Agriculture_High:StdTmeanAnomalyRS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380947" y="4138788"/>
              <a:ext cx="3221885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Richness_mean_NB | UI2Agriculture_Low:StdTmeanAnomalyRS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01220" y="3846999"/>
              <a:ext cx="3501613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Richness_mean_NB | UI2Secondary vegetation:StdTmeanAnomalyRS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1387278" y="3555975"/>
              <a:ext cx="2215554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Richness_mean_NB | StdTmeanAnomalyRS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1126323" y="3264187"/>
              <a:ext cx="2476509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Abundance_max | UI2Urban:StdTmaxAnomalyRS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604522" y="2971634"/>
              <a:ext cx="2998311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Abundance_max | UI2Agriculture_High:StdTmaxAnomalyRS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629351" y="2679846"/>
              <a:ext cx="2973481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Abundance_max | UI2Agriculture_Low:StdTmaxAnomalyRS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349624" y="2388057"/>
              <a:ext cx="3253209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Abundance_max | UI2Secondary vegetation:StdTmaxAnomalyRS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1635683" y="2097033"/>
              <a:ext cx="1967150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Abundance_max | StdTmaxAnomalyRS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989461" y="1805244"/>
              <a:ext cx="2613372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Abundance_mean | UI2Urban:StdTmeanAnomalyRS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467660" y="1512692"/>
              <a:ext cx="3135173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Abundance_mean | UI2Agriculture_High:StdTmeanAnomalyRS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492489" y="1220904"/>
              <a:ext cx="3110344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Abundance_mean | UI2Agriculture_Low:StdTmeanAnomalyRS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212762" y="929115"/>
              <a:ext cx="3390071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Abundance_mean | UI2Secondary vegetation:StdTmeanAnomalyRS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1498820" y="638091"/>
              <a:ext cx="2104012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Abundance_mean | StdTmeanAnomalyRS</a:t>
              </a:r>
            </a:p>
          </p:txBody>
        </p:sp>
        <p:sp>
          <p:nvSpPr>
            <p:cNvPr id="132" name="pl131"/>
            <p:cNvSpPr/>
            <p:nvPr/>
          </p:nvSpPr>
          <p:spPr>
            <a:xfrm>
              <a:off x="3630669" y="62482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3630669" y="59565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630669" y="56647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3630669" y="5372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3630669" y="50811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3630669" y="47893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3630669" y="44975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3630669" y="42057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3630669" y="39139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3630669" y="36221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630669" y="33304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3630669" y="30386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3630669" y="27468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630669" y="24550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3630669" y="2163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3630669" y="18714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3630669" y="15796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3630669" y="12878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630669" y="9961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630669" y="7043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5328452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7097397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8866343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4"/>
            <p:cNvSpPr/>
            <p:nvPr/>
          </p:nvSpPr>
          <p:spPr>
            <a:xfrm>
              <a:off x="5232162" y="6485886"/>
              <a:ext cx="192578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7019716" y="6485886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8788662" y="6485886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5667868" y="6621445"/>
              <a:ext cx="1296590" cy="1044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Fixed-effect estimate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3665463" y="297303"/>
              <a:ext cx="5280155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Abundance is modelled with LMM and richness with negative-binomial mixed models.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3665463" y="63485"/>
              <a:ext cx="4918613" cy="1583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Warming-related coefficients in the rewritten diversity models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2026-03-23T21:32:31Z</dcterms:modified>
  <cp:category/>
</cp:coreProperties>
</file>