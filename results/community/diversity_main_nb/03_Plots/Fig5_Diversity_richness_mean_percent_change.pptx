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Richness responses to mean warming anomaly across land-use types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516217" y="529239"/>
              <a:ext cx="8450647" cy="53963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516217" y="5801996"/>
              <a:ext cx="8450647" cy="0"/>
            </a:xfrm>
            <a:custGeom>
              <a:avLst/>
              <a:pathLst>
                <a:path w="8450647" h="0">
                  <a:moveTo>
                    <a:pt x="0" y="0"/>
                  </a:moveTo>
                  <a:lnTo>
                    <a:pt x="8450647" y="0"/>
                  </a:lnTo>
                  <a:lnTo>
                    <a:pt x="8450647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516217" y="4094518"/>
              <a:ext cx="8450647" cy="0"/>
            </a:xfrm>
            <a:custGeom>
              <a:avLst/>
              <a:pathLst>
                <a:path w="8450647" h="0">
                  <a:moveTo>
                    <a:pt x="0" y="0"/>
                  </a:moveTo>
                  <a:lnTo>
                    <a:pt x="8450647" y="0"/>
                  </a:lnTo>
                  <a:lnTo>
                    <a:pt x="8450647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516217" y="2387041"/>
              <a:ext cx="8450647" cy="0"/>
            </a:xfrm>
            <a:custGeom>
              <a:avLst/>
              <a:pathLst>
                <a:path w="8450647" h="0">
                  <a:moveTo>
                    <a:pt x="0" y="0"/>
                  </a:moveTo>
                  <a:lnTo>
                    <a:pt x="8450647" y="0"/>
                  </a:lnTo>
                  <a:lnTo>
                    <a:pt x="8450647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516217" y="679563"/>
              <a:ext cx="8450647" cy="0"/>
            </a:xfrm>
            <a:custGeom>
              <a:avLst/>
              <a:pathLst>
                <a:path w="8450647" h="0">
                  <a:moveTo>
                    <a:pt x="0" y="0"/>
                  </a:moveTo>
                  <a:lnTo>
                    <a:pt x="8450647" y="0"/>
                  </a:lnTo>
                  <a:lnTo>
                    <a:pt x="8450647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2660182" y="529239"/>
              <a:ext cx="0" cy="5396314"/>
            </a:xfrm>
            <a:custGeom>
              <a:avLst/>
              <a:pathLst>
                <a:path w="0" h="5396314">
                  <a:moveTo>
                    <a:pt x="0" y="53963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305963" y="529239"/>
              <a:ext cx="0" cy="5396314"/>
            </a:xfrm>
            <a:custGeom>
              <a:avLst/>
              <a:pathLst>
                <a:path w="0" h="5396314">
                  <a:moveTo>
                    <a:pt x="0" y="53963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7951745" y="529239"/>
              <a:ext cx="0" cy="5396314"/>
            </a:xfrm>
            <a:custGeom>
              <a:avLst/>
              <a:pathLst>
                <a:path w="0" h="5396314">
                  <a:moveTo>
                    <a:pt x="0" y="53963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516217" y="4094518"/>
              <a:ext cx="8450647" cy="0"/>
            </a:xfrm>
            <a:custGeom>
              <a:avLst/>
              <a:pathLst>
                <a:path w="8450647" h="0">
                  <a:moveTo>
                    <a:pt x="0" y="0"/>
                  </a:moveTo>
                  <a:lnTo>
                    <a:pt x="8450647" y="0"/>
                  </a:lnTo>
                  <a:lnTo>
                    <a:pt x="8450647" y="0"/>
                  </a:lnTo>
                </a:path>
              </a:pathLst>
            </a:custGeom>
            <a:ln w="813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g14"/>
            <p:cNvSpPr/>
            <p:nvPr/>
          </p:nvSpPr>
          <p:spPr>
            <a:xfrm>
              <a:off x="1461609" y="2865236"/>
              <a:ext cx="3507948" cy="1729516"/>
            </a:xfrm>
            <a:custGeom>
              <a:avLst/>
              <a:pathLst>
                <a:path w="3507948" h="1729516">
                  <a:moveTo>
                    <a:pt x="0" y="997087"/>
                  </a:moveTo>
                  <a:lnTo>
                    <a:pt x="35079" y="1004136"/>
                  </a:lnTo>
                  <a:lnTo>
                    <a:pt x="70158" y="1011172"/>
                  </a:lnTo>
                  <a:lnTo>
                    <a:pt x="105238" y="1018195"/>
                  </a:lnTo>
                  <a:lnTo>
                    <a:pt x="140317" y="1025203"/>
                  </a:lnTo>
                  <a:lnTo>
                    <a:pt x="175397" y="1032198"/>
                  </a:lnTo>
                  <a:lnTo>
                    <a:pt x="210476" y="1039180"/>
                  </a:lnTo>
                  <a:lnTo>
                    <a:pt x="245556" y="1046148"/>
                  </a:lnTo>
                  <a:lnTo>
                    <a:pt x="280635" y="1053103"/>
                  </a:lnTo>
                  <a:lnTo>
                    <a:pt x="315715" y="1060044"/>
                  </a:lnTo>
                  <a:lnTo>
                    <a:pt x="350794" y="1066972"/>
                  </a:lnTo>
                  <a:lnTo>
                    <a:pt x="385874" y="1073887"/>
                  </a:lnTo>
                  <a:lnTo>
                    <a:pt x="420953" y="1080788"/>
                  </a:lnTo>
                  <a:lnTo>
                    <a:pt x="456033" y="1087675"/>
                  </a:lnTo>
                  <a:lnTo>
                    <a:pt x="491112" y="1094550"/>
                  </a:lnTo>
                  <a:lnTo>
                    <a:pt x="526192" y="1101411"/>
                  </a:lnTo>
                  <a:lnTo>
                    <a:pt x="561271" y="1108259"/>
                  </a:lnTo>
                  <a:lnTo>
                    <a:pt x="596351" y="1115094"/>
                  </a:lnTo>
                  <a:lnTo>
                    <a:pt x="631430" y="1121915"/>
                  </a:lnTo>
                  <a:lnTo>
                    <a:pt x="666510" y="1128723"/>
                  </a:lnTo>
                  <a:lnTo>
                    <a:pt x="701589" y="1135518"/>
                  </a:lnTo>
                  <a:lnTo>
                    <a:pt x="736669" y="1142300"/>
                  </a:lnTo>
                  <a:lnTo>
                    <a:pt x="771748" y="1149069"/>
                  </a:lnTo>
                  <a:lnTo>
                    <a:pt x="806828" y="1155825"/>
                  </a:lnTo>
                  <a:lnTo>
                    <a:pt x="841907" y="1162568"/>
                  </a:lnTo>
                  <a:lnTo>
                    <a:pt x="876987" y="1169297"/>
                  </a:lnTo>
                  <a:lnTo>
                    <a:pt x="912066" y="1176014"/>
                  </a:lnTo>
                  <a:lnTo>
                    <a:pt x="947146" y="1182718"/>
                  </a:lnTo>
                  <a:lnTo>
                    <a:pt x="982225" y="1189409"/>
                  </a:lnTo>
                  <a:lnTo>
                    <a:pt x="1017304" y="1196086"/>
                  </a:lnTo>
                  <a:lnTo>
                    <a:pt x="1052384" y="1202751"/>
                  </a:lnTo>
                  <a:lnTo>
                    <a:pt x="1087463" y="1209403"/>
                  </a:lnTo>
                  <a:lnTo>
                    <a:pt x="1122543" y="1216042"/>
                  </a:lnTo>
                  <a:lnTo>
                    <a:pt x="1157622" y="1222669"/>
                  </a:lnTo>
                  <a:lnTo>
                    <a:pt x="1192702" y="1229282"/>
                  </a:lnTo>
                  <a:lnTo>
                    <a:pt x="1227781" y="1213336"/>
                  </a:lnTo>
                  <a:lnTo>
                    <a:pt x="1262861" y="1197316"/>
                  </a:lnTo>
                  <a:lnTo>
                    <a:pt x="1297940" y="1181221"/>
                  </a:lnTo>
                  <a:lnTo>
                    <a:pt x="1333020" y="1165051"/>
                  </a:lnTo>
                  <a:lnTo>
                    <a:pt x="1368099" y="1148805"/>
                  </a:lnTo>
                  <a:lnTo>
                    <a:pt x="1403179" y="1132484"/>
                  </a:lnTo>
                  <a:lnTo>
                    <a:pt x="1438258" y="1116086"/>
                  </a:lnTo>
                  <a:lnTo>
                    <a:pt x="1473338" y="1099612"/>
                  </a:lnTo>
                  <a:lnTo>
                    <a:pt x="1508417" y="1083060"/>
                  </a:lnTo>
                  <a:lnTo>
                    <a:pt x="1543497" y="1066432"/>
                  </a:lnTo>
                  <a:lnTo>
                    <a:pt x="1578576" y="1049726"/>
                  </a:lnTo>
                  <a:lnTo>
                    <a:pt x="1613656" y="1032941"/>
                  </a:lnTo>
                  <a:lnTo>
                    <a:pt x="1648735" y="1016079"/>
                  </a:lnTo>
                  <a:lnTo>
                    <a:pt x="1683815" y="999138"/>
                  </a:lnTo>
                  <a:lnTo>
                    <a:pt x="1718894" y="982117"/>
                  </a:lnTo>
                  <a:lnTo>
                    <a:pt x="1753974" y="965017"/>
                  </a:lnTo>
                  <a:lnTo>
                    <a:pt x="1789053" y="947837"/>
                  </a:lnTo>
                  <a:lnTo>
                    <a:pt x="1824133" y="930578"/>
                  </a:lnTo>
                  <a:lnTo>
                    <a:pt x="1859212" y="913237"/>
                  </a:lnTo>
                  <a:lnTo>
                    <a:pt x="1894292" y="895815"/>
                  </a:lnTo>
                  <a:lnTo>
                    <a:pt x="1929371" y="878313"/>
                  </a:lnTo>
                  <a:lnTo>
                    <a:pt x="1964450" y="860728"/>
                  </a:lnTo>
                  <a:lnTo>
                    <a:pt x="1999530" y="843061"/>
                  </a:lnTo>
                  <a:lnTo>
                    <a:pt x="2034609" y="825312"/>
                  </a:lnTo>
                  <a:lnTo>
                    <a:pt x="2069689" y="807480"/>
                  </a:lnTo>
                  <a:lnTo>
                    <a:pt x="2104768" y="789565"/>
                  </a:lnTo>
                  <a:lnTo>
                    <a:pt x="2139848" y="771566"/>
                  </a:lnTo>
                  <a:lnTo>
                    <a:pt x="2174927" y="753483"/>
                  </a:lnTo>
                  <a:lnTo>
                    <a:pt x="2210007" y="735315"/>
                  </a:lnTo>
                  <a:lnTo>
                    <a:pt x="2245086" y="717063"/>
                  </a:lnTo>
                  <a:lnTo>
                    <a:pt x="2280166" y="698725"/>
                  </a:lnTo>
                  <a:lnTo>
                    <a:pt x="2315245" y="680302"/>
                  </a:lnTo>
                  <a:lnTo>
                    <a:pt x="2350325" y="661793"/>
                  </a:lnTo>
                  <a:lnTo>
                    <a:pt x="2385404" y="643197"/>
                  </a:lnTo>
                  <a:lnTo>
                    <a:pt x="2420484" y="624515"/>
                  </a:lnTo>
                  <a:lnTo>
                    <a:pt x="2455563" y="605745"/>
                  </a:lnTo>
                  <a:lnTo>
                    <a:pt x="2490643" y="586888"/>
                  </a:lnTo>
                  <a:lnTo>
                    <a:pt x="2525722" y="567942"/>
                  </a:lnTo>
                  <a:lnTo>
                    <a:pt x="2560802" y="548909"/>
                  </a:lnTo>
                  <a:lnTo>
                    <a:pt x="2595881" y="529786"/>
                  </a:lnTo>
                  <a:lnTo>
                    <a:pt x="2630961" y="510574"/>
                  </a:lnTo>
                  <a:lnTo>
                    <a:pt x="2666040" y="491272"/>
                  </a:lnTo>
                  <a:lnTo>
                    <a:pt x="2701120" y="471880"/>
                  </a:lnTo>
                  <a:lnTo>
                    <a:pt x="2736199" y="452398"/>
                  </a:lnTo>
                  <a:lnTo>
                    <a:pt x="2771279" y="432825"/>
                  </a:lnTo>
                  <a:lnTo>
                    <a:pt x="2806358" y="413160"/>
                  </a:lnTo>
                  <a:lnTo>
                    <a:pt x="2841438" y="393403"/>
                  </a:lnTo>
                  <a:lnTo>
                    <a:pt x="2876517" y="373554"/>
                  </a:lnTo>
                  <a:lnTo>
                    <a:pt x="2911597" y="353613"/>
                  </a:lnTo>
                  <a:lnTo>
                    <a:pt x="2946676" y="333578"/>
                  </a:lnTo>
                  <a:lnTo>
                    <a:pt x="2981755" y="313450"/>
                  </a:lnTo>
                  <a:lnTo>
                    <a:pt x="3016835" y="293228"/>
                  </a:lnTo>
                  <a:lnTo>
                    <a:pt x="3051914" y="272911"/>
                  </a:lnTo>
                  <a:lnTo>
                    <a:pt x="3086994" y="252500"/>
                  </a:lnTo>
                  <a:lnTo>
                    <a:pt x="3122073" y="231993"/>
                  </a:lnTo>
                  <a:lnTo>
                    <a:pt x="3157153" y="211391"/>
                  </a:lnTo>
                  <a:lnTo>
                    <a:pt x="3192232" y="190692"/>
                  </a:lnTo>
                  <a:lnTo>
                    <a:pt x="3227312" y="169897"/>
                  </a:lnTo>
                  <a:lnTo>
                    <a:pt x="3262391" y="149004"/>
                  </a:lnTo>
                  <a:lnTo>
                    <a:pt x="3297471" y="128014"/>
                  </a:lnTo>
                  <a:lnTo>
                    <a:pt x="3332550" y="106926"/>
                  </a:lnTo>
                  <a:lnTo>
                    <a:pt x="3367630" y="85739"/>
                  </a:lnTo>
                  <a:lnTo>
                    <a:pt x="3402709" y="64454"/>
                  </a:lnTo>
                  <a:lnTo>
                    <a:pt x="3437789" y="43069"/>
                  </a:lnTo>
                  <a:lnTo>
                    <a:pt x="3472868" y="21585"/>
                  </a:lnTo>
                  <a:lnTo>
                    <a:pt x="3507948" y="0"/>
                  </a:lnTo>
                  <a:lnTo>
                    <a:pt x="3507948" y="1638659"/>
                  </a:lnTo>
                  <a:lnTo>
                    <a:pt x="3472868" y="1632838"/>
                  </a:lnTo>
                  <a:lnTo>
                    <a:pt x="3437789" y="1627006"/>
                  </a:lnTo>
                  <a:lnTo>
                    <a:pt x="3402709" y="1621163"/>
                  </a:lnTo>
                  <a:lnTo>
                    <a:pt x="3367630" y="1615308"/>
                  </a:lnTo>
                  <a:lnTo>
                    <a:pt x="3332550" y="1609442"/>
                  </a:lnTo>
                  <a:lnTo>
                    <a:pt x="3297471" y="1603565"/>
                  </a:lnTo>
                  <a:lnTo>
                    <a:pt x="3262391" y="1597676"/>
                  </a:lnTo>
                  <a:lnTo>
                    <a:pt x="3227312" y="1591776"/>
                  </a:lnTo>
                  <a:lnTo>
                    <a:pt x="3192232" y="1585865"/>
                  </a:lnTo>
                  <a:lnTo>
                    <a:pt x="3157153" y="1579942"/>
                  </a:lnTo>
                  <a:lnTo>
                    <a:pt x="3122073" y="1574007"/>
                  </a:lnTo>
                  <a:lnTo>
                    <a:pt x="3086994" y="1568061"/>
                  </a:lnTo>
                  <a:lnTo>
                    <a:pt x="3051914" y="1562104"/>
                  </a:lnTo>
                  <a:lnTo>
                    <a:pt x="3016835" y="1556135"/>
                  </a:lnTo>
                  <a:lnTo>
                    <a:pt x="2981755" y="1550154"/>
                  </a:lnTo>
                  <a:lnTo>
                    <a:pt x="2946676" y="1544162"/>
                  </a:lnTo>
                  <a:lnTo>
                    <a:pt x="2911597" y="1538159"/>
                  </a:lnTo>
                  <a:lnTo>
                    <a:pt x="2876517" y="1532143"/>
                  </a:lnTo>
                  <a:lnTo>
                    <a:pt x="2841438" y="1526116"/>
                  </a:lnTo>
                  <a:lnTo>
                    <a:pt x="2806358" y="1520078"/>
                  </a:lnTo>
                  <a:lnTo>
                    <a:pt x="2771279" y="1514027"/>
                  </a:lnTo>
                  <a:lnTo>
                    <a:pt x="2736199" y="1507965"/>
                  </a:lnTo>
                  <a:lnTo>
                    <a:pt x="2701120" y="1501891"/>
                  </a:lnTo>
                  <a:lnTo>
                    <a:pt x="2666040" y="1495806"/>
                  </a:lnTo>
                  <a:lnTo>
                    <a:pt x="2630961" y="1489708"/>
                  </a:lnTo>
                  <a:lnTo>
                    <a:pt x="2595881" y="1483599"/>
                  </a:lnTo>
                  <a:lnTo>
                    <a:pt x="2560802" y="1477478"/>
                  </a:lnTo>
                  <a:lnTo>
                    <a:pt x="2525722" y="1471345"/>
                  </a:lnTo>
                  <a:lnTo>
                    <a:pt x="2490643" y="1465201"/>
                  </a:lnTo>
                  <a:lnTo>
                    <a:pt x="2455563" y="1459044"/>
                  </a:lnTo>
                  <a:lnTo>
                    <a:pt x="2420484" y="1452876"/>
                  </a:lnTo>
                  <a:lnTo>
                    <a:pt x="2385404" y="1446695"/>
                  </a:lnTo>
                  <a:lnTo>
                    <a:pt x="2350325" y="1440503"/>
                  </a:lnTo>
                  <a:lnTo>
                    <a:pt x="2315245" y="1434298"/>
                  </a:lnTo>
                  <a:lnTo>
                    <a:pt x="2280166" y="1428082"/>
                  </a:lnTo>
                  <a:lnTo>
                    <a:pt x="2245086" y="1421853"/>
                  </a:lnTo>
                  <a:lnTo>
                    <a:pt x="2210007" y="1415613"/>
                  </a:lnTo>
                  <a:lnTo>
                    <a:pt x="2174927" y="1409360"/>
                  </a:lnTo>
                  <a:lnTo>
                    <a:pt x="2139848" y="1403095"/>
                  </a:lnTo>
                  <a:lnTo>
                    <a:pt x="2104768" y="1396818"/>
                  </a:lnTo>
                  <a:lnTo>
                    <a:pt x="2069689" y="1390529"/>
                  </a:lnTo>
                  <a:lnTo>
                    <a:pt x="2034609" y="1384228"/>
                  </a:lnTo>
                  <a:lnTo>
                    <a:pt x="1999530" y="1377914"/>
                  </a:lnTo>
                  <a:lnTo>
                    <a:pt x="1964450" y="1371589"/>
                  </a:lnTo>
                  <a:lnTo>
                    <a:pt x="1929371" y="1365251"/>
                  </a:lnTo>
                  <a:lnTo>
                    <a:pt x="1894292" y="1358901"/>
                  </a:lnTo>
                  <a:lnTo>
                    <a:pt x="1859212" y="1352538"/>
                  </a:lnTo>
                  <a:lnTo>
                    <a:pt x="1824133" y="1346163"/>
                  </a:lnTo>
                  <a:lnTo>
                    <a:pt x="1789053" y="1339776"/>
                  </a:lnTo>
                  <a:lnTo>
                    <a:pt x="1753974" y="1333377"/>
                  </a:lnTo>
                  <a:lnTo>
                    <a:pt x="1718894" y="1326965"/>
                  </a:lnTo>
                  <a:lnTo>
                    <a:pt x="1683815" y="1320540"/>
                  </a:lnTo>
                  <a:lnTo>
                    <a:pt x="1648735" y="1314104"/>
                  </a:lnTo>
                  <a:lnTo>
                    <a:pt x="1613656" y="1307654"/>
                  </a:lnTo>
                  <a:lnTo>
                    <a:pt x="1578576" y="1301193"/>
                  </a:lnTo>
                  <a:lnTo>
                    <a:pt x="1543497" y="1294718"/>
                  </a:lnTo>
                  <a:lnTo>
                    <a:pt x="1508417" y="1288232"/>
                  </a:lnTo>
                  <a:lnTo>
                    <a:pt x="1473338" y="1281732"/>
                  </a:lnTo>
                  <a:lnTo>
                    <a:pt x="1438258" y="1275220"/>
                  </a:lnTo>
                  <a:lnTo>
                    <a:pt x="1403179" y="1268696"/>
                  </a:lnTo>
                  <a:lnTo>
                    <a:pt x="1368099" y="1262159"/>
                  </a:lnTo>
                  <a:lnTo>
                    <a:pt x="1333020" y="1255609"/>
                  </a:lnTo>
                  <a:lnTo>
                    <a:pt x="1297940" y="1249046"/>
                  </a:lnTo>
                  <a:lnTo>
                    <a:pt x="1262861" y="1242471"/>
                  </a:lnTo>
                  <a:lnTo>
                    <a:pt x="1227781" y="1235883"/>
                  </a:lnTo>
                  <a:lnTo>
                    <a:pt x="1192702" y="1229282"/>
                  </a:lnTo>
                  <a:lnTo>
                    <a:pt x="1157622" y="1245154"/>
                  </a:lnTo>
                  <a:lnTo>
                    <a:pt x="1122543" y="1260952"/>
                  </a:lnTo>
                  <a:lnTo>
                    <a:pt x="1087463" y="1276676"/>
                  </a:lnTo>
                  <a:lnTo>
                    <a:pt x="1052384" y="1292328"/>
                  </a:lnTo>
                  <a:lnTo>
                    <a:pt x="1017304" y="1307906"/>
                  </a:lnTo>
                  <a:lnTo>
                    <a:pt x="982225" y="1323413"/>
                  </a:lnTo>
                  <a:lnTo>
                    <a:pt x="947146" y="1338847"/>
                  </a:lnTo>
                  <a:lnTo>
                    <a:pt x="912066" y="1354209"/>
                  </a:lnTo>
                  <a:lnTo>
                    <a:pt x="876987" y="1369500"/>
                  </a:lnTo>
                  <a:lnTo>
                    <a:pt x="841907" y="1384720"/>
                  </a:lnTo>
                  <a:lnTo>
                    <a:pt x="806828" y="1399869"/>
                  </a:lnTo>
                  <a:lnTo>
                    <a:pt x="771748" y="1414948"/>
                  </a:lnTo>
                  <a:lnTo>
                    <a:pt x="736669" y="1429957"/>
                  </a:lnTo>
                  <a:lnTo>
                    <a:pt x="701589" y="1444896"/>
                  </a:lnTo>
                  <a:lnTo>
                    <a:pt x="666510" y="1459766"/>
                  </a:lnTo>
                  <a:lnTo>
                    <a:pt x="631430" y="1474566"/>
                  </a:lnTo>
                  <a:lnTo>
                    <a:pt x="596351" y="1489298"/>
                  </a:lnTo>
                  <a:lnTo>
                    <a:pt x="561271" y="1503961"/>
                  </a:lnTo>
                  <a:lnTo>
                    <a:pt x="526192" y="1518556"/>
                  </a:lnTo>
                  <a:lnTo>
                    <a:pt x="491112" y="1533083"/>
                  </a:lnTo>
                  <a:lnTo>
                    <a:pt x="456033" y="1547543"/>
                  </a:lnTo>
                  <a:lnTo>
                    <a:pt x="420953" y="1561935"/>
                  </a:lnTo>
                  <a:lnTo>
                    <a:pt x="385874" y="1576261"/>
                  </a:lnTo>
                  <a:lnTo>
                    <a:pt x="350794" y="1590520"/>
                  </a:lnTo>
                  <a:lnTo>
                    <a:pt x="315715" y="1604713"/>
                  </a:lnTo>
                  <a:lnTo>
                    <a:pt x="280635" y="1618840"/>
                  </a:lnTo>
                  <a:lnTo>
                    <a:pt x="245556" y="1632901"/>
                  </a:lnTo>
                  <a:lnTo>
                    <a:pt x="210476" y="1646896"/>
                  </a:lnTo>
                  <a:lnTo>
                    <a:pt x="175397" y="1660827"/>
                  </a:lnTo>
                  <a:lnTo>
                    <a:pt x="140317" y="1674693"/>
                  </a:lnTo>
                  <a:lnTo>
                    <a:pt x="105238" y="1688495"/>
                  </a:lnTo>
                  <a:lnTo>
                    <a:pt x="70158" y="1702232"/>
                  </a:lnTo>
                  <a:lnTo>
                    <a:pt x="35079" y="1715906"/>
                  </a:lnTo>
                  <a:lnTo>
                    <a:pt x="0" y="1729516"/>
                  </a:lnTo>
                  <a:close/>
                </a:path>
              </a:pathLst>
            </a:cu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461609" y="2865236"/>
              <a:ext cx="3507948" cy="1229282"/>
            </a:xfrm>
            <a:custGeom>
              <a:avLst/>
              <a:pathLst>
                <a:path w="3507948" h="1229282">
                  <a:moveTo>
                    <a:pt x="0" y="997087"/>
                  </a:moveTo>
                  <a:lnTo>
                    <a:pt x="35079" y="1004136"/>
                  </a:lnTo>
                  <a:lnTo>
                    <a:pt x="70158" y="1011172"/>
                  </a:lnTo>
                  <a:lnTo>
                    <a:pt x="105238" y="1018195"/>
                  </a:lnTo>
                  <a:lnTo>
                    <a:pt x="140317" y="1025203"/>
                  </a:lnTo>
                  <a:lnTo>
                    <a:pt x="175397" y="1032198"/>
                  </a:lnTo>
                  <a:lnTo>
                    <a:pt x="210476" y="1039180"/>
                  </a:lnTo>
                  <a:lnTo>
                    <a:pt x="245556" y="1046148"/>
                  </a:lnTo>
                  <a:lnTo>
                    <a:pt x="280635" y="1053103"/>
                  </a:lnTo>
                  <a:lnTo>
                    <a:pt x="315715" y="1060044"/>
                  </a:lnTo>
                  <a:lnTo>
                    <a:pt x="350794" y="1066972"/>
                  </a:lnTo>
                  <a:lnTo>
                    <a:pt x="385874" y="1073887"/>
                  </a:lnTo>
                  <a:lnTo>
                    <a:pt x="420953" y="1080788"/>
                  </a:lnTo>
                  <a:lnTo>
                    <a:pt x="456033" y="1087675"/>
                  </a:lnTo>
                  <a:lnTo>
                    <a:pt x="491112" y="1094550"/>
                  </a:lnTo>
                  <a:lnTo>
                    <a:pt x="526192" y="1101411"/>
                  </a:lnTo>
                  <a:lnTo>
                    <a:pt x="561271" y="1108259"/>
                  </a:lnTo>
                  <a:lnTo>
                    <a:pt x="596351" y="1115094"/>
                  </a:lnTo>
                  <a:lnTo>
                    <a:pt x="631430" y="1121915"/>
                  </a:lnTo>
                  <a:lnTo>
                    <a:pt x="666510" y="1128723"/>
                  </a:lnTo>
                  <a:lnTo>
                    <a:pt x="701589" y="1135518"/>
                  </a:lnTo>
                  <a:lnTo>
                    <a:pt x="736669" y="1142300"/>
                  </a:lnTo>
                  <a:lnTo>
                    <a:pt x="771748" y="1149069"/>
                  </a:lnTo>
                  <a:lnTo>
                    <a:pt x="806828" y="1155825"/>
                  </a:lnTo>
                  <a:lnTo>
                    <a:pt x="841907" y="1162568"/>
                  </a:lnTo>
                  <a:lnTo>
                    <a:pt x="876987" y="1169297"/>
                  </a:lnTo>
                  <a:lnTo>
                    <a:pt x="912066" y="1176014"/>
                  </a:lnTo>
                  <a:lnTo>
                    <a:pt x="947146" y="1182718"/>
                  </a:lnTo>
                  <a:lnTo>
                    <a:pt x="982225" y="1189409"/>
                  </a:lnTo>
                  <a:lnTo>
                    <a:pt x="1017304" y="1196086"/>
                  </a:lnTo>
                  <a:lnTo>
                    <a:pt x="1052384" y="1202751"/>
                  </a:lnTo>
                  <a:lnTo>
                    <a:pt x="1087463" y="1209403"/>
                  </a:lnTo>
                  <a:lnTo>
                    <a:pt x="1122543" y="1216042"/>
                  </a:lnTo>
                  <a:lnTo>
                    <a:pt x="1157622" y="1222669"/>
                  </a:lnTo>
                  <a:lnTo>
                    <a:pt x="1192702" y="1229282"/>
                  </a:lnTo>
                  <a:lnTo>
                    <a:pt x="1227781" y="1213336"/>
                  </a:lnTo>
                  <a:lnTo>
                    <a:pt x="1262861" y="1197316"/>
                  </a:lnTo>
                  <a:lnTo>
                    <a:pt x="1297940" y="1181221"/>
                  </a:lnTo>
                  <a:lnTo>
                    <a:pt x="1333020" y="1165051"/>
                  </a:lnTo>
                  <a:lnTo>
                    <a:pt x="1368099" y="1148805"/>
                  </a:lnTo>
                  <a:lnTo>
                    <a:pt x="1403179" y="1132484"/>
                  </a:lnTo>
                  <a:lnTo>
                    <a:pt x="1438258" y="1116086"/>
                  </a:lnTo>
                  <a:lnTo>
                    <a:pt x="1473338" y="1099612"/>
                  </a:lnTo>
                  <a:lnTo>
                    <a:pt x="1508417" y="1083060"/>
                  </a:lnTo>
                  <a:lnTo>
                    <a:pt x="1543497" y="1066432"/>
                  </a:lnTo>
                  <a:lnTo>
                    <a:pt x="1578576" y="1049726"/>
                  </a:lnTo>
                  <a:lnTo>
                    <a:pt x="1613656" y="1032941"/>
                  </a:lnTo>
                  <a:lnTo>
                    <a:pt x="1648735" y="1016079"/>
                  </a:lnTo>
                  <a:lnTo>
                    <a:pt x="1683815" y="999138"/>
                  </a:lnTo>
                  <a:lnTo>
                    <a:pt x="1718894" y="982117"/>
                  </a:lnTo>
                  <a:lnTo>
                    <a:pt x="1753974" y="965017"/>
                  </a:lnTo>
                  <a:lnTo>
                    <a:pt x="1789053" y="947837"/>
                  </a:lnTo>
                  <a:lnTo>
                    <a:pt x="1824133" y="930578"/>
                  </a:lnTo>
                  <a:lnTo>
                    <a:pt x="1859212" y="913237"/>
                  </a:lnTo>
                  <a:lnTo>
                    <a:pt x="1894292" y="895815"/>
                  </a:lnTo>
                  <a:lnTo>
                    <a:pt x="1929371" y="878313"/>
                  </a:lnTo>
                  <a:lnTo>
                    <a:pt x="1964450" y="860728"/>
                  </a:lnTo>
                  <a:lnTo>
                    <a:pt x="1999530" y="843061"/>
                  </a:lnTo>
                  <a:lnTo>
                    <a:pt x="2034609" y="825312"/>
                  </a:lnTo>
                  <a:lnTo>
                    <a:pt x="2069689" y="807480"/>
                  </a:lnTo>
                  <a:lnTo>
                    <a:pt x="2104768" y="789565"/>
                  </a:lnTo>
                  <a:lnTo>
                    <a:pt x="2139848" y="771566"/>
                  </a:lnTo>
                  <a:lnTo>
                    <a:pt x="2174927" y="753483"/>
                  </a:lnTo>
                  <a:lnTo>
                    <a:pt x="2210007" y="735315"/>
                  </a:lnTo>
                  <a:lnTo>
                    <a:pt x="2245086" y="717063"/>
                  </a:lnTo>
                  <a:lnTo>
                    <a:pt x="2280166" y="698725"/>
                  </a:lnTo>
                  <a:lnTo>
                    <a:pt x="2315245" y="680302"/>
                  </a:lnTo>
                  <a:lnTo>
                    <a:pt x="2350325" y="661793"/>
                  </a:lnTo>
                  <a:lnTo>
                    <a:pt x="2385404" y="643197"/>
                  </a:lnTo>
                  <a:lnTo>
                    <a:pt x="2420484" y="624515"/>
                  </a:lnTo>
                  <a:lnTo>
                    <a:pt x="2455563" y="605745"/>
                  </a:lnTo>
                  <a:lnTo>
                    <a:pt x="2490643" y="586888"/>
                  </a:lnTo>
                  <a:lnTo>
                    <a:pt x="2525722" y="567942"/>
                  </a:lnTo>
                  <a:lnTo>
                    <a:pt x="2560802" y="548909"/>
                  </a:lnTo>
                  <a:lnTo>
                    <a:pt x="2595881" y="529786"/>
                  </a:lnTo>
                  <a:lnTo>
                    <a:pt x="2630961" y="510574"/>
                  </a:lnTo>
                  <a:lnTo>
                    <a:pt x="2666040" y="491272"/>
                  </a:lnTo>
                  <a:lnTo>
                    <a:pt x="2701120" y="471880"/>
                  </a:lnTo>
                  <a:lnTo>
                    <a:pt x="2736199" y="452398"/>
                  </a:lnTo>
                  <a:lnTo>
                    <a:pt x="2771279" y="432825"/>
                  </a:lnTo>
                  <a:lnTo>
                    <a:pt x="2806358" y="413160"/>
                  </a:lnTo>
                  <a:lnTo>
                    <a:pt x="2841438" y="393403"/>
                  </a:lnTo>
                  <a:lnTo>
                    <a:pt x="2876517" y="373554"/>
                  </a:lnTo>
                  <a:lnTo>
                    <a:pt x="2911597" y="353613"/>
                  </a:lnTo>
                  <a:lnTo>
                    <a:pt x="2946676" y="333578"/>
                  </a:lnTo>
                  <a:lnTo>
                    <a:pt x="2981755" y="313450"/>
                  </a:lnTo>
                  <a:lnTo>
                    <a:pt x="3016835" y="293228"/>
                  </a:lnTo>
                  <a:lnTo>
                    <a:pt x="3051914" y="272911"/>
                  </a:lnTo>
                  <a:lnTo>
                    <a:pt x="3086994" y="252500"/>
                  </a:lnTo>
                  <a:lnTo>
                    <a:pt x="3122073" y="231993"/>
                  </a:lnTo>
                  <a:lnTo>
                    <a:pt x="3157153" y="211391"/>
                  </a:lnTo>
                  <a:lnTo>
                    <a:pt x="3192232" y="190692"/>
                  </a:lnTo>
                  <a:lnTo>
                    <a:pt x="3227312" y="169897"/>
                  </a:lnTo>
                  <a:lnTo>
                    <a:pt x="3262391" y="149004"/>
                  </a:lnTo>
                  <a:lnTo>
                    <a:pt x="3297471" y="128014"/>
                  </a:lnTo>
                  <a:lnTo>
                    <a:pt x="3332550" y="106926"/>
                  </a:lnTo>
                  <a:lnTo>
                    <a:pt x="3367630" y="85739"/>
                  </a:lnTo>
                  <a:lnTo>
                    <a:pt x="3402709" y="64454"/>
                  </a:lnTo>
                  <a:lnTo>
                    <a:pt x="3437789" y="43069"/>
                  </a:lnTo>
                  <a:lnTo>
                    <a:pt x="3472868" y="21585"/>
                  </a:lnTo>
                  <a:lnTo>
                    <a:pt x="350794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461609" y="4094518"/>
              <a:ext cx="3507948" cy="500233"/>
            </a:xfrm>
            <a:custGeom>
              <a:avLst/>
              <a:pathLst>
                <a:path w="3507948" h="500233">
                  <a:moveTo>
                    <a:pt x="3507948" y="409376"/>
                  </a:moveTo>
                  <a:lnTo>
                    <a:pt x="3472868" y="403555"/>
                  </a:lnTo>
                  <a:lnTo>
                    <a:pt x="3437789" y="397723"/>
                  </a:lnTo>
                  <a:lnTo>
                    <a:pt x="3402709" y="391880"/>
                  </a:lnTo>
                  <a:lnTo>
                    <a:pt x="3367630" y="386025"/>
                  </a:lnTo>
                  <a:lnTo>
                    <a:pt x="3332550" y="380159"/>
                  </a:lnTo>
                  <a:lnTo>
                    <a:pt x="3297471" y="374282"/>
                  </a:lnTo>
                  <a:lnTo>
                    <a:pt x="3262391" y="368393"/>
                  </a:lnTo>
                  <a:lnTo>
                    <a:pt x="3227312" y="362493"/>
                  </a:lnTo>
                  <a:lnTo>
                    <a:pt x="3192232" y="356582"/>
                  </a:lnTo>
                  <a:lnTo>
                    <a:pt x="3157153" y="350659"/>
                  </a:lnTo>
                  <a:lnTo>
                    <a:pt x="3122073" y="344724"/>
                  </a:lnTo>
                  <a:lnTo>
                    <a:pt x="3086994" y="338779"/>
                  </a:lnTo>
                  <a:lnTo>
                    <a:pt x="3051914" y="332821"/>
                  </a:lnTo>
                  <a:lnTo>
                    <a:pt x="3016835" y="326852"/>
                  </a:lnTo>
                  <a:lnTo>
                    <a:pt x="2981755" y="320872"/>
                  </a:lnTo>
                  <a:lnTo>
                    <a:pt x="2946676" y="314880"/>
                  </a:lnTo>
                  <a:lnTo>
                    <a:pt x="2911597" y="308876"/>
                  </a:lnTo>
                  <a:lnTo>
                    <a:pt x="2876517" y="302861"/>
                  </a:lnTo>
                  <a:lnTo>
                    <a:pt x="2841438" y="296834"/>
                  </a:lnTo>
                  <a:lnTo>
                    <a:pt x="2806358" y="290795"/>
                  </a:lnTo>
                  <a:lnTo>
                    <a:pt x="2771279" y="284745"/>
                  </a:lnTo>
                  <a:lnTo>
                    <a:pt x="2736199" y="278682"/>
                  </a:lnTo>
                  <a:lnTo>
                    <a:pt x="2701120" y="272609"/>
                  </a:lnTo>
                  <a:lnTo>
                    <a:pt x="2666040" y="266523"/>
                  </a:lnTo>
                  <a:lnTo>
                    <a:pt x="2630961" y="260426"/>
                  </a:lnTo>
                  <a:lnTo>
                    <a:pt x="2595881" y="254317"/>
                  </a:lnTo>
                  <a:lnTo>
                    <a:pt x="2560802" y="248196"/>
                  </a:lnTo>
                  <a:lnTo>
                    <a:pt x="2525722" y="242063"/>
                  </a:lnTo>
                  <a:lnTo>
                    <a:pt x="2490643" y="235918"/>
                  </a:lnTo>
                  <a:lnTo>
                    <a:pt x="2455563" y="229761"/>
                  </a:lnTo>
                  <a:lnTo>
                    <a:pt x="2420484" y="223593"/>
                  </a:lnTo>
                  <a:lnTo>
                    <a:pt x="2385404" y="217412"/>
                  </a:lnTo>
                  <a:lnTo>
                    <a:pt x="2350325" y="211220"/>
                  </a:lnTo>
                  <a:lnTo>
                    <a:pt x="2315245" y="205015"/>
                  </a:lnTo>
                  <a:lnTo>
                    <a:pt x="2280166" y="198799"/>
                  </a:lnTo>
                  <a:lnTo>
                    <a:pt x="2245086" y="192570"/>
                  </a:lnTo>
                  <a:lnTo>
                    <a:pt x="2210007" y="186330"/>
                  </a:lnTo>
                  <a:lnTo>
                    <a:pt x="2174927" y="180077"/>
                  </a:lnTo>
                  <a:lnTo>
                    <a:pt x="2139848" y="173812"/>
                  </a:lnTo>
                  <a:lnTo>
                    <a:pt x="2104768" y="167535"/>
                  </a:lnTo>
                  <a:lnTo>
                    <a:pt x="2069689" y="161246"/>
                  </a:lnTo>
                  <a:lnTo>
                    <a:pt x="2034609" y="154945"/>
                  </a:lnTo>
                  <a:lnTo>
                    <a:pt x="1999530" y="148632"/>
                  </a:lnTo>
                  <a:lnTo>
                    <a:pt x="1964450" y="142306"/>
                  </a:lnTo>
                  <a:lnTo>
                    <a:pt x="1929371" y="135968"/>
                  </a:lnTo>
                  <a:lnTo>
                    <a:pt x="1894292" y="129618"/>
                  </a:lnTo>
                  <a:lnTo>
                    <a:pt x="1859212" y="123255"/>
                  </a:lnTo>
                  <a:lnTo>
                    <a:pt x="1824133" y="116881"/>
                  </a:lnTo>
                  <a:lnTo>
                    <a:pt x="1789053" y="110493"/>
                  </a:lnTo>
                  <a:lnTo>
                    <a:pt x="1753974" y="104094"/>
                  </a:lnTo>
                  <a:lnTo>
                    <a:pt x="1718894" y="97682"/>
                  </a:lnTo>
                  <a:lnTo>
                    <a:pt x="1683815" y="91258"/>
                  </a:lnTo>
                  <a:lnTo>
                    <a:pt x="1648735" y="84821"/>
                  </a:lnTo>
                  <a:lnTo>
                    <a:pt x="1613656" y="78372"/>
                  </a:lnTo>
                  <a:lnTo>
                    <a:pt x="1578576" y="71910"/>
                  </a:lnTo>
                  <a:lnTo>
                    <a:pt x="1543497" y="65436"/>
                  </a:lnTo>
                  <a:lnTo>
                    <a:pt x="1508417" y="58949"/>
                  </a:lnTo>
                  <a:lnTo>
                    <a:pt x="1473338" y="52450"/>
                  </a:lnTo>
                  <a:lnTo>
                    <a:pt x="1438258" y="45938"/>
                  </a:lnTo>
                  <a:lnTo>
                    <a:pt x="1403179" y="39413"/>
                  </a:lnTo>
                  <a:lnTo>
                    <a:pt x="1368099" y="32876"/>
                  </a:lnTo>
                  <a:lnTo>
                    <a:pt x="1333020" y="26326"/>
                  </a:lnTo>
                  <a:lnTo>
                    <a:pt x="1297940" y="19763"/>
                  </a:lnTo>
                  <a:lnTo>
                    <a:pt x="1262861" y="13188"/>
                  </a:lnTo>
                  <a:lnTo>
                    <a:pt x="1227781" y="6600"/>
                  </a:lnTo>
                  <a:lnTo>
                    <a:pt x="1192702" y="0"/>
                  </a:lnTo>
                  <a:lnTo>
                    <a:pt x="1157622" y="15871"/>
                  </a:lnTo>
                  <a:lnTo>
                    <a:pt x="1122543" y="31669"/>
                  </a:lnTo>
                  <a:lnTo>
                    <a:pt x="1087463" y="47394"/>
                  </a:lnTo>
                  <a:lnTo>
                    <a:pt x="1052384" y="63045"/>
                  </a:lnTo>
                  <a:lnTo>
                    <a:pt x="1017304" y="78624"/>
                  </a:lnTo>
                  <a:lnTo>
                    <a:pt x="982225" y="94130"/>
                  </a:lnTo>
                  <a:lnTo>
                    <a:pt x="947146" y="109564"/>
                  </a:lnTo>
                  <a:lnTo>
                    <a:pt x="912066" y="124926"/>
                  </a:lnTo>
                  <a:lnTo>
                    <a:pt x="876987" y="140218"/>
                  </a:lnTo>
                  <a:lnTo>
                    <a:pt x="841907" y="155438"/>
                  </a:lnTo>
                  <a:lnTo>
                    <a:pt x="806828" y="170587"/>
                  </a:lnTo>
                  <a:lnTo>
                    <a:pt x="771748" y="185666"/>
                  </a:lnTo>
                  <a:lnTo>
                    <a:pt x="736669" y="200674"/>
                  </a:lnTo>
                  <a:lnTo>
                    <a:pt x="701589" y="215613"/>
                  </a:lnTo>
                  <a:lnTo>
                    <a:pt x="666510" y="230483"/>
                  </a:lnTo>
                  <a:lnTo>
                    <a:pt x="631430" y="245283"/>
                  </a:lnTo>
                  <a:lnTo>
                    <a:pt x="596351" y="260015"/>
                  </a:lnTo>
                  <a:lnTo>
                    <a:pt x="561271" y="274678"/>
                  </a:lnTo>
                  <a:lnTo>
                    <a:pt x="526192" y="289273"/>
                  </a:lnTo>
                  <a:lnTo>
                    <a:pt x="491112" y="303800"/>
                  </a:lnTo>
                  <a:lnTo>
                    <a:pt x="456033" y="318260"/>
                  </a:lnTo>
                  <a:lnTo>
                    <a:pt x="420953" y="332653"/>
                  </a:lnTo>
                  <a:lnTo>
                    <a:pt x="385874" y="346978"/>
                  </a:lnTo>
                  <a:lnTo>
                    <a:pt x="350794" y="361237"/>
                  </a:lnTo>
                  <a:lnTo>
                    <a:pt x="315715" y="375430"/>
                  </a:lnTo>
                  <a:lnTo>
                    <a:pt x="280635" y="389557"/>
                  </a:lnTo>
                  <a:lnTo>
                    <a:pt x="245556" y="403618"/>
                  </a:lnTo>
                  <a:lnTo>
                    <a:pt x="210476" y="417614"/>
                  </a:lnTo>
                  <a:lnTo>
                    <a:pt x="175397" y="431544"/>
                  </a:lnTo>
                  <a:lnTo>
                    <a:pt x="140317" y="445410"/>
                  </a:lnTo>
                  <a:lnTo>
                    <a:pt x="105238" y="459212"/>
                  </a:lnTo>
                  <a:lnTo>
                    <a:pt x="70158" y="472949"/>
                  </a:lnTo>
                  <a:lnTo>
                    <a:pt x="35079" y="486623"/>
                  </a:lnTo>
                  <a:lnTo>
                    <a:pt x="0" y="50023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" name="pg17"/>
            <p:cNvSpPr/>
            <p:nvPr/>
          </p:nvSpPr>
          <p:spPr>
            <a:xfrm>
              <a:off x="1391450" y="2643020"/>
              <a:ext cx="3367630" cy="2072851"/>
            </a:xfrm>
            <a:custGeom>
              <a:avLst/>
              <a:pathLst>
                <a:path w="3367630" h="2072851">
                  <a:moveTo>
                    <a:pt x="0" y="1262376"/>
                  </a:moveTo>
                  <a:lnTo>
                    <a:pt x="35079" y="1265687"/>
                  </a:lnTo>
                  <a:lnTo>
                    <a:pt x="70158" y="1269069"/>
                  </a:lnTo>
                  <a:lnTo>
                    <a:pt x="105238" y="1271515"/>
                  </a:lnTo>
                  <a:lnTo>
                    <a:pt x="140317" y="1273000"/>
                  </a:lnTo>
                  <a:lnTo>
                    <a:pt x="175397" y="1274444"/>
                  </a:lnTo>
                  <a:lnTo>
                    <a:pt x="210476" y="1279142"/>
                  </a:lnTo>
                  <a:lnTo>
                    <a:pt x="245556" y="1281972"/>
                  </a:lnTo>
                  <a:lnTo>
                    <a:pt x="280635" y="1286164"/>
                  </a:lnTo>
                  <a:lnTo>
                    <a:pt x="315715" y="1292760"/>
                  </a:lnTo>
                  <a:lnTo>
                    <a:pt x="350794" y="1296246"/>
                  </a:lnTo>
                  <a:lnTo>
                    <a:pt x="385874" y="1301062"/>
                  </a:lnTo>
                  <a:lnTo>
                    <a:pt x="420953" y="1304824"/>
                  </a:lnTo>
                  <a:lnTo>
                    <a:pt x="456033" y="1310747"/>
                  </a:lnTo>
                  <a:lnTo>
                    <a:pt x="491112" y="1313332"/>
                  </a:lnTo>
                  <a:lnTo>
                    <a:pt x="526192" y="1312985"/>
                  </a:lnTo>
                  <a:lnTo>
                    <a:pt x="561271" y="1314527"/>
                  </a:lnTo>
                  <a:lnTo>
                    <a:pt x="596351" y="1314858"/>
                  </a:lnTo>
                  <a:lnTo>
                    <a:pt x="631430" y="1314959"/>
                  </a:lnTo>
                  <a:lnTo>
                    <a:pt x="666510" y="1316443"/>
                  </a:lnTo>
                  <a:lnTo>
                    <a:pt x="701589" y="1320336"/>
                  </a:lnTo>
                  <a:lnTo>
                    <a:pt x="736669" y="1324081"/>
                  </a:lnTo>
                  <a:lnTo>
                    <a:pt x="771748" y="1323429"/>
                  </a:lnTo>
                  <a:lnTo>
                    <a:pt x="806828" y="1320368"/>
                  </a:lnTo>
                  <a:lnTo>
                    <a:pt x="841907" y="1323344"/>
                  </a:lnTo>
                  <a:lnTo>
                    <a:pt x="876987" y="1321931"/>
                  </a:lnTo>
                  <a:lnTo>
                    <a:pt x="912066" y="1320320"/>
                  </a:lnTo>
                  <a:lnTo>
                    <a:pt x="947146" y="1320049"/>
                  </a:lnTo>
                  <a:lnTo>
                    <a:pt x="982225" y="1317069"/>
                  </a:lnTo>
                  <a:lnTo>
                    <a:pt x="1017304" y="1315416"/>
                  </a:lnTo>
                  <a:lnTo>
                    <a:pt x="1052384" y="1312407"/>
                  </a:lnTo>
                  <a:lnTo>
                    <a:pt x="1087463" y="1305972"/>
                  </a:lnTo>
                  <a:lnTo>
                    <a:pt x="1122543" y="1301889"/>
                  </a:lnTo>
                  <a:lnTo>
                    <a:pt x="1157622" y="1294962"/>
                  </a:lnTo>
                  <a:lnTo>
                    <a:pt x="1192702" y="1287058"/>
                  </a:lnTo>
                  <a:lnTo>
                    <a:pt x="1227781" y="1278104"/>
                  </a:lnTo>
                  <a:lnTo>
                    <a:pt x="1262861" y="1266726"/>
                  </a:lnTo>
                  <a:lnTo>
                    <a:pt x="1297940" y="1259871"/>
                  </a:lnTo>
                  <a:lnTo>
                    <a:pt x="1333020" y="1248689"/>
                  </a:lnTo>
                  <a:lnTo>
                    <a:pt x="1368099" y="1233578"/>
                  </a:lnTo>
                  <a:lnTo>
                    <a:pt x="1403179" y="1222075"/>
                  </a:lnTo>
                  <a:lnTo>
                    <a:pt x="1438258" y="1205488"/>
                  </a:lnTo>
                  <a:lnTo>
                    <a:pt x="1473338" y="1195103"/>
                  </a:lnTo>
                  <a:lnTo>
                    <a:pt x="1508417" y="1177544"/>
                  </a:lnTo>
                  <a:lnTo>
                    <a:pt x="1543497" y="1159817"/>
                  </a:lnTo>
                  <a:lnTo>
                    <a:pt x="1578576" y="1143926"/>
                  </a:lnTo>
                  <a:lnTo>
                    <a:pt x="1613656" y="1126837"/>
                  </a:lnTo>
                  <a:lnTo>
                    <a:pt x="1648735" y="1111351"/>
                  </a:lnTo>
                  <a:lnTo>
                    <a:pt x="1683815" y="1097121"/>
                  </a:lnTo>
                  <a:lnTo>
                    <a:pt x="1718894" y="1083310"/>
                  </a:lnTo>
                  <a:lnTo>
                    <a:pt x="1753974" y="1065737"/>
                  </a:lnTo>
                  <a:lnTo>
                    <a:pt x="1789053" y="1045050"/>
                  </a:lnTo>
                  <a:lnTo>
                    <a:pt x="1824133" y="1023121"/>
                  </a:lnTo>
                  <a:lnTo>
                    <a:pt x="1859212" y="1002293"/>
                  </a:lnTo>
                  <a:lnTo>
                    <a:pt x="1894292" y="983349"/>
                  </a:lnTo>
                  <a:lnTo>
                    <a:pt x="1929371" y="966670"/>
                  </a:lnTo>
                  <a:lnTo>
                    <a:pt x="1964450" y="948326"/>
                  </a:lnTo>
                  <a:lnTo>
                    <a:pt x="1999530" y="929377"/>
                  </a:lnTo>
                  <a:lnTo>
                    <a:pt x="2034609" y="911821"/>
                  </a:lnTo>
                  <a:lnTo>
                    <a:pt x="2069689" y="888407"/>
                  </a:lnTo>
                  <a:lnTo>
                    <a:pt x="2104768" y="867004"/>
                  </a:lnTo>
                  <a:lnTo>
                    <a:pt x="2139848" y="845401"/>
                  </a:lnTo>
                  <a:lnTo>
                    <a:pt x="2174927" y="826098"/>
                  </a:lnTo>
                  <a:lnTo>
                    <a:pt x="2210007" y="806708"/>
                  </a:lnTo>
                  <a:lnTo>
                    <a:pt x="2245086" y="785129"/>
                  </a:lnTo>
                  <a:lnTo>
                    <a:pt x="2280166" y="766787"/>
                  </a:lnTo>
                  <a:lnTo>
                    <a:pt x="2315245" y="744100"/>
                  </a:lnTo>
                  <a:lnTo>
                    <a:pt x="2350325" y="720199"/>
                  </a:lnTo>
                  <a:lnTo>
                    <a:pt x="2385404" y="696217"/>
                  </a:lnTo>
                  <a:lnTo>
                    <a:pt x="2420484" y="672401"/>
                  </a:lnTo>
                  <a:lnTo>
                    <a:pt x="2455563" y="648454"/>
                  </a:lnTo>
                  <a:lnTo>
                    <a:pt x="2490643" y="624374"/>
                  </a:lnTo>
                  <a:lnTo>
                    <a:pt x="2525722" y="600839"/>
                  </a:lnTo>
                  <a:lnTo>
                    <a:pt x="2560802" y="581148"/>
                  </a:lnTo>
                  <a:lnTo>
                    <a:pt x="2595881" y="559627"/>
                  </a:lnTo>
                  <a:lnTo>
                    <a:pt x="2630961" y="535311"/>
                  </a:lnTo>
                  <a:lnTo>
                    <a:pt x="2666040" y="512668"/>
                  </a:lnTo>
                  <a:lnTo>
                    <a:pt x="2701120" y="489439"/>
                  </a:lnTo>
                  <a:lnTo>
                    <a:pt x="2736199" y="464943"/>
                  </a:lnTo>
                  <a:lnTo>
                    <a:pt x="2771279" y="440309"/>
                  </a:lnTo>
                  <a:lnTo>
                    <a:pt x="2806358" y="413619"/>
                  </a:lnTo>
                  <a:lnTo>
                    <a:pt x="2841438" y="385831"/>
                  </a:lnTo>
                  <a:lnTo>
                    <a:pt x="2876517" y="360326"/>
                  </a:lnTo>
                  <a:lnTo>
                    <a:pt x="2911597" y="334761"/>
                  </a:lnTo>
                  <a:lnTo>
                    <a:pt x="2946676" y="309103"/>
                  </a:lnTo>
                  <a:lnTo>
                    <a:pt x="2981755" y="283300"/>
                  </a:lnTo>
                  <a:lnTo>
                    <a:pt x="3016835" y="258886"/>
                  </a:lnTo>
                  <a:lnTo>
                    <a:pt x="3051914" y="233111"/>
                  </a:lnTo>
                  <a:lnTo>
                    <a:pt x="3086994" y="208832"/>
                  </a:lnTo>
                  <a:lnTo>
                    <a:pt x="3122073" y="185165"/>
                  </a:lnTo>
                  <a:lnTo>
                    <a:pt x="3157153" y="161349"/>
                  </a:lnTo>
                  <a:lnTo>
                    <a:pt x="3192232" y="137180"/>
                  </a:lnTo>
                  <a:lnTo>
                    <a:pt x="3227312" y="109895"/>
                  </a:lnTo>
                  <a:lnTo>
                    <a:pt x="3262391" y="80930"/>
                  </a:lnTo>
                  <a:lnTo>
                    <a:pt x="3297471" y="54020"/>
                  </a:lnTo>
                  <a:lnTo>
                    <a:pt x="3332550" y="27035"/>
                  </a:lnTo>
                  <a:lnTo>
                    <a:pt x="3367630" y="0"/>
                  </a:lnTo>
                  <a:lnTo>
                    <a:pt x="3367630" y="1739329"/>
                  </a:lnTo>
                  <a:lnTo>
                    <a:pt x="3332550" y="1735683"/>
                  </a:lnTo>
                  <a:lnTo>
                    <a:pt x="3297471" y="1730480"/>
                  </a:lnTo>
                  <a:lnTo>
                    <a:pt x="3262391" y="1728002"/>
                  </a:lnTo>
                  <a:lnTo>
                    <a:pt x="3227312" y="1725582"/>
                  </a:lnTo>
                  <a:lnTo>
                    <a:pt x="3192232" y="1722021"/>
                  </a:lnTo>
                  <a:lnTo>
                    <a:pt x="3157153" y="1717986"/>
                  </a:lnTo>
                  <a:lnTo>
                    <a:pt x="3122073" y="1714315"/>
                  </a:lnTo>
                  <a:lnTo>
                    <a:pt x="3086994" y="1711303"/>
                  </a:lnTo>
                  <a:lnTo>
                    <a:pt x="3051914" y="1706625"/>
                  </a:lnTo>
                  <a:lnTo>
                    <a:pt x="3016835" y="1701647"/>
                  </a:lnTo>
                  <a:lnTo>
                    <a:pt x="2981755" y="1697572"/>
                  </a:lnTo>
                  <a:lnTo>
                    <a:pt x="2946676" y="1693831"/>
                  </a:lnTo>
                  <a:lnTo>
                    <a:pt x="2911597" y="1691304"/>
                  </a:lnTo>
                  <a:lnTo>
                    <a:pt x="2876517" y="1688707"/>
                  </a:lnTo>
                  <a:lnTo>
                    <a:pt x="2841438" y="1683706"/>
                  </a:lnTo>
                  <a:lnTo>
                    <a:pt x="2806358" y="1679415"/>
                  </a:lnTo>
                  <a:lnTo>
                    <a:pt x="2771279" y="1675091"/>
                  </a:lnTo>
                  <a:lnTo>
                    <a:pt x="2736199" y="1672122"/>
                  </a:lnTo>
                  <a:lnTo>
                    <a:pt x="2701120" y="1669150"/>
                  </a:lnTo>
                  <a:lnTo>
                    <a:pt x="2666040" y="1666175"/>
                  </a:lnTo>
                  <a:lnTo>
                    <a:pt x="2630961" y="1663156"/>
                  </a:lnTo>
                  <a:lnTo>
                    <a:pt x="2595881" y="1660127"/>
                  </a:lnTo>
                  <a:lnTo>
                    <a:pt x="2560802" y="1657167"/>
                  </a:lnTo>
                  <a:lnTo>
                    <a:pt x="2525722" y="1654185"/>
                  </a:lnTo>
                  <a:lnTo>
                    <a:pt x="2490643" y="1649091"/>
                  </a:lnTo>
                  <a:lnTo>
                    <a:pt x="2455563" y="1642622"/>
                  </a:lnTo>
                  <a:lnTo>
                    <a:pt x="2420484" y="1638034"/>
                  </a:lnTo>
                  <a:lnTo>
                    <a:pt x="2385404" y="1633894"/>
                  </a:lnTo>
                  <a:lnTo>
                    <a:pt x="2350325" y="1632981"/>
                  </a:lnTo>
                  <a:lnTo>
                    <a:pt x="2315245" y="1630839"/>
                  </a:lnTo>
                  <a:lnTo>
                    <a:pt x="2280166" y="1631091"/>
                  </a:lnTo>
                  <a:lnTo>
                    <a:pt x="2245086" y="1630049"/>
                  </a:lnTo>
                  <a:lnTo>
                    <a:pt x="2210007" y="1627039"/>
                  </a:lnTo>
                  <a:lnTo>
                    <a:pt x="2174927" y="1620591"/>
                  </a:lnTo>
                  <a:lnTo>
                    <a:pt x="2139848" y="1620766"/>
                  </a:lnTo>
                  <a:lnTo>
                    <a:pt x="2104768" y="1618003"/>
                  </a:lnTo>
                  <a:lnTo>
                    <a:pt x="2069689" y="1614915"/>
                  </a:lnTo>
                  <a:lnTo>
                    <a:pt x="2034609" y="1611882"/>
                  </a:lnTo>
                  <a:lnTo>
                    <a:pt x="1999530" y="1608860"/>
                  </a:lnTo>
                  <a:lnTo>
                    <a:pt x="1964450" y="1605988"/>
                  </a:lnTo>
                  <a:lnTo>
                    <a:pt x="1929371" y="1602765"/>
                  </a:lnTo>
                  <a:lnTo>
                    <a:pt x="1894292" y="1600175"/>
                  </a:lnTo>
                  <a:lnTo>
                    <a:pt x="1859212" y="1596698"/>
                  </a:lnTo>
                  <a:lnTo>
                    <a:pt x="1824133" y="1593767"/>
                  </a:lnTo>
                  <a:lnTo>
                    <a:pt x="1789053" y="1594519"/>
                  </a:lnTo>
                  <a:lnTo>
                    <a:pt x="1753974" y="1593044"/>
                  </a:lnTo>
                  <a:lnTo>
                    <a:pt x="1718894" y="1590731"/>
                  </a:lnTo>
                  <a:lnTo>
                    <a:pt x="1683815" y="1591703"/>
                  </a:lnTo>
                  <a:lnTo>
                    <a:pt x="1648735" y="1594805"/>
                  </a:lnTo>
                  <a:lnTo>
                    <a:pt x="1613656" y="1592263"/>
                  </a:lnTo>
                  <a:lnTo>
                    <a:pt x="1578576" y="1591989"/>
                  </a:lnTo>
                  <a:lnTo>
                    <a:pt x="1543497" y="1593763"/>
                  </a:lnTo>
                  <a:lnTo>
                    <a:pt x="1508417" y="1596910"/>
                  </a:lnTo>
                  <a:lnTo>
                    <a:pt x="1473338" y="1598597"/>
                  </a:lnTo>
                  <a:lnTo>
                    <a:pt x="1438258" y="1596747"/>
                  </a:lnTo>
                  <a:lnTo>
                    <a:pt x="1403179" y="1594825"/>
                  </a:lnTo>
                  <a:lnTo>
                    <a:pt x="1368099" y="1596922"/>
                  </a:lnTo>
                  <a:lnTo>
                    <a:pt x="1333020" y="1599661"/>
                  </a:lnTo>
                  <a:lnTo>
                    <a:pt x="1297940" y="1600168"/>
                  </a:lnTo>
                  <a:lnTo>
                    <a:pt x="1262861" y="1604352"/>
                  </a:lnTo>
                  <a:lnTo>
                    <a:pt x="1227781" y="1609737"/>
                  </a:lnTo>
                  <a:lnTo>
                    <a:pt x="1192702" y="1613945"/>
                  </a:lnTo>
                  <a:lnTo>
                    <a:pt x="1157622" y="1623718"/>
                  </a:lnTo>
                  <a:lnTo>
                    <a:pt x="1122543" y="1631101"/>
                  </a:lnTo>
                  <a:lnTo>
                    <a:pt x="1087463" y="1638418"/>
                  </a:lnTo>
                  <a:lnTo>
                    <a:pt x="1052384" y="1647492"/>
                  </a:lnTo>
                  <a:lnTo>
                    <a:pt x="1017304" y="1659293"/>
                  </a:lnTo>
                  <a:lnTo>
                    <a:pt x="982225" y="1672285"/>
                  </a:lnTo>
                  <a:lnTo>
                    <a:pt x="947146" y="1683547"/>
                  </a:lnTo>
                  <a:lnTo>
                    <a:pt x="912066" y="1697905"/>
                  </a:lnTo>
                  <a:lnTo>
                    <a:pt x="876987" y="1709252"/>
                  </a:lnTo>
                  <a:lnTo>
                    <a:pt x="841907" y="1721508"/>
                  </a:lnTo>
                  <a:lnTo>
                    <a:pt x="806828" y="1734013"/>
                  </a:lnTo>
                  <a:lnTo>
                    <a:pt x="771748" y="1746430"/>
                  </a:lnTo>
                  <a:lnTo>
                    <a:pt x="736669" y="1758248"/>
                  </a:lnTo>
                  <a:lnTo>
                    <a:pt x="701589" y="1771441"/>
                  </a:lnTo>
                  <a:lnTo>
                    <a:pt x="666510" y="1785627"/>
                  </a:lnTo>
                  <a:lnTo>
                    <a:pt x="631430" y="1800101"/>
                  </a:lnTo>
                  <a:lnTo>
                    <a:pt x="596351" y="1813667"/>
                  </a:lnTo>
                  <a:lnTo>
                    <a:pt x="561271" y="1828508"/>
                  </a:lnTo>
                  <a:lnTo>
                    <a:pt x="526192" y="1841969"/>
                  </a:lnTo>
                  <a:lnTo>
                    <a:pt x="491112" y="1857133"/>
                  </a:lnTo>
                  <a:lnTo>
                    <a:pt x="456033" y="1871570"/>
                  </a:lnTo>
                  <a:lnTo>
                    <a:pt x="420953" y="1885606"/>
                  </a:lnTo>
                  <a:lnTo>
                    <a:pt x="385874" y="1900805"/>
                  </a:lnTo>
                  <a:lnTo>
                    <a:pt x="350794" y="1917106"/>
                  </a:lnTo>
                  <a:lnTo>
                    <a:pt x="315715" y="1934568"/>
                  </a:lnTo>
                  <a:lnTo>
                    <a:pt x="280635" y="1953445"/>
                  </a:lnTo>
                  <a:lnTo>
                    <a:pt x="245556" y="1969631"/>
                  </a:lnTo>
                  <a:lnTo>
                    <a:pt x="210476" y="1985370"/>
                  </a:lnTo>
                  <a:lnTo>
                    <a:pt x="175397" y="2000185"/>
                  </a:lnTo>
                  <a:lnTo>
                    <a:pt x="140317" y="2015017"/>
                  </a:lnTo>
                  <a:lnTo>
                    <a:pt x="105238" y="2030096"/>
                  </a:lnTo>
                  <a:lnTo>
                    <a:pt x="70158" y="2044105"/>
                  </a:lnTo>
                  <a:lnTo>
                    <a:pt x="35079" y="2058367"/>
                  </a:lnTo>
                  <a:lnTo>
                    <a:pt x="0" y="2072851"/>
                  </a:lnTo>
                  <a:close/>
                </a:path>
              </a:pathLst>
            </a:cu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391450" y="2643020"/>
              <a:ext cx="3367630" cy="1324081"/>
            </a:xfrm>
            <a:custGeom>
              <a:avLst/>
              <a:pathLst>
                <a:path w="3367630" h="1324081">
                  <a:moveTo>
                    <a:pt x="0" y="1262376"/>
                  </a:moveTo>
                  <a:lnTo>
                    <a:pt x="35079" y="1265687"/>
                  </a:lnTo>
                  <a:lnTo>
                    <a:pt x="70158" y="1269069"/>
                  </a:lnTo>
                  <a:lnTo>
                    <a:pt x="105238" y="1271515"/>
                  </a:lnTo>
                  <a:lnTo>
                    <a:pt x="140317" y="1273000"/>
                  </a:lnTo>
                  <a:lnTo>
                    <a:pt x="175397" y="1274444"/>
                  </a:lnTo>
                  <a:lnTo>
                    <a:pt x="210476" y="1279142"/>
                  </a:lnTo>
                  <a:lnTo>
                    <a:pt x="245556" y="1281972"/>
                  </a:lnTo>
                  <a:lnTo>
                    <a:pt x="280635" y="1286164"/>
                  </a:lnTo>
                  <a:lnTo>
                    <a:pt x="315715" y="1292760"/>
                  </a:lnTo>
                  <a:lnTo>
                    <a:pt x="350794" y="1296246"/>
                  </a:lnTo>
                  <a:lnTo>
                    <a:pt x="385874" y="1301062"/>
                  </a:lnTo>
                  <a:lnTo>
                    <a:pt x="420953" y="1304824"/>
                  </a:lnTo>
                  <a:lnTo>
                    <a:pt x="456033" y="1310747"/>
                  </a:lnTo>
                  <a:lnTo>
                    <a:pt x="491112" y="1313332"/>
                  </a:lnTo>
                  <a:lnTo>
                    <a:pt x="526192" y="1312985"/>
                  </a:lnTo>
                  <a:lnTo>
                    <a:pt x="561271" y="1314527"/>
                  </a:lnTo>
                  <a:lnTo>
                    <a:pt x="596351" y="1314858"/>
                  </a:lnTo>
                  <a:lnTo>
                    <a:pt x="631430" y="1314959"/>
                  </a:lnTo>
                  <a:lnTo>
                    <a:pt x="666510" y="1316443"/>
                  </a:lnTo>
                  <a:lnTo>
                    <a:pt x="701589" y="1320336"/>
                  </a:lnTo>
                  <a:lnTo>
                    <a:pt x="736669" y="1324081"/>
                  </a:lnTo>
                  <a:lnTo>
                    <a:pt x="771748" y="1323429"/>
                  </a:lnTo>
                  <a:lnTo>
                    <a:pt x="806828" y="1320368"/>
                  </a:lnTo>
                  <a:lnTo>
                    <a:pt x="841907" y="1323344"/>
                  </a:lnTo>
                  <a:lnTo>
                    <a:pt x="876987" y="1321931"/>
                  </a:lnTo>
                  <a:lnTo>
                    <a:pt x="912066" y="1320320"/>
                  </a:lnTo>
                  <a:lnTo>
                    <a:pt x="947146" y="1320049"/>
                  </a:lnTo>
                  <a:lnTo>
                    <a:pt x="982225" y="1317069"/>
                  </a:lnTo>
                  <a:lnTo>
                    <a:pt x="1017304" y="1315416"/>
                  </a:lnTo>
                  <a:lnTo>
                    <a:pt x="1052384" y="1312407"/>
                  </a:lnTo>
                  <a:lnTo>
                    <a:pt x="1087463" y="1305972"/>
                  </a:lnTo>
                  <a:lnTo>
                    <a:pt x="1122543" y="1301889"/>
                  </a:lnTo>
                  <a:lnTo>
                    <a:pt x="1157622" y="1294962"/>
                  </a:lnTo>
                  <a:lnTo>
                    <a:pt x="1192702" y="1287058"/>
                  </a:lnTo>
                  <a:lnTo>
                    <a:pt x="1227781" y="1278104"/>
                  </a:lnTo>
                  <a:lnTo>
                    <a:pt x="1262861" y="1266726"/>
                  </a:lnTo>
                  <a:lnTo>
                    <a:pt x="1297940" y="1259871"/>
                  </a:lnTo>
                  <a:lnTo>
                    <a:pt x="1333020" y="1248689"/>
                  </a:lnTo>
                  <a:lnTo>
                    <a:pt x="1368099" y="1233578"/>
                  </a:lnTo>
                  <a:lnTo>
                    <a:pt x="1403179" y="1222075"/>
                  </a:lnTo>
                  <a:lnTo>
                    <a:pt x="1438258" y="1205488"/>
                  </a:lnTo>
                  <a:lnTo>
                    <a:pt x="1473338" y="1195103"/>
                  </a:lnTo>
                  <a:lnTo>
                    <a:pt x="1508417" y="1177544"/>
                  </a:lnTo>
                  <a:lnTo>
                    <a:pt x="1543497" y="1159817"/>
                  </a:lnTo>
                  <a:lnTo>
                    <a:pt x="1578576" y="1143926"/>
                  </a:lnTo>
                  <a:lnTo>
                    <a:pt x="1613656" y="1126837"/>
                  </a:lnTo>
                  <a:lnTo>
                    <a:pt x="1648735" y="1111351"/>
                  </a:lnTo>
                  <a:lnTo>
                    <a:pt x="1683815" y="1097121"/>
                  </a:lnTo>
                  <a:lnTo>
                    <a:pt x="1718894" y="1083310"/>
                  </a:lnTo>
                  <a:lnTo>
                    <a:pt x="1753974" y="1065737"/>
                  </a:lnTo>
                  <a:lnTo>
                    <a:pt x="1789053" y="1045050"/>
                  </a:lnTo>
                  <a:lnTo>
                    <a:pt x="1824133" y="1023121"/>
                  </a:lnTo>
                  <a:lnTo>
                    <a:pt x="1859212" y="1002293"/>
                  </a:lnTo>
                  <a:lnTo>
                    <a:pt x="1894292" y="983349"/>
                  </a:lnTo>
                  <a:lnTo>
                    <a:pt x="1929371" y="966670"/>
                  </a:lnTo>
                  <a:lnTo>
                    <a:pt x="1964450" y="948326"/>
                  </a:lnTo>
                  <a:lnTo>
                    <a:pt x="1999530" y="929377"/>
                  </a:lnTo>
                  <a:lnTo>
                    <a:pt x="2034609" y="911821"/>
                  </a:lnTo>
                  <a:lnTo>
                    <a:pt x="2069689" y="888407"/>
                  </a:lnTo>
                  <a:lnTo>
                    <a:pt x="2104768" y="867004"/>
                  </a:lnTo>
                  <a:lnTo>
                    <a:pt x="2139848" y="845401"/>
                  </a:lnTo>
                  <a:lnTo>
                    <a:pt x="2174927" y="826098"/>
                  </a:lnTo>
                  <a:lnTo>
                    <a:pt x="2210007" y="806708"/>
                  </a:lnTo>
                  <a:lnTo>
                    <a:pt x="2245086" y="785129"/>
                  </a:lnTo>
                  <a:lnTo>
                    <a:pt x="2280166" y="766787"/>
                  </a:lnTo>
                  <a:lnTo>
                    <a:pt x="2315245" y="744100"/>
                  </a:lnTo>
                  <a:lnTo>
                    <a:pt x="2350325" y="720199"/>
                  </a:lnTo>
                  <a:lnTo>
                    <a:pt x="2385404" y="696217"/>
                  </a:lnTo>
                  <a:lnTo>
                    <a:pt x="2420484" y="672401"/>
                  </a:lnTo>
                  <a:lnTo>
                    <a:pt x="2455563" y="648454"/>
                  </a:lnTo>
                  <a:lnTo>
                    <a:pt x="2490643" y="624374"/>
                  </a:lnTo>
                  <a:lnTo>
                    <a:pt x="2525722" y="600839"/>
                  </a:lnTo>
                  <a:lnTo>
                    <a:pt x="2560802" y="581148"/>
                  </a:lnTo>
                  <a:lnTo>
                    <a:pt x="2595881" y="559627"/>
                  </a:lnTo>
                  <a:lnTo>
                    <a:pt x="2630961" y="535311"/>
                  </a:lnTo>
                  <a:lnTo>
                    <a:pt x="2666040" y="512668"/>
                  </a:lnTo>
                  <a:lnTo>
                    <a:pt x="2701120" y="489439"/>
                  </a:lnTo>
                  <a:lnTo>
                    <a:pt x="2736199" y="464943"/>
                  </a:lnTo>
                  <a:lnTo>
                    <a:pt x="2771279" y="440309"/>
                  </a:lnTo>
                  <a:lnTo>
                    <a:pt x="2806358" y="413619"/>
                  </a:lnTo>
                  <a:lnTo>
                    <a:pt x="2841438" y="385831"/>
                  </a:lnTo>
                  <a:lnTo>
                    <a:pt x="2876517" y="360326"/>
                  </a:lnTo>
                  <a:lnTo>
                    <a:pt x="2911597" y="334761"/>
                  </a:lnTo>
                  <a:lnTo>
                    <a:pt x="2946676" y="309103"/>
                  </a:lnTo>
                  <a:lnTo>
                    <a:pt x="2981755" y="283300"/>
                  </a:lnTo>
                  <a:lnTo>
                    <a:pt x="3016835" y="258886"/>
                  </a:lnTo>
                  <a:lnTo>
                    <a:pt x="3051914" y="233111"/>
                  </a:lnTo>
                  <a:lnTo>
                    <a:pt x="3086994" y="208832"/>
                  </a:lnTo>
                  <a:lnTo>
                    <a:pt x="3122073" y="185165"/>
                  </a:lnTo>
                  <a:lnTo>
                    <a:pt x="3157153" y="161349"/>
                  </a:lnTo>
                  <a:lnTo>
                    <a:pt x="3192232" y="137180"/>
                  </a:lnTo>
                  <a:lnTo>
                    <a:pt x="3227312" y="109895"/>
                  </a:lnTo>
                  <a:lnTo>
                    <a:pt x="3262391" y="80930"/>
                  </a:lnTo>
                  <a:lnTo>
                    <a:pt x="3297471" y="54020"/>
                  </a:lnTo>
                  <a:lnTo>
                    <a:pt x="3332550" y="27035"/>
                  </a:lnTo>
                  <a:lnTo>
                    <a:pt x="3367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391450" y="4233751"/>
              <a:ext cx="3367630" cy="482120"/>
            </a:xfrm>
            <a:custGeom>
              <a:avLst/>
              <a:pathLst>
                <a:path w="3367630" h="482120">
                  <a:moveTo>
                    <a:pt x="3367630" y="148597"/>
                  </a:moveTo>
                  <a:lnTo>
                    <a:pt x="3332550" y="144951"/>
                  </a:lnTo>
                  <a:lnTo>
                    <a:pt x="3297471" y="139749"/>
                  </a:lnTo>
                  <a:lnTo>
                    <a:pt x="3262391" y="137271"/>
                  </a:lnTo>
                  <a:lnTo>
                    <a:pt x="3227312" y="134850"/>
                  </a:lnTo>
                  <a:lnTo>
                    <a:pt x="3192232" y="131289"/>
                  </a:lnTo>
                  <a:lnTo>
                    <a:pt x="3157153" y="127254"/>
                  </a:lnTo>
                  <a:lnTo>
                    <a:pt x="3122073" y="123583"/>
                  </a:lnTo>
                  <a:lnTo>
                    <a:pt x="3086994" y="120571"/>
                  </a:lnTo>
                  <a:lnTo>
                    <a:pt x="3051914" y="115893"/>
                  </a:lnTo>
                  <a:lnTo>
                    <a:pt x="3016835" y="110916"/>
                  </a:lnTo>
                  <a:lnTo>
                    <a:pt x="2981755" y="106841"/>
                  </a:lnTo>
                  <a:lnTo>
                    <a:pt x="2946676" y="103099"/>
                  </a:lnTo>
                  <a:lnTo>
                    <a:pt x="2911597" y="100572"/>
                  </a:lnTo>
                  <a:lnTo>
                    <a:pt x="2876517" y="97975"/>
                  </a:lnTo>
                  <a:lnTo>
                    <a:pt x="2841438" y="92974"/>
                  </a:lnTo>
                  <a:lnTo>
                    <a:pt x="2806358" y="88684"/>
                  </a:lnTo>
                  <a:lnTo>
                    <a:pt x="2771279" y="84360"/>
                  </a:lnTo>
                  <a:lnTo>
                    <a:pt x="2736199" y="81390"/>
                  </a:lnTo>
                  <a:lnTo>
                    <a:pt x="2701120" y="78418"/>
                  </a:lnTo>
                  <a:lnTo>
                    <a:pt x="2666040" y="75444"/>
                  </a:lnTo>
                  <a:lnTo>
                    <a:pt x="2630961" y="72424"/>
                  </a:lnTo>
                  <a:lnTo>
                    <a:pt x="2595881" y="69396"/>
                  </a:lnTo>
                  <a:lnTo>
                    <a:pt x="2560802" y="66435"/>
                  </a:lnTo>
                  <a:lnTo>
                    <a:pt x="2525722" y="63453"/>
                  </a:lnTo>
                  <a:lnTo>
                    <a:pt x="2490643" y="58360"/>
                  </a:lnTo>
                  <a:lnTo>
                    <a:pt x="2455563" y="51891"/>
                  </a:lnTo>
                  <a:lnTo>
                    <a:pt x="2420484" y="47302"/>
                  </a:lnTo>
                  <a:lnTo>
                    <a:pt x="2385404" y="43162"/>
                  </a:lnTo>
                  <a:lnTo>
                    <a:pt x="2350325" y="42250"/>
                  </a:lnTo>
                  <a:lnTo>
                    <a:pt x="2315245" y="40107"/>
                  </a:lnTo>
                  <a:lnTo>
                    <a:pt x="2280166" y="40359"/>
                  </a:lnTo>
                  <a:lnTo>
                    <a:pt x="2245086" y="39318"/>
                  </a:lnTo>
                  <a:lnTo>
                    <a:pt x="2210007" y="36307"/>
                  </a:lnTo>
                  <a:lnTo>
                    <a:pt x="2174927" y="29859"/>
                  </a:lnTo>
                  <a:lnTo>
                    <a:pt x="2139848" y="30034"/>
                  </a:lnTo>
                  <a:lnTo>
                    <a:pt x="2104768" y="27271"/>
                  </a:lnTo>
                  <a:lnTo>
                    <a:pt x="2069689" y="24183"/>
                  </a:lnTo>
                  <a:lnTo>
                    <a:pt x="2034609" y="21150"/>
                  </a:lnTo>
                  <a:lnTo>
                    <a:pt x="1999530" y="18129"/>
                  </a:lnTo>
                  <a:lnTo>
                    <a:pt x="1964450" y="15257"/>
                  </a:lnTo>
                  <a:lnTo>
                    <a:pt x="1929371" y="12033"/>
                  </a:lnTo>
                  <a:lnTo>
                    <a:pt x="1894292" y="9443"/>
                  </a:lnTo>
                  <a:lnTo>
                    <a:pt x="1859212" y="5966"/>
                  </a:lnTo>
                  <a:lnTo>
                    <a:pt x="1824133" y="3035"/>
                  </a:lnTo>
                  <a:lnTo>
                    <a:pt x="1789053" y="3788"/>
                  </a:lnTo>
                  <a:lnTo>
                    <a:pt x="1753974" y="2312"/>
                  </a:lnTo>
                  <a:lnTo>
                    <a:pt x="1718894" y="0"/>
                  </a:lnTo>
                  <a:lnTo>
                    <a:pt x="1683815" y="971"/>
                  </a:lnTo>
                  <a:lnTo>
                    <a:pt x="1648735" y="4073"/>
                  </a:lnTo>
                  <a:lnTo>
                    <a:pt x="1613656" y="1532"/>
                  </a:lnTo>
                  <a:lnTo>
                    <a:pt x="1578576" y="1257"/>
                  </a:lnTo>
                  <a:lnTo>
                    <a:pt x="1543497" y="3032"/>
                  </a:lnTo>
                  <a:lnTo>
                    <a:pt x="1508417" y="6178"/>
                  </a:lnTo>
                  <a:lnTo>
                    <a:pt x="1473338" y="7865"/>
                  </a:lnTo>
                  <a:lnTo>
                    <a:pt x="1438258" y="6015"/>
                  </a:lnTo>
                  <a:lnTo>
                    <a:pt x="1403179" y="4093"/>
                  </a:lnTo>
                  <a:lnTo>
                    <a:pt x="1368099" y="6190"/>
                  </a:lnTo>
                  <a:lnTo>
                    <a:pt x="1333020" y="8929"/>
                  </a:lnTo>
                  <a:lnTo>
                    <a:pt x="1297940" y="9437"/>
                  </a:lnTo>
                  <a:lnTo>
                    <a:pt x="1262861" y="13620"/>
                  </a:lnTo>
                  <a:lnTo>
                    <a:pt x="1227781" y="19005"/>
                  </a:lnTo>
                  <a:lnTo>
                    <a:pt x="1192702" y="23214"/>
                  </a:lnTo>
                  <a:lnTo>
                    <a:pt x="1157622" y="32986"/>
                  </a:lnTo>
                  <a:lnTo>
                    <a:pt x="1122543" y="40369"/>
                  </a:lnTo>
                  <a:lnTo>
                    <a:pt x="1087463" y="47686"/>
                  </a:lnTo>
                  <a:lnTo>
                    <a:pt x="1052384" y="56760"/>
                  </a:lnTo>
                  <a:lnTo>
                    <a:pt x="1017304" y="68561"/>
                  </a:lnTo>
                  <a:lnTo>
                    <a:pt x="982225" y="81554"/>
                  </a:lnTo>
                  <a:lnTo>
                    <a:pt x="947146" y="92815"/>
                  </a:lnTo>
                  <a:lnTo>
                    <a:pt x="912066" y="107173"/>
                  </a:lnTo>
                  <a:lnTo>
                    <a:pt x="876987" y="118521"/>
                  </a:lnTo>
                  <a:lnTo>
                    <a:pt x="841907" y="130777"/>
                  </a:lnTo>
                  <a:lnTo>
                    <a:pt x="806828" y="143281"/>
                  </a:lnTo>
                  <a:lnTo>
                    <a:pt x="771748" y="155698"/>
                  </a:lnTo>
                  <a:lnTo>
                    <a:pt x="736669" y="167516"/>
                  </a:lnTo>
                  <a:lnTo>
                    <a:pt x="701589" y="180709"/>
                  </a:lnTo>
                  <a:lnTo>
                    <a:pt x="666510" y="194896"/>
                  </a:lnTo>
                  <a:lnTo>
                    <a:pt x="631430" y="209369"/>
                  </a:lnTo>
                  <a:lnTo>
                    <a:pt x="596351" y="222935"/>
                  </a:lnTo>
                  <a:lnTo>
                    <a:pt x="561271" y="237776"/>
                  </a:lnTo>
                  <a:lnTo>
                    <a:pt x="526192" y="251237"/>
                  </a:lnTo>
                  <a:lnTo>
                    <a:pt x="491112" y="266402"/>
                  </a:lnTo>
                  <a:lnTo>
                    <a:pt x="456033" y="280838"/>
                  </a:lnTo>
                  <a:lnTo>
                    <a:pt x="420953" y="294874"/>
                  </a:lnTo>
                  <a:lnTo>
                    <a:pt x="385874" y="310073"/>
                  </a:lnTo>
                  <a:lnTo>
                    <a:pt x="350794" y="326375"/>
                  </a:lnTo>
                  <a:lnTo>
                    <a:pt x="315715" y="343836"/>
                  </a:lnTo>
                  <a:lnTo>
                    <a:pt x="280635" y="362714"/>
                  </a:lnTo>
                  <a:lnTo>
                    <a:pt x="245556" y="378900"/>
                  </a:lnTo>
                  <a:lnTo>
                    <a:pt x="210476" y="394638"/>
                  </a:lnTo>
                  <a:lnTo>
                    <a:pt x="175397" y="409453"/>
                  </a:lnTo>
                  <a:lnTo>
                    <a:pt x="140317" y="424285"/>
                  </a:lnTo>
                  <a:lnTo>
                    <a:pt x="105238" y="439364"/>
                  </a:lnTo>
                  <a:lnTo>
                    <a:pt x="70158" y="453373"/>
                  </a:lnTo>
                  <a:lnTo>
                    <a:pt x="35079" y="467635"/>
                  </a:lnTo>
                  <a:lnTo>
                    <a:pt x="0" y="48212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g20"/>
            <p:cNvSpPr/>
            <p:nvPr/>
          </p:nvSpPr>
          <p:spPr>
            <a:xfrm>
              <a:off x="1566847" y="774526"/>
              <a:ext cx="5156683" cy="4905740"/>
            </a:xfrm>
            <a:custGeom>
              <a:avLst/>
              <a:pathLst>
                <a:path w="5156683" h="4905740">
                  <a:moveTo>
                    <a:pt x="0" y="4445712"/>
                  </a:moveTo>
                  <a:lnTo>
                    <a:pt x="35079" y="4440083"/>
                  </a:lnTo>
                  <a:lnTo>
                    <a:pt x="70158" y="4434993"/>
                  </a:lnTo>
                  <a:lnTo>
                    <a:pt x="105238" y="4427946"/>
                  </a:lnTo>
                  <a:lnTo>
                    <a:pt x="140317" y="4421319"/>
                  </a:lnTo>
                  <a:lnTo>
                    <a:pt x="175397" y="4412716"/>
                  </a:lnTo>
                  <a:lnTo>
                    <a:pt x="210476" y="4406307"/>
                  </a:lnTo>
                  <a:lnTo>
                    <a:pt x="245556" y="4400925"/>
                  </a:lnTo>
                  <a:lnTo>
                    <a:pt x="280635" y="4393154"/>
                  </a:lnTo>
                  <a:lnTo>
                    <a:pt x="315715" y="4385610"/>
                  </a:lnTo>
                  <a:lnTo>
                    <a:pt x="350794" y="4377904"/>
                  </a:lnTo>
                  <a:lnTo>
                    <a:pt x="385874" y="4371519"/>
                  </a:lnTo>
                  <a:lnTo>
                    <a:pt x="420953" y="4362811"/>
                  </a:lnTo>
                  <a:lnTo>
                    <a:pt x="456033" y="4354576"/>
                  </a:lnTo>
                  <a:lnTo>
                    <a:pt x="491112" y="4344624"/>
                  </a:lnTo>
                  <a:lnTo>
                    <a:pt x="526192" y="4336781"/>
                  </a:lnTo>
                  <a:lnTo>
                    <a:pt x="561271" y="4330971"/>
                  </a:lnTo>
                  <a:lnTo>
                    <a:pt x="596351" y="4324440"/>
                  </a:lnTo>
                  <a:lnTo>
                    <a:pt x="631430" y="4314548"/>
                  </a:lnTo>
                  <a:lnTo>
                    <a:pt x="666510" y="4305986"/>
                  </a:lnTo>
                  <a:lnTo>
                    <a:pt x="701589" y="4295967"/>
                  </a:lnTo>
                  <a:lnTo>
                    <a:pt x="736669" y="4285840"/>
                  </a:lnTo>
                  <a:lnTo>
                    <a:pt x="771748" y="4277035"/>
                  </a:lnTo>
                  <a:lnTo>
                    <a:pt x="806828" y="4268233"/>
                  </a:lnTo>
                  <a:lnTo>
                    <a:pt x="841907" y="4259435"/>
                  </a:lnTo>
                  <a:lnTo>
                    <a:pt x="876987" y="4250374"/>
                  </a:lnTo>
                  <a:lnTo>
                    <a:pt x="912066" y="4237178"/>
                  </a:lnTo>
                  <a:lnTo>
                    <a:pt x="947146" y="4223500"/>
                  </a:lnTo>
                  <a:lnTo>
                    <a:pt x="982225" y="4212899"/>
                  </a:lnTo>
                  <a:lnTo>
                    <a:pt x="1017304" y="4199346"/>
                  </a:lnTo>
                  <a:lnTo>
                    <a:pt x="1052384" y="4187728"/>
                  </a:lnTo>
                  <a:lnTo>
                    <a:pt x="1087463" y="4172550"/>
                  </a:lnTo>
                  <a:lnTo>
                    <a:pt x="1122543" y="4158640"/>
                  </a:lnTo>
                  <a:lnTo>
                    <a:pt x="1157622" y="4143338"/>
                  </a:lnTo>
                  <a:lnTo>
                    <a:pt x="1192702" y="4128784"/>
                  </a:lnTo>
                  <a:lnTo>
                    <a:pt x="1227781" y="4110212"/>
                  </a:lnTo>
                  <a:lnTo>
                    <a:pt x="1262861" y="4090825"/>
                  </a:lnTo>
                  <a:lnTo>
                    <a:pt x="1297940" y="4072202"/>
                  </a:lnTo>
                  <a:lnTo>
                    <a:pt x="1333020" y="4053816"/>
                  </a:lnTo>
                  <a:lnTo>
                    <a:pt x="1368099" y="4036737"/>
                  </a:lnTo>
                  <a:lnTo>
                    <a:pt x="1403179" y="4020041"/>
                  </a:lnTo>
                  <a:lnTo>
                    <a:pt x="1438258" y="3997069"/>
                  </a:lnTo>
                  <a:lnTo>
                    <a:pt x="1473338" y="3976838"/>
                  </a:lnTo>
                  <a:lnTo>
                    <a:pt x="1508417" y="3955228"/>
                  </a:lnTo>
                  <a:lnTo>
                    <a:pt x="1543497" y="3935735"/>
                  </a:lnTo>
                  <a:lnTo>
                    <a:pt x="1578576" y="3912688"/>
                  </a:lnTo>
                  <a:lnTo>
                    <a:pt x="1613656" y="3892760"/>
                  </a:lnTo>
                  <a:lnTo>
                    <a:pt x="1648735" y="3869569"/>
                  </a:lnTo>
                  <a:lnTo>
                    <a:pt x="1683815" y="3846204"/>
                  </a:lnTo>
                  <a:lnTo>
                    <a:pt x="1718894" y="3823073"/>
                  </a:lnTo>
                  <a:lnTo>
                    <a:pt x="1753974" y="3800393"/>
                  </a:lnTo>
                  <a:lnTo>
                    <a:pt x="1789053" y="3775761"/>
                  </a:lnTo>
                  <a:lnTo>
                    <a:pt x="1824133" y="3752868"/>
                  </a:lnTo>
                  <a:lnTo>
                    <a:pt x="1859212" y="3730609"/>
                  </a:lnTo>
                  <a:lnTo>
                    <a:pt x="1894292" y="3703881"/>
                  </a:lnTo>
                  <a:lnTo>
                    <a:pt x="1929371" y="3679183"/>
                  </a:lnTo>
                  <a:lnTo>
                    <a:pt x="1964450" y="3654805"/>
                  </a:lnTo>
                  <a:lnTo>
                    <a:pt x="1999530" y="3630299"/>
                  </a:lnTo>
                  <a:lnTo>
                    <a:pt x="2034609" y="3608316"/>
                  </a:lnTo>
                  <a:lnTo>
                    <a:pt x="2069689" y="3585048"/>
                  </a:lnTo>
                  <a:lnTo>
                    <a:pt x="2104768" y="3558560"/>
                  </a:lnTo>
                  <a:lnTo>
                    <a:pt x="2139848" y="3534274"/>
                  </a:lnTo>
                  <a:lnTo>
                    <a:pt x="2174927" y="3507953"/>
                  </a:lnTo>
                  <a:lnTo>
                    <a:pt x="2210007" y="3481669"/>
                  </a:lnTo>
                  <a:lnTo>
                    <a:pt x="2245086" y="3451993"/>
                  </a:lnTo>
                  <a:lnTo>
                    <a:pt x="2280166" y="3423085"/>
                  </a:lnTo>
                  <a:lnTo>
                    <a:pt x="2315245" y="3392616"/>
                  </a:lnTo>
                  <a:lnTo>
                    <a:pt x="2350325" y="3363036"/>
                  </a:lnTo>
                  <a:lnTo>
                    <a:pt x="2385404" y="3332185"/>
                  </a:lnTo>
                  <a:lnTo>
                    <a:pt x="2420484" y="3302771"/>
                  </a:lnTo>
                  <a:lnTo>
                    <a:pt x="2455563" y="3274023"/>
                  </a:lnTo>
                  <a:lnTo>
                    <a:pt x="2490643" y="3243955"/>
                  </a:lnTo>
                  <a:lnTo>
                    <a:pt x="2525722" y="3211740"/>
                  </a:lnTo>
                  <a:lnTo>
                    <a:pt x="2560802" y="3184808"/>
                  </a:lnTo>
                  <a:lnTo>
                    <a:pt x="2595881" y="3152747"/>
                  </a:lnTo>
                  <a:lnTo>
                    <a:pt x="2630961" y="3123953"/>
                  </a:lnTo>
                  <a:lnTo>
                    <a:pt x="2666040" y="3094626"/>
                  </a:lnTo>
                  <a:lnTo>
                    <a:pt x="2701120" y="3060344"/>
                  </a:lnTo>
                  <a:lnTo>
                    <a:pt x="2736199" y="3028260"/>
                  </a:lnTo>
                  <a:lnTo>
                    <a:pt x="2771279" y="2993396"/>
                  </a:lnTo>
                  <a:lnTo>
                    <a:pt x="2806358" y="2958290"/>
                  </a:lnTo>
                  <a:lnTo>
                    <a:pt x="2841438" y="2924929"/>
                  </a:lnTo>
                  <a:lnTo>
                    <a:pt x="2876517" y="2893225"/>
                  </a:lnTo>
                  <a:lnTo>
                    <a:pt x="2911597" y="2861401"/>
                  </a:lnTo>
                  <a:lnTo>
                    <a:pt x="2946676" y="2829886"/>
                  </a:lnTo>
                  <a:lnTo>
                    <a:pt x="2981755" y="2798115"/>
                  </a:lnTo>
                  <a:lnTo>
                    <a:pt x="3016835" y="2766085"/>
                  </a:lnTo>
                  <a:lnTo>
                    <a:pt x="3051914" y="2733794"/>
                  </a:lnTo>
                  <a:lnTo>
                    <a:pt x="3086994" y="2701241"/>
                  </a:lnTo>
                  <a:lnTo>
                    <a:pt x="3122073" y="2667780"/>
                  </a:lnTo>
                  <a:lnTo>
                    <a:pt x="3157153" y="2629723"/>
                  </a:lnTo>
                  <a:lnTo>
                    <a:pt x="3192232" y="2596152"/>
                  </a:lnTo>
                  <a:lnTo>
                    <a:pt x="3227312" y="2565355"/>
                  </a:lnTo>
                  <a:lnTo>
                    <a:pt x="3262391" y="2534330"/>
                  </a:lnTo>
                  <a:lnTo>
                    <a:pt x="3297471" y="2498256"/>
                  </a:lnTo>
                  <a:lnTo>
                    <a:pt x="3332550" y="2461085"/>
                  </a:lnTo>
                  <a:lnTo>
                    <a:pt x="3367630" y="2423599"/>
                  </a:lnTo>
                  <a:lnTo>
                    <a:pt x="3402709" y="2385633"/>
                  </a:lnTo>
                  <a:lnTo>
                    <a:pt x="3437789" y="2348216"/>
                  </a:lnTo>
                  <a:lnTo>
                    <a:pt x="3472868" y="2310868"/>
                  </a:lnTo>
                  <a:lnTo>
                    <a:pt x="3507948" y="2274626"/>
                  </a:lnTo>
                  <a:lnTo>
                    <a:pt x="3543027" y="2236469"/>
                  </a:lnTo>
                  <a:lnTo>
                    <a:pt x="3578107" y="2196127"/>
                  </a:lnTo>
                  <a:lnTo>
                    <a:pt x="3613186" y="2155424"/>
                  </a:lnTo>
                  <a:lnTo>
                    <a:pt x="3648266" y="2114355"/>
                  </a:lnTo>
                  <a:lnTo>
                    <a:pt x="3683345" y="2072918"/>
                  </a:lnTo>
                  <a:lnTo>
                    <a:pt x="3718425" y="2031109"/>
                  </a:lnTo>
                  <a:lnTo>
                    <a:pt x="3753504" y="1988926"/>
                  </a:lnTo>
                  <a:lnTo>
                    <a:pt x="3788584" y="1946536"/>
                  </a:lnTo>
                  <a:lnTo>
                    <a:pt x="3823663" y="1904459"/>
                  </a:lnTo>
                  <a:lnTo>
                    <a:pt x="3858743" y="1863215"/>
                  </a:lnTo>
                  <a:lnTo>
                    <a:pt x="3893822" y="1821617"/>
                  </a:lnTo>
                  <a:lnTo>
                    <a:pt x="3928901" y="1777324"/>
                  </a:lnTo>
                  <a:lnTo>
                    <a:pt x="3963981" y="1732937"/>
                  </a:lnTo>
                  <a:lnTo>
                    <a:pt x="3999060" y="1688522"/>
                  </a:lnTo>
                  <a:lnTo>
                    <a:pt x="4034140" y="1644173"/>
                  </a:lnTo>
                  <a:lnTo>
                    <a:pt x="4069219" y="1599433"/>
                  </a:lnTo>
                  <a:lnTo>
                    <a:pt x="4104299" y="1554300"/>
                  </a:lnTo>
                  <a:lnTo>
                    <a:pt x="4139378" y="1508770"/>
                  </a:lnTo>
                  <a:lnTo>
                    <a:pt x="4174458" y="1462841"/>
                  </a:lnTo>
                  <a:lnTo>
                    <a:pt x="4209537" y="1416507"/>
                  </a:lnTo>
                  <a:lnTo>
                    <a:pt x="4244617" y="1369767"/>
                  </a:lnTo>
                  <a:lnTo>
                    <a:pt x="4279696" y="1322615"/>
                  </a:lnTo>
                  <a:lnTo>
                    <a:pt x="4314776" y="1275050"/>
                  </a:lnTo>
                  <a:lnTo>
                    <a:pt x="4349855" y="1227066"/>
                  </a:lnTo>
                  <a:lnTo>
                    <a:pt x="4384935" y="1178661"/>
                  </a:lnTo>
                  <a:lnTo>
                    <a:pt x="4420014" y="1129830"/>
                  </a:lnTo>
                  <a:lnTo>
                    <a:pt x="4455094" y="1080604"/>
                  </a:lnTo>
                  <a:lnTo>
                    <a:pt x="4490173" y="1030954"/>
                  </a:lnTo>
                  <a:lnTo>
                    <a:pt x="4525253" y="980867"/>
                  </a:lnTo>
                  <a:lnTo>
                    <a:pt x="4560332" y="930341"/>
                  </a:lnTo>
                  <a:lnTo>
                    <a:pt x="4595412" y="879371"/>
                  </a:lnTo>
                  <a:lnTo>
                    <a:pt x="4630491" y="827954"/>
                  </a:lnTo>
                  <a:lnTo>
                    <a:pt x="4665571" y="776085"/>
                  </a:lnTo>
                  <a:lnTo>
                    <a:pt x="4700650" y="723760"/>
                  </a:lnTo>
                  <a:lnTo>
                    <a:pt x="4735730" y="670999"/>
                  </a:lnTo>
                  <a:lnTo>
                    <a:pt x="4770809" y="618754"/>
                  </a:lnTo>
                  <a:lnTo>
                    <a:pt x="4805889" y="566058"/>
                  </a:lnTo>
                  <a:lnTo>
                    <a:pt x="4840968" y="512908"/>
                  </a:lnTo>
                  <a:lnTo>
                    <a:pt x="4876048" y="459300"/>
                  </a:lnTo>
                  <a:lnTo>
                    <a:pt x="4911127" y="405230"/>
                  </a:lnTo>
                  <a:lnTo>
                    <a:pt x="4946206" y="349872"/>
                  </a:lnTo>
                  <a:lnTo>
                    <a:pt x="4981286" y="293539"/>
                  </a:lnTo>
                  <a:lnTo>
                    <a:pt x="5016365" y="236709"/>
                  </a:lnTo>
                  <a:lnTo>
                    <a:pt x="5051445" y="179378"/>
                  </a:lnTo>
                  <a:lnTo>
                    <a:pt x="5086524" y="120429"/>
                  </a:lnTo>
                  <a:lnTo>
                    <a:pt x="5121604" y="60486"/>
                  </a:lnTo>
                  <a:lnTo>
                    <a:pt x="5156683" y="0"/>
                  </a:lnTo>
                  <a:lnTo>
                    <a:pt x="5156683" y="3621778"/>
                  </a:lnTo>
                  <a:lnTo>
                    <a:pt x="5121604" y="3627964"/>
                  </a:lnTo>
                  <a:lnTo>
                    <a:pt x="5086524" y="3635309"/>
                  </a:lnTo>
                  <a:lnTo>
                    <a:pt x="5051445" y="3642637"/>
                  </a:lnTo>
                  <a:lnTo>
                    <a:pt x="5016365" y="3649947"/>
                  </a:lnTo>
                  <a:lnTo>
                    <a:pt x="4981286" y="3657240"/>
                  </a:lnTo>
                  <a:lnTo>
                    <a:pt x="4946206" y="3664493"/>
                  </a:lnTo>
                  <a:lnTo>
                    <a:pt x="4911127" y="3671697"/>
                  </a:lnTo>
                  <a:lnTo>
                    <a:pt x="4876048" y="3678884"/>
                  </a:lnTo>
                  <a:lnTo>
                    <a:pt x="4840968" y="3686054"/>
                  </a:lnTo>
                  <a:lnTo>
                    <a:pt x="4805889" y="3693061"/>
                  </a:lnTo>
                  <a:lnTo>
                    <a:pt x="4770809" y="3698919"/>
                  </a:lnTo>
                  <a:lnTo>
                    <a:pt x="4735730" y="3704766"/>
                  </a:lnTo>
                  <a:lnTo>
                    <a:pt x="4700650" y="3710602"/>
                  </a:lnTo>
                  <a:lnTo>
                    <a:pt x="4665571" y="3716426"/>
                  </a:lnTo>
                  <a:lnTo>
                    <a:pt x="4630491" y="3722239"/>
                  </a:lnTo>
                  <a:lnTo>
                    <a:pt x="4595412" y="3728168"/>
                  </a:lnTo>
                  <a:lnTo>
                    <a:pt x="4560332" y="3735342"/>
                  </a:lnTo>
                  <a:lnTo>
                    <a:pt x="4525253" y="3742499"/>
                  </a:lnTo>
                  <a:lnTo>
                    <a:pt x="4490173" y="3749639"/>
                  </a:lnTo>
                  <a:lnTo>
                    <a:pt x="4455094" y="3756762"/>
                  </a:lnTo>
                  <a:lnTo>
                    <a:pt x="4420014" y="3763867"/>
                  </a:lnTo>
                  <a:lnTo>
                    <a:pt x="4384935" y="3770956"/>
                  </a:lnTo>
                  <a:lnTo>
                    <a:pt x="4349855" y="3778028"/>
                  </a:lnTo>
                  <a:lnTo>
                    <a:pt x="4314776" y="3785083"/>
                  </a:lnTo>
                  <a:lnTo>
                    <a:pt x="4279696" y="3792162"/>
                  </a:lnTo>
                  <a:lnTo>
                    <a:pt x="4244617" y="3799772"/>
                  </a:lnTo>
                  <a:lnTo>
                    <a:pt x="4209537" y="3807362"/>
                  </a:lnTo>
                  <a:lnTo>
                    <a:pt x="4174458" y="3814932"/>
                  </a:lnTo>
                  <a:lnTo>
                    <a:pt x="4139378" y="3822476"/>
                  </a:lnTo>
                  <a:lnTo>
                    <a:pt x="4104299" y="3829962"/>
                  </a:lnTo>
                  <a:lnTo>
                    <a:pt x="4069219" y="3836429"/>
                  </a:lnTo>
                  <a:lnTo>
                    <a:pt x="4034140" y="3841529"/>
                  </a:lnTo>
                  <a:lnTo>
                    <a:pt x="3999060" y="3847788"/>
                  </a:lnTo>
                  <a:lnTo>
                    <a:pt x="3963981" y="3854694"/>
                  </a:lnTo>
                  <a:lnTo>
                    <a:pt x="3928901" y="3861583"/>
                  </a:lnTo>
                  <a:lnTo>
                    <a:pt x="3893822" y="3868440"/>
                  </a:lnTo>
                  <a:lnTo>
                    <a:pt x="3858743" y="3875267"/>
                  </a:lnTo>
                  <a:lnTo>
                    <a:pt x="3823663" y="3882064"/>
                  </a:lnTo>
                  <a:lnTo>
                    <a:pt x="3788584" y="3888845"/>
                  </a:lnTo>
                  <a:lnTo>
                    <a:pt x="3753504" y="3895611"/>
                  </a:lnTo>
                  <a:lnTo>
                    <a:pt x="3718425" y="3902360"/>
                  </a:lnTo>
                  <a:lnTo>
                    <a:pt x="3683345" y="3908884"/>
                  </a:lnTo>
                  <a:lnTo>
                    <a:pt x="3648266" y="3914564"/>
                  </a:lnTo>
                  <a:lnTo>
                    <a:pt x="3613186" y="3920232"/>
                  </a:lnTo>
                  <a:lnTo>
                    <a:pt x="3578107" y="3925889"/>
                  </a:lnTo>
                  <a:lnTo>
                    <a:pt x="3543027" y="3931535"/>
                  </a:lnTo>
                  <a:lnTo>
                    <a:pt x="3507948" y="3937170"/>
                  </a:lnTo>
                  <a:lnTo>
                    <a:pt x="3472868" y="3942793"/>
                  </a:lnTo>
                  <a:lnTo>
                    <a:pt x="3437789" y="3948380"/>
                  </a:lnTo>
                  <a:lnTo>
                    <a:pt x="3402709" y="3953947"/>
                  </a:lnTo>
                  <a:lnTo>
                    <a:pt x="3367630" y="3960177"/>
                  </a:lnTo>
                  <a:lnTo>
                    <a:pt x="3332550" y="3966532"/>
                  </a:lnTo>
                  <a:lnTo>
                    <a:pt x="3297471" y="3972873"/>
                  </a:lnTo>
                  <a:lnTo>
                    <a:pt x="3262391" y="3979357"/>
                  </a:lnTo>
                  <a:lnTo>
                    <a:pt x="3227312" y="3986520"/>
                  </a:lnTo>
                  <a:lnTo>
                    <a:pt x="3192232" y="3991891"/>
                  </a:lnTo>
                  <a:lnTo>
                    <a:pt x="3157153" y="3998175"/>
                  </a:lnTo>
                  <a:lnTo>
                    <a:pt x="3122073" y="4004444"/>
                  </a:lnTo>
                  <a:lnTo>
                    <a:pt x="3086994" y="4010662"/>
                  </a:lnTo>
                  <a:lnTo>
                    <a:pt x="3051914" y="4015900"/>
                  </a:lnTo>
                  <a:lnTo>
                    <a:pt x="3016835" y="4019729"/>
                  </a:lnTo>
                  <a:lnTo>
                    <a:pt x="2981755" y="4025608"/>
                  </a:lnTo>
                  <a:lnTo>
                    <a:pt x="2946676" y="4028982"/>
                  </a:lnTo>
                  <a:lnTo>
                    <a:pt x="2911597" y="4034546"/>
                  </a:lnTo>
                  <a:lnTo>
                    <a:pt x="2876517" y="4041505"/>
                  </a:lnTo>
                  <a:lnTo>
                    <a:pt x="2841438" y="4046976"/>
                  </a:lnTo>
                  <a:lnTo>
                    <a:pt x="2806358" y="4054117"/>
                  </a:lnTo>
                  <a:lnTo>
                    <a:pt x="2771279" y="4061371"/>
                  </a:lnTo>
                  <a:lnTo>
                    <a:pt x="2736199" y="4065929"/>
                  </a:lnTo>
                  <a:lnTo>
                    <a:pt x="2701120" y="4070453"/>
                  </a:lnTo>
                  <a:lnTo>
                    <a:pt x="2666040" y="4074970"/>
                  </a:lnTo>
                  <a:lnTo>
                    <a:pt x="2630961" y="4079505"/>
                  </a:lnTo>
                  <a:lnTo>
                    <a:pt x="2595881" y="4084152"/>
                  </a:lnTo>
                  <a:lnTo>
                    <a:pt x="2560802" y="4090240"/>
                  </a:lnTo>
                  <a:lnTo>
                    <a:pt x="2525722" y="4095960"/>
                  </a:lnTo>
                  <a:lnTo>
                    <a:pt x="2490643" y="4101604"/>
                  </a:lnTo>
                  <a:lnTo>
                    <a:pt x="2455563" y="4107308"/>
                  </a:lnTo>
                  <a:lnTo>
                    <a:pt x="2420484" y="4111688"/>
                  </a:lnTo>
                  <a:lnTo>
                    <a:pt x="2385404" y="4116060"/>
                  </a:lnTo>
                  <a:lnTo>
                    <a:pt x="2350325" y="4122541"/>
                  </a:lnTo>
                  <a:lnTo>
                    <a:pt x="2315245" y="4129839"/>
                  </a:lnTo>
                  <a:lnTo>
                    <a:pt x="2280166" y="4137226"/>
                  </a:lnTo>
                  <a:lnTo>
                    <a:pt x="2245086" y="4143116"/>
                  </a:lnTo>
                  <a:lnTo>
                    <a:pt x="2210007" y="4148993"/>
                  </a:lnTo>
                  <a:lnTo>
                    <a:pt x="2174927" y="4156970"/>
                  </a:lnTo>
                  <a:lnTo>
                    <a:pt x="2139848" y="4164357"/>
                  </a:lnTo>
                  <a:lnTo>
                    <a:pt x="2104768" y="4174231"/>
                  </a:lnTo>
                  <a:lnTo>
                    <a:pt x="2069689" y="4184315"/>
                  </a:lnTo>
                  <a:lnTo>
                    <a:pt x="2034609" y="4192425"/>
                  </a:lnTo>
                  <a:lnTo>
                    <a:pt x="1999530" y="4199729"/>
                  </a:lnTo>
                  <a:lnTo>
                    <a:pt x="1964450" y="4206419"/>
                  </a:lnTo>
                  <a:lnTo>
                    <a:pt x="1929371" y="4212682"/>
                  </a:lnTo>
                  <a:lnTo>
                    <a:pt x="1894292" y="4219060"/>
                  </a:lnTo>
                  <a:lnTo>
                    <a:pt x="1859212" y="4228249"/>
                  </a:lnTo>
                  <a:lnTo>
                    <a:pt x="1824133" y="4235749"/>
                  </a:lnTo>
                  <a:lnTo>
                    <a:pt x="1789053" y="4244870"/>
                  </a:lnTo>
                  <a:lnTo>
                    <a:pt x="1753974" y="4254292"/>
                  </a:lnTo>
                  <a:lnTo>
                    <a:pt x="1718894" y="4262750"/>
                  </a:lnTo>
                  <a:lnTo>
                    <a:pt x="1683815" y="4269501"/>
                  </a:lnTo>
                  <a:lnTo>
                    <a:pt x="1648735" y="4275671"/>
                  </a:lnTo>
                  <a:lnTo>
                    <a:pt x="1613656" y="4286995"/>
                  </a:lnTo>
                  <a:lnTo>
                    <a:pt x="1578576" y="4294405"/>
                  </a:lnTo>
                  <a:lnTo>
                    <a:pt x="1543497" y="4303355"/>
                  </a:lnTo>
                  <a:lnTo>
                    <a:pt x="1508417" y="4313541"/>
                  </a:lnTo>
                  <a:lnTo>
                    <a:pt x="1473338" y="4323459"/>
                  </a:lnTo>
                  <a:lnTo>
                    <a:pt x="1438258" y="4332698"/>
                  </a:lnTo>
                  <a:lnTo>
                    <a:pt x="1403179" y="4342360"/>
                  </a:lnTo>
                  <a:lnTo>
                    <a:pt x="1368099" y="4349499"/>
                  </a:lnTo>
                  <a:lnTo>
                    <a:pt x="1333020" y="4361262"/>
                  </a:lnTo>
                  <a:lnTo>
                    <a:pt x="1297940" y="4370592"/>
                  </a:lnTo>
                  <a:lnTo>
                    <a:pt x="1262861" y="4382113"/>
                  </a:lnTo>
                  <a:lnTo>
                    <a:pt x="1227781" y="4392452"/>
                  </a:lnTo>
                  <a:lnTo>
                    <a:pt x="1192702" y="4403849"/>
                  </a:lnTo>
                  <a:lnTo>
                    <a:pt x="1157622" y="4417237"/>
                  </a:lnTo>
                  <a:lnTo>
                    <a:pt x="1122543" y="4429568"/>
                  </a:lnTo>
                  <a:lnTo>
                    <a:pt x="1087463" y="4440988"/>
                  </a:lnTo>
                  <a:lnTo>
                    <a:pt x="1052384" y="4453521"/>
                  </a:lnTo>
                  <a:lnTo>
                    <a:pt x="1017304" y="4466608"/>
                  </a:lnTo>
                  <a:lnTo>
                    <a:pt x="982225" y="4481434"/>
                  </a:lnTo>
                  <a:lnTo>
                    <a:pt x="947146" y="4495294"/>
                  </a:lnTo>
                  <a:lnTo>
                    <a:pt x="912066" y="4509124"/>
                  </a:lnTo>
                  <a:lnTo>
                    <a:pt x="876987" y="4524307"/>
                  </a:lnTo>
                  <a:lnTo>
                    <a:pt x="841907" y="4539378"/>
                  </a:lnTo>
                  <a:lnTo>
                    <a:pt x="806828" y="4552730"/>
                  </a:lnTo>
                  <a:lnTo>
                    <a:pt x="771748" y="4567505"/>
                  </a:lnTo>
                  <a:lnTo>
                    <a:pt x="736669" y="4580729"/>
                  </a:lnTo>
                  <a:lnTo>
                    <a:pt x="701589" y="4595582"/>
                  </a:lnTo>
                  <a:lnTo>
                    <a:pt x="666510" y="4611846"/>
                  </a:lnTo>
                  <a:lnTo>
                    <a:pt x="631430" y="4627716"/>
                  </a:lnTo>
                  <a:lnTo>
                    <a:pt x="596351" y="4643121"/>
                  </a:lnTo>
                  <a:lnTo>
                    <a:pt x="561271" y="4658822"/>
                  </a:lnTo>
                  <a:lnTo>
                    <a:pt x="526192" y="4673333"/>
                  </a:lnTo>
                  <a:lnTo>
                    <a:pt x="491112" y="4690347"/>
                  </a:lnTo>
                  <a:lnTo>
                    <a:pt x="456033" y="4707102"/>
                  </a:lnTo>
                  <a:lnTo>
                    <a:pt x="420953" y="4722413"/>
                  </a:lnTo>
                  <a:lnTo>
                    <a:pt x="385874" y="4738144"/>
                  </a:lnTo>
                  <a:lnTo>
                    <a:pt x="350794" y="4753780"/>
                  </a:lnTo>
                  <a:lnTo>
                    <a:pt x="315715" y="4769930"/>
                  </a:lnTo>
                  <a:lnTo>
                    <a:pt x="280635" y="4785417"/>
                  </a:lnTo>
                  <a:lnTo>
                    <a:pt x="245556" y="4800387"/>
                  </a:lnTo>
                  <a:lnTo>
                    <a:pt x="210476" y="4815554"/>
                  </a:lnTo>
                  <a:lnTo>
                    <a:pt x="175397" y="4830734"/>
                  </a:lnTo>
                  <a:lnTo>
                    <a:pt x="140317" y="4846213"/>
                  </a:lnTo>
                  <a:lnTo>
                    <a:pt x="105238" y="4861137"/>
                  </a:lnTo>
                  <a:lnTo>
                    <a:pt x="70158" y="4876275"/>
                  </a:lnTo>
                  <a:lnTo>
                    <a:pt x="35079" y="4892131"/>
                  </a:lnTo>
                  <a:lnTo>
                    <a:pt x="0" y="4905740"/>
                  </a:lnTo>
                  <a:close/>
                </a:path>
              </a:pathLst>
            </a:cu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566847" y="774526"/>
              <a:ext cx="5156683" cy="4445712"/>
            </a:xfrm>
            <a:custGeom>
              <a:avLst/>
              <a:pathLst>
                <a:path w="5156683" h="4445712">
                  <a:moveTo>
                    <a:pt x="0" y="4445712"/>
                  </a:moveTo>
                  <a:lnTo>
                    <a:pt x="35079" y="4440083"/>
                  </a:lnTo>
                  <a:lnTo>
                    <a:pt x="70158" y="4434993"/>
                  </a:lnTo>
                  <a:lnTo>
                    <a:pt x="105238" y="4427946"/>
                  </a:lnTo>
                  <a:lnTo>
                    <a:pt x="140317" y="4421319"/>
                  </a:lnTo>
                  <a:lnTo>
                    <a:pt x="175397" y="4412716"/>
                  </a:lnTo>
                  <a:lnTo>
                    <a:pt x="210476" y="4406307"/>
                  </a:lnTo>
                  <a:lnTo>
                    <a:pt x="245556" y="4400925"/>
                  </a:lnTo>
                  <a:lnTo>
                    <a:pt x="280635" y="4393154"/>
                  </a:lnTo>
                  <a:lnTo>
                    <a:pt x="315715" y="4385610"/>
                  </a:lnTo>
                  <a:lnTo>
                    <a:pt x="350794" y="4377904"/>
                  </a:lnTo>
                  <a:lnTo>
                    <a:pt x="385874" y="4371519"/>
                  </a:lnTo>
                  <a:lnTo>
                    <a:pt x="420953" y="4362811"/>
                  </a:lnTo>
                  <a:lnTo>
                    <a:pt x="456033" y="4354576"/>
                  </a:lnTo>
                  <a:lnTo>
                    <a:pt x="491112" y="4344624"/>
                  </a:lnTo>
                  <a:lnTo>
                    <a:pt x="526192" y="4336781"/>
                  </a:lnTo>
                  <a:lnTo>
                    <a:pt x="561271" y="4330971"/>
                  </a:lnTo>
                  <a:lnTo>
                    <a:pt x="596351" y="4324440"/>
                  </a:lnTo>
                  <a:lnTo>
                    <a:pt x="631430" y="4314548"/>
                  </a:lnTo>
                  <a:lnTo>
                    <a:pt x="666510" y="4305986"/>
                  </a:lnTo>
                  <a:lnTo>
                    <a:pt x="701589" y="4295967"/>
                  </a:lnTo>
                  <a:lnTo>
                    <a:pt x="736669" y="4285840"/>
                  </a:lnTo>
                  <a:lnTo>
                    <a:pt x="771748" y="4277035"/>
                  </a:lnTo>
                  <a:lnTo>
                    <a:pt x="806828" y="4268233"/>
                  </a:lnTo>
                  <a:lnTo>
                    <a:pt x="841907" y="4259435"/>
                  </a:lnTo>
                  <a:lnTo>
                    <a:pt x="876987" y="4250374"/>
                  </a:lnTo>
                  <a:lnTo>
                    <a:pt x="912066" y="4237178"/>
                  </a:lnTo>
                  <a:lnTo>
                    <a:pt x="947146" y="4223500"/>
                  </a:lnTo>
                  <a:lnTo>
                    <a:pt x="982225" y="4212899"/>
                  </a:lnTo>
                  <a:lnTo>
                    <a:pt x="1017304" y="4199346"/>
                  </a:lnTo>
                  <a:lnTo>
                    <a:pt x="1052384" y="4187728"/>
                  </a:lnTo>
                  <a:lnTo>
                    <a:pt x="1087463" y="4172550"/>
                  </a:lnTo>
                  <a:lnTo>
                    <a:pt x="1122543" y="4158640"/>
                  </a:lnTo>
                  <a:lnTo>
                    <a:pt x="1157622" y="4143338"/>
                  </a:lnTo>
                  <a:lnTo>
                    <a:pt x="1192702" y="4128784"/>
                  </a:lnTo>
                  <a:lnTo>
                    <a:pt x="1227781" y="4110212"/>
                  </a:lnTo>
                  <a:lnTo>
                    <a:pt x="1262861" y="4090825"/>
                  </a:lnTo>
                  <a:lnTo>
                    <a:pt x="1297940" y="4072202"/>
                  </a:lnTo>
                  <a:lnTo>
                    <a:pt x="1333020" y="4053816"/>
                  </a:lnTo>
                  <a:lnTo>
                    <a:pt x="1368099" y="4036737"/>
                  </a:lnTo>
                  <a:lnTo>
                    <a:pt x="1403179" y="4020041"/>
                  </a:lnTo>
                  <a:lnTo>
                    <a:pt x="1438258" y="3997069"/>
                  </a:lnTo>
                  <a:lnTo>
                    <a:pt x="1473338" y="3976838"/>
                  </a:lnTo>
                  <a:lnTo>
                    <a:pt x="1508417" y="3955228"/>
                  </a:lnTo>
                  <a:lnTo>
                    <a:pt x="1543497" y="3935735"/>
                  </a:lnTo>
                  <a:lnTo>
                    <a:pt x="1578576" y="3912688"/>
                  </a:lnTo>
                  <a:lnTo>
                    <a:pt x="1613656" y="3892760"/>
                  </a:lnTo>
                  <a:lnTo>
                    <a:pt x="1648735" y="3869569"/>
                  </a:lnTo>
                  <a:lnTo>
                    <a:pt x="1683815" y="3846204"/>
                  </a:lnTo>
                  <a:lnTo>
                    <a:pt x="1718894" y="3823073"/>
                  </a:lnTo>
                  <a:lnTo>
                    <a:pt x="1753974" y="3800393"/>
                  </a:lnTo>
                  <a:lnTo>
                    <a:pt x="1789053" y="3775761"/>
                  </a:lnTo>
                  <a:lnTo>
                    <a:pt x="1824133" y="3752868"/>
                  </a:lnTo>
                  <a:lnTo>
                    <a:pt x="1859212" y="3730609"/>
                  </a:lnTo>
                  <a:lnTo>
                    <a:pt x="1894292" y="3703881"/>
                  </a:lnTo>
                  <a:lnTo>
                    <a:pt x="1929371" y="3679183"/>
                  </a:lnTo>
                  <a:lnTo>
                    <a:pt x="1964450" y="3654805"/>
                  </a:lnTo>
                  <a:lnTo>
                    <a:pt x="1999530" y="3630299"/>
                  </a:lnTo>
                  <a:lnTo>
                    <a:pt x="2034609" y="3608316"/>
                  </a:lnTo>
                  <a:lnTo>
                    <a:pt x="2069689" y="3585048"/>
                  </a:lnTo>
                  <a:lnTo>
                    <a:pt x="2104768" y="3558560"/>
                  </a:lnTo>
                  <a:lnTo>
                    <a:pt x="2139848" y="3534274"/>
                  </a:lnTo>
                  <a:lnTo>
                    <a:pt x="2174927" y="3507953"/>
                  </a:lnTo>
                  <a:lnTo>
                    <a:pt x="2210007" y="3481669"/>
                  </a:lnTo>
                  <a:lnTo>
                    <a:pt x="2245086" y="3451993"/>
                  </a:lnTo>
                  <a:lnTo>
                    <a:pt x="2280166" y="3423085"/>
                  </a:lnTo>
                  <a:lnTo>
                    <a:pt x="2315245" y="3392616"/>
                  </a:lnTo>
                  <a:lnTo>
                    <a:pt x="2350325" y="3363036"/>
                  </a:lnTo>
                  <a:lnTo>
                    <a:pt x="2385404" y="3332185"/>
                  </a:lnTo>
                  <a:lnTo>
                    <a:pt x="2420484" y="3302771"/>
                  </a:lnTo>
                  <a:lnTo>
                    <a:pt x="2455563" y="3274023"/>
                  </a:lnTo>
                  <a:lnTo>
                    <a:pt x="2490643" y="3243955"/>
                  </a:lnTo>
                  <a:lnTo>
                    <a:pt x="2525722" y="3211740"/>
                  </a:lnTo>
                  <a:lnTo>
                    <a:pt x="2560802" y="3184808"/>
                  </a:lnTo>
                  <a:lnTo>
                    <a:pt x="2595881" y="3152747"/>
                  </a:lnTo>
                  <a:lnTo>
                    <a:pt x="2630961" y="3123953"/>
                  </a:lnTo>
                  <a:lnTo>
                    <a:pt x="2666040" y="3094626"/>
                  </a:lnTo>
                  <a:lnTo>
                    <a:pt x="2701120" y="3060344"/>
                  </a:lnTo>
                  <a:lnTo>
                    <a:pt x="2736199" y="3028260"/>
                  </a:lnTo>
                  <a:lnTo>
                    <a:pt x="2771279" y="2993396"/>
                  </a:lnTo>
                  <a:lnTo>
                    <a:pt x="2806358" y="2958290"/>
                  </a:lnTo>
                  <a:lnTo>
                    <a:pt x="2841438" y="2924929"/>
                  </a:lnTo>
                  <a:lnTo>
                    <a:pt x="2876517" y="2893225"/>
                  </a:lnTo>
                  <a:lnTo>
                    <a:pt x="2911597" y="2861401"/>
                  </a:lnTo>
                  <a:lnTo>
                    <a:pt x="2946676" y="2829886"/>
                  </a:lnTo>
                  <a:lnTo>
                    <a:pt x="2981755" y="2798115"/>
                  </a:lnTo>
                  <a:lnTo>
                    <a:pt x="3016835" y="2766085"/>
                  </a:lnTo>
                  <a:lnTo>
                    <a:pt x="3051914" y="2733794"/>
                  </a:lnTo>
                  <a:lnTo>
                    <a:pt x="3086994" y="2701241"/>
                  </a:lnTo>
                  <a:lnTo>
                    <a:pt x="3122073" y="2667780"/>
                  </a:lnTo>
                  <a:lnTo>
                    <a:pt x="3157153" y="2629723"/>
                  </a:lnTo>
                  <a:lnTo>
                    <a:pt x="3192232" y="2596152"/>
                  </a:lnTo>
                  <a:lnTo>
                    <a:pt x="3227312" y="2565355"/>
                  </a:lnTo>
                  <a:lnTo>
                    <a:pt x="3262391" y="2534330"/>
                  </a:lnTo>
                  <a:lnTo>
                    <a:pt x="3297471" y="2498256"/>
                  </a:lnTo>
                  <a:lnTo>
                    <a:pt x="3332550" y="2461085"/>
                  </a:lnTo>
                  <a:lnTo>
                    <a:pt x="3367630" y="2423599"/>
                  </a:lnTo>
                  <a:lnTo>
                    <a:pt x="3402709" y="2385633"/>
                  </a:lnTo>
                  <a:lnTo>
                    <a:pt x="3437789" y="2348216"/>
                  </a:lnTo>
                  <a:lnTo>
                    <a:pt x="3472868" y="2310868"/>
                  </a:lnTo>
                  <a:lnTo>
                    <a:pt x="3507948" y="2274626"/>
                  </a:lnTo>
                  <a:lnTo>
                    <a:pt x="3543027" y="2236469"/>
                  </a:lnTo>
                  <a:lnTo>
                    <a:pt x="3578107" y="2196127"/>
                  </a:lnTo>
                  <a:lnTo>
                    <a:pt x="3613186" y="2155424"/>
                  </a:lnTo>
                  <a:lnTo>
                    <a:pt x="3648266" y="2114355"/>
                  </a:lnTo>
                  <a:lnTo>
                    <a:pt x="3683345" y="2072918"/>
                  </a:lnTo>
                  <a:lnTo>
                    <a:pt x="3718425" y="2031109"/>
                  </a:lnTo>
                  <a:lnTo>
                    <a:pt x="3753504" y="1988926"/>
                  </a:lnTo>
                  <a:lnTo>
                    <a:pt x="3788584" y="1946536"/>
                  </a:lnTo>
                  <a:lnTo>
                    <a:pt x="3823663" y="1904459"/>
                  </a:lnTo>
                  <a:lnTo>
                    <a:pt x="3858743" y="1863215"/>
                  </a:lnTo>
                  <a:lnTo>
                    <a:pt x="3893822" y="1821617"/>
                  </a:lnTo>
                  <a:lnTo>
                    <a:pt x="3928901" y="1777324"/>
                  </a:lnTo>
                  <a:lnTo>
                    <a:pt x="3963981" y="1732937"/>
                  </a:lnTo>
                  <a:lnTo>
                    <a:pt x="3999060" y="1688522"/>
                  </a:lnTo>
                  <a:lnTo>
                    <a:pt x="4034140" y="1644173"/>
                  </a:lnTo>
                  <a:lnTo>
                    <a:pt x="4069219" y="1599433"/>
                  </a:lnTo>
                  <a:lnTo>
                    <a:pt x="4104299" y="1554300"/>
                  </a:lnTo>
                  <a:lnTo>
                    <a:pt x="4139378" y="1508770"/>
                  </a:lnTo>
                  <a:lnTo>
                    <a:pt x="4174458" y="1462841"/>
                  </a:lnTo>
                  <a:lnTo>
                    <a:pt x="4209537" y="1416507"/>
                  </a:lnTo>
                  <a:lnTo>
                    <a:pt x="4244617" y="1369767"/>
                  </a:lnTo>
                  <a:lnTo>
                    <a:pt x="4279696" y="1322615"/>
                  </a:lnTo>
                  <a:lnTo>
                    <a:pt x="4314776" y="1275050"/>
                  </a:lnTo>
                  <a:lnTo>
                    <a:pt x="4349855" y="1227066"/>
                  </a:lnTo>
                  <a:lnTo>
                    <a:pt x="4384935" y="1178661"/>
                  </a:lnTo>
                  <a:lnTo>
                    <a:pt x="4420014" y="1129830"/>
                  </a:lnTo>
                  <a:lnTo>
                    <a:pt x="4455094" y="1080604"/>
                  </a:lnTo>
                  <a:lnTo>
                    <a:pt x="4490173" y="1030954"/>
                  </a:lnTo>
                  <a:lnTo>
                    <a:pt x="4525253" y="980867"/>
                  </a:lnTo>
                  <a:lnTo>
                    <a:pt x="4560332" y="930341"/>
                  </a:lnTo>
                  <a:lnTo>
                    <a:pt x="4595412" y="879371"/>
                  </a:lnTo>
                  <a:lnTo>
                    <a:pt x="4630491" y="827954"/>
                  </a:lnTo>
                  <a:lnTo>
                    <a:pt x="4665571" y="776085"/>
                  </a:lnTo>
                  <a:lnTo>
                    <a:pt x="4700650" y="723760"/>
                  </a:lnTo>
                  <a:lnTo>
                    <a:pt x="4735730" y="670999"/>
                  </a:lnTo>
                  <a:lnTo>
                    <a:pt x="4770809" y="618754"/>
                  </a:lnTo>
                  <a:lnTo>
                    <a:pt x="4805889" y="566058"/>
                  </a:lnTo>
                  <a:lnTo>
                    <a:pt x="4840968" y="512908"/>
                  </a:lnTo>
                  <a:lnTo>
                    <a:pt x="4876048" y="459300"/>
                  </a:lnTo>
                  <a:lnTo>
                    <a:pt x="4911127" y="405230"/>
                  </a:lnTo>
                  <a:lnTo>
                    <a:pt x="4946206" y="349872"/>
                  </a:lnTo>
                  <a:lnTo>
                    <a:pt x="4981286" y="293539"/>
                  </a:lnTo>
                  <a:lnTo>
                    <a:pt x="5016365" y="236709"/>
                  </a:lnTo>
                  <a:lnTo>
                    <a:pt x="5051445" y="179378"/>
                  </a:lnTo>
                  <a:lnTo>
                    <a:pt x="5086524" y="120429"/>
                  </a:lnTo>
                  <a:lnTo>
                    <a:pt x="5121604" y="60486"/>
                  </a:lnTo>
                  <a:lnTo>
                    <a:pt x="515668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566847" y="4396304"/>
              <a:ext cx="5156683" cy="1283962"/>
            </a:xfrm>
            <a:custGeom>
              <a:avLst/>
              <a:pathLst>
                <a:path w="5156683" h="1283962">
                  <a:moveTo>
                    <a:pt x="5156683" y="0"/>
                  </a:moveTo>
                  <a:lnTo>
                    <a:pt x="5121604" y="6186"/>
                  </a:lnTo>
                  <a:lnTo>
                    <a:pt x="5086524" y="13531"/>
                  </a:lnTo>
                  <a:lnTo>
                    <a:pt x="5051445" y="20859"/>
                  </a:lnTo>
                  <a:lnTo>
                    <a:pt x="5016365" y="28169"/>
                  </a:lnTo>
                  <a:lnTo>
                    <a:pt x="4981286" y="35462"/>
                  </a:lnTo>
                  <a:lnTo>
                    <a:pt x="4946206" y="42715"/>
                  </a:lnTo>
                  <a:lnTo>
                    <a:pt x="4911127" y="49919"/>
                  </a:lnTo>
                  <a:lnTo>
                    <a:pt x="4876048" y="57106"/>
                  </a:lnTo>
                  <a:lnTo>
                    <a:pt x="4840968" y="64276"/>
                  </a:lnTo>
                  <a:lnTo>
                    <a:pt x="4805889" y="71283"/>
                  </a:lnTo>
                  <a:lnTo>
                    <a:pt x="4770809" y="77141"/>
                  </a:lnTo>
                  <a:lnTo>
                    <a:pt x="4735730" y="82988"/>
                  </a:lnTo>
                  <a:lnTo>
                    <a:pt x="4700650" y="88823"/>
                  </a:lnTo>
                  <a:lnTo>
                    <a:pt x="4665571" y="94648"/>
                  </a:lnTo>
                  <a:lnTo>
                    <a:pt x="4630491" y="100461"/>
                  </a:lnTo>
                  <a:lnTo>
                    <a:pt x="4595412" y="106390"/>
                  </a:lnTo>
                  <a:lnTo>
                    <a:pt x="4560332" y="113564"/>
                  </a:lnTo>
                  <a:lnTo>
                    <a:pt x="4525253" y="120721"/>
                  </a:lnTo>
                  <a:lnTo>
                    <a:pt x="4490173" y="127861"/>
                  </a:lnTo>
                  <a:lnTo>
                    <a:pt x="4455094" y="134984"/>
                  </a:lnTo>
                  <a:lnTo>
                    <a:pt x="4420014" y="142089"/>
                  </a:lnTo>
                  <a:lnTo>
                    <a:pt x="4384935" y="149178"/>
                  </a:lnTo>
                  <a:lnTo>
                    <a:pt x="4349855" y="156250"/>
                  </a:lnTo>
                  <a:lnTo>
                    <a:pt x="4314776" y="163305"/>
                  </a:lnTo>
                  <a:lnTo>
                    <a:pt x="4279696" y="170384"/>
                  </a:lnTo>
                  <a:lnTo>
                    <a:pt x="4244617" y="177994"/>
                  </a:lnTo>
                  <a:lnTo>
                    <a:pt x="4209537" y="185584"/>
                  </a:lnTo>
                  <a:lnTo>
                    <a:pt x="4174458" y="193154"/>
                  </a:lnTo>
                  <a:lnTo>
                    <a:pt x="4139378" y="200697"/>
                  </a:lnTo>
                  <a:lnTo>
                    <a:pt x="4104299" y="208184"/>
                  </a:lnTo>
                  <a:lnTo>
                    <a:pt x="4069219" y="214651"/>
                  </a:lnTo>
                  <a:lnTo>
                    <a:pt x="4034140" y="219751"/>
                  </a:lnTo>
                  <a:lnTo>
                    <a:pt x="3999060" y="226010"/>
                  </a:lnTo>
                  <a:lnTo>
                    <a:pt x="3963981" y="232916"/>
                  </a:lnTo>
                  <a:lnTo>
                    <a:pt x="3928901" y="239805"/>
                  </a:lnTo>
                  <a:lnTo>
                    <a:pt x="3893822" y="246662"/>
                  </a:lnTo>
                  <a:lnTo>
                    <a:pt x="3858743" y="253489"/>
                  </a:lnTo>
                  <a:lnTo>
                    <a:pt x="3823663" y="260286"/>
                  </a:lnTo>
                  <a:lnTo>
                    <a:pt x="3788584" y="267067"/>
                  </a:lnTo>
                  <a:lnTo>
                    <a:pt x="3753504" y="273832"/>
                  </a:lnTo>
                  <a:lnTo>
                    <a:pt x="3718425" y="280582"/>
                  </a:lnTo>
                  <a:lnTo>
                    <a:pt x="3683345" y="287106"/>
                  </a:lnTo>
                  <a:lnTo>
                    <a:pt x="3648266" y="292786"/>
                  </a:lnTo>
                  <a:lnTo>
                    <a:pt x="3613186" y="298454"/>
                  </a:lnTo>
                  <a:lnTo>
                    <a:pt x="3578107" y="304111"/>
                  </a:lnTo>
                  <a:lnTo>
                    <a:pt x="3543027" y="309757"/>
                  </a:lnTo>
                  <a:lnTo>
                    <a:pt x="3507948" y="315392"/>
                  </a:lnTo>
                  <a:lnTo>
                    <a:pt x="3472868" y="321015"/>
                  </a:lnTo>
                  <a:lnTo>
                    <a:pt x="3437789" y="326602"/>
                  </a:lnTo>
                  <a:lnTo>
                    <a:pt x="3402709" y="332169"/>
                  </a:lnTo>
                  <a:lnTo>
                    <a:pt x="3367630" y="338398"/>
                  </a:lnTo>
                  <a:lnTo>
                    <a:pt x="3332550" y="344754"/>
                  </a:lnTo>
                  <a:lnTo>
                    <a:pt x="3297471" y="351095"/>
                  </a:lnTo>
                  <a:lnTo>
                    <a:pt x="3262391" y="357579"/>
                  </a:lnTo>
                  <a:lnTo>
                    <a:pt x="3227312" y="364742"/>
                  </a:lnTo>
                  <a:lnTo>
                    <a:pt x="3192232" y="370113"/>
                  </a:lnTo>
                  <a:lnTo>
                    <a:pt x="3157153" y="376397"/>
                  </a:lnTo>
                  <a:lnTo>
                    <a:pt x="3122073" y="382666"/>
                  </a:lnTo>
                  <a:lnTo>
                    <a:pt x="3086994" y="388883"/>
                  </a:lnTo>
                  <a:lnTo>
                    <a:pt x="3051914" y="394122"/>
                  </a:lnTo>
                  <a:lnTo>
                    <a:pt x="3016835" y="397951"/>
                  </a:lnTo>
                  <a:lnTo>
                    <a:pt x="2981755" y="403830"/>
                  </a:lnTo>
                  <a:lnTo>
                    <a:pt x="2946676" y="407204"/>
                  </a:lnTo>
                  <a:lnTo>
                    <a:pt x="2911597" y="412768"/>
                  </a:lnTo>
                  <a:lnTo>
                    <a:pt x="2876517" y="419727"/>
                  </a:lnTo>
                  <a:lnTo>
                    <a:pt x="2841438" y="425198"/>
                  </a:lnTo>
                  <a:lnTo>
                    <a:pt x="2806358" y="432339"/>
                  </a:lnTo>
                  <a:lnTo>
                    <a:pt x="2771279" y="439593"/>
                  </a:lnTo>
                  <a:lnTo>
                    <a:pt x="2736199" y="444151"/>
                  </a:lnTo>
                  <a:lnTo>
                    <a:pt x="2701120" y="448675"/>
                  </a:lnTo>
                  <a:lnTo>
                    <a:pt x="2666040" y="453192"/>
                  </a:lnTo>
                  <a:lnTo>
                    <a:pt x="2630961" y="457727"/>
                  </a:lnTo>
                  <a:lnTo>
                    <a:pt x="2595881" y="462374"/>
                  </a:lnTo>
                  <a:lnTo>
                    <a:pt x="2560802" y="468462"/>
                  </a:lnTo>
                  <a:lnTo>
                    <a:pt x="2525722" y="474182"/>
                  </a:lnTo>
                  <a:lnTo>
                    <a:pt x="2490643" y="479826"/>
                  </a:lnTo>
                  <a:lnTo>
                    <a:pt x="2455563" y="485530"/>
                  </a:lnTo>
                  <a:lnTo>
                    <a:pt x="2420484" y="489910"/>
                  </a:lnTo>
                  <a:lnTo>
                    <a:pt x="2385404" y="494282"/>
                  </a:lnTo>
                  <a:lnTo>
                    <a:pt x="2350325" y="500763"/>
                  </a:lnTo>
                  <a:lnTo>
                    <a:pt x="2315245" y="508061"/>
                  </a:lnTo>
                  <a:lnTo>
                    <a:pt x="2280166" y="515448"/>
                  </a:lnTo>
                  <a:lnTo>
                    <a:pt x="2245086" y="521338"/>
                  </a:lnTo>
                  <a:lnTo>
                    <a:pt x="2210007" y="527215"/>
                  </a:lnTo>
                  <a:lnTo>
                    <a:pt x="2174927" y="535192"/>
                  </a:lnTo>
                  <a:lnTo>
                    <a:pt x="2139848" y="542579"/>
                  </a:lnTo>
                  <a:lnTo>
                    <a:pt x="2104768" y="552453"/>
                  </a:lnTo>
                  <a:lnTo>
                    <a:pt x="2069689" y="562536"/>
                  </a:lnTo>
                  <a:lnTo>
                    <a:pt x="2034609" y="570647"/>
                  </a:lnTo>
                  <a:lnTo>
                    <a:pt x="1999530" y="577951"/>
                  </a:lnTo>
                  <a:lnTo>
                    <a:pt x="1964450" y="584641"/>
                  </a:lnTo>
                  <a:lnTo>
                    <a:pt x="1929371" y="590904"/>
                  </a:lnTo>
                  <a:lnTo>
                    <a:pt x="1894292" y="597282"/>
                  </a:lnTo>
                  <a:lnTo>
                    <a:pt x="1859212" y="606471"/>
                  </a:lnTo>
                  <a:lnTo>
                    <a:pt x="1824133" y="613971"/>
                  </a:lnTo>
                  <a:lnTo>
                    <a:pt x="1789053" y="623092"/>
                  </a:lnTo>
                  <a:lnTo>
                    <a:pt x="1753974" y="632514"/>
                  </a:lnTo>
                  <a:lnTo>
                    <a:pt x="1718894" y="640972"/>
                  </a:lnTo>
                  <a:lnTo>
                    <a:pt x="1683815" y="647723"/>
                  </a:lnTo>
                  <a:lnTo>
                    <a:pt x="1648735" y="653893"/>
                  </a:lnTo>
                  <a:lnTo>
                    <a:pt x="1613656" y="665217"/>
                  </a:lnTo>
                  <a:lnTo>
                    <a:pt x="1578576" y="672627"/>
                  </a:lnTo>
                  <a:lnTo>
                    <a:pt x="1543497" y="681577"/>
                  </a:lnTo>
                  <a:lnTo>
                    <a:pt x="1508417" y="691763"/>
                  </a:lnTo>
                  <a:lnTo>
                    <a:pt x="1473338" y="701681"/>
                  </a:lnTo>
                  <a:lnTo>
                    <a:pt x="1438258" y="710920"/>
                  </a:lnTo>
                  <a:lnTo>
                    <a:pt x="1403179" y="720582"/>
                  </a:lnTo>
                  <a:lnTo>
                    <a:pt x="1368099" y="727721"/>
                  </a:lnTo>
                  <a:lnTo>
                    <a:pt x="1333020" y="739484"/>
                  </a:lnTo>
                  <a:lnTo>
                    <a:pt x="1297940" y="748814"/>
                  </a:lnTo>
                  <a:lnTo>
                    <a:pt x="1262861" y="760335"/>
                  </a:lnTo>
                  <a:lnTo>
                    <a:pt x="1227781" y="770674"/>
                  </a:lnTo>
                  <a:lnTo>
                    <a:pt x="1192702" y="782071"/>
                  </a:lnTo>
                  <a:lnTo>
                    <a:pt x="1157622" y="795459"/>
                  </a:lnTo>
                  <a:lnTo>
                    <a:pt x="1122543" y="807790"/>
                  </a:lnTo>
                  <a:lnTo>
                    <a:pt x="1087463" y="819210"/>
                  </a:lnTo>
                  <a:lnTo>
                    <a:pt x="1052384" y="831743"/>
                  </a:lnTo>
                  <a:lnTo>
                    <a:pt x="1017304" y="844830"/>
                  </a:lnTo>
                  <a:lnTo>
                    <a:pt x="982225" y="859656"/>
                  </a:lnTo>
                  <a:lnTo>
                    <a:pt x="947146" y="873516"/>
                  </a:lnTo>
                  <a:lnTo>
                    <a:pt x="912066" y="887346"/>
                  </a:lnTo>
                  <a:lnTo>
                    <a:pt x="876987" y="902529"/>
                  </a:lnTo>
                  <a:lnTo>
                    <a:pt x="841907" y="917600"/>
                  </a:lnTo>
                  <a:lnTo>
                    <a:pt x="806828" y="930952"/>
                  </a:lnTo>
                  <a:lnTo>
                    <a:pt x="771748" y="945727"/>
                  </a:lnTo>
                  <a:lnTo>
                    <a:pt x="736669" y="958951"/>
                  </a:lnTo>
                  <a:lnTo>
                    <a:pt x="701589" y="973804"/>
                  </a:lnTo>
                  <a:lnTo>
                    <a:pt x="666510" y="990068"/>
                  </a:lnTo>
                  <a:lnTo>
                    <a:pt x="631430" y="1005938"/>
                  </a:lnTo>
                  <a:lnTo>
                    <a:pt x="596351" y="1021343"/>
                  </a:lnTo>
                  <a:lnTo>
                    <a:pt x="561271" y="1037044"/>
                  </a:lnTo>
                  <a:lnTo>
                    <a:pt x="526192" y="1051555"/>
                  </a:lnTo>
                  <a:lnTo>
                    <a:pt x="491112" y="1068569"/>
                  </a:lnTo>
                  <a:lnTo>
                    <a:pt x="456033" y="1085324"/>
                  </a:lnTo>
                  <a:lnTo>
                    <a:pt x="420953" y="1100634"/>
                  </a:lnTo>
                  <a:lnTo>
                    <a:pt x="385874" y="1116366"/>
                  </a:lnTo>
                  <a:lnTo>
                    <a:pt x="350794" y="1132002"/>
                  </a:lnTo>
                  <a:lnTo>
                    <a:pt x="315715" y="1148152"/>
                  </a:lnTo>
                  <a:lnTo>
                    <a:pt x="280635" y="1163639"/>
                  </a:lnTo>
                  <a:lnTo>
                    <a:pt x="245556" y="1178609"/>
                  </a:lnTo>
                  <a:lnTo>
                    <a:pt x="210476" y="1193776"/>
                  </a:lnTo>
                  <a:lnTo>
                    <a:pt x="175397" y="1208956"/>
                  </a:lnTo>
                  <a:lnTo>
                    <a:pt x="140317" y="1224435"/>
                  </a:lnTo>
                  <a:lnTo>
                    <a:pt x="105238" y="1239359"/>
                  </a:lnTo>
                  <a:lnTo>
                    <a:pt x="70158" y="1254497"/>
                  </a:lnTo>
                  <a:lnTo>
                    <a:pt x="35079" y="1270353"/>
                  </a:lnTo>
                  <a:lnTo>
                    <a:pt x="0" y="128396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g23"/>
            <p:cNvSpPr/>
            <p:nvPr/>
          </p:nvSpPr>
          <p:spPr>
            <a:xfrm>
              <a:off x="1356370" y="845815"/>
              <a:ext cx="5963511" cy="4239041"/>
            </a:xfrm>
            <a:custGeom>
              <a:avLst/>
              <a:pathLst>
                <a:path w="5963511" h="4239041">
                  <a:moveTo>
                    <a:pt x="0" y="3479430"/>
                  </a:moveTo>
                  <a:lnTo>
                    <a:pt x="35079" y="3482538"/>
                  </a:lnTo>
                  <a:lnTo>
                    <a:pt x="70158" y="3483568"/>
                  </a:lnTo>
                  <a:lnTo>
                    <a:pt x="105238" y="3484569"/>
                  </a:lnTo>
                  <a:lnTo>
                    <a:pt x="140317" y="3484361"/>
                  </a:lnTo>
                  <a:lnTo>
                    <a:pt x="175397" y="3485062"/>
                  </a:lnTo>
                  <a:lnTo>
                    <a:pt x="210476" y="3487747"/>
                  </a:lnTo>
                  <a:lnTo>
                    <a:pt x="245556" y="3488790"/>
                  </a:lnTo>
                  <a:lnTo>
                    <a:pt x="280635" y="3489326"/>
                  </a:lnTo>
                  <a:lnTo>
                    <a:pt x="315715" y="3490135"/>
                  </a:lnTo>
                  <a:lnTo>
                    <a:pt x="350794" y="3490925"/>
                  </a:lnTo>
                  <a:lnTo>
                    <a:pt x="385874" y="3491373"/>
                  </a:lnTo>
                  <a:lnTo>
                    <a:pt x="420953" y="3493000"/>
                  </a:lnTo>
                  <a:lnTo>
                    <a:pt x="456033" y="3494573"/>
                  </a:lnTo>
                  <a:lnTo>
                    <a:pt x="491112" y="3492937"/>
                  </a:lnTo>
                  <a:lnTo>
                    <a:pt x="526192" y="3494840"/>
                  </a:lnTo>
                  <a:lnTo>
                    <a:pt x="561271" y="3493801"/>
                  </a:lnTo>
                  <a:lnTo>
                    <a:pt x="596351" y="3491726"/>
                  </a:lnTo>
                  <a:lnTo>
                    <a:pt x="631430" y="3491395"/>
                  </a:lnTo>
                  <a:lnTo>
                    <a:pt x="666510" y="3490105"/>
                  </a:lnTo>
                  <a:lnTo>
                    <a:pt x="701589" y="3488854"/>
                  </a:lnTo>
                  <a:lnTo>
                    <a:pt x="736669" y="3489739"/>
                  </a:lnTo>
                  <a:lnTo>
                    <a:pt x="771748" y="3487891"/>
                  </a:lnTo>
                  <a:lnTo>
                    <a:pt x="806828" y="3488111"/>
                  </a:lnTo>
                  <a:lnTo>
                    <a:pt x="841907" y="3487000"/>
                  </a:lnTo>
                  <a:lnTo>
                    <a:pt x="876987" y="3485999"/>
                  </a:lnTo>
                  <a:lnTo>
                    <a:pt x="912066" y="3482390"/>
                  </a:lnTo>
                  <a:lnTo>
                    <a:pt x="947146" y="3479601"/>
                  </a:lnTo>
                  <a:lnTo>
                    <a:pt x="982225" y="3478300"/>
                  </a:lnTo>
                  <a:lnTo>
                    <a:pt x="1017304" y="3476723"/>
                  </a:lnTo>
                  <a:lnTo>
                    <a:pt x="1052384" y="3474597"/>
                  </a:lnTo>
                  <a:lnTo>
                    <a:pt x="1087463" y="3472878"/>
                  </a:lnTo>
                  <a:lnTo>
                    <a:pt x="1122543" y="3464246"/>
                  </a:lnTo>
                  <a:lnTo>
                    <a:pt x="1157622" y="3456735"/>
                  </a:lnTo>
                  <a:lnTo>
                    <a:pt x="1192702" y="3454213"/>
                  </a:lnTo>
                  <a:lnTo>
                    <a:pt x="1227781" y="3446794"/>
                  </a:lnTo>
                  <a:lnTo>
                    <a:pt x="1262861" y="3442444"/>
                  </a:lnTo>
                  <a:lnTo>
                    <a:pt x="1297940" y="3433152"/>
                  </a:lnTo>
                  <a:lnTo>
                    <a:pt x="1333020" y="3425651"/>
                  </a:lnTo>
                  <a:lnTo>
                    <a:pt x="1368099" y="3413128"/>
                  </a:lnTo>
                  <a:lnTo>
                    <a:pt x="1403179" y="3404580"/>
                  </a:lnTo>
                  <a:lnTo>
                    <a:pt x="1438258" y="3393534"/>
                  </a:lnTo>
                  <a:lnTo>
                    <a:pt x="1473338" y="3382959"/>
                  </a:lnTo>
                  <a:lnTo>
                    <a:pt x="1508417" y="3371310"/>
                  </a:lnTo>
                  <a:lnTo>
                    <a:pt x="1543497" y="3361953"/>
                  </a:lnTo>
                  <a:lnTo>
                    <a:pt x="1578576" y="3351971"/>
                  </a:lnTo>
                  <a:lnTo>
                    <a:pt x="1613656" y="3338793"/>
                  </a:lnTo>
                  <a:lnTo>
                    <a:pt x="1648735" y="3328413"/>
                  </a:lnTo>
                  <a:lnTo>
                    <a:pt x="1683815" y="3320595"/>
                  </a:lnTo>
                  <a:lnTo>
                    <a:pt x="1718894" y="3307680"/>
                  </a:lnTo>
                  <a:lnTo>
                    <a:pt x="1753974" y="3293279"/>
                  </a:lnTo>
                  <a:lnTo>
                    <a:pt x="1789053" y="3275135"/>
                  </a:lnTo>
                  <a:lnTo>
                    <a:pt x="1824133" y="3262186"/>
                  </a:lnTo>
                  <a:lnTo>
                    <a:pt x="1859212" y="3247415"/>
                  </a:lnTo>
                  <a:lnTo>
                    <a:pt x="1894292" y="3230280"/>
                  </a:lnTo>
                  <a:lnTo>
                    <a:pt x="1929371" y="3215035"/>
                  </a:lnTo>
                  <a:lnTo>
                    <a:pt x="1964450" y="3198349"/>
                  </a:lnTo>
                  <a:lnTo>
                    <a:pt x="1999530" y="3179467"/>
                  </a:lnTo>
                  <a:lnTo>
                    <a:pt x="2034609" y="3161025"/>
                  </a:lnTo>
                  <a:lnTo>
                    <a:pt x="2069689" y="3143639"/>
                  </a:lnTo>
                  <a:lnTo>
                    <a:pt x="2104768" y="3124078"/>
                  </a:lnTo>
                  <a:lnTo>
                    <a:pt x="2139848" y="3105126"/>
                  </a:lnTo>
                  <a:lnTo>
                    <a:pt x="2174927" y="3086213"/>
                  </a:lnTo>
                  <a:lnTo>
                    <a:pt x="2210007" y="3070774"/>
                  </a:lnTo>
                  <a:lnTo>
                    <a:pt x="2245086" y="3053990"/>
                  </a:lnTo>
                  <a:lnTo>
                    <a:pt x="2280166" y="3035016"/>
                  </a:lnTo>
                  <a:lnTo>
                    <a:pt x="2315245" y="3015511"/>
                  </a:lnTo>
                  <a:lnTo>
                    <a:pt x="2350325" y="2995912"/>
                  </a:lnTo>
                  <a:lnTo>
                    <a:pt x="2385404" y="2976235"/>
                  </a:lnTo>
                  <a:lnTo>
                    <a:pt x="2420484" y="2955750"/>
                  </a:lnTo>
                  <a:lnTo>
                    <a:pt x="2455563" y="2936483"/>
                  </a:lnTo>
                  <a:lnTo>
                    <a:pt x="2490643" y="2915991"/>
                  </a:lnTo>
                  <a:lnTo>
                    <a:pt x="2525722" y="2896366"/>
                  </a:lnTo>
                  <a:lnTo>
                    <a:pt x="2560802" y="2876117"/>
                  </a:lnTo>
                  <a:lnTo>
                    <a:pt x="2595881" y="2855759"/>
                  </a:lnTo>
                  <a:lnTo>
                    <a:pt x="2630961" y="2834886"/>
                  </a:lnTo>
                  <a:lnTo>
                    <a:pt x="2666040" y="2812606"/>
                  </a:lnTo>
                  <a:lnTo>
                    <a:pt x="2701120" y="2790258"/>
                  </a:lnTo>
                  <a:lnTo>
                    <a:pt x="2736199" y="2768772"/>
                  </a:lnTo>
                  <a:lnTo>
                    <a:pt x="2771279" y="2747556"/>
                  </a:lnTo>
                  <a:lnTo>
                    <a:pt x="2806358" y="2725324"/>
                  </a:lnTo>
                  <a:lnTo>
                    <a:pt x="2841438" y="2702221"/>
                  </a:lnTo>
                  <a:lnTo>
                    <a:pt x="2876517" y="2679136"/>
                  </a:lnTo>
                  <a:lnTo>
                    <a:pt x="2911597" y="2655917"/>
                  </a:lnTo>
                  <a:lnTo>
                    <a:pt x="2946676" y="2632616"/>
                  </a:lnTo>
                  <a:lnTo>
                    <a:pt x="2981755" y="2610027"/>
                  </a:lnTo>
                  <a:lnTo>
                    <a:pt x="3016835" y="2585520"/>
                  </a:lnTo>
                  <a:lnTo>
                    <a:pt x="3051914" y="2561779"/>
                  </a:lnTo>
                  <a:lnTo>
                    <a:pt x="3086994" y="2539556"/>
                  </a:lnTo>
                  <a:lnTo>
                    <a:pt x="3122073" y="2514613"/>
                  </a:lnTo>
                  <a:lnTo>
                    <a:pt x="3157153" y="2489702"/>
                  </a:lnTo>
                  <a:lnTo>
                    <a:pt x="3192232" y="2465368"/>
                  </a:lnTo>
                  <a:lnTo>
                    <a:pt x="3227312" y="2441011"/>
                  </a:lnTo>
                  <a:lnTo>
                    <a:pt x="3262391" y="2417619"/>
                  </a:lnTo>
                  <a:lnTo>
                    <a:pt x="3297471" y="2394097"/>
                  </a:lnTo>
                  <a:lnTo>
                    <a:pt x="3332550" y="2370445"/>
                  </a:lnTo>
                  <a:lnTo>
                    <a:pt x="3367630" y="2345759"/>
                  </a:lnTo>
                  <a:lnTo>
                    <a:pt x="3402709" y="2320247"/>
                  </a:lnTo>
                  <a:lnTo>
                    <a:pt x="3437789" y="2294637"/>
                  </a:lnTo>
                  <a:lnTo>
                    <a:pt x="3472868" y="2268130"/>
                  </a:lnTo>
                  <a:lnTo>
                    <a:pt x="3507948" y="2242466"/>
                  </a:lnTo>
                  <a:lnTo>
                    <a:pt x="3543027" y="2215609"/>
                  </a:lnTo>
                  <a:lnTo>
                    <a:pt x="3578107" y="2188479"/>
                  </a:lnTo>
                  <a:lnTo>
                    <a:pt x="3613186" y="2163929"/>
                  </a:lnTo>
                  <a:lnTo>
                    <a:pt x="3648266" y="2137335"/>
                  </a:lnTo>
                  <a:lnTo>
                    <a:pt x="3683345" y="2110585"/>
                  </a:lnTo>
                  <a:lnTo>
                    <a:pt x="3718425" y="2083676"/>
                  </a:lnTo>
                  <a:lnTo>
                    <a:pt x="3753504" y="2056658"/>
                  </a:lnTo>
                  <a:lnTo>
                    <a:pt x="3788584" y="2029819"/>
                  </a:lnTo>
                  <a:lnTo>
                    <a:pt x="3823663" y="2002823"/>
                  </a:lnTo>
                  <a:lnTo>
                    <a:pt x="3858743" y="1976380"/>
                  </a:lnTo>
                  <a:lnTo>
                    <a:pt x="3893822" y="1951624"/>
                  </a:lnTo>
                  <a:lnTo>
                    <a:pt x="3928901" y="1925856"/>
                  </a:lnTo>
                  <a:lnTo>
                    <a:pt x="3963981" y="1897283"/>
                  </a:lnTo>
                  <a:lnTo>
                    <a:pt x="3999060" y="1868539"/>
                  </a:lnTo>
                  <a:lnTo>
                    <a:pt x="4034140" y="1839621"/>
                  </a:lnTo>
                  <a:lnTo>
                    <a:pt x="4069219" y="1810528"/>
                  </a:lnTo>
                  <a:lnTo>
                    <a:pt x="4104299" y="1781260"/>
                  </a:lnTo>
                  <a:lnTo>
                    <a:pt x="4139378" y="1752770"/>
                  </a:lnTo>
                  <a:lnTo>
                    <a:pt x="4174458" y="1724192"/>
                  </a:lnTo>
                  <a:lnTo>
                    <a:pt x="4209537" y="1697915"/>
                  </a:lnTo>
                  <a:lnTo>
                    <a:pt x="4244617" y="1670725"/>
                  </a:lnTo>
                  <a:lnTo>
                    <a:pt x="4279696" y="1640599"/>
                  </a:lnTo>
                  <a:lnTo>
                    <a:pt x="4314776" y="1610291"/>
                  </a:lnTo>
                  <a:lnTo>
                    <a:pt x="4349855" y="1579807"/>
                  </a:lnTo>
                  <a:lnTo>
                    <a:pt x="4384935" y="1549652"/>
                  </a:lnTo>
                  <a:lnTo>
                    <a:pt x="4420014" y="1520199"/>
                  </a:lnTo>
                  <a:lnTo>
                    <a:pt x="4455094" y="1490577"/>
                  </a:lnTo>
                  <a:lnTo>
                    <a:pt x="4490173" y="1460786"/>
                  </a:lnTo>
                  <a:lnTo>
                    <a:pt x="4525253" y="1430822"/>
                  </a:lnTo>
                  <a:lnTo>
                    <a:pt x="4560332" y="1400686"/>
                  </a:lnTo>
                  <a:lnTo>
                    <a:pt x="4595412" y="1370377"/>
                  </a:lnTo>
                  <a:lnTo>
                    <a:pt x="4630491" y="1339893"/>
                  </a:lnTo>
                  <a:lnTo>
                    <a:pt x="4665571" y="1307440"/>
                  </a:lnTo>
                  <a:lnTo>
                    <a:pt x="4700650" y="1274681"/>
                  </a:lnTo>
                  <a:lnTo>
                    <a:pt x="4735730" y="1242389"/>
                  </a:lnTo>
                  <a:lnTo>
                    <a:pt x="4770809" y="1209203"/>
                  </a:lnTo>
                  <a:lnTo>
                    <a:pt x="4805889" y="1175814"/>
                  </a:lnTo>
                  <a:lnTo>
                    <a:pt x="4840968" y="1142220"/>
                  </a:lnTo>
                  <a:lnTo>
                    <a:pt x="4876048" y="1108420"/>
                  </a:lnTo>
                  <a:lnTo>
                    <a:pt x="4911127" y="1074414"/>
                  </a:lnTo>
                  <a:lnTo>
                    <a:pt x="4946206" y="1040199"/>
                  </a:lnTo>
                  <a:lnTo>
                    <a:pt x="4981286" y="1005775"/>
                  </a:lnTo>
                  <a:lnTo>
                    <a:pt x="5016365" y="971141"/>
                  </a:lnTo>
                  <a:lnTo>
                    <a:pt x="5051445" y="936294"/>
                  </a:lnTo>
                  <a:lnTo>
                    <a:pt x="5086524" y="901234"/>
                  </a:lnTo>
                  <a:lnTo>
                    <a:pt x="5121604" y="865980"/>
                  </a:lnTo>
                  <a:lnTo>
                    <a:pt x="5156683" y="831513"/>
                  </a:lnTo>
                  <a:lnTo>
                    <a:pt x="5191763" y="797002"/>
                  </a:lnTo>
                  <a:lnTo>
                    <a:pt x="5226842" y="762286"/>
                  </a:lnTo>
                  <a:lnTo>
                    <a:pt x="5261922" y="727395"/>
                  </a:lnTo>
                  <a:lnTo>
                    <a:pt x="5297001" y="692321"/>
                  </a:lnTo>
                  <a:lnTo>
                    <a:pt x="5332081" y="657039"/>
                  </a:lnTo>
                  <a:lnTo>
                    <a:pt x="5367160" y="621549"/>
                  </a:lnTo>
                  <a:lnTo>
                    <a:pt x="5402240" y="585849"/>
                  </a:lnTo>
                  <a:lnTo>
                    <a:pt x="5437319" y="550744"/>
                  </a:lnTo>
                  <a:lnTo>
                    <a:pt x="5472399" y="515488"/>
                  </a:lnTo>
                  <a:lnTo>
                    <a:pt x="5507478" y="480028"/>
                  </a:lnTo>
                  <a:lnTo>
                    <a:pt x="5542558" y="444363"/>
                  </a:lnTo>
                  <a:lnTo>
                    <a:pt x="5577637" y="408493"/>
                  </a:lnTo>
                  <a:lnTo>
                    <a:pt x="5612717" y="372416"/>
                  </a:lnTo>
                  <a:lnTo>
                    <a:pt x="5647796" y="336130"/>
                  </a:lnTo>
                  <a:lnTo>
                    <a:pt x="5682876" y="299636"/>
                  </a:lnTo>
                  <a:lnTo>
                    <a:pt x="5717955" y="262931"/>
                  </a:lnTo>
                  <a:lnTo>
                    <a:pt x="5753035" y="226014"/>
                  </a:lnTo>
                  <a:lnTo>
                    <a:pt x="5788114" y="188885"/>
                  </a:lnTo>
                  <a:lnTo>
                    <a:pt x="5823194" y="151541"/>
                  </a:lnTo>
                  <a:lnTo>
                    <a:pt x="5858273" y="113982"/>
                  </a:lnTo>
                  <a:lnTo>
                    <a:pt x="5893352" y="76206"/>
                  </a:lnTo>
                  <a:lnTo>
                    <a:pt x="5928432" y="38212"/>
                  </a:lnTo>
                  <a:lnTo>
                    <a:pt x="5963511" y="0"/>
                  </a:lnTo>
                  <a:lnTo>
                    <a:pt x="5963511" y="3887416"/>
                  </a:lnTo>
                  <a:lnTo>
                    <a:pt x="5928432" y="3885697"/>
                  </a:lnTo>
                  <a:lnTo>
                    <a:pt x="5893352" y="3883978"/>
                  </a:lnTo>
                  <a:lnTo>
                    <a:pt x="5858273" y="3882278"/>
                  </a:lnTo>
                  <a:lnTo>
                    <a:pt x="5823194" y="3880576"/>
                  </a:lnTo>
                  <a:lnTo>
                    <a:pt x="5788114" y="3878252"/>
                  </a:lnTo>
                  <a:lnTo>
                    <a:pt x="5753035" y="3876088"/>
                  </a:lnTo>
                  <a:lnTo>
                    <a:pt x="5717955" y="3873723"/>
                  </a:lnTo>
                  <a:lnTo>
                    <a:pt x="5682876" y="3871705"/>
                  </a:lnTo>
                  <a:lnTo>
                    <a:pt x="5647796" y="3869757"/>
                  </a:lnTo>
                  <a:lnTo>
                    <a:pt x="5612717" y="3867807"/>
                  </a:lnTo>
                  <a:lnTo>
                    <a:pt x="5577637" y="3865856"/>
                  </a:lnTo>
                  <a:lnTo>
                    <a:pt x="5542558" y="3863904"/>
                  </a:lnTo>
                  <a:lnTo>
                    <a:pt x="5507478" y="3861950"/>
                  </a:lnTo>
                  <a:lnTo>
                    <a:pt x="5472399" y="3859995"/>
                  </a:lnTo>
                  <a:lnTo>
                    <a:pt x="5437319" y="3858039"/>
                  </a:lnTo>
                  <a:lnTo>
                    <a:pt x="5402240" y="3856081"/>
                  </a:lnTo>
                  <a:lnTo>
                    <a:pt x="5367160" y="3854122"/>
                  </a:lnTo>
                  <a:lnTo>
                    <a:pt x="5332081" y="3852161"/>
                  </a:lnTo>
                  <a:lnTo>
                    <a:pt x="5297001" y="3850199"/>
                  </a:lnTo>
                  <a:lnTo>
                    <a:pt x="5261922" y="3848236"/>
                  </a:lnTo>
                  <a:lnTo>
                    <a:pt x="5226842" y="3846271"/>
                  </a:lnTo>
                  <a:lnTo>
                    <a:pt x="5191763" y="3844305"/>
                  </a:lnTo>
                  <a:lnTo>
                    <a:pt x="5156683" y="3842338"/>
                  </a:lnTo>
                  <a:lnTo>
                    <a:pt x="5121604" y="3840369"/>
                  </a:lnTo>
                  <a:lnTo>
                    <a:pt x="5086524" y="3838399"/>
                  </a:lnTo>
                  <a:lnTo>
                    <a:pt x="5051445" y="3836428"/>
                  </a:lnTo>
                  <a:lnTo>
                    <a:pt x="5016365" y="3834455"/>
                  </a:lnTo>
                  <a:lnTo>
                    <a:pt x="4981286" y="3832480"/>
                  </a:lnTo>
                  <a:lnTo>
                    <a:pt x="4946206" y="3830505"/>
                  </a:lnTo>
                  <a:lnTo>
                    <a:pt x="4911127" y="3828528"/>
                  </a:lnTo>
                  <a:lnTo>
                    <a:pt x="4876048" y="3826549"/>
                  </a:lnTo>
                  <a:lnTo>
                    <a:pt x="4840968" y="3826706"/>
                  </a:lnTo>
                  <a:lnTo>
                    <a:pt x="4805889" y="3827205"/>
                  </a:lnTo>
                  <a:lnTo>
                    <a:pt x="4770809" y="3827704"/>
                  </a:lnTo>
                  <a:lnTo>
                    <a:pt x="4735730" y="3827281"/>
                  </a:lnTo>
                  <a:lnTo>
                    <a:pt x="4700650" y="3824448"/>
                  </a:lnTo>
                  <a:lnTo>
                    <a:pt x="4665571" y="3821612"/>
                  </a:lnTo>
                  <a:lnTo>
                    <a:pt x="4630491" y="3819150"/>
                  </a:lnTo>
                  <a:lnTo>
                    <a:pt x="4595412" y="3819096"/>
                  </a:lnTo>
                  <a:lnTo>
                    <a:pt x="4560332" y="3818801"/>
                  </a:lnTo>
                  <a:lnTo>
                    <a:pt x="4525253" y="3816838"/>
                  </a:lnTo>
                  <a:lnTo>
                    <a:pt x="4490173" y="3814717"/>
                  </a:lnTo>
                  <a:lnTo>
                    <a:pt x="4455094" y="3812594"/>
                  </a:lnTo>
                  <a:lnTo>
                    <a:pt x="4420014" y="3810411"/>
                  </a:lnTo>
                  <a:lnTo>
                    <a:pt x="4384935" y="3806860"/>
                  </a:lnTo>
                  <a:lnTo>
                    <a:pt x="4349855" y="3803305"/>
                  </a:lnTo>
                  <a:lnTo>
                    <a:pt x="4314776" y="3799745"/>
                  </a:lnTo>
                  <a:lnTo>
                    <a:pt x="4279696" y="3796180"/>
                  </a:lnTo>
                  <a:lnTo>
                    <a:pt x="4244617" y="3792611"/>
                  </a:lnTo>
                  <a:lnTo>
                    <a:pt x="4209537" y="3789015"/>
                  </a:lnTo>
                  <a:lnTo>
                    <a:pt x="4174458" y="3788464"/>
                  </a:lnTo>
                  <a:lnTo>
                    <a:pt x="4139378" y="3788022"/>
                  </a:lnTo>
                  <a:lnTo>
                    <a:pt x="4104299" y="3787548"/>
                  </a:lnTo>
                  <a:lnTo>
                    <a:pt x="4069219" y="3784565"/>
                  </a:lnTo>
                  <a:lnTo>
                    <a:pt x="4034140" y="3781579"/>
                  </a:lnTo>
                  <a:lnTo>
                    <a:pt x="3999060" y="3780585"/>
                  </a:lnTo>
                  <a:lnTo>
                    <a:pt x="3963981" y="3779782"/>
                  </a:lnTo>
                  <a:lnTo>
                    <a:pt x="3928901" y="3779232"/>
                  </a:lnTo>
                  <a:lnTo>
                    <a:pt x="3893822" y="3778268"/>
                  </a:lnTo>
                  <a:lnTo>
                    <a:pt x="3858743" y="3777475"/>
                  </a:lnTo>
                  <a:lnTo>
                    <a:pt x="3823663" y="3776738"/>
                  </a:lnTo>
                  <a:lnTo>
                    <a:pt x="3788584" y="3775978"/>
                  </a:lnTo>
                  <a:lnTo>
                    <a:pt x="3753504" y="3775170"/>
                  </a:lnTo>
                  <a:lnTo>
                    <a:pt x="3718425" y="3774351"/>
                  </a:lnTo>
                  <a:lnTo>
                    <a:pt x="3683345" y="3772639"/>
                  </a:lnTo>
                  <a:lnTo>
                    <a:pt x="3648266" y="3769888"/>
                  </a:lnTo>
                  <a:lnTo>
                    <a:pt x="3613186" y="3766758"/>
                  </a:lnTo>
                  <a:lnTo>
                    <a:pt x="3578107" y="3764398"/>
                  </a:lnTo>
                  <a:lnTo>
                    <a:pt x="3543027" y="3761662"/>
                  </a:lnTo>
                  <a:lnTo>
                    <a:pt x="3507948" y="3760011"/>
                  </a:lnTo>
                  <a:lnTo>
                    <a:pt x="3472868" y="3757302"/>
                  </a:lnTo>
                  <a:lnTo>
                    <a:pt x="3437789" y="3753392"/>
                  </a:lnTo>
                  <a:lnTo>
                    <a:pt x="3402709" y="3750629"/>
                  </a:lnTo>
                  <a:lnTo>
                    <a:pt x="3367630" y="3747865"/>
                  </a:lnTo>
                  <a:lnTo>
                    <a:pt x="3332550" y="3745097"/>
                  </a:lnTo>
                  <a:lnTo>
                    <a:pt x="3297471" y="3743904"/>
                  </a:lnTo>
                  <a:lnTo>
                    <a:pt x="3262391" y="3741873"/>
                  </a:lnTo>
                  <a:lnTo>
                    <a:pt x="3227312" y="3739165"/>
                  </a:lnTo>
                  <a:lnTo>
                    <a:pt x="3192232" y="3736426"/>
                  </a:lnTo>
                  <a:lnTo>
                    <a:pt x="3157153" y="3733617"/>
                  </a:lnTo>
                  <a:lnTo>
                    <a:pt x="3122073" y="3731440"/>
                  </a:lnTo>
                  <a:lnTo>
                    <a:pt x="3086994" y="3731429"/>
                  </a:lnTo>
                  <a:lnTo>
                    <a:pt x="3051914" y="3731418"/>
                  </a:lnTo>
                  <a:lnTo>
                    <a:pt x="3016835" y="3729919"/>
                  </a:lnTo>
                  <a:lnTo>
                    <a:pt x="2981755" y="3727749"/>
                  </a:lnTo>
                  <a:lnTo>
                    <a:pt x="2946676" y="3728236"/>
                  </a:lnTo>
                  <a:lnTo>
                    <a:pt x="2911597" y="3728644"/>
                  </a:lnTo>
                  <a:lnTo>
                    <a:pt x="2876517" y="3726189"/>
                  </a:lnTo>
                  <a:lnTo>
                    <a:pt x="2841438" y="3722726"/>
                  </a:lnTo>
                  <a:lnTo>
                    <a:pt x="2806358" y="3721283"/>
                  </a:lnTo>
                  <a:lnTo>
                    <a:pt x="2771279" y="3720392"/>
                  </a:lnTo>
                  <a:lnTo>
                    <a:pt x="2736199" y="3720146"/>
                  </a:lnTo>
                  <a:lnTo>
                    <a:pt x="2701120" y="3720532"/>
                  </a:lnTo>
                  <a:lnTo>
                    <a:pt x="2666040" y="3718937"/>
                  </a:lnTo>
                  <a:lnTo>
                    <a:pt x="2630961" y="3717703"/>
                  </a:lnTo>
                  <a:lnTo>
                    <a:pt x="2595881" y="3715653"/>
                  </a:lnTo>
                  <a:lnTo>
                    <a:pt x="2560802" y="3714682"/>
                  </a:lnTo>
                  <a:lnTo>
                    <a:pt x="2525722" y="3710661"/>
                  </a:lnTo>
                  <a:lnTo>
                    <a:pt x="2490643" y="3708325"/>
                  </a:lnTo>
                  <a:lnTo>
                    <a:pt x="2455563" y="3708752"/>
                  </a:lnTo>
                  <a:lnTo>
                    <a:pt x="2420484" y="3710597"/>
                  </a:lnTo>
                  <a:lnTo>
                    <a:pt x="2385404" y="3709191"/>
                  </a:lnTo>
                  <a:lnTo>
                    <a:pt x="2350325" y="3707373"/>
                  </a:lnTo>
                  <a:lnTo>
                    <a:pt x="2315245" y="3705590"/>
                  </a:lnTo>
                  <a:lnTo>
                    <a:pt x="2280166" y="3705643"/>
                  </a:lnTo>
                  <a:lnTo>
                    <a:pt x="2245086" y="3706246"/>
                  </a:lnTo>
                  <a:lnTo>
                    <a:pt x="2210007" y="3705298"/>
                  </a:lnTo>
                  <a:lnTo>
                    <a:pt x="2174927" y="3705621"/>
                  </a:lnTo>
                  <a:lnTo>
                    <a:pt x="2139848" y="3705995"/>
                  </a:lnTo>
                  <a:lnTo>
                    <a:pt x="2104768" y="3704849"/>
                  </a:lnTo>
                  <a:lnTo>
                    <a:pt x="2069689" y="3706402"/>
                  </a:lnTo>
                  <a:lnTo>
                    <a:pt x="2034609" y="3708255"/>
                  </a:lnTo>
                  <a:lnTo>
                    <a:pt x="1999530" y="3711389"/>
                  </a:lnTo>
                  <a:lnTo>
                    <a:pt x="1964450" y="3713267"/>
                  </a:lnTo>
                  <a:lnTo>
                    <a:pt x="1929371" y="3711625"/>
                  </a:lnTo>
                  <a:lnTo>
                    <a:pt x="1894292" y="3709525"/>
                  </a:lnTo>
                  <a:lnTo>
                    <a:pt x="1859212" y="3710181"/>
                  </a:lnTo>
                  <a:lnTo>
                    <a:pt x="1824133" y="3713097"/>
                  </a:lnTo>
                  <a:lnTo>
                    <a:pt x="1789053" y="3717529"/>
                  </a:lnTo>
                  <a:lnTo>
                    <a:pt x="1753974" y="3720145"/>
                  </a:lnTo>
                  <a:lnTo>
                    <a:pt x="1718894" y="3721618"/>
                  </a:lnTo>
                  <a:lnTo>
                    <a:pt x="1683815" y="3724724"/>
                  </a:lnTo>
                  <a:lnTo>
                    <a:pt x="1648735" y="3729563"/>
                  </a:lnTo>
                  <a:lnTo>
                    <a:pt x="1613656" y="3732664"/>
                  </a:lnTo>
                  <a:lnTo>
                    <a:pt x="1578576" y="3741057"/>
                  </a:lnTo>
                  <a:lnTo>
                    <a:pt x="1543497" y="3745044"/>
                  </a:lnTo>
                  <a:lnTo>
                    <a:pt x="1508417" y="3751007"/>
                  </a:lnTo>
                  <a:lnTo>
                    <a:pt x="1473338" y="3754372"/>
                  </a:lnTo>
                  <a:lnTo>
                    <a:pt x="1438258" y="3759011"/>
                  </a:lnTo>
                  <a:lnTo>
                    <a:pt x="1403179" y="3763652"/>
                  </a:lnTo>
                  <a:lnTo>
                    <a:pt x="1368099" y="3768297"/>
                  </a:lnTo>
                  <a:lnTo>
                    <a:pt x="1333020" y="3773924"/>
                  </a:lnTo>
                  <a:lnTo>
                    <a:pt x="1297940" y="3782202"/>
                  </a:lnTo>
                  <a:lnTo>
                    <a:pt x="1262861" y="3790656"/>
                  </a:lnTo>
                  <a:lnTo>
                    <a:pt x="1227781" y="3799938"/>
                  </a:lnTo>
                  <a:lnTo>
                    <a:pt x="1192702" y="3809177"/>
                  </a:lnTo>
                  <a:lnTo>
                    <a:pt x="1157622" y="3820598"/>
                  </a:lnTo>
                  <a:lnTo>
                    <a:pt x="1122543" y="3830299"/>
                  </a:lnTo>
                  <a:lnTo>
                    <a:pt x="1087463" y="3842041"/>
                  </a:lnTo>
                  <a:lnTo>
                    <a:pt x="1052384" y="3851672"/>
                  </a:lnTo>
                  <a:lnTo>
                    <a:pt x="1017304" y="3865206"/>
                  </a:lnTo>
                  <a:lnTo>
                    <a:pt x="982225" y="3876249"/>
                  </a:lnTo>
                  <a:lnTo>
                    <a:pt x="947146" y="3887667"/>
                  </a:lnTo>
                  <a:lnTo>
                    <a:pt x="912066" y="3900489"/>
                  </a:lnTo>
                  <a:lnTo>
                    <a:pt x="876987" y="3911683"/>
                  </a:lnTo>
                  <a:lnTo>
                    <a:pt x="841907" y="3928613"/>
                  </a:lnTo>
                  <a:lnTo>
                    <a:pt x="806828" y="3939092"/>
                  </a:lnTo>
                  <a:lnTo>
                    <a:pt x="771748" y="3950741"/>
                  </a:lnTo>
                  <a:lnTo>
                    <a:pt x="736669" y="3963351"/>
                  </a:lnTo>
                  <a:lnTo>
                    <a:pt x="701589" y="3976801"/>
                  </a:lnTo>
                  <a:lnTo>
                    <a:pt x="666510" y="3990551"/>
                  </a:lnTo>
                  <a:lnTo>
                    <a:pt x="631430" y="4004671"/>
                  </a:lnTo>
                  <a:lnTo>
                    <a:pt x="596351" y="4017913"/>
                  </a:lnTo>
                  <a:lnTo>
                    <a:pt x="561271" y="4031210"/>
                  </a:lnTo>
                  <a:lnTo>
                    <a:pt x="526192" y="4043558"/>
                  </a:lnTo>
                  <a:lnTo>
                    <a:pt x="491112" y="4056813"/>
                  </a:lnTo>
                  <a:lnTo>
                    <a:pt x="456033" y="4069515"/>
                  </a:lnTo>
                  <a:lnTo>
                    <a:pt x="420953" y="4082518"/>
                  </a:lnTo>
                  <a:lnTo>
                    <a:pt x="385874" y="4095719"/>
                  </a:lnTo>
                  <a:lnTo>
                    <a:pt x="350794" y="4108617"/>
                  </a:lnTo>
                  <a:lnTo>
                    <a:pt x="315715" y="4121919"/>
                  </a:lnTo>
                  <a:lnTo>
                    <a:pt x="280635" y="4135277"/>
                  </a:lnTo>
                  <a:lnTo>
                    <a:pt x="245556" y="4149834"/>
                  </a:lnTo>
                  <a:lnTo>
                    <a:pt x="210476" y="4162116"/>
                  </a:lnTo>
                  <a:lnTo>
                    <a:pt x="175397" y="4175322"/>
                  </a:lnTo>
                  <a:lnTo>
                    <a:pt x="140317" y="4187610"/>
                  </a:lnTo>
                  <a:lnTo>
                    <a:pt x="105238" y="4199361"/>
                  </a:lnTo>
                  <a:lnTo>
                    <a:pt x="70158" y="4212414"/>
                  </a:lnTo>
                  <a:lnTo>
                    <a:pt x="35079" y="4225398"/>
                  </a:lnTo>
                  <a:lnTo>
                    <a:pt x="0" y="4239041"/>
                  </a:lnTo>
                  <a:close/>
                </a:path>
              </a:pathLst>
            </a:cu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356370" y="845815"/>
              <a:ext cx="5963511" cy="3494840"/>
            </a:xfrm>
            <a:custGeom>
              <a:avLst/>
              <a:pathLst>
                <a:path w="5963511" h="3494840">
                  <a:moveTo>
                    <a:pt x="0" y="3479430"/>
                  </a:moveTo>
                  <a:lnTo>
                    <a:pt x="35079" y="3482538"/>
                  </a:lnTo>
                  <a:lnTo>
                    <a:pt x="70158" y="3483568"/>
                  </a:lnTo>
                  <a:lnTo>
                    <a:pt x="105238" y="3484569"/>
                  </a:lnTo>
                  <a:lnTo>
                    <a:pt x="140317" y="3484361"/>
                  </a:lnTo>
                  <a:lnTo>
                    <a:pt x="175397" y="3485062"/>
                  </a:lnTo>
                  <a:lnTo>
                    <a:pt x="210476" y="3487747"/>
                  </a:lnTo>
                  <a:lnTo>
                    <a:pt x="245556" y="3488790"/>
                  </a:lnTo>
                  <a:lnTo>
                    <a:pt x="280635" y="3489326"/>
                  </a:lnTo>
                  <a:lnTo>
                    <a:pt x="315715" y="3490135"/>
                  </a:lnTo>
                  <a:lnTo>
                    <a:pt x="350794" y="3490925"/>
                  </a:lnTo>
                  <a:lnTo>
                    <a:pt x="385874" y="3491373"/>
                  </a:lnTo>
                  <a:lnTo>
                    <a:pt x="420953" y="3493000"/>
                  </a:lnTo>
                  <a:lnTo>
                    <a:pt x="456033" y="3494573"/>
                  </a:lnTo>
                  <a:lnTo>
                    <a:pt x="491112" y="3492937"/>
                  </a:lnTo>
                  <a:lnTo>
                    <a:pt x="526192" y="3494840"/>
                  </a:lnTo>
                  <a:lnTo>
                    <a:pt x="561271" y="3493801"/>
                  </a:lnTo>
                  <a:lnTo>
                    <a:pt x="596351" y="3491726"/>
                  </a:lnTo>
                  <a:lnTo>
                    <a:pt x="631430" y="3491395"/>
                  </a:lnTo>
                  <a:lnTo>
                    <a:pt x="666510" y="3490105"/>
                  </a:lnTo>
                  <a:lnTo>
                    <a:pt x="701589" y="3488854"/>
                  </a:lnTo>
                  <a:lnTo>
                    <a:pt x="736669" y="3489739"/>
                  </a:lnTo>
                  <a:lnTo>
                    <a:pt x="771748" y="3487891"/>
                  </a:lnTo>
                  <a:lnTo>
                    <a:pt x="806828" y="3488111"/>
                  </a:lnTo>
                  <a:lnTo>
                    <a:pt x="841907" y="3487000"/>
                  </a:lnTo>
                  <a:lnTo>
                    <a:pt x="876987" y="3485999"/>
                  </a:lnTo>
                  <a:lnTo>
                    <a:pt x="912066" y="3482390"/>
                  </a:lnTo>
                  <a:lnTo>
                    <a:pt x="947146" y="3479601"/>
                  </a:lnTo>
                  <a:lnTo>
                    <a:pt x="982225" y="3478300"/>
                  </a:lnTo>
                  <a:lnTo>
                    <a:pt x="1017304" y="3476723"/>
                  </a:lnTo>
                  <a:lnTo>
                    <a:pt x="1052384" y="3474597"/>
                  </a:lnTo>
                  <a:lnTo>
                    <a:pt x="1087463" y="3472878"/>
                  </a:lnTo>
                  <a:lnTo>
                    <a:pt x="1122543" y="3464246"/>
                  </a:lnTo>
                  <a:lnTo>
                    <a:pt x="1157622" y="3456735"/>
                  </a:lnTo>
                  <a:lnTo>
                    <a:pt x="1192702" y="3454213"/>
                  </a:lnTo>
                  <a:lnTo>
                    <a:pt x="1227781" y="3446794"/>
                  </a:lnTo>
                  <a:lnTo>
                    <a:pt x="1262861" y="3442444"/>
                  </a:lnTo>
                  <a:lnTo>
                    <a:pt x="1297940" y="3433152"/>
                  </a:lnTo>
                  <a:lnTo>
                    <a:pt x="1333020" y="3425651"/>
                  </a:lnTo>
                  <a:lnTo>
                    <a:pt x="1368099" y="3413128"/>
                  </a:lnTo>
                  <a:lnTo>
                    <a:pt x="1403179" y="3404580"/>
                  </a:lnTo>
                  <a:lnTo>
                    <a:pt x="1438258" y="3393534"/>
                  </a:lnTo>
                  <a:lnTo>
                    <a:pt x="1473338" y="3382959"/>
                  </a:lnTo>
                  <a:lnTo>
                    <a:pt x="1508417" y="3371310"/>
                  </a:lnTo>
                  <a:lnTo>
                    <a:pt x="1543497" y="3361953"/>
                  </a:lnTo>
                  <a:lnTo>
                    <a:pt x="1578576" y="3351971"/>
                  </a:lnTo>
                  <a:lnTo>
                    <a:pt x="1613656" y="3338793"/>
                  </a:lnTo>
                  <a:lnTo>
                    <a:pt x="1648735" y="3328413"/>
                  </a:lnTo>
                  <a:lnTo>
                    <a:pt x="1683815" y="3320595"/>
                  </a:lnTo>
                  <a:lnTo>
                    <a:pt x="1718894" y="3307680"/>
                  </a:lnTo>
                  <a:lnTo>
                    <a:pt x="1753974" y="3293279"/>
                  </a:lnTo>
                  <a:lnTo>
                    <a:pt x="1789053" y="3275135"/>
                  </a:lnTo>
                  <a:lnTo>
                    <a:pt x="1824133" y="3262186"/>
                  </a:lnTo>
                  <a:lnTo>
                    <a:pt x="1859212" y="3247415"/>
                  </a:lnTo>
                  <a:lnTo>
                    <a:pt x="1894292" y="3230280"/>
                  </a:lnTo>
                  <a:lnTo>
                    <a:pt x="1929371" y="3215035"/>
                  </a:lnTo>
                  <a:lnTo>
                    <a:pt x="1964450" y="3198349"/>
                  </a:lnTo>
                  <a:lnTo>
                    <a:pt x="1999530" y="3179467"/>
                  </a:lnTo>
                  <a:lnTo>
                    <a:pt x="2034609" y="3161025"/>
                  </a:lnTo>
                  <a:lnTo>
                    <a:pt x="2069689" y="3143639"/>
                  </a:lnTo>
                  <a:lnTo>
                    <a:pt x="2104768" y="3124078"/>
                  </a:lnTo>
                  <a:lnTo>
                    <a:pt x="2139848" y="3105126"/>
                  </a:lnTo>
                  <a:lnTo>
                    <a:pt x="2174927" y="3086213"/>
                  </a:lnTo>
                  <a:lnTo>
                    <a:pt x="2210007" y="3070774"/>
                  </a:lnTo>
                  <a:lnTo>
                    <a:pt x="2245086" y="3053990"/>
                  </a:lnTo>
                  <a:lnTo>
                    <a:pt x="2280166" y="3035016"/>
                  </a:lnTo>
                  <a:lnTo>
                    <a:pt x="2315245" y="3015511"/>
                  </a:lnTo>
                  <a:lnTo>
                    <a:pt x="2350325" y="2995912"/>
                  </a:lnTo>
                  <a:lnTo>
                    <a:pt x="2385404" y="2976235"/>
                  </a:lnTo>
                  <a:lnTo>
                    <a:pt x="2420484" y="2955750"/>
                  </a:lnTo>
                  <a:lnTo>
                    <a:pt x="2455563" y="2936483"/>
                  </a:lnTo>
                  <a:lnTo>
                    <a:pt x="2490643" y="2915991"/>
                  </a:lnTo>
                  <a:lnTo>
                    <a:pt x="2525722" y="2896366"/>
                  </a:lnTo>
                  <a:lnTo>
                    <a:pt x="2560802" y="2876117"/>
                  </a:lnTo>
                  <a:lnTo>
                    <a:pt x="2595881" y="2855759"/>
                  </a:lnTo>
                  <a:lnTo>
                    <a:pt x="2630961" y="2834886"/>
                  </a:lnTo>
                  <a:lnTo>
                    <a:pt x="2666040" y="2812606"/>
                  </a:lnTo>
                  <a:lnTo>
                    <a:pt x="2701120" y="2790258"/>
                  </a:lnTo>
                  <a:lnTo>
                    <a:pt x="2736199" y="2768772"/>
                  </a:lnTo>
                  <a:lnTo>
                    <a:pt x="2771279" y="2747556"/>
                  </a:lnTo>
                  <a:lnTo>
                    <a:pt x="2806358" y="2725324"/>
                  </a:lnTo>
                  <a:lnTo>
                    <a:pt x="2841438" y="2702221"/>
                  </a:lnTo>
                  <a:lnTo>
                    <a:pt x="2876517" y="2679136"/>
                  </a:lnTo>
                  <a:lnTo>
                    <a:pt x="2911597" y="2655917"/>
                  </a:lnTo>
                  <a:lnTo>
                    <a:pt x="2946676" y="2632616"/>
                  </a:lnTo>
                  <a:lnTo>
                    <a:pt x="2981755" y="2610027"/>
                  </a:lnTo>
                  <a:lnTo>
                    <a:pt x="3016835" y="2585520"/>
                  </a:lnTo>
                  <a:lnTo>
                    <a:pt x="3051914" y="2561779"/>
                  </a:lnTo>
                  <a:lnTo>
                    <a:pt x="3086994" y="2539556"/>
                  </a:lnTo>
                  <a:lnTo>
                    <a:pt x="3122073" y="2514613"/>
                  </a:lnTo>
                  <a:lnTo>
                    <a:pt x="3157153" y="2489702"/>
                  </a:lnTo>
                  <a:lnTo>
                    <a:pt x="3192232" y="2465368"/>
                  </a:lnTo>
                  <a:lnTo>
                    <a:pt x="3227312" y="2441011"/>
                  </a:lnTo>
                  <a:lnTo>
                    <a:pt x="3262391" y="2417619"/>
                  </a:lnTo>
                  <a:lnTo>
                    <a:pt x="3297471" y="2394097"/>
                  </a:lnTo>
                  <a:lnTo>
                    <a:pt x="3332550" y="2370445"/>
                  </a:lnTo>
                  <a:lnTo>
                    <a:pt x="3367630" y="2345759"/>
                  </a:lnTo>
                  <a:lnTo>
                    <a:pt x="3402709" y="2320247"/>
                  </a:lnTo>
                  <a:lnTo>
                    <a:pt x="3437789" y="2294637"/>
                  </a:lnTo>
                  <a:lnTo>
                    <a:pt x="3472868" y="2268130"/>
                  </a:lnTo>
                  <a:lnTo>
                    <a:pt x="3507948" y="2242466"/>
                  </a:lnTo>
                  <a:lnTo>
                    <a:pt x="3543027" y="2215609"/>
                  </a:lnTo>
                  <a:lnTo>
                    <a:pt x="3578107" y="2188479"/>
                  </a:lnTo>
                  <a:lnTo>
                    <a:pt x="3613186" y="2163929"/>
                  </a:lnTo>
                  <a:lnTo>
                    <a:pt x="3648266" y="2137335"/>
                  </a:lnTo>
                  <a:lnTo>
                    <a:pt x="3683345" y="2110585"/>
                  </a:lnTo>
                  <a:lnTo>
                    <a:pt x="3718425" y="2083676"/>
                  </a:lnTo>
                  <a:lnTo>
                    <a:pt x="3753504" y="2056658"/>
                  </a:lnTo>
                  <a:lnTo>
                    <a:pt x="3788584" y="2029819"/>
                  </a:lnTo>
                  <a:lnTo>
                    <a:pt x="3823663" y="2002823"/>
                  </a:lnTo>
                  <a:lnTo>
                    <a:pt x="3858743" y="1976380"/>
                  </a:lnTo>
                  <a:lnTo>
                    <a:pt x="3893822" y="1951624"/>
                  </a:lnTo>
                  <a:lnTo>
                    <a:pt x="3928901" y="1925856"/>
                  </a:lnTo>
                  <a:lnTo>
                    <a:pt x="3963981" y="1897283"/>
                  </a:lnTo>
                  <a:lnTo>
                    <a:pt x="3999060" y="1868539"/>
                  </a:lnTo>
                  <a:lnTo>
                    <a:pt x="4034140" y="1839621"/>
                  </a:lnTo>
                  <a:lnTo>
                    <a:pt x="4069219" y="1810528"/>
                  </a:lnTo>
                  <a:lnTo>
                    <a:pt x="4104299" y="1781260"/>
                  </a:lnTo>
                  <a:lnTo>
                    <a:pt x="4139378" y="1752770"/>
                  </a:lnTo>
                  <a:lnTo>
                    <a:pt x="4174458" y="1724192"/>
                  </a:lnTo>
                  <a:lnTo>
                    <a:pt x="4209537" y="1697915"/>
                  </a:lnTo>
                  <a:lnTo>
                    <a:pt x="4244617" y="1670725"/>
                  </a:lnTo>
                  <a:lnTo>
                    <a:pt x="4279696" y="1640599"/>
                  </a:lnTo>
                  <a:lnTo>
                    <a:pt x="4314776" y="1610291"/>
                  </a:lnTo>
                  <a:lnTo>
                    <a:pt x="4349855" y="1579807"/>
                  </a:lnTo>
                  <a:lnTo>
                    <a:pt x="4384935" y="1549652"/>
                  </a:lnTo>
                  <a:lnTo>
                    <a:pt x="4420014" y="1520199"/>
                  </a:lnTo>
                  <a:lnTo>
                    <a:pt x="4455094" y="1490577"/>
                  </a:lnTo>
                  <a:lnTo>
                    <a:pt x="4490173" y="1460786"/>
                  </a:lnTo>
                  <a:lnTo>
                    <a:pt x="4525253" y="1430822"/>
                  </a:lnTo>
                  <a:lnTo>
                    <a:pt x="4560332" y="1400686"/>
                  </a:lnTo>
                  <a:lnTo>
                    <a:pt x="4595412" y="1370377"/>
                  </a:lnTo>
                  <a:lnTo>
                    <a:pt x="4630491" y="1339893"/>
                  </a:lnTo>
                  <a:lnTo>
                    <a:pt x="4665571" y="1307440"/>
                  </a:lnTo>
                  <a:lnTo>
                    <a:pt x="4700650" y="1274681"/>
                  </a:lnTo>
                  <a:lnTo>
                    <a:pt x="4735730" y="1242389"/>
                  </a:lnTo>
                  <a:lnTo>
                    <a:pt x="4770809" y="1209203"/>
                  </a:lnTo>
                  <a:lnTo>
                    <a:pt x="4805889" y="1175814"/>
                  </a:lnTo>
                  <a:lnTo>
                    <a:pt x="4840968" y="1142220"/>
                  </a:lnTo>
                  <a:lnTo>
                    <a:pt x="4876048" y="1108420"/>
                  </a:lnTo>
                  <a:lnTo>
                    <a:pt x="4911127" y="1074414"/>
                  </a:lnTo>
                  <a:lnTo>
                    <a:pt x="4946206" y="1040199"/>
                  </a:lnTo>
                  <a:lnTo>
                    <a:pt x="4981286" y="1005775"/>
                  </a:lnTo>
                  <a:lnTo>
                    <a:pt x="5016365" y="971141"/>
                  </a:lnTo>
                  <a:lnTo>
                    <a:pt x="5051445" y="936294"/>
                  </a:lnTo>
                  <a:lnTo>
                    <a:pt x="5086524" y="901234"/>
                  </a:lnTo>
                  <a:lnTo>
                    <a:pt x="5121604" y="865980"/>
                  </a:lnTo>
                  <a:lnTo>
                    <a:pt x="5156683" y="831513"/>
                  </a:lnTo>
                  <a:lnTo>
                    <a:pt x="5191763" y="797002"/>
                  </a:lnTo>
                  <a:lnTo>
                    <a:pt x="5226842" y="762286"/>
                  </a:lnTo>
                  <a:lnTo>
                    <a:pt x="5261922" y="727395"/>
                  </a:lnTo>
                  <a:lnTo>
                    <a:pt x="5297001" y="692321"/>
                  </a:lnTo>
                  <a:lnTo>
                    <a:pt x="5332081" y="657039"/>
                  </a:lnTo>
                  <a:lnTo>
                    <a:pt x="5367160" y="621549"/>
                  </a:lnTo>
                  <a:lnTo>
                    <a:pt x="5402240" y="585849"/>
                  </a:lnTo>
                  <a:lnTo>
                    <a:pt x="5437319" y="550744"/>
                  </a:lnTo>
                  <a:lnTo>
                    <a:pt x="5472399" y="515488"/>
                  </a:lnTo>
                  <a:lnTo>
                    <a:pt x="5507478" y="480028"/>
                  </a:lnTo>
                  <a:lnTo>
                    <a:pt x="5542558" y="444363"/>
                  </a:lnTo>
                  <a:lnTo>
                    <a:pt x="5577637" y="408493"/>
                  </a:lnTo>
                  <a:lnTo>
                    <a:pt x="5612717" y="372416"/>
                  </a:lnTo>
                  <a:lnTo>
                    <a:pt x="5647796" y="336130"/>
                  </a:lnTo>
                  <a:lnTo>
                    <a:pt x="5682876" y="299636"/>
                  </a:lnTo>
                  <a:lnTo>
                    <a:pt x="5717955" y="262931"/>
                  </a:lnTo>
                  <a:lnTo>
                    <a:pt x="5753035" y="226014"/>
                  </a:lnTo>
                  <a:lnTo>
                    <a:pt x="5788114" y="188885"/>
                  </a:lnTo>
                  <a:lnTo>
                    <a:pt x="5823194" y="151541"/>
                  </a:lnTo>
                  <a:lnTo>
                    <a:pt x="5858273" y="113982"/>
                  </a:lnTo>
                  <a:lnTo>
                    <a:pt x="5893352" y="76206"/>
                  </a:lnTo>
                  <a:lnTo>
                    <a:pt x="5928432" y="38212"/>
                  </a:lnTo>
                  <a:lnTo>
                    <a:pt x="596351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1356370" y="4550665"/>
              <a:ext cx="5963511" cy="534191"/>
            </a:xfrm>
            <a:custGeom>
              <a:avLst/>
              <a:pathLst>
                <a:path w="5963511" h="534191">
                  <a:moveTo>
                    <a:pt x="5963511" y="182566"/>
                  </a:moveTo>
                  <a:lnTo>
                    <a:pt x="5928432" y="180847"/>
                  </a:lnTo>
                  <a:lnTo>
                    <a:pt x="5893352" y="179128"/>
                  </a:lnTo>
                  <a:lnTo>
                    <a:pt x="5858273" y="177428"/>
                  </a:lnTo>
                  <a:lnTo>
                    <a:pt x="5823194" y="175726"/>
                  </a:lnTo>
                  <a:lnTo>
                    <a:pt x="5788114" y="173402"/>
                  </a:lnTo>
                  <a:lnTo>
                    <a:pt x="5753035" y="171238"/>
                  </a:lnTo>
                  <a:lnTo>
                    <a:pt x="5717955" y="168873"/>
                  </a:lnTo>
                  <a:lnTo>
                    <a:pt x="5682876" y="166855"/>
                  </a:lnTo>
                  <a:lnTo>
                    <a:pt x="5647796" y="164907"/>
                  </a:lnTo>
                  <a:lnTo>
                    <a:pt x="5612717" y="162957"/>
                  </a:lnTo>
                  <a:lnTo>
                    <a:pt x="5577637" y="161006"/>
                  </a:lnTo>
                  <a:lnTo>
                    <a:pt x="5542558" y="159054"/>
                  </a:lnTo>
                  <a:lnTo>
                    <a:pt x="5507478" y="157100"/>
                  </a:lnTo>
                  <a:lnTo>
                    <a:pt x="5472399" y="155145"/>
                  </a:lnTo>
                  <a:lnTo>
                    <a:pt x="5437319" y="153189"/>
                  </a:lnTo>
                  <a:lnTo>
                    <a:pt x="5402240" y="151231"/>
                  </a:lnTo>
                  <a:lnTo>
                    <a:pt x="5367160" y="149272"/>
                  </a:lnTo>
                  <a:lnTo>
                    <a:pt x="5332081" y="147311"/>
                  </a:lnTo>
                  <a:lnTo>
                    <a:pt x="5297001" y="145349"/>
                  </a:lnTo>
                  <a:lnTo>
                    <a:pt x="5261922" y="143386"/>
                  </a:lnTo>
                  <a:lnTo>
                    <a:pt x="5226842" y="141422"/>
                  </a:lnTo>
                  <a:lnTo>
                    <a:pt x="5191763" y="139455"/>
                  </a:lnTo>
                  <a:lnTo>
                    <a:pt x="5156683" y="137488"/>
                  </a:lnTo>
                  <a:lnTo>
                    <a:pt x="5121604" y="135519"/>
                  </a:lnTo>
                  <a:lnTo>
                    <a:pt x="5086524" y="133549"/>
                  </a:lnTo>
                  <a:lnTo>
                    <a:pt x="5051445" y="131578"/>
                  </a:lnTo>
                  <a:lnTo>
                    <a:pt x="5016365" y="129605"/>
                  </a:lnTo>
                  <a:lnTo>
                    <a:pt x="4981286" y="127631"/>
                  </a:lnTo>
                  <a:lnTo>
                    <a:pt x="4946206" y="125655"/>
                  </a:lnTo>
                  <a:lnTo>
                    <a:pt x="4911127" y="123678"/>
                  </a:lnTo>
                  <a:lnTo>
                    <a:pt x="4876048" y="121699"/>
                  </a:lnTo>
                  <a:lnTo>
                    <a:pt x="4840968" y="121856"/>
                  </a:lnTo>
                  <a:lnTo>
                    <a:pt x="4805889" y="122355"/>
                  </a:lnTo>
                  <a:lnTo>
                    <a:pt x="4770809" y="122854"/>
                  </a:lnTo>
                  <a:lnTo>
                    <a:pt x="4735730" y="122431"/>
                  </a:lnTo>
                  <a:lnTo>
                    <a:pt x="4700650" y="119598"/>
                  </a:lnTo>
                  <a:lnTo>
                    <a:pt x="4665571" y="116762"/>
                  </a:lnTo>
                  <a:lnTo>
                    <a:pt x="4630491" y="114300"/>
                  </a:lnTo>
                  <a:lnTo>
                    <a:pt x="4595412" y="114246"/>
                  </a:lnTo>
                  <a:lnTo>
                    <a:pt x="4560332" y="113951"/>
                  </a:lnTo>
                  <a:lnTo>
                    <a:pt x="4525253" y="111988"/>
                  </a:lnTo>
                  <a:lnTo>
                    <a:pt x="4490173" y="109867"/>
                  </a:lnTo>
                  <a:lnTo>
                    <a:pt x="4455094" y="107744"/>
                  </a:lnTo>
                  <a:lnTo>
                    <a:pt x="4420014" y="105561"/>
                  </a:lnTo>
                  <a:lnTo>
                    <a:pt x="4384935" y="102010"/>
                  </a:lnTo>
                  <a:lnTo>
                    <a:pt x="4349855" y="98455"/>
                  </a:lnTo>
                  <a:lnTo>
                    <a:pt x="4314776" y="94895"/>
                  </a:lnTo>
                  <a:lnTo>
                    <a:pt x="4279696" y="91330"/>
                  </a:lnTo>
                  <a:lnTo>
                    <a:pt x="4244617" y="87761"/>
                  </a:lnTo>
                  <a:lnTo>
                    <a:pt x="4209537" y="84165"/>
                  </a:lnTo>
                  <a:lnTo>
                    <a:pt x="4174458" y="83614"/>
                  </a:lnTo>
                  <a:lnTo>
                    <a:pt x="4139378" y="83172"/>
                  </a:lnTo>
                  <a:lnTo>
                    <a:pt x="4104299" y="82698"/>
                  </a:lnTo>
                  <a:lnTo>
                    <a:pt x="4069219" y="79715"/>
                  </a:lnTo>
                  <a:lnTo>
                    <a:pt x="4034140" y="76729"/>
                  </a:lnTo>
                  <a:lnTo>
                    <a:pt x="3999060" y="75735"/>
                  </a:lnTo>
                  <a:lnTo>
                    <a:pt x="3963981" y="74932"/>
                  </a:lnTo>
                  <a:lnTo>
                    <a:pt x="3928901" y="74382"/>
                  </a:lnTo>
                  <a:lnTo>
                    <a:pt x="3893822" y="73418"/>
                  </a:lnTo>
                  <a:lnTo>
                    <a:pt x="3858743" y="72626"/>
                  </a:lnTo>
                  <a:lnTo>
                    <a:pt x="3823663" y="71889"/>
                  </a:lnTo>
                  <a:lnTo>
                    <a:pt x="3788584" y="71128"/>
                  </a:lnTo>
                  <a:lnTo>
                    <a:pt x="3753504" y="70320"/>
                  </a:lnTo>
                  <a:lnTo>
                    <a:pt x="3718425" y="69501"/>
                  </a:lnTo>
                  <a:lnTo>
                    <a:pt x="3683345" y="67789"/>
                  </a:lnTo>
                  <a:lnTo>
                    <a:pt x="3648266" y="65038"/>
                  </a:lnTo>
                  <a:lnTo>
                    <a:pt x="3613186" y="61908"/>
                  </a:lnTo>
                  <a:lnTo>
                    <a:pt x="3578107" y="59548"/>
                  </a:lnTo>
                  <a:lnTo>
                    <a:pt x="3543027" y="56812"/>
                  </a:lnTo>
                  <a:lnTo>
                    <a:pt x="3507948" y="55161"/>
                  </a:lnTo>
                  <a:lnTo>
                    <a:pt x="3472868" y="52452"/>
                  </a:lnTo>
                  <a:lnTo>
                    <a:pt x="3437789" y="48542"/>
                  </a:lnTo>
                  <a:lnTo>
                    <a:pt x="3402709" y="45779"/>
                  </a:lnTo>
                  <a:lnTo>
                    <a:pt x="3367630" y="43015"/>
                  </a:lnTo>
                  <a:lnTo>
                    <a:pt x="3332550" y="40247"/>
                  </a:lnTo>
                  <a:lnTo>
                    <a:pt x="3297471" y="39054"/>
                  </a:lnTo>
                  <a:lnTo>
                    <a:pt x="3262391" y="37023"/>
                  </a:lnTo>
                  <a:lnTo>
                    <a:pt x="3227312" y="34315"/>
                  </a:lnTo>
                  <a:lnTo>
                    <a:pt x="3192232" y="31576"/>
                  </a:lnTo>
                  <a:lnTo>
                    <a:pt x="3157153" y="28767"/>
                  </a:lnTo>
                  <a:lnTo>
                    <a:pt x="3122073" y="26590"/>
                  </a:lnTo>
                  <a:lnTo>
                    <a:pt x="3086994" y="26579"/>
                  </a:lnTo>
                  <a:lnTo>
                    <a:pt x="3051914" y="26568"/>
                  </a:lnTo>
                  <a:lnTo>
                    <a:pt x="3016835" y="25069"/>
                  </a:lnTo>
                  <a:lnTo>
                    <a:pt x="2981755" y="22899"/>
                  </a:lnTo>
                  <a:lnTo>
                    <a:pt x="2946676" y="23386"/>
                  </a:lnTo>
                  <a:lnTo>
                    <a:pt x="2911597" y="23794"/>
                  </a:lnTo>
                  <a:lnTo>
                    <a:pt x="2876517" y="21340"/>
                  </a:lnTo>
                  <a:lnTo>
                    <a:pt x="2841438" y="17876"/>
                  </a:lnTo>
                  <a:lnTo>
                    <a:pt x="2806358" y="16433"/>
                  </a:lnTo>
                  <a:lnTo>
                    <a:pt x="2771279" y="15542"/>
                  </a:lnTo>
                  <a:lnTo>
                    <a:pt x="2736199" y="15296"/>
                  </a:lnTo>
                  <a:lnTo>
                    <a:pt x="2701120" y="15682"/>
                  </a:lnTo>
                  <a:lnTo>
                    <a:pt x="2666040" y="14087"/>
                  </a:lnTo>
                  <a:lnTo>
                    <a:pt x="2630961" y="12853"/>
                  </a:lnTo>
                  <a:lnTo>
                    <a:pt x="2595881" y="10804"/>
                  </a:lnTo>
                  <a:lnTo>
                    <a:pt x="2560802" y="9832"/>
                  </a:lnTo>
                  <a:lnTo>
                    <a:pt x="2525722" y="5811"/>
                  </a:lnTo>
                  <a:lnTo>
                    <a:pt x="2490643" y="3475"/>
                  </a:lnTo>
                  <a:lnTo>
                    <a:pt x="2455563" y="3902"/>
                  </a:lnTo>
                  <a:lnTo>
                    <a:pt x="2420484" y="5747"/>
                  </a:lnTo>
                  <a:lnTo>
                    <a:pt x="2385404" y="4341"/>
                  </a:lnTo>
                  <a:lnTo>
                    <a:pt x="2350325" y="2523"/>
                  </a:lnTo>
                  <a:lnTo>
                    <a:pt x="2315245" y="740"/>
                  </a:lnTo>
                  <a:lnTo>
                    <a:pt x="2280166" y="793"/>
                  </a:lnTo>
                  <a:lnTo>
                    <a:pt x="2245086" y="1396"/>
                  </a:lnTo>
                  <a:lnTo>
                    <a:pt x="2210007" y="448"/>
                  </a:lnTo>
                  <a:lnTo>
                    <a:pt x="2174927" y="771"/>
                  </a:lnTo>
                  <a:lnTo>
                    <a:pt x="2139848" y="1145"/>
                  </a:lnTo>
                  <a:lnTo>
                    <a:pt x="2104768" y="0"/>
                  </a:lnTo>
                  <a:lnTo>
                    <a:pt x="2069689" y="1552"/>
                  </a:lnTo>
                  <a:lnTo>
                    <a:pt x="2034609" y="3405"/>
                  </a:lnTo>
                  <a:lnTo>
                    <a:pt x="1999530" y="6539"/>
                  </a:lnTo>
                  <a:lnTo>
                    <a:pt x="1964450" y="8417"/>
                  </a:lnTo>
                  <a:lnTo>
                    <a:pt x="1929371" y="6775"/>
                  </a:lnTo>
                  <a:lnTo>
                    <a:pt x="1894292" y="4675"/>
                  </a:lnTo>
                  <a:lnTo>
                    <a:pt x="1859212" y="5331"/>
                  </a:lnTo>
                  <a:lnTo>
                    <a:pt x="1824133" y="8247"/>
                  </a:lnTo>
                  <a:lnTo>
                    <a:pt x="1789053" y="12679"/>
                  </a:lnTo>
                  <a:lnTo>
                    <a:pt x="1753974" y="15295"/>
                  </a:lnTo>
                  <a:lnTo>
                    <a:pt x="1718894" y="16768"/>
                  </a:lnTo>
                  <a:lnTo>
                    <a:pt x="1683815" y="19874"/>
                  </a:lnTo>
                  <a:lnTo>
                    <a:pt x="1648735" y="24713"/>
                  </a:lnTo>
                  <a:lnTo>
                    <a:pt x="1613656" y="27814"/>
                  </a:lnTo>
                  <a:lnTo>
                    <a:pt x="1578576" y="36207"/>
                  </a:lnTo>
                  <a:lnTo>
                    <a:pt x="1543497" y="40194"/>
                  </a:lnTo>
                  <a:lnTo>
                    <a:pt x="1508417" y="46157"/>
                  </a:lnTo>
                  <a:lnTo>
                    <a:pt x="1473338" y="49522"/>
                  </a:lnTo>
                  <a:lnTo>
                    <a:pt x="1438258" y="54161"/>
                  </a:lnTo>
                  <a:lnTo>
                    <a:pt x="1403179" y="58802"/>
                  </a:lnTo>
                  <a:lnTo>
                    <a:pt x="1368099" y="63448"/>
                  </a:lnTo>
                  <a:lnTo>
                    <a:pt x="1333020" y="69074"/>
                  </a:lnTo>
                  <a:lnTo>
                    <a:pt x="1297940" y="77352"/>
                  </a:lnTo>
                  <a:lnTo>
                    <a:pt x="1262861" y="85806"/>
                  </a:lnTo>
                  <a:lnTo>
                    <a:pt x="1227781" y="95088"/>
                  </a:lnTo>
                  <a:lnTo>
                    <a:pt x="1192702" y="104327"/>
                  </a:lnTo>
                  <a:lnTo>
                    <a:pt x="1157622" y="115748"/>
                  </a:lnTo>
                  <a:lnTo>
                    <a:pt x="1122543" y="125449"/>
                  </a:lnTo>
                  <a:lnTo>
                    <a:pt x="1087463" y="137191"/>
                  </a:lnTo>
                  <a:lnTo>
                    <a:pt x="1052384" y="146822"/>
                  </a:lnTo>
                  <a:lnTo>
                    <a:pt x="1017304" y="160356"/>
                  </a:lnTo>
                  <a:lnTo>
                    <a:pt x="982225" y="171399"/>
                  </a:lnTo>
                  <a:lnTo>
                    <a:pt x="947146" y="182817"/>
                  </a:lnTo>
                  <a:lnTo>
                    <a:pt x="912066" y="195639"/>
                  </a:lnTo>
                  <a:lnTo>
                    <a:pt x="876987" y="206833"/>
                  </a:lnTo>
                  <a:lnTo>
                    <a:pt x="841907" y="223763"/>
                  </a:lnTo>
                  <a:lnTo>
                    <a:pt x="806828" y="234242"/>
                  </a:lnTo>
                  <a:lnTo>
                    <a:pt x="771748" y="245891"/>
                  </a:lnTo>
                  <a:lnTo>
                    <a:pt x="736669" y="258501"/>
                  </a:lnTo>
                  <a:lnTo>
                    <a:pt x="701589" y="271952"/>
                  </a:lnTo>
                  <a:lnTo>
                    <a:pt x="666510" y="285701"/>
                  </a:lnTo>
                  <a:lnTo>
                    <a:pt x="631430" y="299821"/>
                  </a:lnTo>
                  <a:lnTo>
                    <a:pt x="596351" y="313063"/>
                  </a:lnTo>
                  <a:lnTo>
                    <a:pt x="561271" y="326360"/>
                  </a:lnTo>
                  <a:lnTo>
                    <a:pt x="526192" y="338708"/>
                  </a:lnTo>
                  <a:lnTo>
                    <a:pt x="491112" y="351963"/>
                  </a:lnTo>
                  <a:lnTo>
                    <a:pt x="456033" y="364665"/>
                  </a:lnTo>
                  <a:lnTo>
                    <a:pt x="420953" y="377668"/>
                  </a:lnTo>
                  <a:lnTo>
                    <a:pt x="385874" y="390869"/>
                  </a:lnTo>
                  <a:lnTo>
                    <a:pt x="350794" y="403767"/>
                  </a:lnTo>
                  <a:lnTo>
                    <a:pt x="315715" y="417069"/>
                  </a:lnTo>
                  <a:lnTo>
                    <a:pt x="280635" y="430428"/>
                  </a:lnTo>
                  <a:lnTo>
                    <a:pt x="245556" y="444984"/>
                  </a:lnTo>
                  <a:lnTo>
                    <a:pt x="210476" y="457266"/>
                  </a:lnTo>
                  <a:lnTo>
                    <a:pt x="175397" y="470472"/>
                  </a:lnTo>
                  <a:lnTo>
                    <a:pt x="140317" y="482760"/>
                  </a:lnTo>
                  <a:lnTo>
                    <a:pt x="105238" y="494511"/>
                  </a:lnTo>
                  <a:lnTo>
                    <a:pt x="70158" y="507564"/>
                  </a:lnTo>
                  <a:lnTo>
                    <a:pt x="35079" y="520548"/>
                  </a:lnTo>
                  <a:lnTo>
                    <a:pt x="0" y="53419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g26"/>
            <p:cNvSpPr/>
            <p:nvPr/>
          </p:nvSpPr>
          <p:spPr>
            <a:xfrm>
              <a:off x="1637006" y="1352400"/>
              <a:ext cx="2806358" cy="3725259"/>
            </a:xfrm>
            <a:custGeom>
              <a:avLst/>
              <a:pathLst>
                <a:path w="2806358" h="3725259">
                  <a:moveTo>
                    <a:pt x="0" y="1804083"/>
                  </a:moveTo>
                  <a:lnTo>
                    <a:pt x="35079" y="1820532"/>
                  </a:lnTo>
                  <a:lnTo>
                    <a:pt x="70158" y="1832796"/>
                  </a:lnTo>
                  <a:lnTo>
                    <a:pt x="105238" y="1846977"/>
                  </a:lnTo>
                  <a:lnTo>
                    <a:pt x="140317" y="1861211"/>
                  </a:lnTo>
                  <a:lnTo>
                    <a:pt x="175397" y="1875269"/>
                  </a:lnTo>
                  <a:lnTo>
                    <a:pt x="210476" y="1889194"/>
                  </a:lnTo>
                  <a:lnTo>
                    <a:pt x="245556" y="1903283"/>
                  </a:lnTo>
                  <a:lnTo>
                    <a:pt x="280635" y="1918835"/>
                  </a:lnTo>
                  <a:lnTo>
                    <a:pt x="315715" y="1930028"/>
                  </a:lnTo>
                  <a:lnTo>
                    <a:pt x="350794" y="1935491"/>
                  </a:lnTo>
                  <a:lnTo>
                    <a:pt x="385874" y="1940117"/>
                  </a:lnTo>
                  <a:lnTo>
                    <a:pt x="420953" y="1940362"/>
                  </a:lnTo>
                  <a:lnTo>
                    <a:pt x="456033" y="1941045"/>
                  </a:lnTo>
                  <a:lnTo>
                    <a:pt x="491112" y="1946560"/>
                  </a:lnTo>
                  <a:lnTo>
                    <a:pt x="526192" y="1944467"/>
                  </a:lnTo>
                  <a:lnTo>
                    <a:pt x="561271" y="1940914"/>
                  </a:lnTo>
                  <a:lnTo>
                    <a:pt x="596351" y="1935230"/>
                  </a:lnTo>
                  <a:lnTo>
                    <a:pt x="631430" y="1931351"/>
                  </a:lnTo>
                  <a:lnTo>
                    <a:pt x="666510" y="1923565"/>
                  </a:lnTo>
                  <a:lnTo>
                    <a:pt x="701589" y="1907279"/>
                  </a:lnTo>
                  <a:lnTo>
                    <a:pt x="736669" y="1896649"/>
                  </a:lnTo>
                  <a:lnTo>
                    <a:pt x="771748" y="1876670"/>
                  </a:lnTo>
                  <a:lnTo>
                    <a:pt x="806828" y="1853696"/>
                  </a:lnTo>
                  <a:lnTo>
                    <a:pt x="841907" y="1846560"/>
                  </a:lnTo>
                  <a:lnTo>
                    <a:pt x="876987" y="1829082"/>
                  </a:lnTo>
                  <a:lnTo>
                    <a:pt x="912066" y="1810205"/>
                  </a:lnTo>
                  <a:lnTo>
                    <a:pt x="947146" y="1795657"/>
                  </a:lnTo>
                  <a:lnTo>
                    <a:pt x="982225" y="1775767"/>
                  </a:lnTo>
                  <a:lnTo>
                    <a:pt x="1017304" y="1751718"/>
                  </a:lnTo>
                  <a:lnTo>
                    <a:pt x="1052384" y="1723213"/>
                  </a:lnTo>
                  <a:lnTo>
                    <a:pt x="1087463" y="1703555"/>
                  </a:lnTo>
                  <a:lnTo>
                    <a:pt x="1122543" y="1688790"/>
                  </a:lnTo>
                  <a:lnTo>
                    <a:pt x="1157622" y="1668261"/>
                  </a:lnTo>
                  <a:lnTo>
                    <a:pt x="1192702" y="1647138"/>
                  </a:lnTo>
                  <a:lnTo>
                    <a:pt x="1227781" y="1623164"/>
                  </a:lnTo>
                  <a:lnTo>
                    <a:pt x="1262861" y="1596301"/>
                  </a:lnTo>
                  <a:lnTo>
                    <a:pt x="1297940" y="1569156"/>
                  </a:lnTo>
                  <a:lnTo>
                    <a:pt x="1333020" y="1539266"/>
                  </a:lnTo>
                  <a:lnTo>
                    <a:pt x="1368099" y="1508299"/>
                  </a:lnTo>
                  <a:lnTo>
                    <a:pt x="1403179" y="1475720"/>
                  </a:lnTo>
                  <a:lnTo>
                    <a:pt x="1438258" y="1444211"/>
                  </a:lnTo>
                  <a:lnTo>
                    <a:pt x="1473338" y="1412791"/>
                  </a:lnTo>
                  <a:lnTo>
                    <a:pt x="1508417" y="1384775"/>
                  </a:lnTo>
                  <a:lnTo>
                    <a:pt x="1543497" y="1350608"/>
                  </a:lnTo>
                  <a:lnTo>
                    <a:pt x="1578576" y="1314233"/>
                  </a:lnTo>
                  <a:lnTo>
                    <a:pt x="1613656" y="1286816"/>
                  </a:lnTo>
                  <a:lnTo>
                    <a:pt x="1648735" y="1255822"/>
                  </a:lnTo>
                  <a:lnTo>
                    <a:pt x="1683815" y="1225739"/>
                  </a:lnTo>
                  <a:lnTo>
                    <a:pt x="1718894" y="1195241"/>
                  </a:lnTo>
                  <a:lnTo>
                    <a:pt x="1753974" y="1162307"/>
                  </a:lnTo>
                  <a:lnTo>
                    <a:pt x="1789053" y="1128973"/>
                  </a:lnTo>
                  <a:lnTo>
                    <a:pt x="1824133" y="1084155"/>
                  </a:lnTo>
                  <a:lnTo>
                    <a:pt x="1859212" y="1040312"/>
                  </a:lnTo>
                  <a:lnTo>
                    <a:pt x="1894292" y="1005092"/>
                  </a:lnTo>
                  <a:lnTo>
                    <a:pt x="1929371" y="970372"/>
                  </a:lnTo>
                  <a:lnTo>
                    <a:pt x="1964450" y="934119"/>
                  </a:lnTo>
                  <a:lnTo>
                    <a:pt x="1999530" y="900409"/>
                  </a:lnTo>
                  <a:lnTo>
                    <a:pt x="2034609" y="861936"/>
                  </a:lnTo>
                  <a:lnTo>
                    <a:pt x="2069689" y="825357"/>
                  </a:lnTo>
                  <a:lnTo>
                    <a:pt x="2104768" y="787581"/>
                  </a:lnTo>
                  <a:lnTo>
                    <a:pt x="2139848" y="751938"/>
                  </a:lnTo>
                  <a:lnTo>
                    <a:pt x="2174927" y="714682"/>
                  </a:lnTo>
                  <a:lnTo>
                    <a:pt x="2210007" y="677255"/>
                  </a:lnTo>
                  <a:lnTo>
                    <a:pt x="2245086" y="639665"/>
                  </a:lnTo>
                  <a:lnTo>
                    <a:pt x="2280166" y="601816"/>
                  </a:lnTo>
                  <a:lnTo>
                    <a:pt x="2315245" y="565871"/>
                  </a:lnTo>
                  <a:lnTo>
                    <a:pt x="2350325" y="525112"/>
                  </a:lnTo>
                  <a:lnTo>
                    <a:pt x="2385404" y="484328"/>
                  </a:lnTo>
                  <a:lnTo>
                    <a:pt x="2420484" y="446997"/>
                  </a:lnTo>
                  <a:lnTo>
                    <a:pt x="2455563" y="407534"/>
                  </a:lnTo>
                  <a:lnTo>
                    <a:pt x="2490643" y="367798"/>
                  </a:lnTo>
                  <a:lnTo>
                    <a:pt x="2525722" y="327944"/>
                  </a:lnTo>
                  <a:lnTo>
                    <a:pt x="2560802" y="287889"/>
                  </a:lnTo>
                  <a:lnTo>
                    <a:pt x="2595881" y="247559"/>
                  </a:lnTo>
                  <a:lnTo>
                    <a:pt x="2630961" y="206952"/>
                  </a:lnTo>
                  <a:lnTo>
                    <a:pt x="2666040" y="166065"/>
                  </a:lnTo>
                  <a:lnTo>
                    <a:pt x="2701120" y="124898"/>
                  </a:lnTo>
                  <a:lnTo>
                    <a:pt x="2736199" y="83539"/>
                  </a:lnTo>
                  <a:lnTo>
                    <a:pt x="2771279" y="41912"/>
                  </a:lnTo>
                  <a:lnTo>
                    <a:pt x="2806358" y="0"/>
                  </a:lnTo>
                  <a:lnTo>
                    <a:pt x="2806358" y="3725259"/>
                  </a:lnTo>
                  <a:lnTo>
                    <a:pt x="2771279" y="3709695"/>
                  </a:lnTo>
                  <a:lnTo>
                    <a:pt x="2736199" y="3693025"/>
                  </a:lnTo>
                  <a:lnTo>
                    <a:pt x="2701120" y="3676242"/>
                  </a:lnTo>
                  <a:lnTo>
                    <a:pt x="2666040" y="3659344"/>
                  </a:lnTo>
                  <a:lnTo>
                    <a:pt x="2630961" y="3642332"/>
                  </a:lnTo>
                  <a:lnTo>
                    <a:pt x="2595881" y="3626598"/>
                  </a:lnTo>
                  <a:lnTo>
                    <a:pt x="2560802" y="3611059"/>
                  </a:lnTo>
                  <a:lnTo>
                    <a:pt x="2525722" y="3594229"/>
                  </a:lnTo>
                  <a:lnTo>
                    <a:pt x="2490643" y="3577289"/>
                  </a:lnTo>
                  <a:lnTo>
                    <a:pt x="2455563" y="3560236"/>
                  </a:lnTo>
                  <a:lnTo>
                    <a:pt x="2420484" y="3543070"/>
                  </a:lnTo>
                  <a:lnTo>
                    <a:pt x="2385404" y="3525791"/>
                  </a:lnTo>
                  <a:lnTo>
                    <a:pt x="2350325" y="3508397"/>
                  </a:lnTo>
                  <a:lnTo>
                    <a:pt x="2315245" y="3492553"/>
                  </a:lnTo>
                  <a:lnTo>
                    <a:pt x="2280166" y="3477005"/>
                  </a:lnTo>
                  <a:lnTo>
                    <a:pt x="2245086" y="3461366"/>
                  </a:lnTo>
                  <a:lnTo>
                    <a:pt x="2210007" y="3445577"/>
                  </a:lnTo>
                  <a:lnTo>
                    <a:pt x="2174927" y="3429600"/>
                  </a:lnTo>
                  <a:lnTo>
                    <a:pt x="2139848" y="3411371"/>
                  </a:lnTo>
                  <a:lnTo>
                    <a:pt x="2104768" y="3392597"/>
                  </a:lnTo>
                  <a:lnTo>
                    <a:pt x="2069689" y="3378541"/>
                  </a:lnTo>
                  <a:lnTo>
                    <a:pt x="2034609" y="3364413"/>
                  </a:lnTo>
                  <a:lnTo>
                    <a:pt x="1999530" y="3349014"/>
                  </a:lnTo>
                  <a:lnTo>
                    <a:pt x="1964450" y="3330736"/>
                  </a:lnTo>
                  <a:lnTo>
                    <a:pt x="1929371" y="3309117"/>
                  </a:lnTo>
                  <a:lnTo>
                    <a:pt x="1894292" y="3285801"/>
                  </a:lnTo>
                  <a:lnTo>
                    <a:pt x="1859212" y="3262294"/>
                  </a:lnTo>
                  <a:lnTo>
                    <a:pt x="1824133" y="3245937"/>
                  </a:lnTo>
                  <a:lnTo>
                    <a:pt x="1789053" y="3230515"/>
                  </a:lnTo>
                  <a:lnTo>
                    <a:pt x="1753974" y="3214556"/>
                  </a:lnTo>
                  <a:lnTo>
                    <a:pt x="1718894" y="3194807"/>
                  </a:lnTo>
                  <a:lnTo>
                    <a:pt x="1683815" y="3179212"/>
                  </a:lnTo>
                  <a:lnTo>
                    <a:pt x="1648735" y="3156910"/>
                  </a:lnTo>
                  <a:lnTo>
                    <a:pt x="1613656" y="3143713"/>
                  </a:lnTo>
                  <a:lnTo>
                    <a:pt x="1578576" y="3119939"/>
                  </a:lnTo>
                  <a:lnTo>
                    <a:pt x="1543497" y="3103769"/>
                  </a:lnTo>
                  <a:lnTo>
                    <a:pt x="1508417" y="3085065"/>
                  </a:lnTo>
                  <a:lnTo>
                    <a:pt x="1473338" y="3064382"/>
                  </a:lnTo>
                  <a:lnTo>
                    <a:pt x="1438258" y="3043325"/>
                  </a:lnTo>
                  <a:lnTo>
                    <a:pt x="1403179" y="3025473"/>
                  </a:lnTo>
                  <a:lnTo>
                    <a:pt x="1368099" y="3004348"/>
                  </a:lnTo>
                  <a:lnTo>
                    <a:pt x="1333020" y="2991566"/>
                  </a:lnTo>
                  <a:lnTo>
                    <a:pt x="1297940" y="2975157"/>
                  </a:lnTo>
                  <a:lnTo>
                    <a:pt x="1262861" y="2953664"/>
                  </a:lnTo>
                  <a:lnTo>
                    <a:pt x="1227781" y="2933972"/>
                  </a:lnTo>
                  <a:lnTo>
                    <a:pt x="1192702" y="2912782"/>
                  </a:lnTo>
                  <a:lnTo>
                    <a:pt x="1157622" y="2895881"/>
                  </a:lnTo>
                  <a:lnTo>
                    <a:pt x="1122543" y="2879432"/>
                  </a:lnTo>
                  <a:lnTo>
                    <a:pt x="1087463" y="2866502"/>
                  </a:lnTo>
                  <a:lnTo>
                    <a:pt x="1052384" y="2850322"/>
                  </a:lnTo>
                  <a:lnTo>
                    <a:pt x="1017304" y="2841513"/>
                  </a:lnTo>
                  <a:lnTo>
                    <a:pt x="982225" y="2823734"/>
                  </a:lnTo>
                  <a:lnTo>
                    <a:pt x="947146" y="2812899"/>
                  </a:lnTo>
                  <a:lnTo>
                    <a:pt x="912066" y="2799502"/>
                  </a:lnTo>
                  <a:lnTo>
                    <a:pt x="876987" y="2785574"/>
                  </a:lnTo>
                  <a:lnTo>
                    <a:pt x="841907" y="2767557"/>
                  </a:lnTo>
                  <a:lnTo>
                    <a:pt x="806828" y="2755463"/>
                  </a:lnTo>
                  <a:lnTo>
                    <a:pt x="771748" y="2757600"/>
                  </a:lnTo>
                  <a:lnTo>
                    <a:pt x="736669" y="2747909"/>
                  </a:lnTo>
                  <a:lnTo>
                    <a:pt x="701589" y="2737359"/>
                  </a:lnTo>
                  <a:lnTo>
                    <a:pt x="666510" y="2728074"/>
                  </a:lnTo>
                  <a:lnTo>
                    <a:pt x="631430" y="2729022"/>
                  </a:lnTo>
                  <a:lnTo>
                    <a:pt x="596351" y="2730977"/>
                  </a:lnTo>
                  <a:lnTo>
                    <a:pt x="561271" y="2728782"/>
                  </a:lnTo>
                  <a:lnTo>
                    <a:pt x="526192" y="2731189"/>
                  </a:lnTo>
                  <a:lnTo>
                    <a:pt x="491112" y="2730638"/>
                  </a:lnTo>
                  <a:lnTo>
                    <a:pt x="456033" y="2737946"/>
                  </a:lnTo>
                  <a:lnTo>
                    <a:pt x="420953" y="2740090"/>
                  </a:lnTo>
                  <a:lnTo>
                    <a:pt x="385874" y="2747025"/>
                  </a:lnTo>
                  <a:lnTo>
                    <a:pt x="350794" y="2762312"/>
                  </a:lnTo>
                  <a:lnTo>
                    <a:pt x="315715" y="2767915"/>
                  </a:lnTo>
                  <a:lnTo>
                    <a:pt x="280635" y="2781009"/>
                  </a:lnTo>
                  <a:lnTo>
                    <a:pt x="245556" y="2793779"/>
                  </a:lnTo>
                  <a:lnTo>
                    <a:pt x="210476" y="2805800"/>
                  </a:lnTo>
                  <a:lnTo>
                    <a:pt x="175397" y="2818858"/>
                  </a:lnTo>
                  <a:lnTo>
                    <a:pt x="140317" y="2840411"/>
                  </a:lnTo>
                  <a:lnTo>
                    <a:pt x="105238" y="2859446"/>
                  </a:lnTo>
                  <a:lnTo>
                    <a:pt x="70158" y="2872910"/>
                  </a:lnTo>
                  <a:lnTo>
                    <a:pt x="35079" y="2884201"/>
                  </a:lnTo>
                  <a:lnTo>
                    <a:pt x="0" y="2904499"/>
                  </a:lnTo>
                  <a:close/>
                </a:path>
              </a:pathLst>
            </a:cu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1637006" y="1352400"/>
              <a:ext cx="2806358" cy="1946560"/>
            </a:xfrm>
            <a:custGeom>
              <a:avLst/>
              <a:pathLst>
                <a:path w="2806358" h="1946560">
                  <a:moveTo>
                    <a:pt x="0" y="1804083"/>
                  </a:moveTo>
                  <a:lnTo>
                    <a:pt x="35079" y="1820532"/>
                  </a:lnTo>
                  <a:lnTo>
                    <a:pt x="70158" y="1832796"/>
                  </a:lnTo>
                  <a:lnTo>
                    <a:pt x="105238" y="1846977"/>
                  </a:lnTo>
                  <a:lnTo>
                    <a:pt x="140317" y="1861211"/>
                  </a:lnTo>
                  <a:lnTo>
                    <a:pt x="175397" y="1875269"/>
                  </a:lnTo>
                  <a:lnTo>
                    <a:pt x="210476" y="1889194"/>
                  </a:lnTo>
                  <a:lnTo>
                    <a:pt x="245556" y="1903283"/>
                  </a:lnTo>
                  <a:lnTo>
                    <a:pt x="280635" y="1918835"/>
                  </a:lnTo>
                  <a:lnTo>
                    <a:pt x="315715" y="1930028"/>
                  </a:lnTo>
                  <a:lnTo>
                    <a:pt x="350794" y="1935491"/>
                  </a:lnTo>
                  <a:lnTo>
                    <a:pt x="385874" y="1940117"/>
                  </a:lnTo>
                  <a:lnTo>
                    <a:pt x="420953" y="1940362"/>
                  </a:lnTo>
                  <a:lnTo>
                    <a:pt x="456033" y="1941045"/>
                  </a:lnTo>
                  <a:lnTo>
                    <a:pt x="491112" y="1946560"/>
                  </a:lnTo>
                  <a:lnTo>
                    <a:pt x="526192" y="1944467"/>
                  </a:lnTo>
                  <a:lnTo>
                    <a:pt x="561271" y="1940914"/>
                  </a:lnTo>
                  <a:lnTo>
                    <a:pt x="596351" y="1935230"/>
                  </a:lnTo>
                  <a:lnTo>
                    <a:pt x="631430" y="1931351"/>
                  </a:lnTo>
                  <a:lnTo>
                    <a:pt x="666510" y="1923565"/>
                  </a:lnTo>
                  <a:lnTo>
                    <a:pt x="701589" y="1907279"/>
                  </a:lnTo>
                  <a:lnTo>
                    <a:pt x="736669" y="1896649"/>
                  </a:lnTo>
                  <a:lnTo>
                    <a:pt x="771748" y="1876670"/>
                  </a:lnTo>
                  <a:lnTo>
                    <a:pt x="806828" y="1853696"/>
                  </a:lnTo>
                  <a:lnTo>
                    <a:pt x="841907" y="1846560"/>
                  </a:lnTo>
                  <a:lnTo>
                    <a:pt x="876987" y="1829082"/>
                  </a:lnTo>
                  <a:lnTo>
                    <a:pt x="912066" y="1810205"/>
                  </a:lnTo>
                  <a:lnTo>
                    <a:pt x="947146" y="1795657"/>
                  </a:lnTo>
                  <a:lnTo>
                    <a:pt x="982225" y="1775767"/>
                  </a:lnTo>
                  <a:lnTo>
                    <a:pt x="1017304" y="1751718"/>
                  </a:lnTo>
                  <a:lnTo>
                    <a:pt x="1052384" y="1723213"/>
                  </a:lnTo>
                  <a:lnTo>
                    <a:pt x="1087463" y="1703555"/>
                  </a:lnTo>
                  <a:lnTo>
                    <a:pt x="1122543" y="1688790"/>
                  </a:lnTo>
                  <a:lnTo>
                    <a:pt x="1157622" y="1668261"/>
                  </a:lnTo>
                  <a:lnTo>
                    <a:pt x="1192702" y="1647138"/>
                  </a:lnTo>
                  <a:lnTo>
                    <a:pt x="1227781" y="1623164"/>
                  </a:lnTo>
                  <a:lnTo>
                    <a:pt x="1262861" y="1596301"/>
                  </a:lnTo>
                  <a:lnTo>
                    <a:pt x="1297940" y="1569156"/>
                  </a:lnTo>
                  <a:lnTo>
                    <a:pt x="1333020" y="1539266"/>
                  </a:lnTo>
                  <a:lnTo>
                    <a:pt x="1368099" y="1508299"/>
                  </a:lnTo>
                  <a:lnTo>
                    <a:pt x="1403179" y="1475720"/>
                  </a:lnTo>
                  <a:lnTo>
                    <a:pt x="1438258" y="1444211"/>
                  </a:lnTo>
                  <a:lnTo>
                    <a:pt x="1473338" y="1412791"/>
                  </a:lnTo>
                  <a:lnTo>
                    <a:pt x="1508417" y="1384775"/>
                  </a:lnTo>
                  <a:lnTo>
                    <a:pt x="1543497" y="1350608"/>
                  </a:lnTo>
                  <a:lnTo>
                    <a:pt x="1578576" y="1314233"/>
                  </a:lnTo>
                  <a:lnTo>
                    <a:pt x="1613656" y="1286816"/>
                  </a:lnTo>
                  <a:lnTo>
                    <a:pt x="1648735" y="1255822"/>
                  </a:lnTo>
                  <a:lnTo>
                    <a:pt x="1683815" y="1225739"/>
                  </a:lnTo>
                  <a:lnTo>
                    <a:pt x="1718894" y="1195241"/>
                  </a:lnTo>
                  <a:lnTo>
                    <a:pt x="1753974" y="1162307"/>
                  </a:lnTo>
                  <a:lnTo>
                    <a:pt x="1789053" y="1128973"/>
                  </a:lnTo>
                  <a:lnTo>
                    <a:pt x="1824133" y="1084155"/>
                  </a:lnTo>
                  <a:lnTo>
                    <a:pt x="1859212" y="1040312"/>
                  </a:lnTo>
                  <a:lnTo>
                    <a:pt x="1894292" y="1005092"/>
                  </a:lnTo>
                  <a:lnTo>
                    <a:pt x="1929371" y="970372"/>
                  </a:lnTo>
                  <a:lnTo>
                    <a:pt x="1964450" y="934119"/>
                  </a:lnTo>
                  <a:lnTo>
                    <a:pt x="1999530" y="900409"/>
                  </a:lnTo>
                  <a:lnTo>
                    <a:pt x="2034609" y="861936"/>
                  </a:lnTo>
                  <a:lnTo>
                    <a:pt x="2069689" y="825357"/>
                  </a:lnTo>
                  <a:lnTo>
                    <a:pt x="2104768" y="787581"/>
                  </a:lnTo>
                  <a:lnTo>
                    <a:pt x="2139848" y="751938"/>
                  </a:lnTo>
                  <a:lnTo>
                    <a:pt x="2174927" y="714682"/>
                  </a:lnTo>
                  <a:lnTo>
                    <a:pt x="2210007" y="677255"/>
                  </a:lnTo>
                  <a:lnTo>
                    <a:pt x="2245086" y="639665"/>
                  </a:lnTo>
                  <a:lnTo>
                    <a:pt x="2280166" y="601816"/>
                  </a:lnTo>
                  <a:lnTo>
                    <a:pt x="2315245" y="565871"/>
                  </a:lnTo>
                  <a:lnTo>
                    <a:pt x="2350325" y="525112"/>
                  </a:lnTo>
                  <a:lnTo>
                    <a:pt x="2385404" y="484328"/>
                  </a:lnTo>
                  <a:lnTo>
                    <a:pt x="2420484" y="446997"/>
                  </a:lnTo>
                  <a:lnTo>
                    <a:pt x="2455563" y="407534"/>
                  </a:lnTo>
                  <a:lnTo>
                    <a:pt x="2490643" y="367798"/>
                  </a:lnTo>
                  <a:lnTo>
                    <a:pt x="2525722" y="327944"/>
                  </a:lnTo>
                  <a:lnTo>
                    <a:pt x="2560802" y="287889"/>
                  </a:lnTo>
                  <a:lnTo>
                    <a:pt x="2595881" y="247559"/>
                  </a:lnTo>
                  <a:lnTo>
                    <a:pt x="2630961" y="206952"/>
                  </a:lnTo>
                  <a:lnTo>
                    <a:pt x="2666040" y="166065"/>
                  </a:lnTo>
                  <a:lnTo>
                    <a:pt x="2701120" y="124898"/>
                  </a:lnTo>
                  <a:lnTo>
                    <a:pt x="2736199" y="83539"/>
                  </a:lnTo>
                  <a:lnTo>
                    <a:pt x="2771279" y="41912"/>
                  </a:lnTo>
                  <a:lnTo>
                    <a:pt x="280635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1637006" y="4080474"/>
              <a:ext cx="2806358" cy="997185"/>
            </a:xfrm>
            <a:custGeom>
              <a:avLst/>
              <a:pathLst>
                <a:path w="2806358" h="997185">
                  <a:moveTo>
                    <a:pt x="2806358" y="997185"/>
                  </a:moveTo>
                  <a:lnTo>
                    <a:pt x="2771279" y="981621"/>
                  </a:lnTo>
                  <a:lnTo>
                    <a:pt x="2736199" y="964951"/>
                  </a:lnTo>
                  <a:lnTo>
                    <a:pt x="2701120" y="948168"/>
                  </a:lnTo>
                  <a:lnTo>
                    <a:pt x="2666040" y="931270"/>
                  </a:lnTo>
                  <a:lnTo>
                    <a:pt x="2630961" y="914258"/>
                  </a:lnTo>
                  <a:lnTo>
                    <a:pt x="2595881" y="898524"/>
                  </a:lnTo>
                  <a:lnTo>
                    <a:pt x="2560802" y="882985"/>
                  </a:lnTo>
                  <a:lnTo>
                    <a:pt x="2525722" y="866155"/>
                  </a:lnTo>
                  <a:lnTo>
                    <a:pt x="2490643" y="849214"/>
                  </a:lnTo>
                  <a:lnTo>
                    <a:pt x="2455563" y="832161"/>
                  </a:lnTo>
                  <a:lnTo>
                    <a:pt x="2420484" y="814996"/>
                  </a:lnTo>
                  <a:lnTo>
                    <a:pt x="2385404" y="797717"/>
                  </a:lnTo>
                  <a:lnTo>
                    <a:pt x="2350325" y="780323"/>
                  </a:lnTo>
                  <a:lnTo>
                    <a:pt x="2315245" y="764479"/>
                  </a:lnTo>
                  <a:lnTo>
                    <a:pt x="2280166" y="748931"/>
                  </a:lnTo>
                  <a:lnTo>
                    <a:pt x="2245086" y="733292"/>
                  </a:lnTo>
                  <a:lnTo>
                    <a:pt x="2210007" y="717503"/>
                  </a:lnTo>
                  <a:lnTo>
                    <a:pt x="2174927" y="701526"/>
                  </a:lnTo>
                  <a:lnTo>
                    <a:pt x="2139848" y="683297"/>
                  </a:lnTo>
                  <a:lnTo>
                    <a:pt x="2104768" y="664523"/>
                  </a:lnTo>
                  <a:lnTo>
                    <a:pt x="2069689" y="650467"/>
                  </a:lnTo>
                  <a:lnTo>
                    <a:pt x="2034609" y="636339"/>
                  </a:lnTo>
                  <a:lnTo>
                    <a:pt x="1999530" y="620940"/>
                  </a:lnTo>
                  <a:lnTo>
                    <a:pt x="1964450" y="602662"/>
                  </a:lnTo>
                  <a:lnTo>
                    <a:pt x="1929371" y="581043"/>
                  </a:lnTo>
                  <a:lnTo>
                    <a:pt x="1894292" y="557727"/>
                  </a:lnTo>
                  <a:lnTo>
                    <a:pt x="1859212" y="534220"/>
                  </a:lnTo>
                  <a:lnTo>
                    <a:pt x="1824133" y="517863"/>
                  </a:lnTo>
                  <a:lnTo>
                    <a:pt x="1789053" y="502440"/>
                  </a:lnTo>
                  <a:lnTo>
                    <a:pt x="1753974" y="486482"/>
                  </a:lnTo>
                  <a:lnTo>
                    <a:pt x="1718894" y="466733"/>
                  </a:lnTo>
                  <a:lnTo>
                    <a:pt x="1683815" y="451138"/>
                  </a:lnTo>
                  <a:lnTo>
                    <a:pt x="1648735" y="428836"/>
                  </a:lnTo>
                  <a:lnTo>
                    <a:pt x="1613656" y="415639"/>
                  </a:lnTo>
                  <a:lnTo>
                    <a:pt x="1578576" y="391864"/>
                  </a:lnTo>
                  <a:lnTo>
                    <a:pt x="1543497" y="375694"/>
                  </a:lnTo>
                  <a:lnTo>
                    <a:pt x="1508417" y="356990"/>
                  </a:lnTo>
                  <a:lnTo>
                    <a:pt x="1473338" y="336308"/>
                  </a:lnTo>
                  <a:lnTo>
                    <a:pt x="1438258" y="315251"/>
                  </a:lnTo>
                  <a:lnTo>
                    <a:pt x="1403179" y="297399"/>
                  </a:lnTo>
                  <a:lnTo>
                    <a:pt x="1368099" y="276274"/>
                  </a:lnTo>
                  <a:lnTo>
                    <a:pt x="1333020" y="263492"/>
                  </a:lnTo>
                  <a:lnTo>
                    <a:pt x="1297940" y="247083"/>
                  </a:lnTo>
                  <a:lnTo>
                    <a:pt x="1262861" y="225590"/>
                  </a:lnTo>
                  <a:lnTo>
                    <a:pt x="1227781" y="205898"/>
                  </a:lnTo>
                  <a:lnTo>
                    <a:pt x="1192702" y="184708"/>
                  </a:lnTo>
                  <a:lnTo>
                    <a:pt x="1157622" y="167807"/>
                  </a:lnTo>
                  <a:lnTo>
                    <a:pt x="1122543" y="151358"/>
                  </a:lnTo>
                  <a:lnTo>
                    <a:pt x="1087463" y="138428"/>
                  </a:lnTo>
                  <a:lnTo>
                    <a:pt x="1052384" y="122248"/>
                  </a:lnTo>
                  <a:lnTo>
                    <a:pt x="1017304" y="113439"/>
                  </a:lnTo>
                  <a:lnTo>
                    <a:pt x="982225" y="95660"/>
                  </a:lnTo>
                  <a:lnTo>
                    <a:pt x="947146" y="84825"/>
                  </a:lnTo>
                  <a:lnTo>
                    <a:pt x="912066" y="71428"/>
                  </a:lnTo>
                  <a:lnTo>
                    <a:pt x="876987" y="57500"/>
                  </a:lnTo>
                  <a:lnTo>
                    <a:pt x="841907" y="39483"/>
                  </a:lnTo>
                  <a:lnTo>
                    <a:pt x="806828" y="27389"/>
                  </a:lnTo>
                  <a:lnTo>
                    <a:pt x="771748" y="29526"/>
                  </a:lnTo>
                  <a:lnTo>
                    <a:pt x="736669" y="19835"/>
                  </a:lnTo>
                  <a:lnTo>
                    <a:pt x="701589" y="9285"/>
                  </a:lnTo>
                  <a:lnTo>
                    <a:pt x="666510" y="0"/>
                  </a:lnTo>
                  <a:lnTo>
                    <a:pt x="631430" y="948"/>
                  </a:lnTo>
                  <a:lnTo>
                    <a:pt x="596351" y="2903"/>
                  </a:lnTo>
                  <a:lnTo>
                    <a:pt x="561271" y="708"/>
                  </a:lnTo>
                  <a:lnTo>
                    <a:pt x="526192" y="3115"/>
                  </a:lnTo>
                  <a:lnTo>
                    <a:pt x="491112" y="2563"/>
                  </a:lnTo>
                  <a:lnTo>
                    <a:pt x="456033" y="9872"/>
                  </a:lnTo>
                  <a:lnTo>
                    <a:pt x="420953" y="12016"/>
                  </a:lnTo>
                  <a:lnTo>
                    <a:pt x="385874" y="18951"/>
                  </a:lnTo>
                  <a:lnTo>
                    <a:pt x="350794" y="34238"/>
                  </a:lnTo>
                  <a:lnTo>
                    <a:pt x="315715" y="39841"/>
                  </a:lnTo>
                  <a:lnTo>
                    <a:pt x="280635" y="52934"/>
                  </a:lnTo>
                  <a:lnTo>
                    <a:pt x="245556" y="65705"/>
                  </a:lnTo>
                  <a:lnTo>
                    <a:pt x="210476" y="77726"/>
                  </a:lnTo>
                  <a:lnTo>
                    <a:pt x="175397" y="90784"/>
                  </a:lnTo>
                  <a:lnTo>
                    <a:pt x="140317" y="112337"/>
                  </a:lnTo>
                  <a:lnTo>
                    <a:pt x="105238" y="131372"/>
                  </a:lnTo>
                  <a:lnTo>
                    <a:pt x="70158" y="144836"/>
                  </a:lnTo>
                  <a:lnTo>
                    <a:pt x="35079" y="156126"/>
                  </a:lnTo>
                  <a:lnTo>
                    <a:pt x="0" y="17642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1461609" y="3759970"/>
              <a:ext cx="3507948" cy="495067"/>
            </a:xfrm>
            <a:custGeom>
              <a:avLst/>
              <a:pathLst>
                <a:path w="3507948" h="495067">
                  <a:moveTo>
                    <a:pt x="0" y="495067"/>
                  </a:moveTo>
                  <a:lnTo>
                    <a:pt x="35079" y="490456"/>
                  </a:lnTo>
                  <a:lnTo>
                    <a:pt x="70158" y="485837"/>
                  </a:lnTo>
                  <a:lnTo>
                    <a:pt x="105238" y="481213"/>
                  </a:lnTo>
                  <a:lnTo>
                    <a:pt x="140317" y="476581"/>
                  </a:lnTo>
                  <a:lnTo>
                    <a:pt x="175397" y="471943"/>
                  </a:lnTo>
                  <a:lnTo>
                    <a:pt x="210476" y="467299"/>
                  </a:lnTo>
                  <a:lnTo>
                    <a:pt x="245556" y="462648"/>
                  </a:lnTo>
                  <a:lnTo>
                    <a:pt x="280635" y="457990"/>
                  </a:lnTo>
                  <a:lnTo>
                    <a:pt x="315715" y="453326"/>
                  </a:lnTo>
                  <a:lnTo>
                    <a:pt x="350794" y="448655"/>
                  </a:lnTo>
                  <a:lnTo>
                    <a:pt x="385874" y="443978"/>
                  </a:lnTo>
                  <a:lnTo>
                    <a:pt x="420953" y="439294"/>
                  </a:lnTo>
                  <a:lnTo>
                    <a:pt x="456033" y="434603"/>
                  </a:lnTo>
                  <a:lnTo>
                    <a:pt x="491112" y="429906"/>
                  </a:lnTo>
                  <a:lnTo>
                    <a:pt x="526192" y="425202"/>
                  </a:lnTo>
                  <a:lnTo>
                    <a:pt x="561271" y="420491"/>
                  </a:lnTo>
                  <a:lnTo>
                    <a:pt x="596351" y="415774"/>
                  </a:lnTo>
                  <a:lnTo>
                    <a:pt x="631430" y="411049"/>
                  </a:lnTo>
                  <a:lnTo>
                    <a:pt x="666510" y="406319"/>
                  </a:lnTo>
                  <a:lnTo>
                    <a:pt x="701589" y="401581"/>
                  </a:lnTo>
                  <a:lnTo>
                    <a:pt x="736669" y="396837"/>
                  </a:lnTo>
                  <a:lnTo>
                    <a:pt x="771748" y="392086"/>
                  </a:lnTo>
                  <a:lnTo>
                    <a:pt x="806828" y="387329"/>
                  </a:lnTo>
                  <a:lnTo>
                    <a:pt x="841907" y="382564"/>
                  </a:lnTo>
                  <a:lnTo>
                    <a:pt x="876987" y="377793"/>
                  </a:lnTo>
                  <a:lnTo>
                    <a:pt x="912066" y="373015"/>
                  </a:lnTo>
                  <a:lnTo>
                    <a:pt x="947146" y="368231"/>
                  </a:lnTo>
                  <a:lnTo>
                    <a:pt x="982225" y="363439"/>
                  </a:lnTo>
                  <a:lnTo>
                    <a:pt x="1017304" y="358641"/>
                  </a:lnTo>
                  <a:lnTo>
                    <a:pt x="1052384" y="353836"/>
                  </a:lnTo>
                  <a:lnTo>
                    <a:pt x="1087463" y="349024"/>
                  </a:lnTo>
                  <a:lnTo>
                    <a:pt x="1122543" y="344205"/>
                  </a:lnTo>
                  <a:lnTo>
                    <a:pt x="1157622" y="339380"/>
                  </a:lnTo>
                  <a:lnTo>
                    <a:pt x="1192702" y="334548"/>
                  </a:lnTo>
                  <a:lnTo>
                    <a:pt x="1227781" y="329708"/>
                  </a:lnTo>
                  <a:lnTo>
                    <a:pt x="1262861" y="324862"/>
                  </a:lnTo>
                  <a:lnTo>
                    <a:pt x="1297940" y="320010"/>
                  </a:lnTo>
                  <a:lnTo>
                    <a:pt x="1333020" y="315150"/>
                  </a:lnTo>
                  <a:lnTo>
                    <a:pt x="1368099" y="310283"/>
                  </a:lnTo>
                  <a:lnTo>
                    <a:pt x="1403179" y="305410"/>
                  </a:lnTo>
                  <a:lnTo>
                    <a:pt x="1438258" y="300529"/>
                  </a:lnTo>
                  <a:lnTo>
                    <a:pt x="1473338" y="295642"/>
                  </a:lnTo>
                  <a:lnTo>
                    <a:pt x="1508417" y="290748"/>
                  </a:lnTo>
                  <a:lnTo>
                    <a:pt x="1543497" y="285846"/>
                  </a:lnTo>
                  <a:lnTo>
                    <a:pt x="1578576" y="280938"/>
                  </a:lnTo>
                  <a:lnTo>
                    <a:pt x="1613656" y="276023"/>
                  </a:lnTo>
                  <a:lnTo>
                    <a:pt x="1648735" y="271101"/>
                  </a:lnTo>
                  <a:lnTo>
                    <a:pt x="1683815" y="266172"/>
                  </a:lnTo>
                  <a:lnTo>
                    <a:pt x="1718894" y="261236"/>
                  </a:lnTo>
                  <a:lnTo>
                    <a:pt x="1753974" y="256293"/>
                  </a:lnTo>
                  <a:lnTo>
                    <a:pt x="1789053" y="251343"/>
                  </a:lnTo>
                  <a:lnTo>
                    <a:pt x="1824133" y="246386"/>
                  </a:lnTo>
                  <a:lnTo>
                    <a:pt x="1859212" y="241422"/>
                  </a:lnTo>
                  <a:lnTo>
                    <a:pt x="1894292" y="236450"/>
                  </a:lnTo>
                  <a:lnTo>
                    <a:pt x="1929371" y="231472"/>
                  </a:lnTo>
                  <a:lnTo>
                    <a:pt x="1964450" y="226487"/>
                  </a:lnTo>
                  <a:lnTo>
                    <a:pt x="1999530" y="221495"/>
                  </a:lnTo>
                  <a:lnTo>
                    <a:pt x="2034609" y="216495"/>
                  </a:lnTo>
                  <a:lnTo>
                    <a:pt x="2069689" y="211489"/>
                  </a:lnTo>
                  <a:lnTo>
                    <a:pt x="2104768" y="206475"/>
                  </a:lnTo>
                  <a:lnTo>
                    <a:pt x="2139848" y="201455"/>
                  </a:lnTo>
                  <a:lnTo>
                    <a:pt x="2174927" y="196427"/>
                  </a:lnTo>
                  <a:lnTo>
                    <a:pt x="2210007" y="191392"/>
                  </a:lnTo>
                  <a:lnTo>
                    <a:pt x="2245086" y="186350"/>
                  </a:lnTo>
                  <a:lnTo>
                    <a:pt x="2280166" y="181301"/>
                  </a:lnTo>
                  <a:lnTo>
                    <a:pt x="2315245" y="176245"/>
                  </a:lnTo>
                  <a:lnTo>
                    <a:pt x="2350325" y="171181"/>
                  </a:lnTo>
                  <a:lnTo>
                    <a:pt x="2385404" y="166111"/>
                  </a:lnTo>
                  <a:lnTo>
                    <a:pt x="2420484" y="161033"/>
                  </a:lnTo>
                  <a:lnTo>
                    <a:pt x="2455563" y="155948"/>
                  </a:lnTo>
                  <a:lnTo>
                    <a:pt x="2490643" y="150855"/>
                  </a:lnTo>
                  <a:lnTo>
                    <a:pt x="2525722" y="145756"/>
                  </a:lnTo>
                  <a:lnTo>
                    <a:pt x="2560802" y="140649"/>
                  </a:lnTo>
                  <a:lnTo>
                    <a:pt x="2595881" y="135535"/>
                  </a:lnTo>
                  <a:lnTo>
                    <a:pt x="2630961" y="130414"/>
                  </a:lnTo>
                  <a:lnTo>
                    <a:pt x="2666040" y="125286"/>
                  </a:lnTo>
                  <a:lnTo>
                    <a:pt x="2701120" y="120150"/>
                  </a:lnTo>
                  <a:lnTo>
                    <a:pt x="2736199" y="115007"/>
                  </a:lnTo>
                  <a:lnTo>
                    <a:pt x="2771279" y="109857"/>
                  </a:lnTo>
                  <a:lnTo>
                    <a:pt x="2806358" y="104699"/>
                  </a:lnTo>
                  <a:lnTo>
                    <a:pt x="2841438" y="99534"/>
                  </a:lnTo>
                  <a:lnTo>
                    <a:pt x="2876517" y="94362"/>
                  </a:lnTo>
                  <a:lnTo>
                    <a:pt x="2911597" y="89183"/>
                  </a:lnTo>
                  <a:lnTo>
                    <a:pt x="2946676" y="83996"/>
                  </a:lnTo>
                  <a:lnTo>
                    <a:pt x="2981755" y="78802"/>
                  </a:lnTo>
                  <a:lnTo>
                    <a:pt x="3016835" y="73600"/>
                  </a:lnTo>
                  <a:lnTo>
                    <a:pt x="3051914" y="68391"/>
                  </a:lnTo>
                  <a:lnTo>
                    <a:pt x="3086994" y="63175"/>
                  </a:lnTo>
                  <a:lnTo>
                    <a:pt x="3122073" y="57951"/>
                  </a:lnTo>
                  <a:lnTo>
                    <a:pt x="3157153" y="52720"/>
                  </a:lnTo>
                  <a:lnTo>
                    <a:pt x="3192232" y="47482"/>
                  </a:lnTo>
                  <a:lnTo>
                    <a:pt x="3227312" y="42236"/>
                  </a:lnTo>
                  <a:lnTo>
                    <a:pt x="3262391" y="36982"/>
                  </a:lnTo>
                  <a:lnTo>
                    <a:pt x="3297471" y="31721"/>
                  </a:lnTo>
                  <a:lnTo>
                    <a:pt x="3332550" y="26453"/>
                  </a:lnTo>
                  <a:lnTo>
                    <a:pt x="3367630" y="21177"/>
                  </a:lnTo>
                  <a:lnTo>
                    <a:pt x="3402709" y="15894"/>
                  </a:lnTo>
                  <a:lnTo>
                    <a:pt x="3437789" y="10603"/>
                  </a:lnTo>
                  <a:lnTo>
                    <a:pt x="3472868" y="5305"/>
                  </a:lnTo>
                  <a:lnTo>
                    <a:pt x="3507948" y="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1391450" y="3609599"/>
              <a:ext cx="3367630" cy="734377"/>
            </a:xfrm>
            <a:custGeom>
              <a:avLst/>
              <a:pathLst>
                <a:path w="3367630" h="734377">
                  <a:moveTo>
                    <a:pt x="0" y="734377"/>
                  </a:moveTo>
                  <a:lnTo>
                    <a:pt x="35079" y="728265"/>
                  </a:lnTo>
                  <a:lnTo>
                    <a:pt x="70158" y="721575"/>
                  </a:lnTo>
                  <a:lnTo>
                    <a:pt x="105238" y="714954"/>
                  </a:lnTo>
                  <a:lnTo>
                    <a:pt x="140317" y="709402"/>
                  </a:lnTo>
                  <a:lnTo>
                    <a:pt x="175397" y="701924"/>
                  </a:lnTo>
                  <a:lnTo>
                    <a:pt x="210476" y="694166"/>
                  </a:lnTo>
                  <a:lnTo>
                    <a:pt x="245556" y="686583"/>
                  </a:lnTo>
                  <a:lnTo>
                    <a:pt x="280635" y="679966"/>
                  </a:lnTo>
                  <a:lnTo>
                    <a:pt x="315715" y="673645"/>
                  </a:lnTo>
                  <a:lnTo>
                    <a:pt x="350794" y="666206"/>
                  </a:lnTo>
                  <a:lnTo>
                    <a:pt x="385874" y="659579"/>
                  </a:lnTo>
                  <a:lnTo>
                    <a:pt x="420953" y="653042"/>
                  </a:lnTo>
                  <a:lnTo>
                    <a:pt x="456033" y="644547"/>
                  </a:lnTo>
                  <a:lnTo>
                    <a:pt x="491112" y="638471"/>
                  </a:lnTo>
                  <a:lnTo>
                    <a:pt x="526192" y="630944"/>
                  </a:lnTo>
                  <a:lnTo>
                    <a:pt x="561271" y="624433"/>
                  </a:lnTo>
                  <a:lnTo>
                    <a:pt x="596351" y="616183"/>
                  </a:lnTo>
                  <a:lnTo>
                    <a:pt x="631430" y="609919"/>
                  </a:lnTo>
                  <a:lnTo>
                    <a:pt x="666510" y="601218"/>
                  </a:lnTo>
                  <a:lnTo>
                    <a:pt x="701589" y="594950"/>
                  </a:lnTo>
                  <a:lnTo>
                    <a:pt x="736669" y="587142"/>
                  </a:lnTo>
                  <a:lnTo>
                    <a:pt x="771748" y="579752"/>
                  </a:lnTo>
                  <a:lnTo>
                    <a:pt x="806828" y="572605"/>
                  </a:lnTo>
                  <a:lnTo>
                    <a:pt x="841907" y="565122"/>
                  </a:lnTo>
                  <a:lnTo>
                    <a:pt x="876987" y="557820"/>
                  </a:lnTo>
                  <a:lnTo>
                    <a:pt x="912066" y="550190"/>
                  </a:lnTo>
                  <a:lnTo>
                    <a:pt x="947146" y="542565"/>
                  </a:lnTo>
                  <a:lnTo>
                    <a:pt x="982225" y="535853"/>
                  </a:lnTo>
                  <a:lnTo>
                    <a:pt x="1017304" y="528573"/>
                  </a:lnTo>
                  <a:lnTo>
                    <a:pt x="1052384" y="522699"/>
                  </a:lnTo>
                  <a:lnTo>
                    <a:pt x="1087463" y="514462"/>
                  </a:lnTo>
                  <a:lnTo>
                    <a:pt x="1122543" y="506336"/>
                  </a:lnTo>
                  <a:lnTo>
                    <a:pt x="1157622" y="498995"/>
                  </a:lnTo>
                  <a:lnTo>
                    <a:pt x="1192702" y="492296"/>
                  </a:lnTo>
                  <a:lnTo>
                    <a:pt x="1227781" y="485673"/>
                  </a:lnTo>
                  <a:lnTo>
                    <a:pt x="1262861" y="478394"/>
                  </a:lnTo>
                  <a:lnTo>
                    <a:pt x="1297940" y="471067"/>
                  </a:lnTo>
                  <a:lnTo>
                    <a:pt x="1333020" y="462966"/>
                  </a:lnTo>
                  <a:lnTo>
                    <a:pt x="1368099" y="456066"/>
                  </a:lnTo>
                  <a:lnTo>
                    <a:pt x="1403179" y="449398"/>
                  </a:lnTo>
                  <a:lnTo>
                    <a:pt x="1438258" y="441190"/>
                  </a:lnTo>
                  <a:lnTo>
                    <a:pt x="1473338" y="434229"/>
                  </a:lnTo>
                  <a:lnTo>
                    <a:pt x="1508417" y="425132"/>
                  </a:lnTo>
                  <a:lnTo>
                    <a:pt x="1543497" y="417782"/>
                  </a:lnTo>
                  <a:lnTo>
                    <a:pt x="1578576" y="411623"/>
                  </a:lnTo>
                  <a:lnTo>
                    <a:pt x="1613656" y="403792"/>
                  </a:lnTo>
                  <a:lnTo>
                    <a:pt x="1648735" y="395770"/>
                  </a:lnTo>
                  <a:lnTo>
                    <a:pt x="1683815" y="387674"/>
                  </a:lnTo>
                  <a:lnTo>
                    <a:pt x="1718894" y="379307"/>
                  </a:lnTo>
                  <a:lnTo>
                    <a:pt x="1753974" y="372696"/>
                  </a:lnTo>
                  <a:lnTo>
                    <a:pt x="1789053" y="364372"/>
                  </a:lnTo>
                  <a:lnTo>
                    <a:pt x="1824133" y="356736"/>
                  </a:lnTo>
                  <a:lnTo>
                    <a:pt x="1859212" y="349670"/>
                  </a:lnTo>
                  <a:lnTo>
                    <a:pt x="1894292" y="341627"/>
                  </a:lnTo>
                  <a:lnTo>
                    <a:pt x="1929371" y="333203"/>
                  </a:lnTo>
                  <a:lnTo>
                    <a:pt x="1964450" y="325529"/>
                  </a:lnTo>
                  <a:lnTo>
                    <a:pt x="1999530" y="317819"/>
                  </a:lnTo>
                  <a:lnTo>
                    <a:pt x="2034609" y="309841"/>
                  </a:lnTo>
                  <a:lnTo>
                    <a:pt x="2069689" y="303878"/>
                  </a:lnTo>
                  <a:lnTo>
                    <a:pt x="2104768" y="296591"/>
                  </a:lnTo>
                  <a:lnTo>
                    <a:pt x="2139848" y="288060"/>
                  </a:lnTo>
                  <a:lnTo>
                    <a:pt x="2174927" y="278940"/>
                  </a:lnTo>
                  <a:lnTo>
                    <a:pt x="2210007" y="271092"/>
                  </a:lnTo>
                  <a:lnTo>
                    <a:pt x="2245086" y="262221"/>
                  </a:lnTo>
                  <a:lnTo>
                    <a:pt x="2280166" y="253969"/>
                  </a:lnTo>
                  <a:lnTo>
                    <a:pt x="2315245" y="245753"/>
                  </a:lnTo>
                  <a:lnTo>
                    <a:pt x="2350325" y="237539"/>
                  </a:lnTo>
                  <a:lnTo>
                    <a:pt x="2385404" y="229530"/>
                  </a:lnTo>
                  <a:lnTo>
                    <a:pt x="2420484" y="222308"/>
                  </a:lnTo>
                  <a:lnTo>
                    <a:pt x="2455563" y="214258"/>
                  </a:lnTo>
                  <a:lnTo>
                    <a:pt x="2490643" y="206391"/>
                  </a:lnTo>
                  <a:lnTo>
                    <a:pt x="2525722" y="197685"/>
                  </a:lnTo>
                  <a:lnTo>
                    <a:pt x="2560802" y="188893"/>
                  </a:lnTo>
                  <a:lnTo>
                    <a:pt x="2595881" y="179543"/>
                  </a:lnTo>
                  <a:lnTo>
                    <a:pt x="2630961" y="172307"/>
                  </a:lnTo>
                  <a:lnTo>
                    <a:pt x="2666040" y="164032"/>
                  </a:lnTo>
                  <a:lnTo>
                    <a:pt x="2701120" y="155437"/>
                  </a:lnTo>
                  <a:lnTo>
                    <a:pt x="2736199" y="147446"/>
                  </a:lnTo>
                  <a:lnTo>
                    <a:pt x="2771279" y="138637"/>
                  </a:lnTo>
                  <a:lnTo>
                    <a:pt x="2806358" y="131158"/>
                  </a:lnTo>
                  <a:lnTo>
                    <a:pt x="2841438" y="122968"/>
                  </a:lnTo>
                  <a:lnTo>
                    <a:pt x="2876517" y="114827"/>
                  </a:lnTo>
                  <a:lnTo>
                    <a:pt x="2911597" y="107024"/>
                  </a:lnTo>
                  <a:lnTo>
                    <a:pt x="2946676" y="98170"/>
                  </a:lnTo>
                  <a:lnTo>
                    <a:pt x="2981755" y="89697"/>
                  </a:lnTo>
                  <a:lnTo>
                    <a:pt x="3016835" y="81918"/>
                  </a:lnTo>
                  <a:lnTo>
                    <a:pt x="3051914" y="75172"/>
                  </a:lnTo>
                  <a:lnTo>
                    <a:pt x="3086994" y="66973"/>
                  </a:lnTo>
                  <a:lnTo>
                    <a:pt x="3122073" y="58619"/>
                  </a:lnTo>
                  <a:lnTo>
                    <a:pt x="3157153" y="50922"/>
                  </a:lnTo>
                  <a:lnTo>
                    <a:pt x="3192232" y="41942"/>
                  </a:lnTo>
                  <a:lnTo>
                    <a:pt x="3227312" y="34026"/>
                  </a:lnTo>
                  <a:lnTo>
                    <a:pt x="3262391" y="24780"/>
                  </a:lnTo>
                  <a:lnTo>
                    <a:pt x="3297471" y="15613"/>
                  </a:lnTo>
                  <a:lnTo>
                    <a:pt x="3332550" y="7603"/>
                  </a:lnTo>
                  <a:lnTo>
                    <a:pt x="3367630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1566847" y="2871239"/>
              <a:ext cx="5156683" cy="2596119"/>
            </a:xfrm>
            <a:custGeom>
              <a:avLst/>
              <a:pathLst>
                <a:path w="5156683" h="2596119">
                  <a:moveTo>
                    <a:pt x="0" y="2596119"/>
                  </a:moveTo>
                  <a:lnTo>
                    <a:pt x="35079" y="2584192"/>
                  </a:lnTo>
                  <a:lnTo>
                    <a:pt x="70158" y="2573120"/>
                  </a:lnTo>
                  <a:lnTo>
                    <a:pt x="105238" y="2561677"/>
                  </a:lnTo>
                  <a:lnTo>
                    <a:pt x="140317" y="2551069"/>
                  </a:lnTo>
                  <a:lnTo>
                    <a:pt x="175397" y="2539342"/>
                  </a:lnTo>
                  <a:lnTo>
                    <a:pt x="210476" y="2527814"/>
                  </a:lnTo>
                  <a:lnTo>
                    <a:pt x="245556" y="2516233"/>
                  </a:lnTo>
                  <a:lnTo>
                    <a:pt x="280635" y="2504058"/>
                  </a:lnTo>
                  <a:lnTo>
                    <a:pt x="315715" y="2491802"/>
                  </a:lnTo>
                  <a:lnTo>
                    <a:pt x="350794" y="2479994"/>
                  </a:lnTo>
                  <a:lnTo>
                    <a:pt x="385874" y="2467930"/>
                  </a:lnTo>
                  <a:lnTo>
                    <a:pt x="420953" y="2456742"/>
                  </a:lnTo>
                  <a:lnTo>
                    <a:pt x="456033" y="2444390"/>
                  </a:lnTo>
                  <a:lnTo>
                    <a:pt x="491112" y="2431885"/>
                  </a:lnTo>
                  <a:lnTo>
                    <a:pt x="526192" y="2418759"/>
                  </a:lnTo>
                  <a:lnTo>
                    <a:pt x="561271" y="2405258"/>
                  </a:lnTo>
                  <a:lnTo>
                    <a:pt x="596351" y="2393059"/>
                  </a:lnTo>
                  <a:lnTo>
                    <a:pt x="631430" y="2380985"/>
                  </a:lnTo>
                  <a:lnTo>
                    <a:pt x="666510" y="2368721"/>
                  </a:lnTo>
                  <a:lnTo>
                    <a:pt x="701589" y="2356608"/>
                  </a:lnTo>
                  <a:lnTo>
                    <a:pt x="736669" y="2343936"/>
                  </a:lnTo>
                  <a:lnTo>
                    <a:pt x="771748" y="2330840"/>
                  </a:lnTo>
                  <a:lnTo>
                    <a:pt x="806828" y="2317756"/>
                  </a:lnTo>
                  <a:lnTo>
                    <a:pt x="841907" y="2304337"/>
                  </a:lnTo>
                  <a:lnTo>
                    <a:pt x="876987" y="2291081"/>
                  </a:lnTo>
                  <a:lnTo>
                    <a:pt x="912066" y="2277857"/>
                  </a:lnTo>
                  <a:lnTo>
                    <a:pt x="947146" y="2265170"/>
                  </a:lnTo>
                  <a:lnTo>
                    <a:pt x="982225" y="2252552"/>
                  </a:lnTo>
                  <a:lnTo>
                    <a:pt x="1017304" y="2239936"/>
                  </a:lnTo>
                  <a:lnTo>
                    <a:pt x="1052384" y="2226405"/>
                  </a:lnTo>
                  <a:lnTo>
                    <a:pt x="1087463" y="2212310"/>
                  </a:lnTo>
                  <a:lnTo>
                    <a:pt x="1122543" y="2198281"/>
                  </a:lnTo>
                  <a:lnTo>
                    <a:pt x="1157622" y="2184513"/>
                  </a:lnTo>
                  <a:lnTo>
                    <a:pt x="1192702" y="2170769"/>
                  </a:lnTo>
                  <a:lnTo>
                    <a:pt x="1227781" y="2157404"/>
                  </a:lnTo>
                  <a:lnTo>
                    <a:pt x="1262861" y="2143923"/>
                  </a:lnTo>
                  <a:lnTo>
                    <a:pt x="1297940" y="2130735"/>
                  </a:lnTo>
                  <a:lnTo>
                    <a:pt x="1333020" y="2117461"/>
                  </a:lnTo>
                  <a:lnTo>
                    <a:pt x="1368099" y="2103581"/>
                  </a:lnTo>
                  <a:lnTo>
                    <a:pt x="1403179" y="2088509"/>
                  </a:lnTo>
                  <a:lnTo>
                    <a:pt x="1438258" y="2074749"/>
                  </a:lnTo>
                  <a:lnTo>
                    <a:pt x="1473338" y="2060343"/>
                  </a:lnTo>
                  <a:lnTo>
                    <a:pt x="1508417" y="2045913"/>
                  </a:lnTo>
                  <a:lnTo>
                    <a:pt x="1543497" y="2031263"/>
                  </a:lnTo>
                  <a:lnTo>
                    <a:pt x="1578576" y="2017146"/>
                  </a:lnTo>
                  <a:lnTo>
                    <a:pt x="1613656" y="2002307"/>
                  </a:lnTo>
                  <a:lnTo>
                    <a:pt x="1648735" y="1987608"/>
                  </a:lnTo>
                  <a:lnTo>
                    <a:pt x="1683815" y="1973359"/>
                  </a:lnTo>
                  <a:lnTo>
                    <a:pt x="1718894" y="1958402"/>
                  </a:lnTo>
                  <a:lnTo>
                    <a:pt x="1753974" y="1942470"/>
                  </a:lnTo>
                  <a:lnTo>
                    <a:pt x="1789053" y="1927826"/>
                  </a:lnTo>
                  <a:lnTo>
                    <a:pt x="1824133" y="1912133"/>
                  </a:lnTo>
                  <a:lnTo>
                    <a:pt x="1859212" y="1896677"/>
                  </a:lnTo>
                  <a:lnTo>
                    <a:pt x="1894292" y="1880787"/>
                  </a:lnTo>
                  <a:lnTo>
                    <a:pt x="1929371" y="1864961"/>
                  </a:lnTo>
                  <a:lnTo>
                    <a:pt x="1964450" y="1849839"/>
                  </a:lnTo>
                  <a:lnTo>
                    <a:pt x="1999530" y="1835076"/>
                  </a:lnTo>
                  <a:lnTo>
                    <a:pt x="2034609" y="1819302"/>
                  </a:lnTo>
                  <a:lnTo>
                    <a:pt x="2069689" y="1803180"/>
                  </a:lnTo>
                  <a:lnTo>
                    <a:pt x="2104768" y="1787033"/>
                  </a:lnTo>
                  <a:lnTo>
                    <a:pt x="2139848" y="1770909"/>
                  </a:lnTo>
                  <a:lnTo>
                    <a:pt x="2174927" y="1756045"/>
                  </a:lnTo>
                  <a:lnTo>
                    <a:pt x="2210007" y="1740088"/>
                  </a:lnTo>
                  <a:lnTo>
                    <a:pt x="2245086" y="1724690"/>
                  </a:lnTo>
                  <a:lnTo>
                    <a:pt x="2280166" y="1709131"/>
                  </a:lnTo>
                  <a:lnTo>
                    <a:pt x="2315245" y="1690931"/>
                  </a:lnTo>
                  <a:lnTo>
                    <a:pt x="2350325" y="1675305"/>
                  </a:lnTo>
                  <a:lnTo>
                    <a:pt x="2385404" y="1658621"/>
                  </a:lnTo>
                  <a:lnTo>
                    <a:pt x="2420484" y="1642328"/>
                  </a:lnTo>
                  <a:lnTo>
                    <a:pt x="2455563" y="1626640"/>
                  </a:lnTo>
                  <a:lnTo>
                    <a:pt x="2490643" y="1610356"/>
                  </a:lnTo>
                  <a:lnTo>
                    <a:pt x="2525722" y="1593027"/>
                  </a:lnTo>
                  <a:lnTo>
                    <a:pt x="2560802" y="1575302"/>
                  </a:lnTo>
                  <a:lnTo>
                    <a:pt x="2595881" y="1558682"/>
                  </a:lnTo>
                  <a:lnTo>
                    <a:pt x="2630961" y="1541227"/>
                  </a:lnTo>
                  <a:lnTo>
                    <a:pt x="2666040" y="1524055"/>
                  </a:lnTo>
                  <a:lnTo>
                    <a:pt x="2701120" y="1506483"/>
                  </a:lnTo>
                  <a:lnTo>
                    <a:pt x="2736199" y="1489136"/>
                  </a:lnTo>
                  <a:lnTo>
                    <a:pt x="2771279" y="1471642"/>
                  </a:lnTo>
                  <a:lnTo>
                    <a:pt x="2806358" y="1453239"/>
                  </a:lnTo>
                  <a:lnTo>
                    <a:pt x="2841438" y="1435696"/>
                  </a:lnTo>
                  <a:lnTo>
                    <a:pt x="2876517" y="1416922"/>
                  </a:lnTo>
                  <a:lnTo>
                    <a:pt x="2911597" y="1399196"/>
                  </a:lnTo>
                  <a:lnTo>
                    <a:pt x="2946676" y="1380447"/>
                  </a:lnTo>
                  <a:lnTo>
                    <a:pt x="2981755" y="1362007"/>
                  </a:lnTo>
                  <a:lnTo>
                    <a:pt x="3016835" y="1343608"/>
                  </a:lnTo>
                  <a:lnTo>
                    <a:pt x="3051914" y="1324067"/>
                  </a:lnTo>
                  <a:lnTo>
                    <a:pt x="3086994" y="1305347"/>
                  </a:lnTo>
                  <a:lnTo>
                    <a:pt x="3122073" y="1286538"/>
                  </a:lnTo>
                  <a:lnTo>
                    <a:pt x="3157153" y="1268659"/>
                  </a:lnTo>
                  <a:lnTo>
                    <a:pt x="3192232" y="1250013"/>
                  </a:lnTo>
                  <a:lnTo>
                    <a:pt x="3227312" y="1231590"/>
                  </a:lnTo>
                  <a:lnTo>
                    <a:pt x="3262391" y="1212989"/>
                  </a:lnTo>
                  <a:lnTo>
                    <a:pt x="3297471" y="1194031"/>
                  </a:lnTo>
                  <a:lnTo>
                    <a:pt x="3332550" y="1175203"/>
                  </a:lnTo>
                  <a:lnTo>
                    <a:pt x="3367630" y="1154675"/>
                  </a:lnTo>
                  <a:lnTo>
                    <a:pt x="3402709" y="1134458"/>
                  </a:lnTo>
                  <a:lnTo>
                    <a:pt x="3437789" y="1113182"/>
                  </a:lnTo>
                  <a:lnTo>
                    <a:pt x="3472868" y="1093302"/>
                  </a:lnTo>
                  <a:lnTo>
                    <a:pt x="3507948" y="1073900"/>
                  </a:lnTo>
                  <a:lnTo>
                    <a:pt x="3543027" y="1054414"/>
                  </a:lnTo>
                  <a:lnTo>
                    <a:pt x="3578107" y="1034660"/>
                  </a:lnTo>
                  <a:lnTo>
                    <a:pt x="3613186" y="1014501"/>
                  </a:lnTo>
                  <a:lnTo>
                    <a:pt x="3648266" y="993118"/>
                  </a:lnTo>
                  <a:lnTo>
                    <a:pt x="3683345" y="971392"/>
                  </a:lnTo>
                  <a:lnTo>
                    <a:pt x="3718425" y="950341"/>
                  </a:lnTo>
                  <a:lnTo>
                    <a:pt x="3753504" y="929456"/>
                  </a:lnTo>
                  <a:lnTo>
                    <a:pt x="3788584" y="908490"/>
                  </a:lnTo>
                  <a:lnTo>
                    <a:pt x="3823663" y="887698"/>
                  </a:lnTo>
                  <a:lnTo>
                    <a:pt x="3858743" y="867287"/>
                  </a:lnTo>
                  <a:lnTo>
                    <a:pt x="3893822" y="846308"/>
                  </a:lnTo>
                  <a:lnTo>
                    <a:pt x="3928901" y="825553"/>
                  </a:lnTo>
                  <a:lnTo>
                    <a:pt x="3963981" y="803670"/>
                  </a:lnTo>
                  <a:lnTo>
                    <a:pt x="3999060" y="781855"/>
                  </a:lnTo>
                  <a:lnTo>
                    <a:pt x="4034140" y="759691"/>
                  </a:lnTo>
                  <a:lnTo>
                    <a:pt x="4069219" y="737671"/>
                  </a:lnTo>
                  <a:lnTo>
                    <a:pt x="4104299" y="716126"/>
                  </a:lnTo>
                  <a:lnTo>
                    <a:pt x="4139378" y="694090"/>
                  </a:lnTo>
                  <a:lnTo>
                    <a:pt x="4174458" y="672006"/>
                  </a:lnTo>
                  <a:lnTo>
                    <a:pt x="4209537" y="649953"/>
                  </a:lnTo>
                  <a:lnTo>
                    <a:pt x="4244617" y="626253"/>
                  </a:lnTo>
                  <a:lnTo>
                    <a:pt x="4279696" y="604097"/>
                  </a:lnTo>
                  <a:lnTo>
                    <a:pt x="4314776" y="581814"/>
                  </a:lnTo>
                  <a:lnTo>
                    <a:pt x="4349855" y="558641"/>
                  </a:lnTo>
                  <a:lnTo>
                    <a:pt x="4384935" y="535493"/>
                  </a:lnTo>
                  <a:lnTo>
                    <a:pt x="4420014" y="512732"/>
                  </a:lnTo>
                  <a:lnTo>
                    <a:pt x="4455094" y="490107"/>
                  </a:lnTo>
                  <a:lnTo>
                    <a:pt x="4490173" y="465515"/>
                  </a:lnTo>
                  <a:lnTo>
                    <a:pt x="4525253" y="442011"/>
                  </a:lnTo>
                  <a:lnTo>
                    <a:pt x="4560332" y="418586"/>
                  </a:lnTo>
                  <a:lnTo>
                    <a:pt x="4595412" y="394403"/>
                  </a:lnTo>
                  <a:lnTo>
                    <a:pt x="4630491" y="370368"/>
                  </a:lnTo>
                  <a:lnTo>
                    <a:pt x="4665571" y="346767"/>
                  </a:lnTo>
                  <a:lnTo>
                    <a:pt x="4700650" y="322608"/>
                  </a:lnTo>
                  <a:lnTo>
                    <a:pt x="4735730" y="298705"/>
                  </a:lnTo>
                  <a:lnTo>
                    <a:pt x="4770809" y="274506"/>
                  </a:lnTo>
                  <a:lnTo>
                    <a:pt x="4805889" y="250160"/>
                  </a:lnTo>
                  <a:lnTo>
                    <a:pt x="4840968" y="226534"/>
                  </a:lnTo>
                  <a:lnTo>
                    <a:pt x="4876048" y="202258"/>
                  </a:lnTo>
                  <a:lnTo>
                    <a:pt x="4911127" y="178773"/>
                  </a:lnTo>
                  <a:lnTo>
                    <a:pt x="4946206" y="153549"/>
                  </a:lnTo>
                  <a:lnTo>
                    <a:pt x="4981286" y="127484"/>
                  </a:lnTo>
                  <a:lnTo>
                    <a:pt x="5016365" y="101122"/>
                  </a:lnTo>
                  <a:lnTo>
                    <a:pt x="5051445" y="75260"/>
                  </a:lnTo>
                  <a:lnTo>
                    <a:pt x="5086524" y="50457"/>
                  </a:lnTo>
                  <a:lnTo>
                    <a:pt x="5121604" y="25485"/>
                  </a:lnTo>
                  <a:lnTo>
                    <a:pt x="5156683" y="0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1356370" y="3215718"/>
              <a:ext cx="5963511" cy="1531142"/>
            </a:xfrm>
            <a:custGeom>
              <a:avLst/>
              <a:pathLst>
                <a:path w="5963511" h="1531142">
                  <a:moveTo>
                    <a:pt x="0" y="1531142"/>
                  </a:moveTo>
                  <a:lnTo>
                    <a:pt x="35079" y="1523524"/>
                  </a:lnTo>
                  <a:lnTo>
                    <a:pt x="70158" y="1515721"/>
                  </a:lnTo>
                  <a:lnTo>
                    <a:pt x="105238" y="1509440"/>
                  </a:lnTo>
                  <a:lnTo>
                    <a:pt x="140317" y="1501695"/>
                  </a:lnTo>
                  <a:lnTo>
                    <a:pt x="175397" y="1494476"/>
                  </a:lnTo>
                  <a:lnTo>
                    <a:pt x="210476" y="1487512"/>
                  </a:lnTo>
                  <a:lnTo>
                    <a:pt x="245556" y="1480737"/>
                  </a:lnTo>
                  <a:lnTo>
                    <a:pt x="280635" y="1473995"/>
                  </a:lnTo>
                  <a:lnTo>
                    <a:pt x="315715" y="1466418"/>
                  </a:lnTo>
                  <a:lnTo>
                    <a:pt x="350794" y="1459012"/>
                  </a:lnTo>
                  <a:lnTo>
                    <a:pt x="385874" y="1450937"/>
                  </a:lnTo>
                  <a:lnTo>
                    <a:pt x="420953" y="1443101"/>
                  </a:lnTo>
                  <a:lnTo>
                    <a:pt x="456033" y="1435784"/>
                  </a:lnTo>
                  <a:lnTo>
                    <a:pt x="491112" y="1427812"/>
                  </a:lnTo>
                  <a:lnTo>
                    <a:pt x="526192" y="1419798"/>
                  </a:lnTo>
                  <a:lnTo>
                    <a:pt x="561271" y="1412582"/>
                  </a:lnTo>
                  <a:lnTo>
                    <a:pt x="596351" y="1405563"/>
                  </a:lnTo>
                  <a:lnTo>
                    <a:pt x="631430" y="1398098"/>
                  </a:lnTo>
                  <a:lnTo>
                    <a:pt x="666510" y="1390433"/>
                  </a:lnTo>
                  <a:lnTo>
                    <a:pt x="701589" y="1383556"/>
                  </a:lnTo>
                  <a:lnTo>
                    <a:pt x="736669" y="1376324"/>
                  </a:lnTo>
                  <a:lnTo>
                    <a:pt x="771748" y="1368934"/>
                  </a:lnTo>
                  <a:lnTo>
                    <a:pt x="806828" y="1360808"/>
                  </a:lnTo>
                  <a:lnTo>
                    <a:pt x="841907" y="1352996"/>
                  </a:lnTo>
                  <a:lnTo>
                    <a:pt x="876987" y="1345648"/>
                  </a:lnTo>
                  <a:lnTo>
                    <a:pt x="912066" y="1338406"/>
                  </a:lnTo>
                  <a:lnTo>
                    <a:pt x="947146" y="1330556"/>
                  </a:lnTo>
                  <a:lnTo>
                    <a:pt x="982225" y="1322690"/>
                  </a:lnTo>
                  <a:lnTo>
                    <a:pt x="1017304" y="1315078"/>
                  </a:lnTo>
                  <a:lnTo>
                    <a:pt x="1052384" y="1307239"/>
                  </a:lnTo>
                  <a:lnTo>
                    <a:pt x="1087463" y="1299747"/>
                  </a:lnTo>
                  <a:lnTo>
                    <a:pt x="1122543" y="1290271"/>
                  </a:lnTo>
                  <a:lnTo>
                    <a:pt x="1157622" y="1281996"/>
                  </a:lnTo>
                  <a:lnTo>
                    <a:pt x="1192702" y="1274318"/>
                  </a:lnTo>
                  <a:lnTo>
                    <a:pt x="1227781" y="1266005"/>
                  </a:lnTo>
                  <a:lnTo>
                    <a:pt x="1262861" y="1257503"/>
                  </a:lnTo>
                  <a:lnTo>
                    <a:pt x="1297940" y="1248788"/>
                  </a:lnTo>
                  <a:lnTo>
                    <a:pt x="1333020" y="1241187"/>
                  </a:lnTo>
                  <a:lnTo>
                    <a:pt x="1368099" y="1234096"/>
                  </a:lnTo>
                  <a:lnTo>
                    <a:pt x="1403179" y="1226958"/>
                  </a:lnTo>
                  <a:lnTo>
                    <a:pt x="1438258" y="1218826"/>
                  </a:lnTo>
                  <a:lnTo>
                    <a:pt x="1473338" y="1211322"/>
                  </a:lnTo>
                  <a:lnTo>
                    <a:pt x="1508417" y="1202178"/>
                  </a:lnTo>
                  <a:lnTo>
                    <a:pt x="1543497" y="1194788"/>
                  </a:lnTo>
                  <a:lnTo>
                    <a:pt x="1578576" y="1187249"/>
                  </a:lnTo>
                  <a:lnTo>
                    <a:pt x="1613656" y="1178911"/>
                  </a:lnTo>
                  <a:lnTo>
                    <a:pt x="1648735" y="1171149"/>
                  </a:lnTo>
                  <a:lnTo>
                    <a:pt x="1683815" y="1163587"/>
                  </a:lnTo>
                  <a:lnTo>
                    <a:pt x="1718894" y="1155773"/>
                  </a:lnTo>
                  <a:lnTo>
                    <a:pt x="1753974" y="1147933"/>
                  </a:lnTo>
                  <a:lnTo>
                    <a:pt x="1789053" y="1140020"/>
                  </a:lnTo>
                  <a:lnTo>
                    <a:pt x="1824133" y="1131198"/>
                  </a:lnTo>
                  <a:lnTo>
                    <a:pt x="1859212" y="1122434"/>
                  </a:lnTo>
                  <a:lnTo>
                    <a:pt x="1894292" y="1113635"/>
                  </a:lnTo>
                  <a:lnTo>
                    <a:pt x="1929371" y="1105164"/>
                  </a:lnTo>
                  <a:lnTo>
                    <a:pt x="1964450" y="1096261"/>
                  </a:lnTo>
                  <a:lnTo>
                    <a:pt x="1999530" y="1087533"/>
                  </a:lnTo>
                  <a:lnTo>
                    <a:pt x="2034609" y="1078314"/>
                  </a:lnTo>
                  <a:lnTo>
                    <a:pt x="2069689" y="1069949"/>
                  </a:lnTo>
                  <a:lnTo>
                    <a:pt x="2104768" y="1062231"/>
                  </a:lnTo>
                  <a:lnTo>
                    <a:pt x="2139848" y="1053565"/>
                  </a:lnTo>
                  <a:lnTo>
                    <a:pt x="2174927" y="1045922"/>
                  </a:lnTo>
                  <a:lnTo>
                    <a:pt x="2210007" y="1038747"/>
                  </a:lnTo>
                  <a:lnTo>
                    <a:pt x="2245086" y="1031181"/>
                  </a:lnTo>
                  <a:lnTo>
                    <a:pt x="2280166" y="1022858"/>
                  </a:lnTo>
                  <a:lnTo>
                    <a:pt x="2315245" y="1014364"/>
                  </a:lnTo>
                  <a:lnTo>
                    <a:pt x="2350325" y="1005388"/>
                  </a:lnTo>
                  <a:lnTo>
                    <a:pt x="2385404" y="998630"/>
                  </a:lnTo>
                  <a:lnTo>
                    <a:pt x="2420484" y="988479"/>
                  </a:lnTo>
                  <a:lnTo>
                    <a:pt x="2455563" y="979566"/>
                  </a:lnTo>
                  <a:lnTo>
                    <a:pt x="2490643" y="970254"/>
                  </a:lnTo>
                  <a:lnTo>
                    <a:pt x="2525722" y="960899"/>
                  </a:lnTo>
                  <a:lnTo>
                    <a:pt x="2560802" y="952690"/>
                  </a:lnTo>
                  <a:lnTo>
                    <a:pt x="2595881" y="943321"/>
                  </a:lnTo>
                  <a:lnTo>
                    <a:pt x="2630961" y="933102"/>
                  </a:lnTo>
                  <a:lnTo>
                    <a:pt x="2666040" y="925618"/>
                  </a:lnTo>
                  <a:lnTo>
                    <a:pt x="2701120" y="916691"/>
                  </a:lnTo>
                  <a:lnTo>
                    <a:pt x="2736199" y="907753"/>
                  </a:lnTo>
                  <a:lnTo>
                    <a:pt x="2771279" y="899742"/>
                  </a:lnTo>
                  <a:lnTo>
                    <a:pt x="2806358" y="890626"/>
                  </a:lnTo>
                  <a:lnTo>
                    <a:pt x="2841438" y="881598"/>
                  </a:lnTo>
                  <a:lnTo>
                    <a:pt x="2876517" y="872861"/>
                  </a:lnTo>
                  <a:lnTo>
                    <a:pt x="2911597" y="864143"/>
                  </a:lnTo>
                  <a:lnTo>
                    <a:pt x="2946676" y="855526"/>
                  </a:lnTo>
                  <a:lnTo>
                    <a:pt x="2981755" y="847672"/>
                  </a:lnTo>
                  <a:lnTo>
                    <a:pt x="3016835" y="838127"/>
                  </a:lnTo>
                  <a:lnTo>
                    <a:pt x="3051914" y="827573"/>
                  </a:lnTo>
                  <a:lnTo>
                    <a:pt x="3086994" y="818221"/>
                  </a:lnTo>
                  <a:lnTo>
                    <a:pt x="3122073" y="810696"/>
                  </a:lnTo>
                  <a:lnTo>
                    <a:pt x="3157153" y="801362"/>
                  </a:lnTo>
                  <a:lnTo>
                    <a:pt x="3192232" y="792511"/>
                  </a:lnTo>
                  <a:lnTo>
                    <a:pt x="3227312" y="783272"/>
                  </a:lnTo>
                  <a:lnTo>
                    <a:pt x="3262391" y="774115"/>
                  </a:lnTo>
                  <a:lnTo>
                    <a:pt x="3297471" y="764952"/>
                  </a:lnTo>
                  <a:lnTo>
                    <a:pt x="3332550" y="756814"/>
                  </a:lnTo>
                  <a:lnTo>
                    <a:pt x="3367630" y="747617"/>
                  </a:lnTo>
                  <a:lnTo>
                    <a:pt x="3402709" y="738199"/>
                  </a:lnTo>
                  <a:lnTo>
                    <a:pt x="3437789" y="729777"/>
                  </a:lnTo>
                  <a:lnTo>
                    <a:pt x="3472868" y="721045"/>
                  </a:lnTo>
                  <a:lnTo>
                    <a:pt x="3507948" y="711773"/>
                  </a:lnTo>
                  <a:lnTo>
                    <a:pt x="3543027" y="702423"/>
                  </a:lnTo>
                  <a:lnTo>
                    <a:pt x="3578107" y="693616"/>
                  </a:lnTo>
                  <a:lnTo>
                    <a:pt x="3613186" y="683844"/>
                  </a:lnTo>
                  <a:lnTo>
                    <a:pt x="3648266" y="673634"/>
                  </a:lnTo>
                  <a:lnTo>
                    <a:pt x="3683345" y="663834"/>
                  </a:lnTo>
                  <a:lnTo>
                    <a:pt x="3718425" y="652607"/>
                  </a:lnTo>
                  <a:lnTo>
                    <a:pt x="3753504" y="642234"/>
                  </a:lnTo>
                  <a:lnTo>
                    <a:pt x="3788584" y="631927"/>
                  </a:lnTo>
                  <a:lnTo>
                    <a:pt x="3823663" y="622011"/>
                  </a:lnTo>
                  <a:lnTo>
                    <a:pt x="3858743" y="612311"/>
                  </a:lnTo>
                  <a:lnTo>
                    <a:pt x="3893822" y="602654"/>
                  </a:lnTo>
                  <a:lnTo>
                    <a:pt x="3928901" y="593300"/>
                  </a:lnTo>
                  <a:lnTo>
                    <a:pt x="3963981" y="584060"/>
                  </a:lnTo>
                  <a:lnTo>
                    <a:pt x="3999060" y="574556"/>
                  </a:lnTo>
                  <a:lnTo>
                    <a:pt x="4034140" y="565299"/>
                  </a:lnTo>
                  <a:lnTo>
                    <a:pt x="4069219" y="555748"/>
                  </a:lnTo>
                  <a:lnTo>
                    <a:pt x="4104299" y="546491"/>
                  </a:lnTo>
                  <a:lnTo>
                    <a:pt x="4139378" y="536571"/>
                  </a:lnTo>
                  <a:lnTo>
                    <a:pt x="4174458" y="526669"/>
                  </a:lnTo>
                  <a:lnTo>
                    <a:pt x="4209537" y="517061"/>
                  </a:lnTo>
                  <a:lnTo>
                    <a:pt x="4244617" y="507723"/>
                  </a:lnTo>
                  <a:lnTo>
                    <a:pt x="4279696" y="498123"/>
                  </a:lnTo>
                  <a:lnTo>
                    <a:pt x="4314776" y="489039"/>
                  </a:lnTo>
                  <a:lnTo>
                    <a:pt x="4349855" y="480472"/>
                  </a:lnTo>
                  <a:lnTo>
                    <a:pt x="4384935" y="470917"/>
                  </a:lnTo>
                  <a:lnTo>
                    <a:pt x="4420014" y="461401"/>
                  </a:lnTo>
                  <a:lnTo>
                    <a:pt x="4455094" y="450821"/>
                  </a:lnTo>
                  <a:lnTo>
                    <a:pt x="4490173" y="439870"/>
                  </a:lnTo>
                  <a:lnTo>
                    <a:pt x="4525253" y="430210"/>
                  </a:lnTo>
                  <a:lnTo>
                    <a:pt x="4560332" y="420014"/>
                  </a:lnTo>
                  <a:lnTo>
                    <a:pt x="4595412" y="410901"/>
                  </a:lnTo>
                  <a:lnTo>
                    <a:pt x="4630491" y="401104"/>
                  </a:lnTo>
                  <a:lnTo>
                    <a:pt x="4665571" y="392069"/>
                  </a:lnTo>
                  <a:lnTo>
                    <a:pt x="4700650" y="381980"/>
                  </a:lnTo>
                  <a:lnTo>
                    <a:pt x="4735730" y="371791"/>
                  </a:lnTo>
                  <a:lnTo>
                    <a:pt x="4770809" y="361564"/>
                  </a:lnTo>
                  <a:lnTo>
                    <a:pt x="4805889" y="352455"/>
                  </a:lnTo>
                  <a:lnTo>
                    <a:pt x="4840968" y="341496"/>
                  </a:lnTo>
                  <a:lnTo>
                    <a:pt x="4876048" y="330023"/>
                  </a:lnTo>
                  <a:lnTo>
                    <a:pt x="4911127" y="319263"/>
                  </a:lnTo>
                  <a:lnTo>
                    <a:pt x="4946206" y="308866"/>
                  </a:lnTo>
                  <a:lnTo>
                    <a:pt x="4981286" y="298136"/>
                  </a:lnTo>
                  <a:lnTo>
                    <a:pt x="5016365" y="287142"/>
                  </a:lnTo>
                  <a:lnTo>
                    <a:pt x="5051445" y="276253"/>
                  </a:lnTo>
                  <a:lnTo>
                    <a:pt x="5086524" y="265335"/>
                  </a:lnTo>
                  <a:lnTo>
                    <a:pt x="5121604" y="254789"/>
                  </a:lnTo>
                  <a:lnTo>
                    <a:pt x="5156683" y="243997"/>
                  </a:lnTo>
                  <a:lnTo>
                    <a:pt x="5191763" y="232854"/>
                  </a:lnTo>
                  <a:lnTo>
                    <a:pt x="5226842" y="222666"/>
                  </a:lnTo>
                  <a:lnTo>
                    <a:pt x="5261922" y="213020"/>
                  </a:lnTo>
                  <a:lnTo>
                    <a:pt x="5297001" y="201697"/>
                  </a:lnTo>
                  <a:lnTo>
                    <a:pt x="5332081" y="191231"/>
                  </a:lnTo>
                  <a:lnTo>
                    <a:pt x="5367160" y="181262"/>
                  </a:lnTo>
                  <a:lnTo>
                    <a:pt x="5402240" y="170138"/>
                  </a:lnTo>
                  <a:lnTo>
                    <a:pt x="5437319" y="159326"/>
                  </a:lnTo>
                  <a:lnTo>
                    <a:pt x="5472399" y="148485"/>
                  </a:lnTo>
                  <a:lnTo>
                    <a:pt x="5507478" y="137616"/>
                  </a:lnTo>
                  <a:lnTo>
                    <a:pt x="5542558" y="127792"/>
                  </a:lnTo>
                  <a:lnTo>
                    <a:pt x="5577637" y="117946"/>
                  </a:lnTo>
                  <a:lnTo>
                    <a:pt x="5612717" y="107382"/>
                  </a:lnTo>
                  <a:lnTo>
                    <a:pt x="5647796" y="96606"/>
                  </a:lnTo>
                  <a:lnTo>
                    <a:pt x="5682876" y="85802"/>
                  </a:lnTo>
                  <a:lnTo>
                    <a:pt x="5717955" y="75694"/>
                  </a:lnTo>
                  <a:lnTo>
                    <a:pt x="5753035" y="65322"/>
                  </a:lnTo>
                  <a:lnTo>
                    <a:pt x="5788114" y="54149"/>
                  </a:lnTo>
                  <a:lnTo>
                    <a:pt x="5823194" y="43742"/>
                  </a:lnTo>
                  <a:lnTo>
                    <a:pt x="5858273" y="34470"/>
                  </a:lnTo>
                  <a:lnTo>
                    <a:pt x="5893352" y="24122"/>
                  </a:lnTo>
                  <a:lnTo>
                    <a:pt x="5928432" y="12078"/>
                  </a:lnTo>
                  <a:lnTo>
                    <a:pt x="5963511" y="0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1637006" y="3613349"/>
              <a:ext cx="2806358" cy="111417"/>
            </a:xfrm>
            <a:custGeom>
              <a:avLst/>
              <a:pathLst>
                <a:path w="2806358" h="111417">
                  <a:moveTo>
                    <a:pt x="0" y="111053"/>
                  </a:moveTo>
                  <a:lnTo>
                    <a:pt x="35079" y="111417"/>
                  </a:lnTo>
                  <a:lnTo>
                    <a:pt x="70158" y="108898"/>
                  </a:lnTo>
                  <a:lnTo>
                    <a:pt x="105238" y="108953"/>
                  </a:lnTo>
                  <a:lnTo>
                    <a:pt x="140317" y="108170"/>
                  </a:lnTo>
                  <a:lnTo>
                    <a:pt x="175397" y="106805"/>
                  </a:lnTo>
                  <a:lnTo>
                    <a:pt x="210476" y="104021"/>
                  </a:lnTo>
                  <a:lnTo>
                    <a:pt x="245556" y="102862"/>
                  </a:lnTo>
                  <a:lnTo>
                    <a:pt x="280635" y="99746"/>
                  </a:lnTo>
                  <a:lnTo>
                    <a:pt x="315715" y="97485"/>
                  </a:lnTo>
                  <a:lnTo>
                    <a:pt x="350794" y="96391"/>
                  </a:lnTo>
                  <a:lnTo>
                    <a:pt x="385874" y="97600"/>
                  </a:lnTo>
                  <a:lnTo>
                    <a:pt x="420953" y="97437"/>
                  </a:lnTo>
                  <a:lnTo>
                    <a:pt x="456033" y="99577"/>
                  </a:lnTo>
                  <a:lnTo>
                    <a:pt x="491112" y="97389"/>
                  </a:lnTo>
                  <a:lnTo>
                    <a:pt x="526192" y="95664"/>
                  </a:lnTo>
                  <a:lnTo>
                    <a:pt x="561271" y="96625"/>
                  </a:lnTo>
                  <a:lnTo>
                    <a:pt x="596351" y="94623"/>
                  </a:lnTo>
                  <a:lnTo>
                    <a:pt x="631430" y="93463"/>
                  </a:lnTo>
                  <a:lnTo>
                    <a:pt x="666510" y="92006"/>
                  </a:lnTo>
                  <a:lnTo>
                    <a:pt x="701589" y="89887"/>
                  </a:lnTo>
                  <a:lnTo>
                    <a:pt x="736669" y="87137"/>
                  </a:lnTo>
                  <a:lnTo>
                    <a:pt x="771748" y="83155"/>
                  </a:lnTo>
                  <a:lnTo>
                    <a:pt x="806828" y="78913"/>
                  </a:lnTo>
                  <a:lnTo>
                    <a:pt x="841907" y="80557"/>
                  </a:lnTo>
                  <a:lnTo>
                    <a:pt x="876987" y="77411"/>
                  </a:lnTo>
                  <a:lnTo>
                    <a:pt x="912066" y="74562"/>
                  </a:lnTo>
                  <a:lnTo>
                    <a:pt x="947146" y="73014"/>
                  </a:lnTo>
                  <a:lnTo>
                    <a:pt x="982225" y="70187"/>
                  </a:lnTo>
                  <a:lnTo>
                    <a:pt x="1017304" y="68700"/>
                  </a:lnTo>
                  <a:lnTo>
                    <a:pt x="1052384" y="67667"/>
                  </a:lnTo>
                  <a:lnTo>
                    <a:pt x="1087463" y="67115"/>
                  </a:lnTo>
                  <a:lnTo>
                    <a:pt x="1122543" y="65814"/>
                  </a:lnTo>
                  <a:lnTo>
                    <a:pt x="1157622" y="62927"/>
                  </a:lnTo>
                  <a:lnTo>
                    <a:pt x="1192702" y="62904"/>
                  </a:lnTo>
                  <a:lnTo>
                    <a:pt x="1227781" y="60738"/>
                  </a:lnTo>
                  <a:lnTo>
                    <a:pt x="1262861" y="60004"/>
                  </a:lnTo>
                  <a:lnTo>
                    <a:pt x="1297940" y="59315"/>
                  </a:lnTo>
                  <a:lnTo>
                    <a:pt x="1333020" y="59045"/>
                  </a:lnTo>
                  <a:lnTo>
                    <a:pt x="1368099" y="58232"/>
                  </a:lnTo>
                  <a:lnTo>
                    <a:pt x="1403179" y="56068"/>
                  </a:lnTo>
                  <a:lnTo>
                    <a:pt x="1438258" y="58567"/>
                  </a:lnTo>
                  <a:lnTo>
                    <a:pt x="1473338" y="57777"/>
                  </a:lnTo>
                  <a:lnTo>
                    <a:pt x="1508417" y="57858"/>
                  </a:lnTo>
                  <a:lnTo>
                    <a:pt x="1543497" y="57164"/>
                  </a:lnTo>
                  <a:lnTo>
                    <a:pt x="1578576" y="54997"/>
                  </a:lnTo>
                  <a:lnTo>
                    <a:pt x="1613656" y="53686"/>
                  </a:lnTo>
                  <a:lnTo>
                    <a:pt x="1648735" y="54559"/>
                  </a:lnTo>
                  <a:lnTo>
                    <a:pt x="1683815" y="54451"/>
                  </a:lnTo>
                  <a:lnTo>
                    <a:pt x="1718894" y="52570"/>
                  </a:lnTo>
                  <a:lnTo>
                    <a:pt x="1753974" y="48528"/>
                  </a:lnTo>
                  <a:lnTo>
                    <a:pt x="1789053" y="43717"/>
                  </a:lnTo>
                  <a:lnTo>
                    <a:pt x="1824133" y="41130"/>
                  </a:lnTo>
                  <a:lnTo>
                    <a:pt x="1859212" y="41579"/>
                  </a:lnTo>
                  <a:lnTo>
                    <a:pt x="1894292" y="40686"/>
                  </a:lnTo>
                  <a:lnTo>
                    <a:pt x="1929371" y="37383"/>
                  </a:lnTo>
                  <a:lnTo>
                    <a:pt x="1964450" y="36509"/>
                  </a:lnTo>
                  <a:lnTo>
                    <a:pt x="1999530" y="36517"/>
                  </a:lnTo>
                  <a:lnTo>
                    <a:pt x="2034609" y="32470"/>
                  </a:lnTo>
                  <a:lnTo>
                    <a:pt x="2069689" y="32360"/>
                  </a:lnTo>
                  <a:lnTo>
                    <a:pt x="2104768" y="29310"/>
                  </a:lnTo>
                  <a:lnTo>
                    <a:pt x="2139848" y="28104"/>
                  </a:lnTo>
                  <a:lnTo>
                    <a:pt x="2174927" y="27196"/>
                  </a:lnTo>
                  <a:lnTo>
                    <a:pt x="2210007" y="24408"/>
                  </a:lnTo>
                  <a:lnTo>
                    <a:pt x="2245086" y="23538"/>
                  </a:lnTo>
                  <a:lnTo>
                    <a:pt x="2280166" y="22724"/>
                  </a:lnTo>
                  <a:lnTo>
                    <a:pt x="2315245" y="23098"/>
                  </a:lnTo>
                  <a:lnTo>
                    <a:pt x="2350325" y="21221"/>
                  </a:lnTo>
                  <a:lnTo>
                    <a:pt x="2385404" y="18828"/>
                  </a:lnTo>
                  <a:lnTo>
                    <a:pt x="2420484" y="16830"/>
                  </a:lnTo>
                  <a:lnTo>
                    <a:pt x="2455563" y="18163"/>
                  </a:lnTo>
                  <a:lnTo>
                    <a:pt x="2490643" y="15671"/>
                  </a:lnTo>
                  <a:lnTo>
                    <a:pt x="2525722" y="14760"/>
                  </a:lnTo>
                  <a:lnTo>
                    <a:pt x="2560802" y="10902"/>
                  </a:lnTo>
                  <a:lnTo>
                    <a:pt x="2595881" y="11014"/>
                  </a:lnTo>
                  <a:lnTo>
                    <a:pt x="2630961" y="8200"/>
                  </a:lnTo>
                  <a:lnTo>
                    <a:pt x="2666040" y="5136"/>
                  </a:lnTo>
                  <a:lnTo>
                    <a:pt x="2701120" y="4897"/>
                  </a:lnTo>
                  <a:lnTo>
                    <a:pt x="2736199" y="5166"/>
                  </a:lnTo>
                  <a:lnTo>
                    <a:pt x="2771279" y="3128"/>
                  </a:lnTo>
                  <a:lnTo>
                    <a:pt x="2806358" y="0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rc34"/>
            <p:cNvSpPr/>
            <p:nvPr/>
          </p:nvSpPr>
          <p:spPr>
            <a:xfrm>
              <a:off x="516217" y="529239"/>
              <a:ext cx="8450647" cy="5396314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92058" y="5761805"/>
              <a:ext cx="161528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91431" y="4054327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329275" y="2346850"/>
              <a:ext cx="124311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7120" y="639372"/>
              <a:ext cx="186466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0" name="pl39"/>
            <p:cNvSpPr/>
            <p:nvPr/>
          </p:nvSpPr>
          <p:spPr>
            <a:xfrm>
              <a:off x="481422" y="580199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481422" y="409451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481422" y="238704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481422" y="67956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2660182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5305963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7951745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tx46"/>
            <p:cNvSpPr/>
            <p:nvPr/>
          </p:nvSpPr>
          <p:spPr>
            <a:xfrm>
              <a:off x="2629104" y="5988074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5274886" y="5989929"/>
              <a:ext cx="62155" cy="78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7920667" y="5989984"/>
              <a:ext cx="62155" cy="78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2699383" y="6095188"/>
              <a:ext cx="4084315" cy="1328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Standardised mean temperature anomaly (StdTmeanAnomalyRS)</a:t>
              </a:r>
            </a:p>
          </p:txBody>
        </p:sp>
        <p:sp>
          <p:nvSpPr>
            <p:cNvPr id="51" name="tx50"/>
            <p:cNvSpPr/>
            <p:nvPr/>
          </p:nvSpPr>
          <p:spPr>
            <a:xfrm rot="-5400000">
              <a:off x="-847723" y="3160479"/>
              <a:ext cx="1964463" cy="133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Change in species richness (%)</a:t>
              </a:r>
            </a:p>
          </p:txBody>
        </p:sp>
        <p:sp>
          <p:nvSpPr>
            <p:cNvPr id="52" name="rc51"/>
            <p:cNvSpPr/>
            <p:nvPr/>
          </p:nvSpPr>
          <p:spPr>
            <a:xfrm>
              <a:off x="1891971" y="6467734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2"/>
            <p:cNvSpPr/>
            <p:nvPr/>
          </p:nvSpPr>
          <p:spPr>
            <a:xfrm>
              <a:off x="1891971" y="6467734"/>
              <a:ext cx="219456" cy="219455"/>
            </a:xfrm>
            <a:prstGeom prst="rect">
              <a:avLst/>
            </a:pr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1913917" y="65774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rc54"/>
            <p:cNvSpPr/>
            <p:nvPr/>
          </p:nvSpPr>
          <p:spPr>
            <a:xfrm>
              <a:off x="3182339" y="6467734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5"/>
            <p:cNvSpPr/>
            <p:nvPr/>
          </p:nvSpPr>
          <p:spPr>
            <a:xfrm>
              <a:off x="3182339" y="6467734"/>
              <a:ext cx="219456" cy="219455"/>
            </a:xfrm>
            <a:prstGeom prst="rect">
              <a:avLst/>
            </a:pr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3204284" y="65774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7"/>
            <p:cNvSpPr/>
            <p:nvPr/>
          </p:nvSpPr>
          <p:spPr>
            <a:xfrm>
              <a:off x="4622065" y="646773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8"/>
            <p:cNvSpPr/>
            <p:nvPr/>
          </p:nvSpPr>
          <p:spPr>
            <a:xfrm>
              <a:off x="4622065" y="6467734"/>
              <a:ext cx="219455" cy="219455"/>
            </a:xfrm>
            <a:prstGeom prst="rect">
              <a:avLst/>
            </a:pr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4644011" y="65774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rc60"/>
            <p:cNvSpPr/>
            <p:nvPr/>
          </p:nvSpPr>
          <p:spPr>
            <a:xfrm>
              <a:off x="5788067" y="646773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1"/>
            <p:cNvSpPr/>
            <p:nvPr/>
          </p:nvSpPr>
          <p:spPr>
            <a:xfrm>
              <a:off x="5788067" y="6467734"/>
              <a:ext cx="219455" cy="219455"/>
            </a:xfrm>
            <a:prstGeom prst="rect">
              <a:avLst/>
            </a:pr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5810013" y="65774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rc63"/>
            <p:cNvSpPr/>
            <p:nvPr/>
          </p:nvSpPr>
          <p:spPr>
            <a:xfrm>
              <a:off x="6997671" y="646773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4"/>
            <p:cNvSpPr/>
            <p:nvPr/>
          </p:nvSpPr>
          <p:spPr>
            <a:xfrm>
              <a:off x="6997671" y="6467734"/>
              <a:ext cx="219455" cy="219455"/>
            </a:xfrm>
            <a:prstGeom prst="rect">
              <a:avLst/>
            </a:pr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7019616" y="65774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tx66"/>
            <p:cNvSpPr/>
            <p:nvPr/>
          </p:nvSpPr>
          <p:spPr>
            <a:xfrm>
              <a:off x="2181016" y="6512660"/>
              <a:ext cx="931733" cy="1048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Primary vegetation</a:t>
              </a:r>
            </a:p>
          </p:txBody>
        </p:sp>
        <p:sp>
          <p:nvSpPr>
            <p:cNvPr id="68" name="tx67"/>
            <p:cNvSpPr/>
            <p:nvPr/>
          </p:nvSpPr>
          <p:spPr>
            <a:xfrm>
              <a:off x="3471384" y="6510477"/>
              <a:ext cx="1081092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Secondary vegetation</a:t>
              </a:r>
            </a:p>
          </p:txBody>
        </p:sp>
        <p:sp>
          <p:nvSpPr>
            <p:cNvPr id="69" name="tx68"/>
            <p:cNvSpPr/>
            <p:nvPr/>
          </p:nvSpPr>
          <p:spPr>
            <a:xfrm>
              <a:off x="4911110" y="6511350"/>
              <a:ext cx="807367" cy="1061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Agriculture (low)</a:t>
              </a:r>
            </a:p>
          </p:txBody>
        </p:sp>
        <p:sp>
          <p:nvSpPr>
            <p:cNvPr id="70" name="tx69"/>
            <p:cNvSpPr/>
            <p:nvPr/>
          </p:nvSpPr>
          <p:spPr>
            <a:xfrm>
              <a:off x="6077112" y="6511350"/>
              <a:ext cx="850969" cy="1061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Agriculture (high)</a:t>
              </a:r>
            </a:p>
          </p:txBody>
        </p:sp>
        <p:sp>
          <p:nvSpPr>
            <p:cNvPr id="71" name="tx70"/>
            <p:cNvSpPr/>
            <p:nvPr/>
          </p:nvSpPr>
          <p:spPr>
            <a:xfrm>
              <a:off x="7286716" y="6534979"/>
              <a:ext cx="30439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Urban</a:t>
              </a:r>
            </a:p>
          </p:txBody>
        </p:sp>
        <p:sp>
          <p:nvSpPr>
            <p:cNvPr id="72" name="tx71"/>
            <p:cNvSpPr/>
            <p:nvPr/>
          </p:nvSpPr>
          <p:spPr>
            <a:xfrm>
              <a:off x="516217" y="297303"/>
              <a:ext cx="4647480" cy="1314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 change is expressed relative to Primary vegetation at anomaly = 0.</a:t>
              </a:r>
            </a:p>
          </p:txBody>
        </p:sp>
        <p:sp>
          <p:nvSpPr>
            <p:cNvPr id="73" name="tx72"/>
            <p:cNvSpPr/>
            <p:nvPr/>
          </p:nvSpPr>
          <p:spPr>
            <a:xfrm>
              <a:off x="516217" y="63976"/>
              <a:ext cx="5589991" cy="1578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Richness responses to mean warming anomaly across land-use types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2026-03-23T21:32:37Z</dcterms:modified>
  <cp:category/>
</cp:coreProperties>
</file>