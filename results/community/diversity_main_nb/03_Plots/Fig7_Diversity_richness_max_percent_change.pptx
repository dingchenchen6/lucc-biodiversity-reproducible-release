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Richness responses to maximum warming anomaly across land-use types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491278" y="529239"/>
              <a:ext cx="8475585" cy="53963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491278" y="4867203"/>
              <a:ext cx="8475585" cy="0"/>
            </a:xfrm>
            <a:custGeom>
              <a:avLst/>
              <a:pathLst>
                <a:path w="8475585" h="0">
                  <a:moveTo>
                    <a:pt x="0" y="0"/>
                  </a:moveTo>
                  <a:lnTo>
                    <a:pt x="8475585" y="0"/>
                  </a:lnTo>
                  <a:lnTo>
                    <a:pt x="8475585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491278" y="3439979"/>
              <a:ext cx="8475585" cy="0"/>
            </a:xfrm>
            <a:custGeom>
              <a:avLst/>
              <a:pathLst>
                <a:path w="8475585" h="0">
                  <a:moveTo>
                    <a:pt x="0" y="0"/>
                  </a:moveTo>
                  <a:lnTo>
                    <a:pt x="8475585" y="0"/>
                  </a:lnTo>
                  <a:lnTo>
                    <a:pt x="8475585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91278" y="2012754"/>
              <a:ext cx="8475585" cy="0"/>
            </a:xfrm>
            <a:custGeom>
              <a:avLst/>
              <a:pathLst>
                <a:path w="8475585" h="0">
                  <a:moveTo>
                    <a:pt x="0" y="0"/>
                  </a:moveTo>
                  <a:lnTo>
                    <a:pt x="8475585" y="0"/>
                  </a:lnTo>
                  <a:lnTo>
                    <a:pt x="8475585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91278" y="585530"/>
              <a:ext cx="8475585" cy="0"/>
            </a:xfrm>
            <a:custGeom>
              <a:avLst/>
              <a:pathLst>
                <a:path w="8475585" h="0">
                  <a:moveTo>
                    <a:pt x="0" y="0"/>
                  </a:moveTo>
                  <a:lnTo>
                    <a:pt x="8475585" y="0"/>
                  </a:lnTo>
                  <a:lnTo>
                    <a:pt x="8475585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586697" y="529239"/>
              <a:ext cx="0" cy="5396314"/>
            </a:xfrm>
            <a:custGeom>
              <a:avLst/>
              <a:pathLst>
                <a:path w="0" h="5396314">
                  <a:moveTo>
                    <a:pt x="0" y="53963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334408" y="529239"/>
              <a:ext cx="0" cy="5396314"/>
            </a:xfrm>
            <a:custGeom>
              <a:avLst/>
              <a:pathLst>
                <a:path w="0" h="5396314">
                  <a:moveTo>
                    <a:pt x="0" y="53963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4082118" y="529239"/>
              <a:ext cx="0" cy="5396314"/>
            </a:xfrm>
            <a:custGeom>
              <a:avLst/>
              <a:pathLst>
                <a:path w="0" h="5396314">
                  <a:moveTo>
                    <a:pt x="0" y="53963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5829829" y="529239"/>
              <a:ext cx="0" cy="5396314"/>
            </a:xfrm>
            <a:custGeom>
              <a:avLst/>
              <a:pathLst>
                <a:path w="0" h="5396314">
                  <a:moveTo>
                    <a:pt x="0" y="53963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7577539" y="529239"/>
              <a:ext cx="0" cy="5396314"/>
            </a:xfrm>
            <a:custGeom>
              <a:avLst/>
              <a:pathLst>
                <a:path w="0" h="5396314">
                  <a:moveTo>
                    <a:pt x="0" y="53963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491278" y="3439979"/>
              <a:ext cx="8475585" cy="0"/>
            </a:xfrm>
            <a:custGeom>
              <a:avLst/>
              <a:pathLst>
                <a:path w="8475585" h="0">
                  <a:moveTo>
                    <a:pt x="0" y="0"/>
                  </a:moveTo>
                  <a:lnTo>
                    <a:pt x="8475585" y="0"/>
                  </a:lnTo>
                  <a:lnTo>
                    <a:pt x="8475585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2389401" y="2008273"/>
              <a:ext cx="3623849" cy="2669867"/>
            </a:xfrm>
            <a:custGeom>
              <a:avLst/>
              <a:pathLst>
                <a:path w="3623849" h="2669867">
                  <a:moveTo>
                    <a:pt x="0" y="0"/>
                  </a:moveTo>
                  <a:lnTo>
                    <a:pt x="35183" y="33829"/>
                  </a:lnTo>
                  <a:lnTo>
                    <a:pt x="70366" y="67474"/>
                  </a:lnTo>
                  <a:lnTo>
                    <a:pt x="105549" y="100935"/>
                  </a:lnTo>
                  <a:lnTo>
                    <a:pt x="140732" y="134213"/>
                  </a:lnTo>
                  <a:lnTo>
                    <a:pt x="175915" y="167310"/>
                  </a:lnTo>
                  <a:lnTo>
                    <a:pt x="211098" y="200225"/>
                  </a:lnTo>
                  <a:lnTo>
                    <a:pt x="246281" y="232960"/>
                  </a:lnTo>
                  <a:lnTo>
                    <a:pt x="281464" y="265517"/>
                  </a:lnTo>
                  <a:lnTo>
                    <a:pt x="316647" y="297895"/>
                  </a:lnTo>
                  <a:lnTo>
                    <a:pt x="351830" y="330097"/>
                  </a:lnTo>
                  <a:lnTo>
                    <a:pt x="387013" y="362122"/>
                  </a:lnTo>
                  <a:lnTo>
                    <a:pt x="422196" y="393973"/>
                  </a:lnTo>
                  <a:lnTo>
                    <a:pt x="457379" y="425649"/>
                  </a:lnTo>
                  <a:lnTo>
                    <a:pt x="492562" y="457153"/>
                  </a:lnTo>
                  <a:lnTo>
                    <a:pt x="527745" y="488484"/>
                  </a:lnTo>
                  <a:lnTo>
                    <a:pt x="562928" y="519643"/>
                  </a:lnTo>
                  <a:lnTo>
                    <a:pt x="598111" y="550633"/>
                  </a:lnTo>
                  <a:lnTo>
                    <a:pt x="633294" y="581453"/>
                  </a:lnTo>
                  <a:lnTo>
                    <a:pt x="668477" y="612104"/>
                  </a:lnTo>
                  <a:lnTo>
                    <a:pt x="703660" y="642589"/>
                  </a:lnTo>
                  <a:lnTo>
                    <a:pt x="738843" y="672906"/>
                  </a:lnTo>
                  <a:lnTo>
                    <a:pt x="774026" y="703058"/>
                  </a:lnTo>
                  <a:lnTo>
                    <a:pt x="809209" y="733045"/>
                  </a:lnTo>
                  <a:lnTo>
                    <a:pt x="844392" y="762868"/>
                  </a:lnTo>
                  <a:lnTo>
                    <a:pt x="879575" y="792528"/>
                  </a:lnTo>
                  <a:lnTo>
                    <a:pt x="914758" y="822026"/>
                  </a:lnTo>
                  <a:lnTo>
                    <a:pt x="949941" y="851362"/>
                  </a:lnTo>
                  <a:lnTo>
                    <a:pt x="985124" y="880538"/>
                  </a:lnTo>
                  <a:lnTo>
                    <a:pt x="1020307" y="909555"/>
                  </a:lnTo>
                  <a:lnTo>
                    <a:pt x="1055490" y="938413"/>
                  </a:lnTo>
                  <a:lnTo>
                    <a:pt x="1090673" y="967114"/>
                  </a:lnTo>
                  <a:lnTo>
                    <a:pt x="1125856" y="995657"/>
                  </a:lnTo>
                  <a:lnTo>
                    <a:pt x="1161039" y="1024045"/>
                  </a:lnTo>
                  <a:lnTo>
                    <a:pt x="1196222" y="1052277"/>
                  </a:lnTo>
                  <a:lnTo>
                    <a:pt x="1231405" y="1080355"/>
                  </a:lnTo>
                  <a:lnTo>
                    <a:pt x="1266588" y="1108280"/>
                  </a:lnTo>
                  <a:lnTo>
                    <a:pt x="1301771" y="1136052"/>
                  </a:lnTo>
                  <a:lnTo>
                    <a:pt x="1336954" y="1163672"/>
                  </a:lnTo>
                  <a:lnTo>
                    <a:pt x="1372137" y="1191141"/>
                  </a:lnTo>
                  <a:lnTo>
                    <a:pt x="1407320" y="1218460"/>
                  </a:lnTo>
                  <a:lnTo>
                    <a:pt x="1442503" y="1245630"/>
                  </a:lnTo>
                  <a:lnTo>
                    <a:pt x="1477686" y="1272651"/>
                  </a:lnTo>
                  <a:lnTo>
                    <a:pt x="1512869" y="1299525"/>
                  </a:lnTo>
                  <a:lnTo>
                    <a:pt x="1548052" y="1326251"/>
                  </a:lnTo>
                  <a:lnTo>
                    <a:pt x="1583235" y="1352832"/>
                  </a:lnTo>
                  <a:lnTo>
                    <a:pt x="1618418" y="1379267"/>
                  </a:lnTo>
                  <a:lnTo>
                    <a:pt x="1653601" y="1405558"/>
                  </a:lnTo>
                  <a:lnTo>
                    <a:pt x="1688784" y="1431705"/>
                  </a:lnTo>
                  <a:lnTo>
                    <a:pt x="1723967" y="1433345"/>
                  </a:lnTo>
                  <a:lnTo>
                    <a:pt x="1759150" y="1434985"/>
                  </a:lnTo>
                  <a:lnTo>
                    <a:pt x="1794333" y="1436624"/>
                  </a:lnTo>
                  <a:lnTo>
                    <a:pt x="1829516" y="1438263"/>
                  </a:lnTo>
                  <a:lnTo>
                    <a:pt x="1864699" y="1439901"/>
                  </a:lnTo>
                  <a:lnTo>
                    <a:pt x="1899882" y="1441539"/>
                  </a:lnTo>
                  <a:lnTo>
                    <a:pt x="1935065" y="1443176"/>
                  </a:lnTo>
                  <a:lnTo>
                    <a:pt x="1970248" y="1444812"/>
                  </a:lnTo>
                  <a:lnTo>
                    <a:pt x="2005431" y="1446448"/>
                  </a:lnTo>
                  <a:lnTo>
                    <a:pt x="2040614" y="1448083"/>
                  </a:lnTo>
                  <a:lnTo>
                    <a:pt x="2075797" y="1449718"/>
                  </a:lnTo>
                  <a:lnTo>
                    <a:pt x="2110980" y="1451352"/>
                  </a:lnTo>
                  <a:lnTo>
                    <a:pt x="2146163" y="1452986"/>
                  </a:lnTo>
                  <a:lnTo>
                    <a:pt x="2181346" y="1454619"/>
                  </a:lnTo>
                  <a:lnTo>
                    <a:pt x="2216529" y="1456251"/>
                  </a:lnTo>
                  <a:lnTo>
                    <a:pt x="2251712" y="1457883"/>
                  </a:lnTo>
                  <a:lnTo>
                    <a:pt x="2286895" y="1459515"/>
                  </a:lnTo>
                  <a:lnTo>
                    <a:pt x="2322078" y="1461145"/>
                  </a:lnTo>
                  <a:lnTo>
                    <a:pt x="2357261" y="1462776"/>
                  </a:lnTo>
                  <a:lnTo>
                    <a:pt x="2392444" y="1464405"/>
                  </a:lnTo>
                  <a:lnTo>
                    <a:pt x="2427627" y="1466034"/>
                  </a:lnTo>
                  <a:lnTo>
                    <a:pt x="2462810" y="1467663"/>
                  </a:lnTo>
                  <a:lnTo>
                    <a:pt x="2497993" y="1469291"/>
                  </a:lnTo>
                  <a:lnTo>
                    <a:pt x="2533176" y="1470918"/>
                  </a:lnTo>
                  <a:lnTo>
                    <a:pt x="2568359" y="1472545"/>
                  </a:lnTo>
                  <a:lnTo>
                    <a:pt x="2603542" y="1474172"/>
                  </a:lnTo>
                  <a:lnTo>
                    <a:pt x="2638725" y="1475797"/>
                  </a:lnTo>
                  <a:lnTo>
                    <a:pt x="2673908" y="1477422"/>
                  </a:lnTo>
                  <a:lnTo>
                    <a:pt x="2709091" y="1479047"/>
                  </a:lnTo>
                  <a:lnTo>
                    <a:pt x="2744274" y="1480671"/>
                  </a:lnTo>
                  <a:lnTo>
                    <a:pt x="2779457" y="1482295"/>
                  </a:lnTo>
                  <a:lnTo>
                    <a:pt x="2814640" y="1483918"/>
                  </a:lnTo>
                  <a:lnTo>
                    <a:pt x="2849823" y="1485540"/>
                  </a:lnTo>
                  <a:lnTo>
                    <a:pt x="2885006" y="1487162"/>
                  </a:lnTo>
                  <a:lnTo>
                    <a:pt x="2920189" y="1488783"/>
                  </a:lnTo>
                  <a:lnTo>
                    <a:pt x="2955372" y="1490404"/>
                  </a:lnTo>
                  <a:lnTo>
                    <a:pt x="2990555" y="1492024"/>
                  </a:lnTo>
                  <a:lnTo>
                    <a:pt x="3025738" y="1493643"/>
                  </a:lnTo>
                  <a:lnTo>
                    <a:pt x="3060921" y="1495262"/>
                  </a:lnTo>
                  <a:lnTo>
                    <a:pt x="3096104" y="1496881"/>
                  </a:lnTo>
                  <a:lnTo>
                    <a:pt x="3131287" y="1498499"/>
                  </a:lnTo>
                  <a:lnTo>
                    <a:pt x="3166470" y="1500116"/>
                  </a:lnTo>
                  <a:lnTo>
                    <a:pt x="3201653" y="1501733"/>
                  </a:lnTo>
                  <a:lnTo>
                    <a:pt x="3236836" y="1503349"/>
                  </a:lnTo>
                  <a:lnTo>
                    <a:pt x="3272019" y="1504965"/>
                  </a:lnTo>
                  <a:lnTo>
                    <a:pt x="3307202" y="1506580"/>
                  </a:lnTo>
                  <a:lnTo>
                    <a:pt x="3342385" y="1508195"/>
                  </a:lnTo>
                  <a:lnTo>
                    <a:pt x="3377568" y="1509809"/>
                  </a:lnTo>
                  <a:lnTo>
                    <a:pt x="3412751" y="1511422"/>
                  </a:lnTo>
                  <a:lnTo>
                    <a:pt x="3447934" y="1513035"/>
                  </a:lnTo>
                  <a:lnTo>
                    <a:pt x="3483117" y="1514647"/>
                  </a:lnTo>
                  <a:lnTo>
                    <a:pt x="3518300" y="1516259"/>
                  </a:lnTo>
                  <a:lnTo>
                    <a:pt x="3553483" y="1517870"/>
                  </a:lnTo>
                  <a:lnTo>
                    <a:pt x="3588666" y="1519481"/>
                  </a:lnTo>
                  <a:lnTo>
                    <a:pt x="3623849" y="1521091"/>
                  </a:lnTo>
                  <a:lnTo>
                    <a:pt x="3623849" y="2669867"/>
                  </a:lnTo>
                  <a:lnTo>
                    <a:pt x="3588666" y="2650525"/>
                  </a:lnTo>
                  <a:lnTo>
                    <a:pt x="3553483" y="2631076"/>
                  </a:lnTo>
                  <a:lnTo>
                    <a:pt x="3518300" y="2611521"/>
                  </a:lnTo>
                  <a:lnTo>
                    <a:pt x="3483117" y="2591858"/>
                  </a:lnTo>
                  <a:lnTo>
                    <a:pt x="3447934" y="2572088"/>
                  </a:lnTo>
                  <a:lnTo>
                    <a:pt x="3412751" y="2552208"/>
                  </a:lnTo>
                  <a:lnTo>
                    <a:pt x="3377568" y="2532220"/>
                  </a:lnTo>
                  <a:lnTo>
                    <a:pt x="3342385" y="2512121"/>
                  </a:lnTo>
                  <a:lnTo>
                    <a:pt x="3307202" y="2491912"/>
                  </a:lnTo>
                  <a:lnTo>
                    <a:pt x="3272019" y="2471592"/>
                  </a:lnTo>
                  <a:lnTo>
                    <a:pt x="3236836" y="2451160"/>
                  </a:lnTo>
                  <a:lnTo>
                    <a:pt x="3201653" y="2430616"/>
                  </a:lnTo>
                  <a:lnTo>
                    <a:pt x="3166470" y="2409959"/>
                  </a:lnTo>
                  <a:lnTo>
                    <a:pt x="3131287" y="2389189"/>
                  </a:lnTo>
                  <a:lnTo>
                    <a:pt x="3096104" y="2368304"/>
                  </a:lnTo>
                  <a:lnTo>
                    <a:pt x="3060921" y="2347305"/>
                  </a:lnTo>
                  <a:lnTo>
                    <a:pt x="3025738" y="2326190"/>
                  </a:lnTo>
                  <a:lnTo>
                    <a:pt x="2990555" y="2304959"/>
                  </a:lnTo>
                  <a:lnTo>
                    <a:pt x="2955372" y="2283611"/>
                  </a:lnTo>
                  <a:lnTo>
                    <a:pt x="2920189" y="2262146"/>
                  </a:lnTo>
                  <a:lnTo>
                    <a:pt x="2885006" y="2240564"/>
                  </a:lnTo>
                  <a:lnTo>
                    <a:pt x="2849823" y="2218862"/>
                  </a:lnTo>
                  <a:lnTo>
                    <a:pt x="2814640" y="2197041"/>
                  </a:lnTo>
                  <a:lnTo>
                    <a:pt x="2779457" y="2175101"/>
                  </a:lnTo>
                  <a:lnTo>
                    <a:pt x="2744274" y="2153039"/>
                  </a:lnTo>
                  <a:lnTo>
                    <a:pt x="2709091" y="2130857"/>
                  </a:lnTo>
                  <a:lnTo>
                    <a:pt x="2673908" y="2108552"/>
                  </a:lnTo>
                  <a:lnTo>
                    <a:pt x="2638725" y="2086125"/>
                  </a:lnTo>
                  <a:lnTo>
                    <a:pt x="2603542" y="2063575"/>
                  </a:lnTo>
                  <a:lnTo>
                    <a:pt x="2568359" y="2040901"/>
                  </a:lnTo>
                  <a:lnTo>
                    <a:pt x="2533176" y="2018102"/>
                  </a:lnTo>
                  <a:lnTo>
                    <a:pt x="2497993" y="1995178"/>
                  </a:lnTo>
                  <a:lnTo>
                    <a:pt x="2462810" y="1972127"/>
                  </a:lnTo>
                  <a:lnTo>
                    <a:pt x="2427627" y="1948951"/>
                  </a:lnTo>
                  <a:lnTo>
                    <a:pt x="2392444" y="1925646"/>
                  </a:lnTo>
                  <a:lnTo>
                    <a:pt x="2357261" y="1902214"/>
                  </a:lnTo>
                  <a:lnTo>
                    <a:pt x="2322078" y="1878653"/>
                  </a:lnTo>
                  <a:lnTo>
                    <a:pt x="2286895" y="1854962"/>
                  </a:lnTo>
                  <a:lnTo>
                    <a:pt x="2251712" y="1831142"/>
                  </a:lnTo>
                  <a:lnTo>
                    <a:pt x="2216529" y="1807190"/>
                  </a:lnTo>
                  <a:lnTo>
                    <a:pt x="2181346" y="1783107"/>
                  </a:lnTo>
                  <a:lnTo>
                    <a:pt x="2146163" y="1758891"/>
                  </a:lnTo>
                  <a:lnTo>
                    <a:pt x="2110980" y="1734542"/>
                  </a:lnTo>
                  <a:lnTo>
                    <a:pt x="2075797" y="1710059"/>
                  </a:lnTo>
                  <a:lnTo>
                    <a:pt x="2040614" y="1685442"/>
                  </a:lnTo>
                  <a:lnTo>
                    <a:pt x="2005431" y="1660690"/>
                  </a:lnTo>
                  <a:lnTo>
                    <a:pt x="1970248" y="1635801"/>
                  </a:lnTo>
                  <a:lnTo>
                    <a:pt x="1935065" y="1610776"/>
                  </a:lnTo>
                  <a:lnTo>
                    <a:pt x="1899882" y="1585613"/>
                  </a:lnTo>
                  <a:lnTo>
                    <a:pt x="1864699" y="1560312"/>
                  </a:lnTo>
                  <a:lnTo>
                    <a:pt x="1829516" y="1534872"/>
                  </a:lnTo>
                  <a:lnTo>
                    <a:pt x="1794333" y="1509292"/>
                  </a:lnTo>
                  <a:lnTo>
                    <a:pt x="1759150" y="1483571"/>
                  </a:lnTo>
                  <a:lnTo>
                    <a:pt x="1723967" y="1457709"/>
                  </a:lnTo>
                  <a:lnTo>
                    <a:pt x="1688784" y="1431705"/>
                  </a:lnTo>
                  <a:lnTo>
                    <a:pt x="1653601" y="1430064"/>
                  </a:lnTo>
                  <a:lnTo>
                    <a:pt x="1618418" y="1428423"/>
                  </a:lnTo>
                  <a:lnTo>
                    <a:pt x="1583235" y="1426780"/>
                  </a:lnTo>
                  <a:lnTo>
                    <a:pt x="1548052" y="1425138"/>
                  </a:lnTo>
                  <a:lnTo>
                    <a:pt x="1512869" y="1423495"/>
                  </a:lnTo>
                  <a:lnTo>
                    <a:pt x="1477686" y="1421851"/>
                  </a:lnTo>
                  <a:lnTo>
                    <a:pt x="1442503" y="1420207"/>
                  </a:lnTo>
                  <a:lnTo>
                    <a:pt x="1407320" y="1418562"/>
                  </a:lnTo>
                  <a:lnTo>
                    <a:pt x="1372137" y="1416916"/>
                  </a:lnTo>
                  <a:lnTo>
                    <a:pt x="1336954" y="1415270"/>
                  </a:lnTo>
                  <a:lnTo>
                    <a:pt x="1301771" y="1413623"/>
                  </a:lnTo>
                  <a:lnTo>
                    <a:pt x="1266588" y="1411976"/>
                  </a:lnTo>
                  <a:lnTo>
                    <a:pt x="1231405" y="1410329"/>
                  </a:lnTo>
                  <a:lnTo>
                    <a:pt x="1196222" y="1408680"/>
                  </a:lnTo>
                  <a:lnTo>
                    <a:pt x="1161039" y="1407031"/>
                  </a:lnTo>
                  <a:lnTo>
                    <a:pt x="1125856" y="1405382"/>
                  </a:lnTo>
                  <a:lnTo>
                    <a:pt x="1090673" y="1403732"/>
                  </a:lnTo>
                  <a:lnTo>
                    <a:pt x="1055490" y="1402081"/>
                  </a:lnTo>
                  <a:lnTo>
                    <a:pt x="1020307" y="1400430"/>
                  </a:lnTo>
                  <a:lnTo>
                    <a:pt x="985124" y="1398778"/>
                  </a:lnTo>
                  <a:lnTo>
                    <a:pt x="949941" y="1397126"/>
                  </a:lnTo>
                  <a:lnTo>
                    <a:pt x="914758" y="1395473"/>
                  </a:lnTo>
                  <a:lnTo>
                    <a:pt x="879575" y="1393820"/>
                  </a:lnTo>
                  <a:lnTo>
                    <a:pt x="844392" y="1392166"/>
                  </a:lnTo>
                  <a:lnTo>
                    <a:pt x="809209" y="1390511"/>
                  </a:lnTo>
                  <a:lnTo>
                    <a:pt x="774026" y="1388856"/>
                  </a:lnTo>
                  <a:lnTo>
                    <a:pt x="738843" y="1387200"/>
                  </a:lnTo>
                  <a:lnTo>
                    <a:pt x="703660" y="1385544"/>
                  </a:lnTo>
                  <a:lnTo>
                    <a:pt x="668477" y="1383887"/>
                  </a:lnTo>
                  <a:lnTo>
                    <a:pt x="633294" y="1382230"/>
                  </a:lnTo>
                  <a:lnTo>
                    <a:pt x="598111" y="1380572"/>
                  </a:lnTo>
                  <a:lnTo>
                    <a:pt x="562928" y="1378913"/>
                  </a:lnTo>
                  <a:lnTo>
                    <a:pt x="527745" y="1377254"/>
                  </a:lnTo>
                  <a:lnTo>
                    <a:pt x="492562" y="1375594"/>
                  </a:lnTo>
                  <a:lnTo>
                    <a:pt x="457379" y="1373934"/>
                  </a:lnTo>
                  <a:lnTo>
                    <a:pt x="422196" y="1372273"/>
                  </a:lnTo>
                  <a:lnTo>
                    <a:pt x="387013" y="1370612"/>
                  </a:lnTo>
                  <a:lnTo>
                    <a:pt x="351830" y="1368950"/>
                  </a:lnTo>
                  <a:lnTo>
                    <a:pt x="316647" y="1367287"/>
                  </a:lnTo>
                  <a:lnTo>
                    <a:pt x="281464" y="1365624"/>
                  </a:lnTo>
                  <a:lnTo>
                    <a:pt x="246281" y="1363960"/>
                  </a:lnTo>
                  <a:lnTo>
                    <a:pt x="211098" y="1362296"/>
                  </a:lnTo>
                  <a:lnTo>
                    <a:pt x="175915" y="1360631"/>
                  </a:lnTo>
                  <a:lnTo>
                    <a:pt x="140732" y="1358965"/>
                  </a:lnTo>
                  <a:lnTo>
                    <a:pt x="105549" y="1357299"/>
                  </a:lnTo>
                  <a:lnTo>
                    <a:pt x="70366" y="1355633"/>
                  </a:lnTo>
                  <a:lnTo>
                    <a:pt x="35183" y="1353966"/>
                  </a:lnTo>
                  <a:lnTo>
                    <a:pt x="0" y="1352298"/>
                  </a:lnTo>
                  <a:close/>
                </a:path>
              </a:pathLst>
            </a:cu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389401" y="2008273"/>
              <a:ext cx="3623849" cy="1521091"/>
            </a:xfrm>
            <a:custGeom>
              <a:avLst/>
              <a:pathLst>
                <a:path w="3623849" h="1521091">
                  <a:moveTo>
                    <a:pt x="0" y="0"/>
                  </a:moveTo>
                  <a:lnTo>
                    <a:pt x="35183" y="33829"/>
                  </a:lnTo>
                  <a:lnTo>
                    <a:pt x="70366" y="67474"/>
                  </a:lnTo>
                  <a:lnTo>
                    <a:pt x="105549" y="100935"/>
                  </a:lnTo>
                  <a:lnTo>
                    <a:pt x="140732" y="134213"/>
                  </a:lnTo>
                  <a:lnTo>
                    <a:pt x="175915" y="167310"/>
                  </a:lnTo>
                  <a:lnTo>
                    <a:pt x="211098" y="200225"/>
                  </a:lnTo>
                  <a:lnTo>
                    <a:pt x="246281" y="232960"/>
                  </a:lnTo>
                  <a:lnTo>
                    <a:pt x="281464" y="265517"/>
                  </a:lnTo>
                  <a:lnTo>
                    <a:pt x="316647" y="297895"/>
                  </a:lnTo>
                  <a:lnTo>
                    <a:pt x="351830" y="330097"/>
                  </a:lnTo>
                  <a:lnTo>
                    <a:pt x="387013" y="362122"/>
                  </a:lnTo>
                  <a:lnTo>
                    <a:pt x="422196" y="393973"/>
                  </a:lnTo>
                  <a:lnTo>
                    <a:pt x="457379" y="425649"/>
                  </a:lnTo>
                  <a:lnTo>
                    <a:pt x="492562" y="457153"/>
                  </a:lnTo>
                  <a:lnTo>
                    <a:pt x="527745" y="488484"/>
                  </a:lnTo>
                  <a:lnTo>
                    <a:pt x="562928" y="519643"/>
                  </a:lnTo>
                  <a:lnTo>
                    <a:pt x="598111" y="550633"/>
                  </a:lnTo>
                  <a:lnTo>
                    <a:pt x="633294" y="581453"/>
                  </a:lnTo>
                  <a:lnTo>
                    <a:pt x="668477" y="612104"/>
                  </a:lnTo>
                  <a:lnTo>
                    <a:pt x="703660" y="642589"/>
                  </a:lnTo>
                  <a:lnTo>
                    <a:pt x="738843" y="672906"/>
                  </a:lnTo>
                  <a:lnTo>
                    <a:pt x="774026" y="703058"/>
                  </a:lnTo>
                  <a:lnTo>
                    <a:pt x="809209" y="733045"/>
                  </a:lnTo>
                  <a:lnTo>
                    <a:pt x="844392" y="762868"/>
                  </a:lnTo>
                  <a:lnTo>
                    <a:pt x="879575" y="792528"/>
                  </a:lnTo>
                  <a:lnTo>
                    <a:pt x="914758" y="822026"/>
                  </a:lnTo>
                  <a:lnTo>
                    <a:pt x="949941" y="851362"/>
                  </a:lnTo>
                  <a:lnTo>
                    <a:pt x="985124" y="880538"/>
                  </a:lnTo>
                  <a:lnTo>
                    <a:pt x="1020307" y="909555"/>
                  </a:lnTo>
                  <a:lnTo>
                    <a:pt x="1055490" y="938413"/>
                  </a:lnTo>
                  <a:lnTo>
                    <a:pt x="1090673" y="967114"/>
                  </a:lnTo>
                  <a:lnTo>
                    <a:pt x="1125856" y="995657"/>
                  </a:lnTo>
                  <a:lnTo>
                    <a:pt x="1161039" y="1024045"/>
                  </a:lnTo>
                  <a:lnTo>
                    <a:pt x="1196222" y="1052277"/>
                  </a:lnTo>
                  <a:lnTo>
                    <a:pt x="1231405" y="1080355"/>
                  </a:lnTo>
                  <a:lnTo>
                    <a:pt x="1266588" y="1108280"/>
                  </a:lnTo>
                  <a:lnTo>
                    <a:pt x="1301771" y="1136052"/>
                  </a:lnTo>
                  <a:lnTo>
                    <a:pt x="1336954" y="1163672"/>
                  </a:lnTo>
                  <a:lnTo>
                    <a:pt x="1372137" y="1191141"/>
                  </a:lnTo>
                  <a:lnTo>
                    <a:pt x="1407320" y="1218460"/>
                  </a:lnTo>
                  <a:lnTo>
                    <a:pt x="1442503" y="1245630"/>
                  </a:lnTo>
                  <a:lnTo>
                    <a:pt x="1477686" y="1272651"/>
                  </a:lnTo>
                  <a:lnTo>
                    <a:pt x="1512869" y="1299525"/>
                  </a:lnTo>
                  <a:lnTo>
                    <a:pt x="1548052" y="1326251"/>
                  </a:lnTo>
                  <a:lnTo>
                    <a:pt x="1583235" y="1352832"/>
                  </a:lnTo>
                  <a:lnTo>
                    <a:pt x="1618418" y="1379267"/>
                  </a:lnTo>
                  <a:lnTo>
                    <a:pt x="1653601" y="1405558"/>
                  </a:lnTo>
                  <a:lnTo>
                    <a:pt x="1688784" y="1431705"/>
                  </a:lnTo>
                  <a:lnTo>
                    <a:pt x="1723967" y="1433345"/>
                  </a:lnTo>
                  <a:lnTo>
                    <a:pt x="1759150" y="1434985"/>
                  </a:lnTo>
                  <a:lnTo>
                    <a:pt x="1794333" y="1436624"/>
                  </a:lnTo>
                  <a:lnTo>
                    <a:pt x="1829516" y="1438263"/>
                  </a:lnTo>
                  <a:lnTo>
                    <a:pt x="1864699" y="1439901"/>
                  </a:lnTo>
                  <a:lnTo>
                    <a:pt x="1899882" y="1441539"/>
                  </a:lnTo>
                  <a:lnTo>
                    <a:pt x="1935065" y="1443176"/>
                  </a:lnTo>
                  <a:lnTo>
                    <a:pt x="1970248" y="1444812"/>
                  </a:lnTo>
                  <a:lnTo>
                    <a:pt x="2005431" y="1446448"/>
                  </a:lnTo>
                  <a:lnTo>
                    <a:pt x="2040614" y="1448083"/>
                  </a:lnTo>
                  <a:lnTo>
                    <a:pt x="2075797" y="1449718"/>
                  </a:lnTo>
                  <a:lnTo>
                    <a:pt x="2110980" y="1451352"/>
                  </a:lnTo>
                  <a:lnTo>
                    <a:pt x="2146163" y="1452986"/>
                  </a:lnTo>
                  <a:lnTo>
                    <a:pt x="2181346" y="1454619"/>
                  </a:lnTo>
                  <a:lnTo>
                    <a:pt x="2216529" y="1456251"/>
                  </a:lnTo>
                  <a:lnTo>
                    <a:pt x="2251712" y="1457883"/>
                  </a:lnTo>
                  <a:lnTo>
                    <a:pt x="2286895" y="1459515"/>
                  </a:lnTo>
                  <a:lnTo>
                    <a:pt x="2322078" y="1461145"/>
                  </a:lnTo>
                  <a:lnTo>
                    <a:pt x="2357261" y="1462776"/>
                  </a:lnTo>
                  <a:lnTo>
                    <a:pt x="2392444" y="1464405"/>
                  </a:lnTo>
                  <a:lnTo>
                    <a:pt x="2427627" y="1466034"/>
                  </a:lnTo>
                  <a:lnTo>
                    <a:pt x="2462810" y="1467663"/>
                  </a:lnTo>
                  <a:lnTo>
                    <a:pt x="2497993" y="1469291"/>
                  </a:lnTo>
                  <a:lnTo>
                    <a:pt x="2533176" y="1470918"/>
                  </a:lnTo>
                  <a:lnTo>
                    <a:pt x="2568359" y="1472545"/>
                  </a:lnTo>
                  <a:lnTo>
                    <a:pt x="2603542" y="1474172"/>
                  </a:lnTo>
                  <a:lnTo>
                    <a:pt x="2638725" y="1475797"/>
                  </a:lnTo>
                  <a:lnTo>
                    <a:pt x="2673908" y="1477422"/>
                  </a:lnTo>
                  <a:lnTo>
                    <a:pt x="2709091" y="1479047"/>
                  </a:lnTo>
                  <a:lnTo>
                    <a:pt x="2744274" y="1480671"/>
                  </a:lnTo>
                  <a:lnTo>
                    <a:pt x="2779457" y="1482295"/>
                  </a:lnTo>
                  <a:lnTo>
                    <a:pt x="2814640" y="1483918"/>
                  </a:lnTo>
                  <a:lnTo>
                    <a:pt x="2849823" y="1485540"/>
                  </a:lnTo>
                  <a:lnTo>
                    <a:pt x="2885006" y="1487162"/>
                  </a:lnTo>
                  <a:lnTo>
                    <a:pt x="2920189" y="1488783"/>
                  </a:lnTo>
                  <a:lnTo>
                    <a:pt x="2955372" y="1490404"/>
                  </a:lnTo>
                  <a:lnTo>
                    <a:pt x="2990555" y="1492024"/>
                  </a:lnTo>
                  <a:lnTo>
                    <a:pt x="3025738" y="1493643"/>
                  </a:lnTo>
                  <a:lnTo>
                    <a:pt x="3060921" y="1495262"/>
                  </a:lnTo>
                  <a:lnTo>
                    <a:pt x="3096104" y="1496881"/>
                  </a:lnTo>
                  <a:lnTo>
                    <a:pt x="3131287" y="1498499"/>
                  </a:lnTo>
                  <a:lnTo>
                    <a:pt x="3166470" y="1500116"/>
                  </a:lnTo>
                  <a:lnTo>
                    <a:pt x="3201653" y="1501733"/>
                  </a:lnTo>
                  <a:lnTo>
                    <a:pt x="3236836" y="1503349"/>
                  </a:lnTo>
                  <a:lnTo>
                    <a:pt x="3272019" y="1504965"/>
                  </a:lnTo>
                  <a:lnTo>
                    <a:pt x="3307202" y="1506580"/>
                  </a:lnTo>
                  <a:lnTo>
                    <a:pt x="3342385" y="1508195"/>
                  </a:lnTo>
                  <a:lnTo>
                    <a:pt x="3377568" y="1509809"/>
                  </a:lnTo>
                  <a:lnTo>
                    <a:pt x="3412751" y="1511422"/>
                  </a:lnTo>
                  <a:lnTo>
                    <a:pt x="3447934" y="1513035"/>
                  </a:lnTo>
                  <a:lnTo>
                    <a:pt x="3483117" y="1514647"/>
                  </a:lnTo>
                  <a:lnTo>
                    <a:pt x="3518300" y="1516259"/>
                  </a:lnTo>
                  <a:lnTo>
                    <a:pt x="3553483" y="1517870"/>
                  </a:lnTo>
                  <a:lnTo>
                    <a:pt x="3588666" y="1519481"/>
                  </a:lnTo>
                  <a:lnTo>
                    <a:pt x="3623849" y="152109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389401" y="3360572"/>
              <a:ext cx="3623849" cy="1317568"/>
            </a:xfrm>
            <a:custGeom>
              <a:avLst/>
              <a:pathLst>
                <a:path w="3623849" h="1317568">
                  <a:moveTo>
                    <a:pt x="3623849" y="1317568"/>
                  </a:moveTo>
                  <a:lnTo>
                    <a:pt x="3588666" y="1298226"/>
                  </a:lnTo>
                  <a:lnTo>
                    <a:pt x="3553483" y="1278778"/>
                  </a:lnTo>
                  <a:lnTo>
                    <a:pt x="3518300" y="1259223"/>
                  </a:lnTo>
                  <a:lnTo>
                    <a:pt x="3483117" y="1239560"/>
                  </a:lnTo>
                  <a:lnTo>
                    <a:pt x="3447934" y="1219789"/>
                  </a:lnTo>
                  <a:lnTo>
                    <a:pt x="3412751" y="1199910"/>
                  </a:lnTo>
                  <a:lnTo>
                    <a:pt x="3377568" y="1179921"/>
                  </a:lnTo>
                  <a:lnTo>
                    <a:pt x="3342385" y="1159823"/>
                  </a:lnTo>
                  <a:lnTo>
                    <a:pt x="3307202" y="1139614"/>
                  </a:lnTo>
                  <a:lnTo>
                    <a:pt x="3272019" y="1119294"/>
                  </a:lnTo>
                  <a:lnTo>
                    <a:pt x="3236836" y="1098862"/>
                  </a:lnTo>
                  <a:lnTo>
                    <a:pt x="3201653" y="1078318"/>
                  </a:lnTo>
                  <a:lnTo>
                    <a:pt x="3166470" y="1057661"/>
                  </a:lnTo>
                  <a:lnTo>
                    <a:pt x="3131287" y="1036890"/>
                  </a:lnTo>
                  <a:lnTo>
                    <a:pt x="3096104" y="1016006"/>
                  </a:lnTo>
                  <a:lnTo>
                    <a:pt x="3060921" y="995006"/>
                  </a:lnTo>
                  <a:lnTo>
                    <a:pt x="3025738" y="973891"/>
                  </a:lnTo>
                  <a:lnTo>
                    <a:pt x="2990555" y="952661"/>
                  </a:lnTo>
                  <a:lnTo>
                    <a:pt x="2955372" y="931313"/>
                  </a:lnTo>
                  <a:lnTo>
                    <a:pt x="2920189" y="909848"/>
                  </a:lnTo>
                  <a:lnTo>
                    <a:pt x="2885006" y="888265"/>
                  </a:lnTo>
                  <a:lnTo>
                    <a:pt x="2849823" y="866564"/>
                  </a:lnTo>
                  <a:lnTo>
                    <a:pt x="2814640" y="844743"/>
                  </a:lnTo>
                  <a:lnTo>
                    <a:pt x="2779457" y="822802"/>
                  </a:lnTo>
                  <a:lnTo>
                    <a:pt x="2744274" y="800741"/>
                  </a:lnTo>
                  <a:lnTo>
                    <a:pt x="2709091" y="778558"/>
                  </a:lnTo>
                  <a:lnTo>
                    <a:pt x="2673908" y="756254"/>
                  </a:lnTo>
                  <a:lnTo>
                    <a:pt x="2638725" y="733827"/>
                  </a:lnTo>
                  <a:lnTo>
                    <a:pt x="2603542" y="711277"/>
                  </a:lnTo>
                  <a:lnTo>
                    <a:pt x="2568359" y="688602"/>
                  </a:lnTo>
                  <a:lnTo>
                    <a:pt x="2533176" y="665803"/>
                  </a:lnTo>
                  <a:lnTo>
                    <a:pt x="2497993" y="642879"/>
                  </a:lnTo>
                  <a:lnTo>
                    <a:pt x="2462810" y="619829"/>
                  </a:lnTo>
                  <a:lnTo>
                    <a:pt x="2427627" y="596652"/>
                  </a:lnTo>
                  <a:lnTo>
                    <a:pt x="2392444" y="573348"/>
                  </a:lnTo>
                  <a:lnTo>
                    <a:pt x="2357261" y="549916"/>
                  </a:lnTo>
                  <a:lnTo>
                    <a:pt x="2322078" y="526355"/>
                  </a:lnTo>
                  <a:lnTo>
                    <a:pt x="2286895" y="502664"/>
                  </a:lnTo>
                  <a:lnTo>
                    <a:pt x="2251712" y="478843"/>
                  </a:lnTo>
                  <a:lnTo>
                    <a:pt x="2216529" y="454892"/>
                  </a:lnTo>
                  <a:lnTo>
                    <a:pt x="2181346" y="430808"/>
                  </a:lnTo>
                  <a:lnTo>
                    <a:pt x="2146163" y="406593"/>
                  </a:lnTo>
                  <a:lnTo>
                    <a:pt x="2110980" y="382244"/>
                  </a:lnTo>
                  <a:lnTo>
                    <a:pt x="2075797" y="357761"/>
                  </a:lnTo>
                  <a:lnTo>
                    <a:pt x="2040614" y="333144"/>
                  </a:lnTo>
                  <a:lnTo>
                    <a:pt x="2005431" y="308391"/>
                  </a:lnTo>
                  <a:lnTo>
                    <a:pt x="1970248" y="283503"/>
                  </a:lnTo>
                  <a:lnTo>
                    <a:pt x="1935065" y="258478"/>
                  </a:lnTo>
                  <a:lnTo>
                    <a:pt x="1899882" y="233315"/>
                  </a:lnTo>
                  <a:lnTo>
                    <a:pt x="1864699" y="208014"/>
                  </a:lnTo>
                  <a:lnTo>
                    <a:pt x="1829516" y="182573"/>
                  </a:lnTo>
                  <a:lnTo>
                    <a:pt x="1794333" y="156993"/>
                  </a:lnTo>
                  <a:lnTo>
                    <a:pt x="1759150" y="131273"/>
                  </a:lnTo>
                  <a:lnTo>
                    <a:pt x="1723967" y="105411"/>
                  </a:lnTo>
                  <a:lnTo>
                    <a:pt x="1688784" y="79407"/>
                  </a:lnTo>
                  <a:lnTo>
                    <a:pt x="1653601" y="77766"/>
                  </a:lnTo>
                  <a:lnTo>
                    <a:pt x="1618418" y="76124"/>
                  </a:lnTo>
                  <a:lnTo>
                    <a:pt x="1583235" y="74482"/>
                  </a:lnTo>
                  <a:lnTo>
                    <a:pt x="1548052" y="72840"/>
                  </a:lnTo>
                  <a:lnTo>
                    <a:pt x="1512869" y="71196"/>
                  </a:lnTo>
                  <a:lnTo>
                    <a:pt x="1477686" y="69553"/>
                  </a:lnTo>
                  <a:lnTo>
                    <a:pt x="1442503" y="67908"/>
                  </a:lnTo>
                  <a:lnTo>
                    <a:pt x="1407320" y="66263"/>
                  </a:lnTo>
                  <a:lnTo>
                    <a:pt x="1372137" y="64618"/>
                  </a:lnTo>
                  <a:lnTo>
                    <a:pt x="1336954" y="62972"/>
                  </a:lnTo>
                  <a:lnTo>
                    <a:pt x="1301771" y="61325"/>
                  </a:lnTo>
                  <a:lnTo>
                    <a:pt x="1266588" y="59678"/>
                  </a:lnTo>
                  <a:lnTo>
                    <a:pt x="1231405" y="58030"/>
                  </a:lnTo>
                  <a:lnTo>
                    <a:pt x="1196222" y="56382"/>
                  </a:lnTo>
                  <a:lnTo>
                    <a:pt x="1161039" y="54733"/>
                  </a:lnTo>
                  <a:lnTo>
                    <a:pt x="1125856" y="53084"/>
                  </a:lnTo>
                  <a:lnTo>
                    <a:pt x="1090673" y="51434"/>
                  </a:lnTo>
                  <a:lnTo>
                    <a:pt x="1055490" y="49783"/>
                  </a:lnTo>
                  <a:lnTo>
                    <a:pt x="1020307" y="48132"/>
                  </a:lnTo>
                  <a:lnTo>
                    <a:pt x="985124" y="46480"/>
                  </a:lnTo>
                  <a:lnTo>
                    <a:pt x="949941" y="44828"/>
                  </a:lnTo>
                  <a:lnTo>
                    <a:pt x="914758" y="43175"/>
                  </a:lnTo>
                  <a:lnTo>
                    <a:pt x="879575" y="41521"/>
                  </a:lnTo>
                  <a:lnTo>
                    <a:pt x="844392" y="39867"/>
                  </a:lnTo>
                  <a:lnTo>
                    <a:pt x="809209" y="38213"/>
                  </a:lnTo>
                  <a:lnTo>
                    <a:pt x="774026" y="36558"/>
                  </a:lnTo>
                  <a:lnTo>
                    <a:pt x="738843" y="34902"/>
                  </a:lnTo>
                  <a:lnTo>
                    <a:pt x="703660" y="33246"/>
                  </a:lnTo>
                  <a:lnTo>
                    <a:pt x="668477" y="31589"/>
                  </a:lnTo>
                  <a:lnTo>
                    <a:pt x="633294" y="29931"/>
                  </a:lnTo>
                  <a:lnTo>
                    <a:pt x="598111" y="28273"/>
                  </a:lnTo>
                  <a:lnTo>
                    <a:pt x="562928" y="26615"/>
                  </a:lnTo>
                  <a:lnTo>
                    <a:pt x="527745" y="24956"/>
                  </a:lnTo>
                  <a:lnTo>
                    <a:pt x="492562" y="23296"/>
                  </a:lnTo>
                  <a:lnTo>
                    <a:pt x="457379" y="21636"/>
                  </a:lnTo>
                  <a:lnTo>
                    <a:pt x="422196" y="19975"/>
                  </a:lnTo>
                  <a:lnTo>
                    <a:pt x="387013" y="18313"/>
                  </a:lnTo>
                  <a:lnTo>
                    <a:pt x="351830" y="16651"/>
                  </a:lnTo>
                  <a:lnTo>
                    <a:pt x="316647" y="14989"/>
                  </a:lnTo>
                  <a:lnTo>
                    <a:pt x="281464" y="13325"/>
                  </a:lnTo>
                  <a:lnTo>
                    <a:pt x="246281" y="11662"/>
                  </a:lnTo>
                  <a:lnTo>
                    <a:pt x="211098" y="9997"/>
                  </a:lnTo>
                  <a:lnTo>
                    <a:pt x="175915" y="8333"/>
                  </a:lnTo>
                  <a:lnTo>
                    <a:pt x="140732" y="6667"/>
                  </a:lnTo>
                  <a:lnTo>
                    <a:pt x="105549" y="5001"/>
                  </a:lnTo>
                  <a:lnTo>
                    <a:pt x="70366" y="3334"/>
                  </a:lnTo>
                  <a:lnTo>
                    <a:pt x="35183" y="166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" name="pg19"/>
            <p:cNvSpPr/>
            <p:nvPr/>
          </p:nvSpPr>
          <p:spPr>
            <a:xfrm>
              <a:off x="3409708" y="2831649"/>
              <a:ext cx="2533176" cy="1376764"/>
            </a:xfrm>
            <a:custGeom>
              <a:avLst/>
              <a:pathLst>
                <a:path w="2533176" h="1376764">
                  <a:moveTo>
                    <a:pt x="0" y="99720"/>
                  </a:moveTo>
                  <a:lnTo>
                    <a:pt x="35183" y="117572"/>
                  </a:lnTo>
                  <a:lnTo>
                    <a:pt x="70366" y="131976"/>
                  </a:lnTo>
                  <a:lnTo>
                    <a:pt x="105549" y="144977"/>
                  </a:lnTo>
                  <a:lnTo>
                    <a:pt x="140732" y="157990"/>
                  </a:lnTo>
                  <a:lnTo>
                    <a:pt x="175915" y="172238"/>
                  </a:lnTo>
                  <a:lnTo>
                    <a:pt x="211098" y="185038"/>
                  </a:lnTo>
                  <a:lnTo>
                    <a:pt x="246281" y="201259"/>
                  </a:lnTo>
                  <a:lnTo>
                    <a:pt x="281464" y="209726"/>
                  </a:lnTo>
                  <a:lnTo>
                    <a:pt x="316647" y="219212"/>
                  </a:lnTo>
                  <a:lnTo>
                    <a:pt x="351830" y="231104"/>
                  </a:lnTo>
                  <a:lnTo>
                    <a:pt x="387013" y="248156"/>
                  </a:lnTo>
                  <a:lnTo>
                    <a:pt x="422196" y="259678"/>
                  </a:lnTo>
                  <a:lnTo>
                    <a:pt x="457379" y="271903"/>
                  </a:lnTo>
                  <a:lnTo>
                    <a:pt x="492562" y="280451"/>
                  </a:lnTo>
                  <a:lnTo>
                    <a:pt x="527745" y="290108"/>
                  </a:lnTo>
                  <a:lnTo>
                    <a:pt x="562928" y="299159"/>
                  </a:lnTo>
                  <a:lnTo>
                    <a:pt x="598111" y="307096"/>
                  </a:lnTo>
                  <a:lnTo>
                    <a:pt x="633294" y="315216"/>
                  </a:lnTo>
                  <a:lnTo>
                    <a:pt x="668477" y="319701"/>
                  </a:lnTo>
                  <a:lnTo>
                    <a:pt x="703660" y="321963"/>
                  </a:lnTo>
                  <a:lnTo>
                    <a:pt x="738843" y="321097"/>
                  </a:lnTo>
                  <a:lnTo>
                    <a:pt x="774026" y="323530"/>
                  </a:lnTo>
                  <a:lnTo>
                    <a:pt x="809209" y="322368"/>
                  </a:lnTo>
                  <a:lnTo>
                    <a:pt x="844392" y="321193"/>
                  </a:lnTo>
                  <a:lnTo>
                    <a:pt x="879575" y="320180"/>
                  </a:lnTo>
                  <a:lnTo>
                    <a:pt x="914758" y="318143"/>
                  </a:lnTo>
                  <a:lnTo>
                    <a:pt x="949941" y="313141"/>
                  </a:lnTo>
                  <a:lnTo>
                    <a:pt x="985124" y="308510"/>
                  </a:lnTo>
                  <a:lnTo>
                    <a:pt x="1020307" y="307355"/>
                  </a:lnTo>
                  <a:lnTo>
                    <a:pt x="1055490" y="312812"/>
                  </a:lnTo>
                  <a:lnTo>
                    <a:pt x="1090673" y="313615"/>
                  </a:lnTo>
                  <a:lnTo>
                    <a:pt x="1125856" y="313864"/>
                  </a:lnTo>
                  <a:lnTo>
                    <a:pt x="1161039" y="311064"/>
                  </a:lnTo>
                  <a:lnTo>
                    <a:pt x="1196222" y="309404"/>
                  </a:lnTo>
                  <a:lnTo>
                    <a:pt x="1231405" y="308199"/>
                  </a:lnTo>
                  <a:lnTo>
                    <a:pt x="1266588" y="307749"/>
                  </a:lnTo>
                  <a:lnTo>
                    <a:pt x="1301771" y="305827"/>
                  </a:lnTo>
                  <a:lnTo>
                    <a:pt x="1336954" y="309843"/>
                  </a:lnTo>
                  <a:lnTo>
                    <a:pt x="1372137" y="303086"/>
                  </a:lnTo>
                  <a:lnTo>
                    <a:pt x="1407320" y="298180"/>
                  </a:lnTo>
                  <a:lnTo>
                    <a:pt x="1442503" y="292723"/>
                  </a:lnTo>
                  <a:lnTo>
                    <a:pt x="1477686" y="291493"/>
                  </a:lnTo>
                  <a:lnTo>
                    <a:pt x="1512869" y="281109"/>
                  </a:lnTo>
                  <a:lnTo>
                    <a:pt x="1548052" y="277610"/>
                  </a:lnTo>
                  <a:lnTo>
                    <a:pt x="1583235" y="270834"/>
                  </a:lnTo>
                  <a:lnTo>
                    <a:pt x="1618418" y="256767"/>
                  </a:lnTo>
                  <a:lnTo>
                    <a:pt x="1653601" y="245556"/>
                  </a:lnTo>
                  <a:lnTo>
                    <a:pt x="1688784" y="229541"/>
                  </a:lnTo>
                  <a:lnTo>
                    <a:pt x="1723967" y="225049"/>
                  </a:lnTo>
                  <a:lnTo>
                    <a:pt x="1759150" y="220367"/>
                  </a:lnTo>
                  <a:lnTo>
                    <a:pt x="1794333" y="211236"/>
                  </a:lnTo>
                  <a:lnTo>
                    <a:pt x="1829516" y="208874"/>
                  </a:lnTo>
                  <a:lnTo>
                    <a:pt x="1864699" y="200230"/>
                  </a:lnTo>
                  <a:lnTo>
                    <a:pt x="1899882" y="188547"/>
                  </a:lnTo>
                  <a:lnTo>
                    <a:pt x="1935065" y="176748"/>
                  </a:lnTo>
                  <a:lnTo>
                    <a:pt x="1970248" y="168309"/>
                  </a:lnTo>
                  <a:lnTo>
                    <a:pt x="2005431" y="164282"/>
                  </a:lnTo>
                  <a:lnTo>
                    <a:pt x="2040614" y="153979"/>
                  </a:lnTo>
                  <a:lnTo>
                    <a:pt x="2075797" y="143261"/>
                  </a:lnTo>
                  <a:lnTo>
                    <a:pt x="2110980" y="129976"/>
                  </a:lnTo>
                  <a:lnTo>
                    <a:pt x="2146163" y="117515"/>
                  </a:lnTo>
                  <a:lnTo>
                    <a:pt x="2181346" y="102097"/>
                  </a:lnTo>
                  <a:lnTo>
                    <a:pt x="2216529" y="95290"/>
                  </a:lnTo>
                  <a:lnTo>
                    <a:pt x="2251712" y="83535"/>
                  </a:lnTo>
                  <a:lnTo>
                    <a:pt x="2286895" y="71624"/>
                  </a:lnTo>
                  <a:lnTo>
                    <a:pt x="2322078" y="60576"/>
                  </a:lnTo>
                  <a:lnTo>
                    <a:pt x="2357261" y="53997"/>
                  </a:lnTo>
                  <a:lnTo>
                    <a:pt x="2392444" y="47944"/>
                  </a:lnTo>
                  <a:lnTo>
                    <a:pt x="2427627" y="37183"/>
                  </a:lnTo>
                  <a:lnTo>
                    <a:pt x="2462810" y="24864"/>
                  </a:lnTo>
                  <a:lnTo>
                    <a:pt x="2497993" y="12432"/>
                  </a:lnTo>
                  <a:lnTo>
                    <a:pt x="2533176" y="0"/>
                  </a:lnTo>
                  <a:lnTo>
                    <a:pt x="2533176" y="1376764"/>
                  </a:lnTo>
                  <a:lnTo>
                    <a:pt x="2497993" y="1363031"/>
                  </a:lnTo>
                  <a:lnTo>
                    <a:pt x="2462810" y="1353297"/>
                  </a:lnTo>
                  <a:lnTo>
                    <a:pt x="2427627" y="1342606"/>
                  </a:lnTo>
                  <a:lnTo>
                    <a:pt x="2392444" y="1325452"/>
                  </a:lnTo>
                  <a:lnTo>
                    <a:pt x="2357261" y="1314161"/>
                  </a:lnTo>
                  <a:lnTo>
                    <a:pt x="2322078" y="1304283"/>
                  </a:lnTo>
                  <a:lnTo>
                    <a:pt x="2286895" y="1292112"/>
                  </a:lnTo>
                  <a:lnTo>
                    <a:pt x="2251712" y="1282285"/>
                  </a:lnTo>
                  <a:lnTo>
                    <a:pt x="2216529" y="1273405"/>
                  </a:lnTo>
                  <a:lnTo>
                    <a:pt x="2181346" y="1260275"/>
                  </a:lnTo>
                  <a:lnTo>
                    <a:pt x="2146163" y="1251611"/>
                  </a:lnTo>
                  <a:lnTo>
                    <a:pt x="2110980" y="1242141"/>
                  </a:lnTo>
                  <a:lnTo>
                    <a:pt x="2075797" y="1233516"/>
                  </a:lnTo>
                  <a:lnTo>
                    <a:pt x="2040614" y="1222505"/>
                  </a:lnTo>
                  <a:lnTo>
                    <a:pt x="2005431" y="1209515"/>
                  </a:lnTo>
                  <a:lnTo>
                    <a:pt x="1970248" y="1196409"/>
                  </a:lnTo>
                  <a:lnTo>
                    <a:pt x="1935065" y="1181151"/>
                  </a:lnTo>
                  <a:lnTo>
                    <a:pt x="1899882" y="1168991"/>
                  </a:lnTo>
                  <a:lnTo>
                    <a:pt x="1864699" y="1157171"/>
                  </a:lnTo>
                  <a:lnTo>
                    <a:pt x="1829516" y="1143886"/>
                  </a:lnTo>
                  <a:lnTo>
                    <a:pt x="1794333" y="1129601"/>
                  </a:lnTo>
                  <a:lnTo>
                    <a:pt x="1759150" y="1117646"/>
                  </a:lnTo>
                  <a:lnTo>
                    <a:pt x="1723967" y="1104050"/>
                  </a:lnTo>
                  <a:lnTo>
                    <a:pt x="1688784" y="1091928"/>
                  </a:lnTo>
                  <a:lnTo>
                    <a:pt x="1653601" y="1079642"/>
                  </a:lnTo>
                  <a:lnTo>
                    <a:pt x="1618418" y="1070230"/>
                  </a:lnTo>
                  <a:lnTo>
                    <a:pt x="1583235" y="1056801"/>
                  </a:lnTo>
                  <a:lnTo>
                    <a:pt x="1548052" y="1045398"/>
                  </a:lnTo>
                  <a:lnTo>
                    <a:pt x="1512869" y="1033931"/>
                  </a:lnTo>
                  <a:lnTo>
                    <a:pt x="1477686" y="1023819"/>
                  </a:lnTo>
                  <a:lnTo>
                    <a:pt x="1442503" y="1011869"/>
                  </a:lnTo>
                  <a:lnTo>
                    <a:pt x="1407320" y="999305"/>
                  </a:lnTo>
                  <a:lnTo>
                    <a:pt x="1372137" y="989750"/>
                  </a:lnTo>
                  <a:lnTo>
                    <a:pt x="1336954" y="982974"/>
                  </a:lnTo>
                  <a:lnTo>
                    <a:pt x="1301771" y="970790"/>
                  </a:lnTo>
                  <a:lnTo>
                    <a:pt x="1266588" y="964536"/>
                  </a:lnTo>
                  <a:lnTo>
                    <a:pt x="1231405" y="958590"/>
                  </a:lnTo>
                  <a:lnTo>
                    <a:pt x="1196222" y="949951"/>
                  </a:lnTo>
                  <a:lnTo>
                    <a:pt x="1161039" y="942375"/>
                  </a:lnTo>
                  <a:lnTo>
                    <a:pt x="1125856" y="938169"/>
                  </a:lnTo>
                  <a:lnTo>
                    <a:pt x="1090673" y="927417"/>
                  </a:lnTo>
                  <a:lnTo>
                    <a:pt x="1055490" y="922518"/>
                  </a:lnTo>
                  <a:lnTo>
                    <a:pt x="1020307" y="917045"/>
                  </a:lnTo>
                  <a:lnTo>
                    <a:pt x="985124" y="910438"/>
                  </a:lnTo>
                  <a:lnTo>
                    <a:pt x="949941" y="908140"/>
                  </a:lnTo>
                  <a:lnTo>
                    <a:pt x="914758" y="902935"/>
                  </a:lnTo>
                  <a:lnTo>
                    <a:pt x="879575" y="898018"/>
                  </a:lnTo>
                  <a:lnTo>
                    <a:pt x="844392" y="892585"/>
                  </a:lnTo>
                  <a:lnTo>
                    <a:pt x="809209" y="890019"/>
                  </a:lnTo>
                  <a:lnTo>
                    <a:pt x="774026" y="889785"/>
                  </a:lnTo>
                  <a:lnTo>
                    <a:pt x="738843" y="888661"/>
                  </a:lnTo>
                  <a:lnTo>
                    <a:pt x="703660" y="884545"/>
                  </a:lnTo>
                  <a:lnTo>
                    <a:pt x="668477" y="883158"/>
                  </a:lnTo>
                  <a:lnTo>
                    <a:pt x="633294" y="879584"/>
                  </a:lnTo>
                  <a:lnTo>
                    <a:pt x="598111" y="884796"/>
                  </a:lnTo>
                  <a:lnTo>
                    <a:pt x="562928" y="886905"/>
                  </a:lnTo>
                  <a:lnTo>
                    <a:pt x="527745" y="883923"/>
                  </a:lnTo>
                  <a:lnTo>
                    <a:pt x="492562" y="885345"/>
                  </a:lnTo>
                  <a:lnTo>
                    <a:pt x="457379" y="892671"/>
                  </a:lnTo>
                  <a:lnTo>
                    <a:pt x="422196" y="893875"/>
                  </a:lnTo>
                  <a:lnTo>
                    <a:pt x="387013" y="895330"/>
                  </a:lnTo>
                  <a:lnTo>
                    <a:pt x="351830" y="899309"/>
                  </a:lnTo>
                  <a:lnTo>
                    <a:pt x="316647" y="905623"/>
                  </a:lnTo>
                  <a:lnTo>
                    <a:pt x="281464" y="911651"/>
                  </a:lnTo>
                  <a:lnTo>
                    <a:pt x="246281" y="916081"/>
                  </a:lnTo>
                  <a:lnTo>
                    <a:pt x="211098" y="913636"/>
                  </a:lnTo>
                  <a:lnTo>
                    <a:pt x="175915" y="923430"/>
                  </a:lnTo>
                  <a:lnTo>
                    <a:pt x="140732" y="928011"/>
                  </a:lnTo>
                  <a:lnTo>
                    <a:pt x="105549" y="933739"/>
                  </a:lnTo>
                  <a:lnTo>
                    <a:pt x="70366" y="940107"/>
                  </a:lnTo>
                  <a:lnTo>
                    <a:pt x="35183" y="949241"/>
                  </a:lnTo>
                  <a:lnTo>
                    <a:pt x="0" y="958809"/>
                  </a:lnTo>
                  <a:close/>
                </a:path>
              </a:pathLst>
            </a:cu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3409708" y="2831649"/>
              <a:ext cx="2533176" cy="323530"/>
            </a:xfrm>
            <a:custGeom>
              <a:avLst/>
              <a:pathLst>
                <a:path w="2533176" h="323530">
                  <a:moveTo>
                    <a:pt x="0" y="99720"/>
                  </a:moveTo>
                  <a:lnTo>
                    <a:pt x="35183" y="117572"/>
                  </a:lnTo>
                  <a:lnTo>
                    <a:pt x="70366" y="131976"/>
                  </a:lnTo>
                  <a:lnTo>
                    <a:pt x="105549" y="144977"/>
                  </a:lnTo>
                  <a:lnTo>
                    <a:pt x="140732" y="157990"/>
                  </a:lnTo>
                  <a:lnTo>
                    <a:pt x="175915" y="172238"/>
                  </a:lnTo>
                  <a:lnTo>
                    <a:pt x="211098" y="185038"/>
                  </a:lnTo>
                  <a:lnTo>
                    <a:pt x="246281" y="201259"/>
                  </a:lnTo>
                  <a:lnTo>
                    <a:pt x="281464" y="209726"/>
                  </a:lnTo>
                  <a:lnTo>
                    <a:pt x="316647" y="219212"/>
                  </a:lnTo>
                  <a:lnTo>
                    <a:pt x="351830" y="231104"/>
                  </a:lnTo>
                  <a:lnTo>
                    <a:pt x="387013" y="248156"/>
                  </a:lnTo>
                  <a:lnTo>
                    <a:pt x="422196" y="259678"/>
                  </a:lnTo>
                  <a:lnTo>
                    <a:pt x="457379" y="271903"/>
                  </a:lnTo>
                  <a:lnTo>
                    <a:pt x="492562" y="280451"/>
                  </a:lnTo>
                  <a:lnTo>
                    <a:pt x="527745" y="290108"/>
                  </a:lnTo>
                  <a:lnTo>
                    <a:pt x="562928" y="299159"/>
                  </a:lnTo>
                  <a:lnTo>
                    <a:pt x="598111" y="307096"/>
                  </a:lnTo>
                  <a:lnTo>
                    <a:pt x="633294" y="315216"/>
                  </a:lnTo>
                  <a:lnTo>
                    <a:pt x="668477" y="319701"/>
                  </a:lnTo>
                  <a:lnTo>
                    <a:pt x="703660" y="321963"/>
                  </a:lnTo>
                  <a:lnTo>
                    <a:pt x="738843" y="321097"/>
                  </a:lnTo>
                  <a:lnTo>
                    <a:pt x="774026" y="323530"/>
                  </a:lnTo>
                  <a:lnTo>
                    <a:pt x="809209" y="322368"/>
                  </a:lnTo>
                  <a:lnTo>
                    <a:pt x="844392" y="321193"/>
                  </a:lnTo>
                  <a:lnTo>
                    <a:pt x="879575" y="320180"/>
                  </a:lnTo>
                  <a:lnTo>
                    <a:pt x="914758" y="318143"/>
                  </a:lnTo>
                  <a:lnTo>
                    <a:pt x="949941" y="313141"/>
                  </a:lnTo>
                  <a:lnTo>
                    <a:pt x="985124" y="308510"/>
                  </a:lnTo>
                  <a:lnTo>
                    <a:pt x="1020307" y="307355"/>
                  </a:lnTo>
                  <a:lnTo>
                    <a:pt x="1055490" y="312812"/>
                  </a:lnTo>
                  <a:lnTo>
                    <a:pt x="1090673" y="313615"/>
                  </a:lnTo>
                  <a:lnTo>
                    <a:pt x="1125856" y="313864"/>
                  </a:lnTo>
                  <a:lnTo>
                    <a:pt x="1161039" y="311064"/>
                  </a:lnTo>
                  <a:lnTo>
                    <a:pt x="1196222" y="309404"/>
                  </a:lnTo>
                  <a:lnTo>
                    <a:pt x="1231405" y="308199"/>
                  </a:lnTo>
                  <a:lnTo>
                    <a:pt x="1266588" y="307749"/>
                  </a:lnTo>
                  <a:lnTo>
                    <a:pt x="1301771" y="305827"/>
                  </a:lnTo>
                  <a:lnTo>
                    <a:pt x="1336954" y="309843"/>
                  </a:lnTo>
                  <a:lnTo>
                    <a:pt x="1372137" y="303086"/>
                  </a:lnTo>
                  <a:lnTo>
                    <a:pt x="1407320" y="298180"/>
                  </a:lnTo>
                  <a:lnTo>
                    <a:pt x="1442503" y="292723"/>
                  </a:lnTo>
                  <a:lnTo>
                    <a:pt x="1477686" y="291493"/>
                  </a:lnTo>
                  <a:lnTo>
                    <a:pt x="1512869" y="281109"/>
                  </a:lnTo>
                  <a:lnTo>
                    <a:pt x="1548052" y="277610"/>
                  </a:lnTo>
                  <a:lnTo>
                    <a:pt x="1583235" y="270834"/>
                  </a:lnTo>
                  <a:lnTo>
                    <a:pt x="1618418" y="256767"/>
                  </a:lnTo>
                  <a:lnTo>
                    <a:pt x="1653601" y="245556"/>
                  </a:lnTo>
                  <a:lnTo>
                    <a:pt x="1688784" y="229541"/>
                  </a:lnTo>
                  <a:lnTo>
                    <a:pt x="1723967" y="225049"/>
                  </a:lnTo>
                  <a:lnTo>
                    <a:pt x="1759150" y="220367"/>
                  </a:lnTo>
                  <a:lnTo>
                    <a:pt x="1794333" y="211236"/>
                  </a:lnTo>
                  <a:lnTo>
                    <a:pt x="1829516" y="208874"/>
                  </a:lnTo>
                  <a:lnTo>
                    <a:pt x="1864699" y="200230"/>
                  </a:lnTo>
                  <a:lnTo>
                    <a:pt x="1899882" y="188547"/>
                  </a:lnTo>
                  <a:lnTo>
                    <a:pt x="1935065" y="176748"/>
                  </a:lnTo>
                  <a:lnTo>
                    <a:pt x="1970248" y="168309"/>
                  </a:lnTo>
                  <a:lnTo>
                    <a:pt x="2005431" y="164282"/>
                  </a:lnTo>
                  <a:lnTo>
                    <a:pt x="2040614" y="153979"/>
                  </a:lnTo>
                  <a:lnTo>
                    <a:pt x="2075797" y="143261"/>
                  </a:lnTo>
                  <a:lnTo>
                    <a:pt x="2110980" y="129976"/>
                  </a:lnTo>
                  <a:lnTo>
                    <a:pt x="2146163" y="117515"/>
                  </a:lnTo>
                  <a:lnTo>
                    <a:pt x="2181346" y="102097"/>
                  </a:lnTo>
                  <a:lnTo>
                    <a:pt x="2216529" y="95290"/>
                  </a:lnTo>
                  <a:lnTo>
                    <a:pt x="2251712" y="83535"/>
                  </a:lnTo>
                  <a:lnTo>
                    <a:pt x="2286895" y="71624"/>
                  </a:lnTo>
                  <a:lnTo>
                    <a:pt x="2322078" y="60576"/>
                  </a:lnTo>
                  <a:lnTo>
                    <a:pt x="2357261" y="53997"/>
                  </a:lnTo>
                  <a:lnTo>
                    <a:pt x="2392444" y="47944"/>
                  </a:lnTo>
                  <a:lnTo>
                    <a:pt x="2427627" y="37183"/>
                  </a:lnTo>
                  <a:lnTo>
                    <a:pt x="2462810" y="24864"/>
                  </a:lnTo>
                  <a:lnTo>
                    <a:pt x="2497993" y="12432"/>
                  </a:lnTo>
                  <a:lnTo>
                    <a:pt x="253317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3409708" y="3711234"/>
              <a:ext cx="2533176" cy="497180"/>
            </a:xfrm>
            <a:custGeom>
              <a:avLst/>
              <a:pathLst>
                <a:path w="2533176" h="497180">
                  <a:moveTo>
                    <a:pt x="2533176" y="497180"/>
                  </a:moveTo>
                  <a:lnTo>
                    <a:pt x="2497993" y="483447"/>
                  </a:lnTo>
                  <a:lnTo>
                    <a:pt x="2462810" y="473712"/>
                  </a:lnTo>
                  <a:lnTo>
                    <a:pt x="2427627" y="463021"/>
                  </a:lnTo>
                  <a:lnTo>
                    <a:pt x="2392444" y="445867"/>
                  </a:lnTo>
                  <a:lnTo>
                    <a:pt x="2357261" y="434576"/>
                  </a:lnTo>
                  <a:lnTo>
                    <a:pt x="2322078" y="424699"/>
                  </a:lnTo>
                  <a:lnTo>
                    <a:pt x="2286895" y="412527"/>
                  </a:lnTo>
                  <a:lnTo>
                    <a:pt x="2251712" y="402701"/>
                  </a:lnTo>
                  <a:lnTo>
                    <a:pt x="2216529" y="393820"/>
                  </a:lnTo>
                  <a:lnTo>
                    <a:pt x="2181346" y="380691"/>
                  </a:lnTo>
                  <a:lnTo>
                    <a:pt x="2146163" y="372026"/>
                  </a:lnTo>
                  <a:lnTo>
                    <a:pt x="2110980" y="362556"/>
                  </a:lnTo>
                  <a:lnTo>
                    <a:pt x="2075797" y="353932"/>
                  </a:lnTo>
                  <a:lnTo>
                    <a:pt x="2040614" y="342921"/>
                  </a:lnTo>
                  <a:lnTo>
                    <a:pt x="2005431" y="329930"/>
                  </a:lnTo>
                  <a:lnTo>
                    <a:pt x="1970248" y="316824"/>
                  </a:lnTo>
                  <a:lnTo>
                    <a:pt x="1935065" y="301566"/>
                  </a:lnTo>
                  <a:lnTo>
                    <a:pt x="1899882" y="289406"/>
                  </a:lnTo>
                  <a:lnTo>
                    <a:pt x="1864699" y="277586"/>
                  </a:lnTo>
                  <a:lnTo>
                    <a:pt x="1829516" y="264301"/>
                  </a:lnTo>
                  <a:lnTo>
                    <a:pt x="1794333" y="250016"/>
                  </a:lnTo>
                  <a:lnTo>
                    <a:pt x="1759150" y="238061"/>
                  </a:lnTo>
                  <a:lnTo>
                    <a:pt x="1723967" y="224466"/>
                  </a:lnTo>
                  <a:lnTo>
                    <a:pt x="1688784" y="212344"/>
                  </a:lnTo>
                  <a:lnTo>
                    <a:pt x="1653601" y="200058"/>
                  </a:lnTo>
                  <a:lnTo>
                    <a:pt x="1618418" y="190645"/>
                  </a:lnTo>
                  <a:lnTo>
                    <a:pt x="1583235" y="177216"/>
                  </a:lnTo>
                  <a:lnTo>
                    <a:pt x="1548052" y="165814"/>
                  </a:lnTo>
                  <a:lnTo>
                    <a:pt x="1512869" y="154346"/>
                  </a:lnTo>
                  <a:lnTo>
                    <a:pt x="1477686" y="144235"/>
                  </a:lnTo>
                  <a:lnTo>
                    <a:pt x="1442503" y="132284"/>
                  </a:lnTo>
                  <a:lnTo>
                    <a:pt x="1407320" y="119721"/>
                  </a:lnTo>
                  <a:lnTo>
                    <a:pt x="1372137" y="110166"/>
                  </a:lnTo>
                  <a:lnTo>
                    <a:pt x="1336954" y="103390"/>
                  </a:lnTo>
                  <a:lnTo>
                    <a:pt x="1301771" y="91205"/>
                  </a:lnTo>
                  <a:lnTo>
                    <a:pt x="1266588" y="84951"/>
                  </a:lnTo>
                  <a:lnTo>
                    <a:pt x="1231405" y="79005"/>
                  </a:lnTo>
                  <a:lnTo>
                    <a:pt x="1196222" y="70366"/>
                  </a:lnTo>
                  <a:lnTo>
                    <a:pt x="1161039" y="62790"/>
                  </a:lnTo>
                  <a:lnTo>
                    <a:pt x="1125856" y="58584"/>
                  </a:lnTo>
                  <a:lnTo>
                    <a:pt x="1090673" y="47833"/>
                  </a:lnTo>
                  <a:lnTo>
                    <a:pt x="1055490" y="42933"/>
                  </a:lnTo>
                  <a:lnTo>
                    <a:pt x="1020307" y="37460"/>
                  </a:lnTo>
                  <a:lnTo>
                    <a:pt x="985124" y="30853"/>
                  </a:lnTo>
                  <a:lnTo>
                    <a:pt x="949941" y="28556"/>
                  </a:lnTo>
                  <a:lnTo>
                    <a:pt x="914758" y="23350"/>
                  </a:lnTo>
                  <a:lnTo>
                    <a:pt x="879575" y="18434"/>
                  </a:lnTo>
                  <a:lnTo>
                    <a:pt x="844392" y="13000"/>
                  </a:lnTo>
                  <a:lnTo>
                    <a:pt x="809209" y="10434"/>
                  </a:lnTo>
                  <a:lnTo>
                    <a:pt x="774026" y="10200"/>
                  </a:lnTo>
                  <a:lnTo>
                    <a:pt x="738843" y="9077"/>
                  </a:lnTo>
                  <a:lnTo>
                    <a:pt x="703660" y="4961"/>
                  </a:lnTo>
                  <a:lnTo>
                    <a:pt x="668477" y="3574"/>
                  </a:lnTo>
                  <a:lnTo>
                    <a:pt x="633294" y="0"/>
                  </a:lnTo>
                  <a:lnTo>
                    <a:pt x="598111" y="5212"/>
                  </a:lnTo>
                  <a:lnTo>
                    <a:pt x="562928" y="7321"/>
                  </a:lnTo>
                  <a:lnTo>
                    <a:pt x="527745" y="4338"/>
                  </a:lnTo>
                  <a:lnTo>
                    <a:pt x="492562" y="5760"/>
                  </a:lnTo>
                  <a:lnTo>
                    <a:pt x="457379" y="13086"/>
                  </a:lnTo>
                  <a:lnTo>
                    <a:pt x="422196" y="14290"/>
                  </a:lnTo>
                  <a:lnTo>
                    <a:pt x="387013" y="15745"/>
                  </a:lnTo>
                  <a:lnTo>
                    <a:pt x="351830" y="19724"/>
                  </a:lnTo>
                  <a:lnTo>
                    <a:pt x="316647" y="26038"/>
                  </a:lnTo>
                  <a:lnTo>
                    <a:pt x="281464" y="32066"/>
                  </a:lnTo>
                  <a:lnTo>
                    <a:pt x="246281" y="36497"/>
                  </a:lnTo>
                  <a:lnTo>
                    <a:pt x="211098" y="34052"/>
                  </a:lnTo>
                  <a:lnTo>
                    <a:pt x="175915" y="43845"/>
                  </a:lnTo>
                  <a:lnTo>
                    <a:pt x="140732" y="48426"/>
                  </a:lnTo>
                  <a:lnTo>
                    <a:pt x="105549" y="54155"/>
                  </a:lnTo>
                  <a:lnTo>
                    <a:pt x="70366" y="60522"/>
                  </a:lnTo>
                  <a:lnTo>
                    <a:pt x="35183" y="69656"/>
                  </a:lnTo>
                  <a:lnTo>
                    <a:pt x="0" y="792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2389401" y="3768448"/>
              <a:ext cx="3377568" cy="1911817"/>
            </a:xfrm>
            <a:custGeom>
              <a:avLst/>
              <a:pathLst>
                <a:path w="3377568" h="1911817">
                  <a:moveTo>
                    <a:pt x="0" y="944841"/>
                  </a:moveTo>
                  <a:lnTo>
                    <a:pt x="35183" y="947171"/>
                  </a:lnTo>
                  <a:lnTo>
                    <a:pt x="70366" y="949500"/>
                  </a:lnTo>
                  <a:lnTo>
                    <a:pt x="105549" y="951826"/>
                  </a:lnTo>
                  <a:lnTo>
                    <a:pt x="140732" y="952696"/>
                  </a:lnTo>
                  <a:lnTo>
                    <a:pt x="175915" y="951710"/>
                  </a:lnTo>
                  <a:lnTo>
                    <a:pt x="211098" y="950762"/>
                  </a:lnTo>
                  <a:lnTo>
                    <a:pt x="246281" y="950181"/>
                  </a:lnTo>
                  <a:lnTo>
                    <a:pt x="281464" y="948721"/>
                  </a:lnTo>
                  <a:lnTo>
                    <a:pt x="316647" y="949388"/>
                  </a:lnTo>
                  <a:lnTo>
                    <a:pt x="351830" y="950546"/>
                  </a:lnTo>
                  <a:lnTo>
                    <a:pt x="387013" y="950188"/>
                  </a:lnTo>
                  <a:lnTo>
                    <a:pt x="422196" y="949806"/>
                  </a:lnTo>
                  <a:lnTo>
                    <a:pt x="457379" y="949439"/>
                  </a:lnTo>
                  <a:lnTo>
                    <a:pt x="492562" y="949119"/>
                  </a:lnTo>
                  <a:lnTo>
                    <a:pt x="527745" y="950659"/>
                  </a:lnTo>
                  <a:lnTo>
                    <a:pt x="562928" y="951163"/>
                  </a:lnTo>
                  <a:lnTo>
                    <a:pt x="598111" y="949349"/>
                  </a:lnTo>
                  <a:lnTo>
                    <a:pt x="633294" y="947634"/>
                  </a:lnTo>
                  <a:lnTo>
                    <a:pt x="668477" y="946422"/>
                  </a:lnTo>
                  <a:lnTo>
                    <a:pt x="703660" y="945998"/>
                  </a:lnTo>
                  <a:lnTo>
                    <a:pt x="738843" y="946780"/>
                  </a:lnTo>
                  <a:lnTo>
                    <a:pt x="774026" y="943792"/>
                  </a:lnTo>
                  <a:lnTo>
                    <a:pt x="809209" y="943210"/>
                  </a:lnTo>
                  <a:lnTo>
                    <a:pt x="844392" y="938967"/>
                  </a:lnTo>
                  <a:lnTo>
                    <a:pt x="879575" y="938690"/>
                  </a:lnTo>
                  <a:lnTo>
                    <a:pt x="914758" y="937079"/>
                  </a:lnTo>
                  <a:lnTo>
                    <a:pt x="949941" y="936650"/>
                  </a:lnTo>
                  <a:lnTo>
                    <a:pt x="985124" y="937790"/>
                  </a:lnTo>
                  <a:lnTo>
                    <a:pt x="1020307" y="935575"/>
                  </a:lnTo>
                  <a:lnTo>
                    <a:pt x="1055490" y="931891"/>
                  </a:lnTo>
                  <a:lnTo>
                    <a:pt x="1090673" y="927797"/>
                  </a:lnTo>
                  <a:lnTo>
                    <a:pt x="1125856" y="924317"/>
                  </a:lnTo>
                  <a:lnTo>
                    <a:pt x="1161039" y="925906"/>
                  </a:lnTo>
                  <a:lnTo>
                    <a:pt x="1196222" y="924553"/>
                  </a:lnTo>
                  <a:lnTo>
                    <a:pt x="1231405" y="919861"/>
                  </a:lnTo>
                  <a:lnTo>
                    <a:pt x="1266588" y="915915"/>
                  </a:lnTo>
                  <a:lnTo>
                    <a:pt x="1301771" y="915958"/>
                  </a:lnTo>
                  <a:lnTo>
                    <a:pt x="1336954" y="912495"/>
                  </a:lnTo>
                  <a:lnTo>
                    <a:pt x="1372137" y="909844"/>
                  </a:lnTo>
                  <a:lnTo>
                    <a:pt x="1407320" y="904671"/>
                  </a:lnTo>
                  <a:lnTo>
                    <a:pt x="1442503" y="899175"/>
                  </a:lnTo>
                  <a:lnTo>
                    <a:pt x="1477686" y="893538"/>
                  </a:lnTo>
                  <a:lnTo>
                    <a:pt x="1512869" y="887924"/>
                  </a:lnTo>
                  <a:lnTo>
                    <a:pt x="1548052" y="885532"/>
                  </a:lnTo>
                  <a:lnTo>
                    <a:pt x="1583235" y="881109"/>
                  </a:lnTo>
                  <a:lnTo>
                    <a:pt x="1618418" y="876652"/>
                  </a:lnTo>
                  <a:lnTo>
                    <a:pt x="1653601" y="869237"/>
                  </a:lnTo>
                  <a:lnTo>
                    <a:pt x="1688784" y="863188"/>
                  </a:lnTo>
                  <a:lnTo>
                    <a:pt x="1723967" y="856810"/>
                  </a:lnTo>
                  <a:lnTo>
                    <a:pt x="1759150" y="849282"/>
                  </a:lnTo>
                  <a:lnTo>
                    <a:pt x="1794333" y="837914"/>
                  </a:lnTo>
                  <a:lnTo>
                    <a:pt x="1829516" y="827827"/>
                  </a:lnTo>
                  <a:lnTo>
                    <a:pt x="1864699" y="817723"/>
                  </a:lnTo>
                  <a:lnTo>
                    <a:pt x="1899882" y="805193"/>
                  </a:lnTo>
                  <a:lnTo>
                    <a:pt x="1935065" y="789909"/>
                  </a:lnTo>
                  <a:lnTo>
                    <a:pt x="1970248" y="777562"/>
                  </a:lnTo>
                  <a:lnTo>
                    <a:pt x="2005431" y="762219"/>
                  </a:lnTo>
                  <a:lnTo>
                    <a:pt x="2040614" y="750792"/>
                  </a:lnTo>
                  <a:lnTo>
                    <a:pt x="2075797" y="737884"/>
                  </a:lnTo>
                  <a:lnTo>
                    <a:pt x="2110980" y="723346"/>
                  </a:lnTo>
                  <a:lnTo>
                    <a:pt x="2146163" y="708970"/>
                  </a:lnTo>
                  <a:lnTo>
                    <a:pt x="2181346" y="693845"/>
                  </a:lnTo>
                  <a:lnTo>
                    <a:pt x="2216529" y="678920"/>
                  </a:lnTo>
                  <a:lnTo>
                    <a:pt x="2251712" y="660465"/>
                  </a:lnTo>
                  <a:lnTo>
                    <a:pt x="2286895" y="644310"/>
                  </a:lnTo>
                  <a:lnTo>
                    <a:pt x="2322078" y="627867"/>
                  </a:lnTo>
                  <a:lnTo>
                    <a:pt x="2357261" y="609647"/>
                  </a:lnTo>
                  <a:lnTo>
                    <a:pt x="2392444" y="593300"/>
                  </a:lnTo>
                  <a:lnTo>
                    <a:pt x="2427627" y="574310"/>
                  </a:lnTo>
                  <a:lnTo>
                    <a:pt x="2462810" y="555842"/>
                  </a:lnTo>
                  <a:lnTo>
                    <a:pt x="2497993" y="538872"/>
                  </a:lnTo>
                  <a:lnTo>
                    <a:pt x="2533176" y="520559"/>
                  </a:lnTo>
                  <a:lnTo>
                    <a:pt x="2568359" y="504014"/>
                  </a:lnTo>
                  <a:lnTo>
                    <a:pt x="2603542" y="490172"/>
                  </a:lnTo>
                  <a:lnTo>
                    <a:pt x="2638725" y="470161"/>
                  </a:lnTo>
                  <a:lnTo>
                    <a:pt x="2673908" y="454654"/>
                  </a:lnTo>
                  <a:lnTo>
                    <a:pt x="2709091" y="431955"/>
                  </a:lnTo>
                  <a:lnTo>
                    <a:pt x="2744274" y="409378"/>
                  </a:lnTo>
                  <a:lnTo>
                    <a:pt x="2779457" y="390446"/>
                  </a:lnTo>
                  <a:lnTo>
                    <a:pt x="2814640" y="370987"/>
                  </a:lnTo>
                  <a:lnTo>
                    <a:pt x="2849823" y="351629"/>
                  </a:lnTo>
                  <a:lnTo>
                    <a:pt x="2885006" y="327543"/>
                  </a:lnTo>
                  <a:lnTo>
                    <a:pt x="2920189" y="308680"/>
                  </a:lnTo>
                  <a:lnTo>
                    <a:pt x="2955372" y="285800"/>
                  </a:lnTo>
                  <a:lnTo>
                    <a:pt x="2990555" y="265754"/>
                  </a:lnTo>
                  <a:lnTo>
                    <a:pt x="3025738" y="241305"/>
                  </a:lnTo>
                  <a:lnTo>
                    <a:pt x="3060921" y="216819"/>
                  </a:lnTo>
                  <a:lnTo>
                    <a:pt x="3096104" y="192022"/>
                  </a:lnTo>
                  <a:lnTo>
                    <a:pt x="3131287" y="167186"/>
                  </a:lnTo>
                  <a:lnTo>
                    <a:pt x="3166470" y="142204"/>
                  </a:lnTo>
                  <a:lnTo>
                    <a:pt x="3201653" y="117942"/>
                  </a:lnTo>
                  <a:lnTo>
                    <a:pt x="3236836" y="94309"/>
                  </a:lnTo>
                  <a:lnTo>
                    <a:pt x="3272019" y="70575"/>
                  </a:lnTo>
                  <a:lnTo>
                    <a:pt x="3307202" y="46661"/>
                  </a:lnTo>
                  <a:lnTo>
                    <a:pt x="3342385" y="22747"/>
                  </a:lnTo>
                  <a:lnTo>
                    <a:pt x="3377568" y="0"/>
                  </a:lnTo>
                  <a:lnTo>
                    <a:pt x="3377568" y="1130656"/>
                  </a:lnTo>
                  <a:lnTo>
                    <a:pt x="3342385" y="1130933"/>
                  </a:lnTo>
                  <a:lnTo>
                    <a:pt x="3307202" y="1132169"/>
                  </a:lnTo>
                  <a:lnTo>
                    <a:pt x="3272019" y="1132546"/>
                  </a:lnTo>
                  <a:lnTo>
                    <a:pt x="3236836" y="1130904"/>
                  </a:lnTo>
                  <a:lnTo>
                    <a:pt x="3201653" y="1129031"/>
                  </a:lnTo>
                  <a:lnTo>
                    <a:pt x="3166470" y="1128351"/>
                  </a:lnTo>
                  <a:lnTo>
                    <a:pt x="3131287" y="1129149"/>
                  </a:lnTo>
                  <a:lnTo>
                    <a:pt x="3096104" y="1129061"/>
                  </a:lnTo>
                  <a:lnTo>
                    <a:pt x="3060921" y="1131170"/>
                  </a:lnTo>
                  <a:lnTo>
                    <a:pt x="3025738" y="1130959"/>
                  </a:lnTo>
                  <a:lnTo>
                    <a:pt x="2990555" y="1132617"/>
                  </a:lnTo>
                  <a:lnTo>
                    <a:pt x="2955372" y="1133809"/>
                  </a:lnTo>
                  <a:lnTo>
                    <a:pt x="2920189" y="1134803"/>
                  </a:lnTo>
                  <a:lnTo>
                    <a:pt x="2885006" y="1130865"/>
                  </a:lnTo>
                  <a:lnTo>
                    <a:pt x="2849823" y="1130357"/>
                  </a:lnTo>
                  <a:lnTo>
                    <a:pt x="2814640" y="1131588"/>
                  </a:lnTo>
                  <a:lnTo>
                    <a:pt x="2779457" y="1132901"/>
                  </a:lnTo>
                  <a:lnTo>
                    <a:pt x="2744274" y="1134386"/>
                  </a:lnTo>
                  <a:lnTo>
                    <a:pt x="2709091" y="1135491"/>
                  </a:lnTo>
                  <a:lnTo>
                    <a:pt x="2673908" y="1136796"/>
                  </a:lnTo>
                  <a:lnTo>
                    <a:pt x="2638725" y="1138845"/>
                  </a:lnTo>
                  <a:lnTo>
                    <a:pt x="2603542" y="1140102"/>
                  </a:lnTo>
                  <a:lnTo>
                    <a:pt x="2568359" y="1141031"/>
                  </a:lnTo>
                  <a:lnTo>
                    <a:pt x="2533176" y="1144286"/>
                  </a:lnTo>
                  <a:lnTo>
                    <a:pt x="2497993" y="1146966"/>
                  </a:lnTo>
                  <a:lnTo>
                    <a:pt x="2462810" y="1148185"/>
                  </a:lnTo>
                  <a:lnTo>
                    <a:pt x="2427627" y="1151447"/>
                  </a:lnTo>
                  <a:lnTo>
                    <a:pt x="2392444" y="1153669"/>
                  </a:lnTo>
                  <a:lnTo>
                    <a:pt x="2357261" y="1160700"/>
                  </a:lnTo>
                  <a:lnTo>
                    <a:pt x="2322078" y="1165980"/>
                  </a:lnTo>
                  <a:lnTo>
                    <a:pt x="2286895" y="1169771"/>
                  </a:lnTo>
                  <a:lnTo>
                    <a:pt x="2251712" y="1171337"/>
                  </a:lnTo>
                  <a:lnTo>
                    <a:pt x="2216529" y="1173801"/>
                  </a:lnTo>
                  <a:lnTo>
                    <a:pt x="2181346" y="1175356"/>
                  </a:lnTo>
                  <a:lnTo>
                    <a:pt x="2146163" y="1179883"/>
                  </a:lnTo>
                  <a:lnTo>
                    <a:pt x="2110980" y="1185391"/>
                  </a:lnTo>
                  <a:lnTo>
                    <a:pt x="2075797" y="1190117"/>
                  </a:lnTo>
                  <a:lnTo>
                    <a:pt x="2040614" y="1192259"/>
                  </a:lnTo>
                  <a:lnTo>
                    <a:pt x="2005431" y="1200091"/>
                  </a:lnTo>
                  <a:lnTo>
                    <a:pt x="1970248" y="1204053"/>
                  </a:lnTo>
                  <a:lnTo>
                    <a:pt x="1935065" y="1211368"/>
                  </a:lnTo>
                  <a:lnTo>
                    <a:pt x="1899882" y="1218876"/>
                  </a:lnTo>
                  <a:lnTo>
                    <a:pt x="1864699" y="1226933"/>
                  </a:lnTo>
                  <a:lnTo>
                    <a:pt x="1829516" y="1232697"/>
                  </a:lnTo>
                  <a:lnTo>
                    <a:pt x="1794333" y="1240052"/>
                  </a:lnTo>
                  <a:lnTo>
                    <a:pt x="1759150" y="1247360"/>
                  </a:lnTo>
                  <a:lnTo>
                    <a:pt x="1723967" y="1256605"/>
                  </a:lnTo>
                  <a:lnTo>
                    <a:pt x="1688784" y="1266920"/>
                  </a:lnTo>
                  <a:lnTo>
                    <a:pt x="1653601" y="1274913"/>
                  </a:lnTo>
                  <a:lnTo>
                    <a:pt x="1618418" y="1283323"/>
                  </a:lnTo>
                  <a:lnTo>
                    <a:pt x="1583235" y="1296005"/>
                  </a:lnTo>
                  <a:lnTo>
                    <a:pt x="1548052" y="1305828"/>
                  </a:lnTo>
                  <a:lnTo>
                    <a:pt x="1512869" y="1316734"/>
                  </a:lnTo>
                  <a:lnTo>
                    <a:pt x="1477686" y="1331415"/>
                  </a:lnTo>
                  <a:lnTo>
                    <a:pt x="1442503" y="1340372"/>
                  </a:lnTo>
                  <a:lnTo>
                    <a:pt x="1407320" y="1352646"/>
                  </a:lnTo>
                  <a:lnTo>
                    <a:pt x="1372137" y="1365611"/>
                  </a:lnTo>
                  <a:lnTo>
                    <a:pt x="1336954" y="1379267"/>
                  </a:lnTo>
                  <a:lnTo>
                    <a:pt x="1301771" y="1395740"/>
                  </a:lnTo>
                  <a:lnTo>
                    <a:pt x="1266588" y="1409059"/>
                  </a:lnTo>
                  <a:lnTo>
                    <a:pt x="1231405" y="1421902"/>
                  </a:lnTo>
                  <a:lnTo>
                    <a:pt x="1196222" y="1436090"/>
                  </a:lnTo>
                  <a:lnTo>
                    <a:pt x="1161039" y="1448496"/>
                  </a:lnTo>
                  <a:lnTo>
                    <a:pt x="1125856" y="1463255"/>
                  </a:lnTo>
                  <a:lnTo>
                    <a:pt x="1090673" y="1475538"/>
                  </a:lnTo>
                  <a:lnTo>
                    <a:pt x="1055490" y="1490133"/>
                  </a:lnTo>
                  <a:lnTo>
                    <a:pt x="1020307" y="1504374"/>
                  </a:lnTo>
                  <a:lnTo>
                    <a:pt x="985124" y="1519213"/>
                  </a:lnTo>
                  <a:lnTo>
                    <a:pt x="949941" y="1532915"/>
                  </a:lnTo>
                  <a:lnTo>
                    <a:pt x="914758" y="1547052"/>
                  </a:lnTo>
                  <a:lnTo>
                    <a:pt x="879575" y="1561112"/>
                  </a:lnTo>
                  <a:lnTo>
                    <a:pt x="844392" y="1575044"/>
                  </a:lnTo>
                  <a:lnTo>
                    <a:pt x="809209" y="1588445"/>
                  </a:lnTo>
                  <a:lnTo>
                    <a:pt x="774026" y="1602781"/>
                  </a:lnTo>
                  <a:lnTo>
                    <a:pt x="738843" y="1616550"/>
                  </a:lnTo>
                  <a:lnTo>
                    <a:pt x="703660" y="1630297"/>
                  </a:lnTo>
                  <a:lnTo>
                    <a:pt x="668477" y="1643455"/>
                  </a:lnTo>
                  <a:lnTo>
                    <a:pt x="633294" y="1657470"/>
                  </a:lnTo>
                  <a:lnTo>
                    <a:pt x="598111" y="1671174"/>
                  </a:lnTo>
                  <a:lnTo>
                    <a:pt x="562928" y="1686290"/>
                  </a:lnTo>
                  <a:lnTo>
                    <a:pt x="527745" y="1701266"/>
                  </a:lnTo>
                  <a:lnTo>
                    <a:pt x="492562" y="1714384"/>
                  </a:lnTo>
                  <a:lnTo>
                    <a:pt x="457379" y="1727697"/>
                  </a:lnTo>
                  <a:lnTo>
                    <a:pt x="422196" y="1742332"/>
                  </a:lnTo>
                  <a:lnTo>
                    <a:pt x="387013" y="1756862"/>
                  </a:lnTo>
                  <a:lnTo>
                    <a:pt x="351830" y="1771290"/>
                  </a:lnTo>
                  <a:lnTo>
                    <a:pt x="316647" y="1784598"/>
                  </a:lnTo>
                  <a:lnTo>
                    <a:pt x="281464" y="1797655"/>
                  </a:lnTo>
                  <a:lnTo>
                    <a:pt x="246281" y="1812086"/>
                  </a:lnTo>
                  <a:lnTo>
                    <a:pt x="211098" y="1826439"/>
                  </a:lnTo>
                  <a:lnTo>
                    <a:pt x="175915" y="1840712"/>
                  </a:lnTo>
                  <a:lnTo>
                    <a:pt x="140732" y="1854907"/>
                  </a:lnTo>
                  <a:lnTo>
                    <a:pt x="105549" y="1869025"/>
                  </a:lnTo>
                  <a:lnTo>
                    <a:pt x="70366" y="1883065"/>
                  </a:lnTo>
                  <a:lnTo>
                    <a:pt x="35183" y="1897028"/>
                  </a:lnTo>
                  <a:lnTo>
                    <a:pt x="0" y="1911817"/>
                  </a:lnTo>
                  <a:close/>
                </a:path>
              </a:pathLst>
            </a:cu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389401" y="3768448"/>
              <a:ext cx="3377568" cy="952696"/>
            </a:xfrm>
            <a:custGeom>
              <a:avLst/>
              <a:pathLst>
                <a:path w="3377568" h="952696">
                  <a:moveTo>
                    <a:pt x="0" y="944841"/>
                  </a:moveTo>
                  <a:lnTo>
                    <a:pt x="35183" y="947171"/>
                  </a:lnTo>
                  <a:lnTo>
                    <a:pt x="70366" y="949500"/>
                  </a:lnTo>
                  <a:lnTo>
                    <a:pt x="105549" y="951826"/>
                  </a:lnTo>
                  <a:lnTo>
                    <a:pt x="140732" y="952696"/>
                  </a:lnTo>
                  <a:lnTo>
                    <a:pt x="175915" y="951710"/>
                  </a:lnTo>
                  <a:lnTo>
                    <a:pt x="211098" y="950762"/>
                  </a:lnTo>
                  <a:lnTo>
                    <a:pt x="246281" y="950181"/>
                  </a:lnTo>
                  <a:lnTo>
                    <a:pt x="281464" y="948721"/>
                  </a:lnTo>
                  <a:lnTo>
                    <a:pt x="316647" y="949388"/>
                  </a:lnTo>
                  <a:lnTo>
                    <a:pt x="351830" y="950546"/>
                  </a:lnTo>
                  <a:lnTo>
                    <a:pt x="387013" y="950188"/>
                  </a:lnTo>
                  <a:lnTo>
                    <a:pt x="422196" y="949806"/>
                  </a:lnTo>
                  <a:lnTo>
                    <a:pt x="457379" y="949439"/>
                  </a:lnTo>
                  <a:lnTo>
                    <a:pt x="492562" y="949119"/>
                  </a:lnTo>
                  <a:lnTo>
                    <a:pt x="527745" y="950659"/>
                  </a:lnTo>
                  <a:lnTo>
                    <a:pt x="562928" y="951163"/>
                  </a:lnTo>
                  <a:lnTo>
                    <a:pt x="598111" y="949349"/>
                  </a:lnTo>
                  <a:lnTo>
                    <a:pt x="633294" y="947634"/>
                  </a:lnTo>
                  <a:lnTo>
                    <a:pt x="668477" y="946422"/>
                  </a:lnTo>
                  <a:lnTo>
                    <a:pt x="703660" y="945998"/>
                  </a:lnTo>
                  <a:lnTo>
                    <a:pt x="738843" y="946780"/>
                  </a:lnTo>
                  <a:lnTo>
                    <a:pt x="774026" y="943792"/>
                  </a:lnTo>
                  <a:lnTo>
                    <a:pt x="809209" y="943210"/>
                  </a:lnTo>
                  <a:lnTo>
                    <a:pt x="844392" y="938967"/>
                  </a:lnTo>
                  <a:lnTo>
                    <a:pt x="879575" y="938690"/>
                  </a:lnTo>
                  <a:lnTo>
                    <a:pt x="914758" y="937079"/>
                  </a:lnTo>
                  <a:lnTo>
                    <a:pt x="949941" y="936650"/>
                  </a:lnTo>
                  <a:lnTo>
                    <a:pt x="985124" y="937790"/>
                  </a:lnTo>
                  <a:lnTo>
                    <a:pt x="1020307" y="935575"/>
                  </a:lnTo>
                  <a:lnTo>
                    <a:pt x="1055490" y="931891"/>
                  </a:lnTo>
                  <a:lnTo>
                    <a:pt x="1090673" y="927797"/>
                  </a:lnTo>
                  <a:lnTo>
                    <a:pt x="1125856" y="924317"/>
                  </a:lnTo>
                  <a:lnTo>
                    <a:pt x="1161039" y="925906"/>
                  </a:lnTo>
                  <a:lnTo>
                    <a:pt x="1196222" y="924553"/>
                  </a:lnTo>
                  <a:lnTo>
                    <a:pt x="1231405" y="919861"/>
                  </a:lnTo>
                  <a:lnTo>
                    <a:pt x="1266588" y="915915"/>
                  </a:lnTo>
                  <a:lnTo>
                    <a:pt x="1301771" y="915958"/>
                  </a:lnTo>
                  <a:lnTo>
                    <a:pt x="1336954" y="912495"/>
                  </a:lnTo>
                  <a:lnTo>
                    <a:pt x="1372137" y="909844"/>
                  </a:lnTo>
                  <a:lnTo>
                    <a:pt x="1407320" y="904671"/>
                  </a:lnTo>
                  <a:lnTo>
                    <a:pt x="1442503" y="899175"/>
                  </a:lnTo>
                  <a:lnTo>
                    <a:pt x="1477686" y="893538"/>
                  </a:lnTo>
                  <a:lnTo>
                    <a:pt x="1512869" y="887924"/>
                  </a:lnTo>
                  <a:lnTo>
                    <a:pt x="1548052" y="885532"/>
                  </a:lnTo>
                  <a:lnTo>
                    <a:pt x="1583235" y="881109"/>
                  </a:lnTo>
                  <a:lnTo>
                    <a:pt x="1618418" y="876652"/>
                  </a:lnTo>
                  <a:lnTo>
                    <a:pt x="1653601" y="869237"/>
                  </a:lnTo>
                  <a:lnTo>
                    <a:pt x="1688784" y="863188"/>
                  </a:lnTo>
                  <a:lnTo>
                    <a:pt x="1723967" y="856810"/>
                  </a:lnTo>
                  <a:lnTo>
                    <a:pt x="1759150" y="849282"/>
                  </a:lnTo>
                  <a:lnTo>
                    <a:pt x="1794333" y="837914"/>
                  </a:lnTo>
                  <a:lnTo>
                    <a:pt x="1829516" y="827827"/>
                  </a:lnTo>
                  <a:lnTo>
                    <a:pt x="1864699" y="817723"/>
                  </a:lnTo>
                  <a:lnTo>
                    <a:pt x="1899882" y="805193"/>
                  </a:lnTo>
                  <a:lnTo>
                    <a:pt x="1935065" y="789909"/>
                  </a:lnTo>
                  <a:lnTo>
                    <a:pt x="1970248" y="777562"/>
                  </a:lnTo>
                  <a:lnTo>
                    <a:pt x="2005431" y="762219"/>
                  </a:lnTo>
                  <a:lnTo>
                    <a:pt x="2040614" y="750792"/>
                  </a:lnTo>
                  <a:lnTo>
                    <a:pt x="2075797" y="737884"/>
                  </a:lnTo>
                  <a:lnTo>
                    <a:pt x="2110980" y="723346"/>
                  </a:lnTo>
                  <a:lnTo>
                    <a:pt x="2146163" y="708970"/>
                  </a:lnTo>
                  <a:lnTo>
                    <a:pt x="2181346" y="693845"/>
                  </a:lnTo>
                  <a:lnTo>
                    <a:pt x="2216529" y="678920"/>
                  </a:lnTo>
                  <a:lnTo>
                    <a:pt x="2251712" y="660465"/>
                  </a:lnTo>
                  <a:lnTo>
                    <a:pt x="2286895" y="644310"/>
                  </a:lnTo>
                  <a:lnTo>
                    <a:pt x="2322078" y="627867"/>
                  </a:lnTo>
                  <a:lnTo>
                    <a:pt x="2357261" y="609647"/>
                  </a:lnTo>
                  <a:lnTo>
                    <a:pt x="2392444" y="593300"/>
                  </a:lnTo>
                  <a:lnTo>
                    <a:pt x="2427627" y="574310"/>
                  </a:lnTo>
                  <a:lnTo>
                    <a:pt x="2462810" y="555842"/>
                  </a:lnTo>
                  <a:lnTo>
                    <a:pt x="2497993" y="538872"/>
                  </a:lnTo>
                  <a:lnTo>
                    <a:pt x="2533176" y="520559"/>
                  </a:lnTo>
                  <a:lnTo>
                    <a:pt x="2568359" y="504014"/>
                  </a:lnTo>
                  <a:lnTo>
                    <a:pt x="2603542" y="490172"/>
                  </a:lnTo>
                  <a:lnTo>
                    <a:pt x="2638725" y="470161"/>
                  </a:lnTo>
                  <a:lnTo>
                    <a:pt x="2673908" y="454654"/>
                  </a:lnTo>
                  <a:lnTo>
                    <a:pt x="2709091" y="431955"/>
                  </a:lnTo>
                  <a:lnTo>
                    <a:pt x="2744274" y="409378"/>
                  </a:lnTo>
                  <a:lnTo>
                    <a:pt x="2779457" y="390446"/>
                  </a:lnTo>
                  <a:lnTo>
                    <a:pt x="2814640" y="370987"/>
                  </a:lnTo>
                  <a:lnTo>
                    <a:pt x="2849823" y="351629"/>
                  </a:lnTo>
                  <a:lnTo>
                    <a:pt x="2885006" y="327543"/>
                  </a:lnTo>
                  <a:lnTo>
                    <a:pt x="2920189" y="308680"/>
                  </a:lnTo>
                  <a:lnTo>
                    <a:pt x="2955372" y="285800"/>
                  </a:lnTo>
                  <a:lnTo>
                    <a:pt x="2990555" y="265754"/>
                  </a:lnTo>
                  <a:lnTo>
                    <a:pt x="3025738" y="241305"/>
                  </a:lnTo>
                  <a:lnTo>
                    <a:pt x="3060921" y="216819"/>
                  </a:lnTo>
                  <a:lnTo>
                    <a:pt x="3096104" y="192022"/>
                  </a:lnTo>
                  <a:lnTo>
                    <a:pt x="3131287" y="167186"/>
                  </a:lnTo>
                  <a:lnTo>
                    <a:pt x="3166470" y="142204"/>
                  </a:lnTo>
                  <a:lnTo>
                    <a:pt x="3201653" y="117942"/>
                  </a:lnTo>
                  <a:lnTo>
                    <a:pt x="3236836" y="94309"/>
                  </a:lnTo>
                  <a:lnTo>
                    <a:pt x="3272019" y="70575"/>
                  </a:lnTo>
                  <a:lnTo>
                    <a:pt x="3307202" y="46661"/>
                  </a:lnTo>
                  <a:lnTo>
                    <a:pt x="3342385" y="22747"/>
                  </a:lnTo>
                  <a:lnTo>
                    <a:pt x="337756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2389401" y="4896800"/>
              <a:ext cx="3377568" cy="783466"/>
            </a:xfrm>
            <a:custGeom>
              <a:avLst/>
              <a:pathLst>
                <a:path w="3377568" h="783466">
                  <a:moveTo>
                    <a:pt x="3377568" y="2304"/>
                  </a:moveTo>
                  <a:lnTo>
                    <a:pt x="3342385" y="2582"/>
                  </a:lnTo>
                  <a:lnTo>
                    <a:pt x="3307202" y="3818"/>
                  </a:lnTo>
                  <a:lnTo>
                    <a:pt x="3272019" y="4195"/>
                  </a:lnTo>
                  <a:lnTo>
                    <a:pt x="3236836" y="2552"/>
                  </a:lnTo>
                  <a:lnTo>
                    <a:pt x="3201653" y="680"/>
                  </a:lnTo>
                  <a:lnTo>
                    <a:pt x="3166470" y="0"/>
                  </a:lnTo>
                  <a:lnTo>
                    <a:pt x="3131287" y="797"/>
                  </a:lnTo>
                  <a:lnTo>
                    <a:pt x="3096104" y="709"/>
                  </a:lnTo>
                  <a:lnTo>
                    <a:pt x="3060921" y="2818"/>
                  </a:lnTo>
                  <a:lnTo>
                    <a:pt x="3025738" y="2607"/>
                  </a:lnTo>
                  <a:lnTo>
                    <a:pt x="2990555" y="4266"/>
                  </a:lnTo>
                  <a:lnTo>
                    <a:pt x="2955372" y="5457"/>
                  </a:lnTo>
                  <a:lnTo>
                    <a:pt x="2920189" y="6451"/>
                  </a:lnTo>
                  <a:lnTo>
                    <a:pt x="2885006" y="2514"/>
                  </a:lnTo>
                  <a:lnTo>
                    <a:pt x="2849823" y="2005"/>
                  </a:lnTo>
                  <a:lnTo>
                    <a:pt x="2814640" y="3236"/>
                  </a:lnTo>
                  <a:lnTo>
                    <a:pt x="2779457" y="4549"/>
                  </a:lnTo>
                  <a:lnTo>
                    <a:pt x="2744274" y="6035"/>
                  </a:lnTo>
                  <a:lnTo>
                    <a:pt x="2709091" y="7140"/>
                  </a:lnTo>
                  <a:lnTo>
                    <a:pt x="2673908" y="8445"/>
                  </a:lnTo>
                  <a:lnTo>
                    <a:pt x="2638725" y="10493"/>
                  </a:lnTo>
                  <a:lnTo>
                    <a:pt x="2603542" y="11751"/>
                  </a:lnTo>
                  <a:lnTo>
                    <a:pt x="2568359" y="12679"/>
                  </a:lnTo>
                  <a:lnTo>
                    <a:pt x="2533176" y="15934"/>
                  </a:lnTo>
                  <a:lnTo>
                    <a:pt x="2497993" y="18615"/>
                  </a:lnTo>
                  <a:lnTo>
                    <a:pt x="2462810" y="19833"/>
                  </a:lnTo>
                  <a:lnTo>
                    <a:pt x="2427627" y="23095"/>
                  </a:lnTo>
                  <a:lnTo>
                    <a:pt x="2392444" y="25318"/>
                  </a:lnTo>
                  <a:lnTo>
                    <a:pt x="2357261" y="32348"/>
                  </a:lnTo>
                  <a:lnTo>
                    <a:pt x="2322078" y="37628"/>
                  </a:lnTo>
                  <a:lnTo>
                    <a:pt x="2286895" y="41419"/>
                  </a:lnTo>
                  <a:lnTo>
                    <a:pt x="2251712" y="42985"/>
                  </a:lnTo>
                  <a:lnTo>
                    <a:pt x="2216529" y="45449"/>
                  </a:lnTo>
                  <a:lnTo>
                    <a:pt x="2181346" y="47005"/>
                  </a:lnTo>
                  <a:lnTo>
                    <a:pt x="2146163" y="51532"/>
                  </a:lnTo>
                  <a:lnTo>
                    <a:pt x="2110980" y="57040"/>
                  </a:lnTo>
                  <a:lnTo>
                    <a:pt x="2075797" y="61765"/>
                  </a:lnTo>
                  <a:lnTo>
                    <a:pt x="2040614" y="63907"/>
                  </a:lnTo>
                  <a:lnTo>
                    <a:pt x="2005431" y="71739"/>
                  </a:lnTo>
                  <a:lnTo>
                    <a:pt x="1970248" y="75702"/>
                  </a:lnTo>
                  <a:lnTo>
                    <a:pt x="1935065" y="83017"/>
                  </a:lnTo>
                  <a:lnTo>
                    <a:pt x="1899882" y="90525"/>
                  </a:lnTo>
                  <a:lnTo>
                    <a:pt x="1864699" y="98582"/>
                  </a:lnTo>
                  <a:lnTo>
                    <a:pt x="1829516" y="104345"/>
                  </a:lnTo>
                  <a:lnTo>
                    <a:pt x="1794333" y="111700"/>
                  </a:lnTo>
                  <a:lnTo>
                    <a:pt x="1759150" y="119009"/>
                  </a:lnTo>
                  <a:lnTo>
                    <a:pt x="1723967" y="128253"/>
                  </a:lnTo>
                  <a:lnTo>
                    <a:pt x="1688784" y="138568"/>
                  </a:lnTo>
                  <a:lnTo>
                    <a:pt x="1653601" y="146562"/>
                  </a:lnTo>
                  <a:lnTo>
                    <a:pt x="1618418" y="154972"/>
                  </a:lnTo>
                  <a:lnTo>
                    <a:pt x="1583235" y="167654"/>
                  </a:lnTo>
                  <a:lnTo>
                    <a:pt x="1548052" y="177477"/>
                  </a:lnTo>
                  <a:lnTo>
                    <a:pt x="1512869" y="188382"/>
                  </a:lnTo>
                  <a:lnTo>
                    <a:pt x="1477686" y="203063"/>
                  </a:lnTo>
                  <a:lnTo>
                    <a:pt x="1442503" y="212020"/>
                  </a:lnTo>
                  <a:lnTo>
                    <a:pt x="1407320" y="224295"/>
                  </a:lnTo>
                  <a:lnTo>
                    <a:pt x="1372137" y="237260"/>
                  </a:lnTo>
                  <a:lnTo>
                    <a:pt x="1336954" y="250915"/>
                  </a:lnTo>
                  <a:lnTo>
                    <a:pt x="1301771" y="267389"/>
                  </a:lnTo>
                  <a:lnTo>
                    <a:pt x="1266588" y="280708"/>
                  </a:lnTo>
                  <a:lnTo>
                    <a:pt x="1231405" y="293550"/>
                  </a:lnTo>
                  <a:lnTo>
                    <a:pt x="1196222" y="307739"/>
                  </a:lnTo>
                  <a:lnTo>
                    <a:pt x="1161039" y="320145"/>
                  </a:lnTo>
                  <a:lnTo>
                    <a:pt x="1125856" y="334904"/>
                  </a:lnTo>
                  <a:lnTo>
                    <a:pt x="1090673" y="347186"/>
                  </a:lnTo>
                  <a:lnTo>
                    <a:pt x="1055490" y="361782"/>
                  </a:lnTo>
                  <a:lnTo>
                    <a:pt x="1020307" y="376022"/>
                  </a:lnTo>
                  <a:lnTo>
                    <a:pt x="985124" y="390861"/>
                  </a:lnTo>
                  <a:lnTo>
                    <a:pt x="949941" y="404563"/>
                  </a:lnTo>
                  <a:lnTo>
                    <a:pt x="914758" y="418700"/>
                  </a:lnTo>
                  <a:lnTo>
                    <a:pt x="879575" y="432761"/>
                  </a:lnTo>
                  <a:lnTo>
                    <a:pt x="844392" y="446693"/>
                  </a:lnTo>
                  <a:lnTo>
                    <a:pt x="809209" y="460093"/>
                  </a:lnTo>
                  <a:lnTo>
                    <a:pt x="774026" y="474429"/>
                  </a:lnTo>
                  <a:lnTo>
                    <a:pt x="738843" y="488198"/>
                  </a:lnTo>
                  <a:lnTo>
                    <a:pt x="703660" y="501946"/>
                  </a:lnTo>
                  <a:lnTo>
                    <a:pt x="668477" y="515104"/>
                  </a:lnTo>
                  <a:lnTo>
                    <a:pt x="633294" y="529118"/>
                  </a:lnTo>
                  <a:lnTo>
                    <a:pt x="598111" y="542823"/>
                  </a:lnTo>
                  <a:lnTo>
                    <a:pt x="562928" y="557938"/>
                  </a:lnTo>
                  <a:lnTo>
                    <a:pt x="527745" y="572914"/>
                  </a:lnTo>
                  <a:lnTo>
                    <a:pt x="492562" y="586032"/>
                  </a:lnTo>
                  <a:lnTo>
                    <a:pt x="457379" y="599346"/>
                  </a:lnTo>
                  <a:lnTo>
                    <a:pt x="422196" y="613981"/>
                  </a:lnTo>
                  <a:lnTo>
                    <a:pt x="387013" y="628510"/>
                  </a:lnTo>
                  <a:lnTo>
                    <a:pt x="351830" y="642938"/>
                  </a:lnTo>
                  <a:lnTo>
                    <a:pt x="316647" y="656247"/>
                  </a:lnTo>
                  <a:lnTo>
                    <a:pt x="281464" y="669303"/>
                  </a:lnTo>
                  <a:lnTo>
                    <a:pt x="246281" y="683735"/>
                  </a:lnTo>
                  <a:lnTo>
                    <a:pt x="211098" y="698087"/>
                  </a:lnTo>
                  <a:lnTo>
                    <a:pt x="175915" y="712361"/>
                  </a:lnTo>
                  <a:lnTo>
                    <a:pt x="140732" y="726556"/>
                  </a:lnTo>
                  <a:lnTo>
                    <a:pt x="105549" y="740673"/>
                  </a:lnTo>
                  <a:lnTo>
                    <a:pt x="70366" y="754713"/>
                  </a:lnTo>
                  <a:lnTo>
                    <a:pt x="35183" y="768676"/>
                  </a:lnTo>
                  <a:lnTo>
                    <a:pt x="0" y="7834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2811597" y="2697136"/>
              <a:ext cx="2885006" cy="2429434"/>
            </a:xfrm>
            <a:custGeom>
              <a:avLst/>
              <a:pathLst>
                <a:path w="2885006" h="2429434">
                  <a:moveTo>
                    <a:pt x="0" y="0"/>
                  </a:moveTo>
                  <a:lnTo>
                    <a:pt x="35183" y="37071"/>
                  </a:lnTo>
                  <a:lnTo>
                    <a:pt x="70366" y="72253"/>
                  </a:lnTo>
                  <a:lnTo>
                    <a:pt x="105549" y="110065"/>
                  </a:lnTo>
                  <a:lnTo>
                    <a:pt x="140732" y="146136"/>
                  </a:lnTo>
                  <a:lnTo>
                    <a:pt x="175915" y="177716"/>
                  </a:lnTo>
                  <a:lnTo>
                    <a:pt x="211098" y="209457"/>
                  </a:lnTo>
                  <a:lnTo>
                    <a:pt x="246281" y="243611"/>
                  </a:lnTo>
                  <a:lnTo>
                    <a:pt x="281464" y="278729"/>
                  </a:lnTo>
                  <a:lnTo>
                    <a:pt x="316647" y="313434"/>
                  </a:lnTo>
                  <a:lnTo>
                    <a:pt x="351830" y="344203"/>
                  </a:lnTo>
                  <a:lnTo>
                    <a:pt x="387013" y="376421"/>
                  </a:lnTo>
                  <a:lnTo>
                    <a:pt x="422196" y="409336"/>
                  </a:lnTo>
                  <a:lnTo>
                    <a:pt x="457379" y="441689"/>
                  </a:lnTo>
                  <a:lnTo>
                    <a:pt x="492562" y="470500"/>
                  </a:lnTo>
                  <a:lnTo>
                    <a:pt x="527745" y="499621"/>
                  </a:lnTo>
                  <a:lnTo>
                    <a:pt x="562928" y="531986"/>
                  </a:lnTo>
                  <a:lnTo>
                    <a:pt x="598111" y="562033"/>
                  </a:lnTo>
                  <a:lnTo>
                    <a:pt x="633294" y="588003"/>
                  </a:lnTo>
                  <a:lnTo>
                    <a:pt x="668477" y="617037"/>
                  </a:lnTo>
                  <a:lnTo>
                    <a:pt x="703660" y="644591"/>
                  </a:lnTo>
                  <a:lnTo>
                    <a:pt x="738843" y="670848"/>
                  </a:lnTo>
                  <a:lnTo>
                    <a:pt x="774026" y="699251"/>
                  </a:lnTo>
                  <a:lnTo>
                    <a:pt x="809209" y="728461"/>
                  </a:lnTo>
                  <a:lnTo>
                    <a:pt x="844392" y="755416"/>
                  </a:lnTo>
                  <a:lnTo>
                    <a:pt x="879575" y="780958"/>
                  </a:lnTo>
                  <a:lnTo>
                    <a:pt x="914758" y="811197"/>
                  </a:lnTo>
                  <a:lnTo>
                    <a:pt x="949941" y="838995"/>
                  </a:lnTo>
                  <a:lnTo>
                    <a:pt x="985124" y="859163"/>
                  </a:lnTo>
                  <a:lnTo>
                    <a:pt x="1020307" y="884920"/>
                  </a:lnTo>
                  <a:lnTo>
                    <a:pt x="1055490" y="907383"/>
                  </a:lnTo>
                  <a:lnTo>
                    <a:pt x="1090673" y="930377"/>
                  </a:lnTo>
                  <a:lnTo>
                    <a:pt x="1125856" y="948860"/>
                  </a:lnTo>
                  <a:lnTo>
                    <a:pt x="1161039" y="968416"/>
                  </a:lnTo>
                  <a:lnTo>
                    <a:pt x="1196222" y="987814"/>
                  </a:lnTo>
                  <a:lnTo>
                    <a:pt x="1231405" y="1007405"/>
                  </a:lnTo>
                  <a:lnTo>
                    <a:pt x="1266588" y="1025049"/>
                  </a:lnTo>
                  <a:lnTo>
                    <a:pt x="1301771" y="1039588"/>
                  </a:lnTo>
                  <a:lnTo>
                    <a:pt x="1336954" y="1059025"/>
                  </a:lnTo>
                  <a:lnTo>
                    <a:pt x="1372137" y="1075156"/>
                  </a:lnTo>
                  <a:lnTo>
                    <a:pt x="1407320" y="1087962"/>
                  </a:lnTo>
                  <a:lnTo>
                    <a:pt x="1442503" y="1103287"/>
                  </a:lnTo>
                  <a:lnTo>
                    <a:pt x="1477686" y="1115303"/>
                  </a:lnTo>
                  <a:lnTo>
                    <a:pt x="1512869" y="1128377"/>
                  </a:lnTo>
                  <a:lnTo>
                    <a:pt x="1548052" y="1137779"/>
                  </a:lnTo>
                  <a:lnTo>
                    <a:pt x="1583235" y="1151670"/>
                  </a:lnTo>
                  <a:lnTo>
                    <a:pt x="1618418" y="1165418"/>
                  </a:lnTo>
                  <a:lnTo>
                    <a:pt x="1653601" y="1171816"/>
                  </a:lnTo>
                  <a:lnTo>
                    <a:pt x="1688784" y="1182649"/>
                  </a:lnTo>
                  <a:lnTo>
                    <a:pt x="1723967" y="1190935"/>
                  </a:lnTo>
                  <a:lnTo>
                    <a:pt x="1759150" y="1201613"/>
                  </a:lnTo>
                  <a:lnTo>
                    <a:pt x="1794333" y="1215616"/>
                  </a:lnTo>
                  <a:lnTo>
                    <a:pt x="1829516" y="1225858"/>
                  </a:lnTo>
                  <a:lnTo>
                    <a:pt x="1864699" y="1233882"/>
                  </a:lnTo>
                  <a:lnTo>
                    <a:pt x="1899882" y="1242279"/>
                  </a:lnTo>
                  <a:lnTo>
                    <a:pt x="1935065" y="1251387"/>
                  </a:lnTo>
                  <a:lnTo>
                    <a:pt x="1970248" y="1259058"/>
                  </a:lnTo>
                  <a:lnTo>
                    <a:pt x="2005431" y="1267613"/>
                  </a:lnTo>
                  <a:lnTo>
                    <a:pt x="2040614" y="1275087"/>
                  </a:lnTo>
                  <a:lnTo>
                    <a:pt x="2075797" y="1284332"/>
                  </a:lnTo>
                  <a:lnTo>
                    <a:pt x="2110980" y="1295457"/>
                  </a:lnTo>
                  <a:lnTo>
                    <a:pt x="2146163" y="1301670"/>
                  </a:lnTo>
                  <a:lnTo>
                    <a:pt x="2181346" y="1307701"/>
                  </a:lnTo>
                  <a:lnTo>
                    <a:pt x="2216529" y="1313716"/>
                  </a:lnTo>
                  <a:lnTo>
                    <a:pt x="2251712" y="1319771"/>
                  </a:lnTo>
                  <a:lnTo>
                    <a:pt x="2286895" y="1325768"/>
                  </a:lnTo>
                  <a:lnTo>
                    <a:pt x="2322078" y="1332641"/>
                  </a:lnTo>
                  <a:lnTo>
                    <a:pt x="2357261" y="1337613"/>
                  </a:lnTo>
                  <a:lnTo>
                    <a:pt x="2392444" y="1341462"/>
                  </a:lnTo>
                  <a:lnTo>
                    <a:pt x="2427627" y="1345377"/>
                  </a:lnTo>
                  <a:lnTo>
                    <a:pt x="2462810" y="1348572"/>
                  </a:lnTo>
                  <a:lnTo>
                    <a:pt x="2497993" y="1351193"/>
                  </a:lnTo>
                  <a:lnTo>
                    <a:pt x="2533176" y="1356943"/>
                  </a:lnTo>
                  <a:lnTo>
                    <a:pt x="2568359" y="1360855"/>
                  </a:lnTo>
                  <a:lnTo>
                    <a:pt x="2603542" y="1365097"/>
                  </a:lnTo>
                  <a:lnTo>
                    <a:pt x="2638725" y="1368567"/>
                  </a:lnTo>
                  <a:lnTo>
                    <a:pt x="2673908" y="1372373"/>
                  </a:lnTo>
                  <a:lnTo>
                    <a:pt x="2709091" y="1373524"/>
                  </a:lnTo>
                  <a:lnTo>
                    <a:pt x="2744274" y="1373984"/>
                  </a:lnTo>
                  <a:lnTo>
                    <a:pt x="2779457" y="1374432"/>
                  </a:lnTo>
                  <a:lnTo>
                    <a:pt x="2814640" y="1376000"/>
                  </a:lnTo>
                  <a:lnTo>
                    <a:pt x="2849823" y="1379018"/>
                  </a:lnTo>
                  <a:lnTo>
                    <a:pt x="2885006" y="1382762"/>
                  </a:lnTo>
                  <a:lnTo>
                    <a:pt x="2885006" y="2429434"/>
                  </a:lnTo>
                  <a:lnTo>
                    <a:pt x="2849823" y="2409893"/>
                  </a:lnTo>
                  <a:lnTo>
                    <a:pt x="2814640" y="2389422"/>
                  </a:lnTo>
                  <a:lnTo>
                    <a:pt x="2779457" y="2370356"/>
                  </a:lnTo>
                  <a:lnTo>
                    <a:pt x="2744274" y="2348396"/>
                  </a:lnTo>
                  <a:lnTo>
                    <a:pt x="2709091" y="2329814"/>
                  </a:lnTo>
                  <a:lnTo>
                    <a:pt x="2673908" y="2310829"/>
                  </a:lnTo>
                  <a:lnTo>
                    <a:pt x="2638725" y="2292825"/>
                  </a:lnTo>
                  <a:lnTo>
                    <a:pt x="2603542" y="2270172"/>
                  </a:lnTo>
                  <a:lnTo>
                    <a:pt x="2568359" y="2248097"/>
                  </a:lnTo>
                  <a:lnTo>
                    <a:pt x="2533176" y="2232031"/>
                  </a:lnTo>
                  <a:lnTo>
                    <a:pt x="2497993" y="2211533"/>
                  </a:lnTo>
                  <a:lnTo>
                    <a:pt x="2462810" y="2192824"/>
                  </a:lnTo>
                  <a:lnTo>
                    <a:pt x="2427627" y="2174294"/>
                  </a:lnTo>
                  <a:lnTo>
                    <a:pt x="2392444" y="2152311"/>
                  </a:lnTo>
                  <a:lnTo>
                    <a:pt x="2357261" y="2133161"/>
                  </a:lnTo>
                  <a:lnTo>
                    <a:pt x="2322078" y="2112065"/>
                  </a:lnTo>
                  <a:lnTo>
                    <a:pt x="2286895" y="2091165"/>
                  </a:lnTo>
                  <a:lnTo>
                    <a:pt x="2251712" y="2071272"/>
                  </a:lnTo>
                  <a:lnTo>
                    <a:pt x="2216529" y="2049050"/>
                  </a:lnTo>
                  <a:lnTo>
                    <a:pt x="2181346" y="2026500"/>
                  </a:lnTo>
                  <a:lnTo>
                    <a:pt x="2146163" y="2000905"/>
                  </a:lnTo>
                  <a:lnTo>
                    <a:pt x="2110980" y="1977094"/>
                  </a:lnTo>
                  <a:lnTo>
                    <a:pt x="2075797" y="1953558"/>
                  </a:lnTo>
                  <a:lnTo>
                    <a:pt x="2040614" y="1929863"/>
                  </a:lnTo>
                  <a:lnTo>
                    <a:pt x="2005431" y="1906526"/>
                  </a:lnTo>
                  <a:lnTo>
                    <a:pt x="1970248" y="1884179"/>
                  </a:lnTo>
                  <a:lnTo>
                    <a:pt x="1935065" y="1862794"/>
                  </a:lnTo>
                  <a:lnTo>
                    <a:pt x="1899882" y="1841313"/>
                  </a:lnTo>
                  <a:lnTo>
                    <a:pt x="1864699" y="1817393"/>
                  </a:lnTo>
                  <a:lnTo>
                    <a:pt x="1829516" y="1793175"/>
                  </a:lnTo>
                  <a:lnTo>
                    <a:pt x="1794333" y="1772327"/>
                  </a:lnTo>
                  <a:lnTo>
                    <a:pt x="1759150" y="1750929"/>
                  </a:lnTo>
                  <a:lnTo>
                    <a:pt x="1723967" y="1732148"/>
                  </a:lnTo>
                  <a:lnTo>
                    <a:pt x="1688784" y="1712965"/>
                  </a:lnTo>
                  <a:lnTo>
                    <a:pt x="1653601" y="1694974"/>
                  </a:lnTo>
                  <a:lnTo>
                    <a:pt x="1618418" y="1675927"/>
                  </a:lnTo>
                  <a:lnTo>
                    <a:pt x="1583235" y="1659177"/>
                  </a:lnTo>
                  <a:lnTo>
                    <a:pt x="1548052" y="1639493"/>
                  </a:lnTo>
                  <a:lnTo>
                    <a:pt x="1512869" y="1620226"/>
                  </a:lnTo>
                  <a:lnTo>
                    <a:pt x="1477686" y="1597636"/>
                  </a:lnTo>
                  <a:lnTo>
                    <a:pt x="1442503" y="1581842"/>
                  </a:lnTo>
                  <a:lnTo>
                    <a:pt x="1407320" y="1570828"/>
                  </a:lnTo>
                  <a:lnTo>
                    <a:pt x="1372137" y="1555041"/>
                  </a:lnTo>
                  <a:lnTo>
                    <a:pt x="1336954" y="1541313"/>
                  </a:lnTo>
                  <a:lnTo>
                    <a:pt x="1301771" y="1528737"/>
                  </a:lnTo>
                  <a:lnTo>
                    <a:pt x="1266588" y="1514018"/>
                  </a:lnTo>
                  <a:lnTo>
                    <a:pt x="1231405" y="1496204"/>
                  </a:lnTo>
                  <a:lnTo>
                    <a:pt x="1196222" y="1486138"/>
                  </a:lnTo>
                  <a:lnTo>
                    <a:pt x="1161039" y="1476515"/>
                  </a:lnTo>
                  <a:lnTo>
                    <a:pt x="1125856" y="1466111"/>
                  </a:lnTo>
                  <a:lnTo>
                    <a:pt x="1090673" y="1453779"/>
                  </a:lnTo>
                  <a:lnTo>
                    <a:pt x="1055490" y="1442191"/>
                  </a:lnTo>
                  <a:lnTo>
                    <a:pt x="1020307" y="1436188"/>
                  </a:lnTo>
                  <a:lnTo>
                    <a:pt x="985124" y="1429511"/>
                  </a:lnTo>
                  <a:lnTo>
                    <a:pt x="949941" y="1421792"/>
                  </a:lnTo>
                  <a:lnTo>
                    <a:pt x="914758" y="1412702"/>
                  </a:lnTo>
                  <a:lnTo>
                    <a:pt x="879575" y="1408428"/>
                  </a:lnTo>
                  <a:lnTo>
                    <a:pt x="844392" y="1398138"/>
                  </a:lnTo>
                  <a:lnTo>
                    <a:pt x="809209" y="1392198"/>
                  </a:lnTo>
                  <a:lnTo>
                    <a:pt x="774026" y="1380720"/>
                  </a:lnTo>
                  <a:lnTo>
                    <a:pt x="738843" y="1373373"/>
                  </a:lnTo>
                  <a:lnTo>
                    <a:pt x="703660" y="1370499"/>
                  </a:lnTo>
                  <a:lnTo>
                    <a:pt x="668477" y="1364602"/>
                  </a:lnTo>
                  <a:lnTo>
                    <a:pt x="633294" y="1356595"/>
                  </a:lnTo>
                  <a:lnTo>
                    <a:pt x="598111" y="1354598"/>
                  </a:lnTo>
                  <a:lnTo>
                    <a:pt x="562928" y="1356695"/>
                  </a:lnTo>
                  <a:lnTo>
                    <a:pt x="527745" y="1353464"/>
                  </a:lnTo>
                  <a:lnTo>
                    <a:pt x="492562" y="1347661"/>
                  </a:lnTo>
                  <a:lnTo>
                    <a:pt x="457379" y="1342617"/>
                  </a:lnTo>
                  <a:lnTo>
                    <a:pt x="422196" y="1335125"/>
                  </a:lnTo>
                  <a:lnTo>
                    <a:pt x="387013" y="1326186"/>
                  </a:lnTo>
                  <a:lnTo>
                    <a:pt x="351830" y="1323516"/>
                  </a:lnTo>
                  <a:lnTo>
                    <a:pt x="316647" y="1322592"/>
                  </a:lnTo>
                  <a:lnTo>
                    <a:pt x="281464" y="1318230"/>
                  </a:lnTo>
                  <a:lnTo>
                    <a:pt x="246281" y="1315582"/>
                  </a:lnTo>
                  <a:lnTo>
                    <a:pt x="211098" y="1312963"/>
                  </a:lnTo>
                  <a:lnTo>
                    <a:pt x="175915" y="1305345"/>
                  </a:lnTo>
                  <a:lnTo>
                    <a:pt x="140732" y="1304301"/>
                  </a:lnTo>
                  <a:lnTo>
                    <a:pt x="105549" y="1303431"/>
                  </a:lnTo>
                  <a:lnTo>
                    <a:pt x="70366" y="1299553"/>
                  </a:lnTo>
                  <a:lnTo>
                    <a:pt x="35183" y="1294685"/>
                  </a:lnTo>
                  <a:lnTo>
                    <a:pt x="0" y="1289811"/>
                  </a:lnTo>
                  <a:close/>
                </a:path>
              </a:pathLst>
            </a:cu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2811597" y="2697136"/>
              <a:ext cx="2885006" cy="1382762"/>
            </a:xfrm>
            <a:custGeom>
              <a:avLst/>
              <a:pathLst>
                <a:path w="2885006" h="1382762">
                  <a:moveTo>
                    <a:pt x="0" y="0"/>
                  </a:moveTo>
                  <a:lnTo>
                    <a:pt x="35183" y="37071"/>
                  </a:lnTo>
                  <a:lnTo>
                    <a:pt x="70366" y="72253"/>
                  </a:lnTo>
                  <a:lnTo>
                    <a:pt x="105549" y="110065"/>
                  </a:lnTo>
                  <a:lnTo>
                    <a:pt x="140732" y="146136"/>
                  </a:lnTo>
                  <a:lnTo>
                    <a:pt x="175915" y="177716"/>
                  </a:lnTo>
                  <a:lnTo>
                    <a:pt x="211098" y="209457"/>
                  </a:lnTo>
                  <a:lnTo>
                    <a:pt x="246281" y="243611"/>
                  </a:lnTo>
                  <a:lnTo>
                    <a:pt x="281464" y="278729"/>
                  </a:lnTo>
                  <a:lnTo>
                    <a:pt x="316647" y="313434"/>
                  </a:lnTo>
                  <a:lnTo>
                    <a:pt x="351830" y="344203"/>
                  </a:lnTo>
                  <a:lnTo>
                    <a:pt x="387013" y="376421"/>
                  </a:lnTo>
                  <a:lnTo>
                    <a:pt x="422196" y="409336"/>
                  </a:lnTo>
                  <a:lnTo>
                    <a:pt x="457379" y="441689"/>
                  </a:lnTo>
                  <a:lnTo>
                    <a:pt x="492562" y="470500"/>
                  </a:lnTo>
                  <a:lnTo>
                    <a:pt x="527745" y="499621"/>
                  </a:lnTo>
                  <a:lnTo>
                    <a:pt x="562928" y="531986"/>
                  </a:lnTo>
                  <a:lnTo>
                    <a:pt x="598111" y="562033"/>
                  </a:lnTo>
                  <a:lnTo>
                    <a:pt x="633294" y="588003"/>
                  </a:lnTo>
                  <a:lnTo>
                    <a:pt x="668477" y="617037"/>
                  </a:lnTo>
                  <a:lnTo>
                    <a:pt x="703660" y="644591"/>
                  </a:lnTo>
                  <a:lnTo>
                    <a:pt x="738843" y="670848"/>
                  </a:lnTo>
                  <a:lnTo>
                    <a:pt x="774026" y="699251"/>
                  </a:lnTo>
                  <a:lnTo>
                    <a:pt x="809209" y="728461"/>
                  </a:lnTo>
                  <a:lnTo>
                    <a:pt x="844392" y="755416"/>
                  </a:lnTo>
                  <a:lnTo>
                    <a:pt x="879575" y="780958"/>
                  </a:lnTo>
                  <a:lnTo>
                    <a:pt x="914758" y="811197"/>
                  </a:lnTo>
                  <a:lnTo>
                    <a:pt x="949941" y="838995"/>
                  </a:lnTo>
                  <a:lnTo>
                    <a:pt x="985124" y="859163"/>
                  </a:lnTo>
                  <a:lnTo>
                    <a:pt x="1020307" y="884920"/>
                  </a:lnTo>
                  <a:lnTo>
                    <a:pt x="1055490" y="907383"/>
                  </a:lnTo>
                  <a:lnTo>
                    <a:pt x="1090673" y="930377"/>
                  </a:lnTo>
                  <a:lnTo>
                    <a:pt x="1125856" y="948860"/>
                  </a:lnTo>
                  <a:lnTo>
                    <a:pt x="1161039" y="968416"/>
                  </a:lnTo>
                  <a:lnTo>
                    <a:pt x="1196222" y="987814"/>
                  </a:lnTo>
                  <a:lnTo>
                    <a:pt x="1231405" y="1007405"/>
                  </a:lnTo>
                  <a:lnTo>
                    <a:pt x="1266588" y="1025049"/>
                  </a:lnTo>
                  <a:lnTo>
                    <a:pt x="1301771" y="1039588"/>
                  </a:lnTo>
                  <a:lnTo>
                    <a:pt x="1336954" y="1059025"/>
                  </a:lnTo>
                  <a:lnTo>
                    <a:pt x="1372137" y="1075156"/>
                  </a:lnTo>
                  <a:lnTo>
                    <a:pt x="1407320" y="1087962"/>
                  </a:lnTo>
                  <a:lnTo>
                    <a:pt x="1442503" y="1103287"/>
                  </a:lnTo>
                  <a:lnTo>
                    <a:pt x="1477686" y="1115303"/>
                  </a:lnTo>
                  <a:lnTo>
                    <a:pt x="1512869" y="1128377"/>
                  </a:lnTo>
                  <a:lnTo>
                    <a:pt x="1548052" y="1137779"/>
                  </a:lnTo>
                  <a:lnTo>
                    <a:pt x="1583235" y="1151670"/>
                  </a:lnTo>
                  <a:lnTo>
                    <a:pt x="1618418" y="1165418"/>
                  </a:lnTo>
                  <a:lnTo>
                    <a:pt x="1653601" y="1171816"/>
                  </a:lnTo>
                  <a:lnTo>
                    <a:pt x="1688784" y="1182649"/>
                  </a:lnTo>
                  <a:lnTo>
                    <a:pt x="1723967" y="1190935"/>
                  </a:lnTo>
                  <a:lnTo>
                    <a:pt x="1759150" y="1201613"/>
                  </a:lnTo>
                  <a:lnTo>
                    <a:pt x="1794333" y="1215616"/>
                  </a:lnTo>
                  <a:lnTo>
                    <a:pt x="1829516" y="1225858"/>
                  </a:lnTo>
                  <a:lnTo>
                    <a:pt x="1864699" y="1233882"/>
                  </a:lnTo>
                  <a:lnTo>
                    <a:pt x="1899882" y="1242279"/>
                  </a:lnTo>
                  <a:lnTo>
                    <a:pt x="1935065" y="1251387"/>
                  </a:lnTo>
                  <a:lnTo>
                    <a:pt x="1970248" y="1259058"/>
                  </a:lnTo>
                  <a:lnTo>
                    <a:pt x="2005431" y="1267613"/>
                  </a:lnTo>
                  <a:lnTo>
                    <a:pt x="2040614" y="1275087"/>
                  </a:lnTo>
                  <a:lnTo>
                    <a:pt x="2075797" y="1284332"/>
                  </a:lnTo>
                  <a:lnTo>
                    <a:pt x="2110980" y="1295457"/>
                  </a:lnTo>
                  <a:lnTo>
                    <a:pt x="2146163" y="1301670"/>
                  </a:lnTo>
                  <a:lnTo>
                    <a:pt x="2181346" y="1307701"/>
                  </a:lnTo>
                  <a:lnTo>
                    <a:pt x="2216529" y="1313716"/>
                  </a:lnTo>
                  <a:lnTo>
                    <a:pt x="2251712" y="1319771"/>
                  </a:lnTo>
                  <a:lnTo>
                    <a:pt x="2286895" y="1325768"/>
                  </a:lnTo>
                  <a:lnTo>
                    <a:pt x="2322078" y="1332641"/>
                  </a:lnTo>
                  <a:lnTo>
                    <a:pt x="2357261" y="1337613"/>
                  </a:lnTo>
                  <a:lnTo>
                    <a:pt x="2392444" y="1341462"/>
                  </a:lnTo>
                  <a:lnTo>
                    <a:pt x="2427627" y="1345377"/>
                  </a:lnTo>
                  <a:lnTo>
                    <a:pt x="2462810" y="1348572"/>
                  </a:lnTo>
                  <a:lnTo>
                    <a:pt x="2497993" y="1351193"/>
                  </a:lnTo>
                  <a:lnTo>
                    <a:pt x="2533176" y="1356943"/>
                  </a:lnTo>
                  <a:lnTo>
                    <a:pt x="2568359" y="1360855"/>
                  </a:lnTo>
                  <a:lnTo>
                    <a:pt x="2603542" y="1365097"/>
                  </a:lnTo>
                  <a:lnTo>
                    <a:pt x="2638725" y="1368567"/>
                  </a:lnTo>
                  <a:lnTo>
                    <a:pt x="2673908" y="1372373"/>
                  </a:lnTo>
                  <a:lnTo>
                    <a:pt x="2709091" y="1373524"/>
                  </a:lnTo>
                  <a:lnTo>
                    <a:pt x="2744274" y="1373984"/>
                  </a:lnTo>
                  <a:lnTo>
                    <a:pt x="2779457" y="1374432"/>
                  </a:lnTo>
                  <a:lnTo>
                    <a:pt x="2814640" y="1376000"/>
                  </a:lnTo>
                  <a:lnTo>
                    <a:pt x="2849823" y="1379018"/>
                  </a:lnTo>
                  <a:lnTo>
                    <a:pt x="2885006" y="13827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2811597" y="3986948"/>
              <a:ext cx="2885006" cy="1139622"/>
            </a:xfrm>
            <a:custGeom>
              <a:avLst/>
              <a:pathLst>
                <a:path w="2885006" h="1139622">
                  <a:moveTo>
                    <a:pt x="2885006" y="1139622"/>
                  </a:moveTo>
                  <a:lnTo>
                    <a:pt x="2849823" y="1120082"/>
                  </a:lnTo>
                  <a:lnTo>
                    <a:pt x="2814640" y="1099611"/>
                  </a:lnTo>
                  <a:lnTo>
                    <a:pt x="2779457" y="1080545"/>
                  </a:lnTo>
                  <a:lnTo>
                    <a:pt x="2744274" y="1058585"/>
                  </a:lnTo>
                  <a:lnTo>
                    <a:pt x="2709091" y="1040003"/>
                  </a:lnTo>
                  <a:lnTo>
                    <a:pt x="2673908" y="1021018"/>
                  </a:lnTo>
                  <a:lnTo>
                    <a:pt x="2638725" y="1003014"/>
                  </a:lnTo>
                  <a:lnTo>
                    <a:pt x="2603542" y="980361"/>
                  </a:lnTo>
                  <a:lnTo>
                    <a:pt x="2568359" y="958285"/>
                  </a:lnTo>
                  <a:lnTo>
                    <a:pt x="2533176" y="942220"/>
                  </a:lnTo>
                  <a:lnTo>
                    <a:pt x="2497993" y="921721"/>
                  </a:lnTo>
                  <a:lnTo>
                    <a:pt x="2462810" y="903013"/>
                  </a:lnTo>
                  <a:lnTo>
                    <a:pt x="2427627" y="884482"/>
                  </a:lnTo>
                  <a:lnTo>
                    <a:pt x="2392444" y="862500"/>
                  </a:lnTo>
                  <a:lnTo>
                    <a:pt x="2357261" y="843350"/>
                  </a:lnTo>
                  <a:lnTo>
                    <a:pt x="2322078" y="822254"/>
                  </a:lnTo>
                  <a:lnTo>
                    <a:pt x="2286895" y="801354"/>
                  </a:lnTo>
                  <a:lnTo>
                    <a:pt x="2251712" y="781460"/>
                  </a:lnTo>
                  <a:lnTo>
                    <a:pt x="2216529" y="759239"/>
                  </a:lnTo>
                  <a:lnTo>
                    <a:pt x="2181346" y="736688"/>
                  </a:lnTo>
                  <a:lnTo>
                    <a:pt x="2146163" y="711093"/>
                  </a:lnTo>
                  <a:lnTo>
                    <a:pt x="2110980" y="687282"/>
                  </a:lnTo>
                  <a:lnTo>
                    <a:pt x="2075797" y="663746"/>
                  </a:lnTo>
                  <a:lnTo>
                    <a:pt x="2040614" y="640051"/>
                  </a:lnTo>
                  <a:lnTo>
                    <a:pt x="2005431" y="616715"/>
                  </a:lnTo>
                  <a:lnTo>
                    <a:pt x="1970248" y="594367"/>
                  </a:lnTo>
                  <a:lnTo>
                    <a:pt x="1935065" y="572983"/>
                  </a:lnTo>
                  <a:lnTo>
                    <a:pt x="1899882" y="551501"/>
                  </a:lnTo>
                  <a:lnTo>
                    <a:pt x="1864699" y="527581"/>
                  </a:lnTo>
                  <a:lnTo>
                    <a:pt x="1829516" y="503364"/>
                  </a:lnTo>
                  <a:lnTo>
                    <a:pt x="1794333" y="482516"/>
                  </a:lnTo>
                  <a:lnTo>
                    <a:pt x="1759150" y="461118"/>
                  </a:lnTo>
                  <a:lnTo>
                    <a:pt x="1723967" y="442336"/>
                  </a:lnTo>
                  <a:lnTo>
                    <a:pt x="1688784" y="423153"/>
                  </a:lnTo>
                  <a:lnTo>
                    <a:pt x="1653601" y="405162"/>
                  </a:lnTo>
                  <a:lnTo>
                    <a:pt x="1618418" y="386115"/>
                  </a:lnTo>
                  <a:lnTo>
                    <a:pt x="1583235" y="369365"/>
                  </a:lnTo>
                  <a:lnTo>
                    <a:pt x="1548052" y="349682"/>
                  </a:lnTo>
                  <a:lnTo>
                    <a:pt x="1512869" y="330415"/>
                  </a:lnTo>
                  <a:lnTo>
                    <a:pt x="1477686" y="307824"/>
                  </a:lnTo>
                  <a:lnTo>
                    <a:pt x="1442503" y="292031"/>
                  </a:lnTo>
                  <a:lnTo>
                    <a:pt x="1407320" y="281017"/>
                  </a:lnTo>
                  <a:lnTo>
                    <a:pt x="1372137" y="265230"/>
                  </a:lnTo>
                  <a:lnTo>
                    <a:pt x="1336954" y="251502"/>
                  </a:lnTo>
                  <a:lnTo>
                    <a:pt x="1301771" y="238926"/>
                  </a:lnTo>
                  <a:lnTo>
                    <a:pt x="1266588" y="224206"/>
                  </a:lnTo>
                  <a:lnTo>
                    <a:pt x="1231405" y="206393"/>
                  </a:lnTo>
                  <a:lnTo>
                    <a:pt x="1196222" y="196326"/>
                  </a:lnTo>
                  <a:lnTo>
                    <a:pt x="1161039" y="186704"/>
                  </a:lnTo>
                  <a:lnTo>
                    <a:pt x="1125856" y="176300"/>
                  </a:lnTo>
                  <a:lnTo>
                    <a:pt x="1090673" y="163967"/>
                  </a:lnTo>
                  <a:lnTo>
                    <a:pt x="1055490" y="152380"/>
                  </a:lnTo>
                  <a:lnTo>
                    <a:pt x="1020307" y="146376"/>
                  </a:lnTo>
                  <a:lnTo>
                    <a:pt x="985124" y="139700"/>
                  </a:lnTo>
                  <a:lnTo>
                    <a:pt x="949941" y="131981"/>
                  </a:lnTo>
                  <a:lnTo>
                    <a:pt x="914758" y="122891"/>
                  </a:lnTo>
                  <a:lnTo>
                    <a:pt x="879575" y="118616"/>
                  </a:lnTo>
                  <a:lnTo>
                    <a:pt x="844392" y="108327"/>
                  </a:lnTo>
                  <a:lnTo>
                    <a:pt x="809209" y="102386"/>
                  </a:lnTo>
                  <a:lnTo>
                    <a:pt x="774026" y="90909"/>
                  </a:lnTo>
                  <a:lnTo>
                    <a:pt x="738843" y="83562"/>
                  </a:lnTo>
                  <a:lnTo>
                    <a:pt x="703660" y="80688"/>
                  </a:lnTo>
                  <a:lnTo>
                    <a:pt x="668477" y="74790"/>
                  </a:lnTo>
                  <a:lnTo>
                    <a:pt x="633294" y="66784"/>
                  </a:lnTo>
                  <a:lnTo>
                    <a:pt x="598111" y="64787"/>
                  </a:lnTo>
                  <a:lnTo>
                    <a:pt x="562928" y="66883"/>
                  </a:lnTo>
                  <a:lnTo>
                    <a:pt x="527745" y="63652"/>
                  </a:lnTo>
                  <a:lnTo>
                    <a:pt x="492562" y="57850"/>
                  </a:lnTo>
                  <a:lnTo>
                    <a:pt x="457379" y="52806"/>
                  </a:lnTo>
                  <a:lnTo>
                    <a:pt x="422196" y="45313"/>
                  </a:lnTo>
                  <a:lnTo>
                    <a:pt x="387013" y="36374"/>
                  </a:lnTo>
                  <a:lnTo>
                    <a:pt x="351830" y="33705"/>
                  </a:lnTo>
                  <a:lnTo>
                    <a:pt x="316647" y="32781"/>
                  </a:lnTo>
                  <a:lnTo>
                    <a:pt x="281464" y="28418"/>
                  </a:lnTo>
                  <a:lnTo>
                    <a:pt x="246281" y="25770"/>
                  </a:lnTo>
                  <a:lnTo>
                    <a:pt x="211098" y="23151"/>
                  </a:lnTo>
                  <a:lnTo>
                    <a:pt x="175915" y="15533"/>
                  </a:lnTo>
                  <a:lnTo>
                    <a:pt x="140732" y="14489"/>
                  </a:lnTo>
                  <a:lnTo>
                    <a:pt x="105549" y="13619"/>
                  </a:lnTo>
                  <a:lnTo>
                    <a:pt x="70366" y="9741"/>
                  </a:lnTo>
                  <a:lnTo>
                    <a:pt x="35183" y="487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g28"/>
            <p:cNvSpPr/>
            <p:nvPr/>
          </p:nvSpPr>
          <p:spPr>
            <a:xfrm>
              <a:off x="3374525" y="774526"/>
              <a:ext cx="1161039" cy="3297689"/>
            </a:xfrm>
            <a:custGeom>
              <a:avLst/>
              <a:pathLst>
                <a:path w="1161039" h="3297689">
                  <a:moveTo>
                    <a:pt x="0" y="1678351"/>
                  </a:moveTo>
                  <a:lnTo>
                    <a:pt x="35183" y="1677228"/>
                  </a:lnTo>
                  <a:lnTo>
                    <a:pt x="70366" y="1669874"/>
                  </a:lnTo>
                  <a:lnTo>
                    <a:pt x="105549" y="1671268"/>
                  </a:lnTo>
                  <a:lnTo>
                    <a:pt x="140732" y="1664076"/>
                  </a:lnTo>
                  <a:lnTo>
                    <a:pt x="175915" y="1657190"/>
                  </a:lnTo>
                  <a:lnTo>
                    <a:pt x="211098" y="1649003"/>
                  </a:lnTo>
                  <a:lnTo>
                    <a:pt x="246281" y="1643093"/>
                  </a:lnTo>
                  <a:lnTo>
                    <a:pt x="281464" y="1626205"/>
                  </a:lnTo>
                  <a:lnTo>
                    <a:pt x="316647" y="1606134"/>
                  </a:lnTo>
                  <a:lnTo>
                    <a:pt x="351830" y="1580833"/>
                  </a:lnTo>
                  <a:lnTo>
                    <a:pt x="387013" y="1554469"/>
                  </a:lnTo>
                  <a:lnTo>
                    <a:pt x="422196" y="1522078"/>
                  </a:lnTo>
                  <a:lnTo>
                    <a:pt x="457379" y="1483836"/>
                  </a:lnTo>
                  <a:lnTo>
                    <a:pt x="492562" y="1458971"/>
                  </a:lnTo>
                  <a:lnTo>
                    <a:pt x="527745" y="1421668"/>
                  </a:lnTo>
                  <a:lnTo>
                    <a:pt x="562928" y="1391990"/>
                  </a:lnTo>
                  <a:lnTo>
                    <a:pt x="598111" y="1336075"/>
                  </a:lnTo>
                  <a:lnTo>
                    <a:pt x="633294" y="1272696"/>
                  </a:lnTo>
                  <a:lnTo>
                    <a:pt x="668477" y="1219151"/>
                  </a:lnTo>
                  <a:lnTo>
                    <a:pt x="703660" y="1149198"/>
                  </a:lnTo>
                  <a:lnTo>
                    <a:pt x="738843" y="1088441"/>
                  </a:lnTo>
                  <a:lnTo>
                    <a:pt x="774026" y="1009887"/>
                  </a:lnTo>
                  <a:lnTo>
                    <a:pt x="809209" y="926383"/>
                  </a:lnTo>
                  <a:lnTo>
                    <a:pt x="844392" y="847217"/>
                  </a:lnTo>
                  <a:lnTo>
                    <a:pt x="879575" y="765597"/>
                  </a:lnTo>
                  <a:lnTo>
                    <a:pt x="914758" y="670412"/>
                  </a:lnTo>
                  <a:lnTo>
                    <a:pt x="949941" y="582273"/>
                  </a:lnTo>
                  <a:lnTo>
                    <a:pt x="985124" y="481188"/>
                  </a:lnTo>
                  <a:lnTo>
                    <a:pt x="1020307" y="386841"/>
                  </a:lnTo>
                  <a:lnTo>
                    <a:pt x="1055490" y="311204"/>
                  </a:lnTo>
                  <a:lnTo>
                    <a:pt x="1090673" y="204071"/>
                  </a:lnTo>
                  <a:lnTo>
                    <a:pt x="1125856" y="98167"/>
                  </a:lnTo>
                  <a:lnTo>
                    <a:pt x="1161039" y="0"/>
                  </a:lnTo>
                  <a:lnTo>
                    <a:pt x="1161039" y="2112194"/>
                  </a:lnTo>
                  <a:lnTo>
                    <a:pt x="1125856" y="2112916"/>
                  </a:lnTo>
                  <a:lnTo>
                    <a:pt x="1090673" y="2108731"/>
                  </a:lnTo>
                  <a:lnTo>
                    <a:pt x="1055490" y="2120990"/>
                  </a:lnTo>
                  <a:lnTo>
                    <a:pt x="1020307" y="2128577"/>
                  </a:lnTo>
                  <a:lnTo>
                    <a:pt x="985124" y="2138764"/>
                  </a:lnTo>
                  <a:lnTo>
                    <a:pt x="949941" y="2145640"/>
                  </a:lnTo>
                  <a:lnTo>
                    <a:pt x="914758" y="2154854"/>
                  </a:lnTo>
                  <a:lnTo>
                    <a:pt x="879575" y="2173877"/>
                  </a:lnTo>
                  <a:lnTo>
                    <a:pt x="844392" y="2194235"/>
                  </a:lnTo>
                  <a:lnTo>
                    <a:pt x="809209" y="2197669"/>
                  </a:lnTo>
                  <a:lnTo>
                    <a:pt x="774026" y="2216463"/>
                  </a:lnTo>
                  <a:lnTo>
                    <a:pt x="738843" y="2228243"/>
                  </a:lnTo>
                  <a:lnTo>
                    <a:pt x="703660" y="2260951"/>
                  </a:lnTo>
                  <a:lnTo>
                    <a:pt x="668477" y="2286179"/>
                  </a:lnTo>
                  <a:lnTo>
                    <a:pt x="633294" y="2322063"/>
                  </a:lnTo>
                  <a:lnTo>
                    <a:pt x="598111" y="2351241"/>
                  </a:lnTo>
                  <a:lnTo>
                    <a:pt x="562928" y="2391646"/>
                  </a:lnTo>
                  <a:lnTo>
                    <a:pt x="527745" y="2427165"/>
                  </a:lnTo>
                  <a:lnTo>
                    <a:pt x="492562" y="2469608"/>
                  </a:lnTo>
                  <a:lnTo>
                    <a:pt x="457379" y="2516057"/>
                  </a:lnTo>
                  <a:lnTo>
                    <a:pt x="422196" y="2580462"/>
                  </a:lnTo>
                  <a:lnTo>
                    <a:pt x="387013" y="2644204"/>
                  </a:lnTo>
                  <a:lnTo>
                    <a:pt x="351830" y="2696766"/>
                  </a:lnTo>
                  <a:lnTo>
                    <a:pt x="316647" y="2742030"/>
                  </a:lnTo>
                  <a:lnTo>
                    <a:pt x="281464" y="2801446"/>
                  </a:lnTo>
                  <a:lnTo>
                    <a:pt x="246281" y="2859526"/>
                  </a:lnTo>
                  <a:lnTo>
                    <a:pt x="211098" y="2923236"/>
                  </a:lnTo>
                  <a:lnTo>
                    <a:pt x="175915" y="2986127"/>
                  </a:lnTo>
                  <a:lnTo>
                    <a:pt x="140732" y="3048325"/>
                  </a:lnTo>
                  <a:lnTo>
                    <a:pt x="105549" y="3105011"/>
                  </a:lnTo>
                  <a:lnTo>
                    <a:pt x="70366" y="3165826"/>
                  </a:lnTo>
                  <a:lnTo>
                    <a:pt x="35183" y="3234578"/>
                  </a:lnTo>
                  <a:lnTo>
                    <a:pt x="0" y="3297689"/>
                  </a:lnTo>
                  <a:close/>
                </a:path>
              </a:pathLst>
            </a:cu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3374525" y="774526"/>
              <a:ext cx="1161039" cy="1678351"/>
            </a:xfrm>
            <a:custGeom>
              <a:avLst/>
              <a:pathLst>
                <a:path w="1161039" h="1678351">
                  <a:moveTo>
                    <a:pt x="0" y="1678351"/>
                  </a:moveTo>
                  <a:lnTo>
                    <a:pt x="35183" y="1677228"/>
                  </a:lnTo>
                  <a:lnTo>
                    <a:pt x="70366" y="1669874"/>
                  </a:lnTo>
                  <a:lnTo>
                    <a:pt x="105549" y="1671268"/>
                  </a:lnTo>
                  <a:lnTo>
                    <a:pt x="140732" y="1664076"/>
                  </a:lnTo>
                  <a:lnTo>
                    <a:pt x="175915" y="1657190"/>
                  </a:lnTo>
                  <a:lnTo>
                    <a:pt x="211098" y="1649003"/>
                  </a:lnTo>
                  <a:lnTo>
                    <a:pt x="246281" y="1643093"/>
                  </a:lnTo>
                  <a:lnTo>
                    <a:pt x="281464" y="1626205"/>
                  </a:lnTo>
                  <a:lnTo>
                    <a:pt x="316647" y="1606134"/>
                  </a:lnTo>
                  <a:lnTo>
                    <a:pt x="351830" y="1580833"/>
                  </a:lnTo>
                  <a:lnTo>
                    <a:pt x="387013" y="1554469"/>
                  </a:lnTo>
                  <a:lnTo>
                    <a:pt x="422196" y="1522078"/>
                  </a:lnTo>
                  <a:lnTo>
                    <a:pt x="457379" y="1483836"/>
                  </a:lnTo>
                  <a:lnTo>
                    <a:pt x="492562" y="1458971"/>
                  </a:lnTo>
                  <a:lnTo>
                    <a:pt x="527745" y="1421668"/>
                  </a:lnTo>
                  <a:lnTo>
                    <a:pt x="562928" y="1391990"/>
                  </a:lnTo>
                  <a:lnTo>
                    <a:pt x="598111" y="1336075"/>
                  </a:lnTo>
                  <a:lnTo>
                    <a:pt x="633294" y="1272696"/>
                  </a:lnTo>
                  <a:lnTo>
                    <a:pt x="668477" y="1219151"/>
                  </a:lnTo>
                  <a:lnTo>
                    <a:pt x="703660" y="1149198"/>
                  </a:lnTo>
                  <a:lnTo>
                    <a:pt x="738843" y="1088441"/>
                  </a:lnTo>
                  <a:lnTo>
                    <a:pt x="774026" y="1009887"/>
                  </a:lnTo>
                  <a:lnTo>
                    <a:pt x="809209" y="926383"/>
                  </a:lnTo>
                  <a:lnTo>
                    <a:pt x="844392" y="847217"/>
                  </a:lnTo>
                  <a:lnTo>
                    <a:pt x="879575" y="765597"/>
                  </a:lnTo>
                  <a:lnTo>
                    <a:pt x="914758" y="670412"/>
                  </a:lnTo>
                  <a:lnTo>
                    <a:pt x="949941" y="582273"/>
                  </a:lnTo>
                  <a:lnTo>
                    <a:pt x="985124" y="481188"/>
                  </a:lnTo>
                  <a:lnTo>
                    <a:pt x="1020307" y="386841"/>
                  </a:lnTo>
                  <a:lnTo>
                    <a:pt x="1055490" y="311204"/>
                  </a:lnTo>
                  <a:lnTo>
                    <a:pt x="1090673" y="204071"/>
                  </a:lnTo>
                  <a:lnTo>
                    <a:pt x="1125856" y="98167"/>
                  </a:lnTo>
                  <a:lnTo>
                    <a:pt x="116103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3374525" y="2883257"/>
              <a:ext cx="1161039" cy="1188958"/>
            </a:xfrm>
            <a:custGeom>
              <a:avLst/>
              <a:pathLst>
                <a:path w="1161039" h="1188958">
                  <a:moveTo>
                    <a:pt x="1161039" y="3463"/>
                  </a:moveTo>
                  <a:lnTo>
                    <a:pt x="1125856" y="4184"/>
                  </a:lnTo>
                  <a:lnTo>
                    <a:pt x="1090673" y="0"/>
                  </a:lnTo>
                  <a:lnTo>
                    <a:pt x="1055490" y="12258"/>
                  </a:lnTo>
                  <a:lnTo>
                    <a:pt x="1020307" y="19845"/>
                  </a:lnTo>
                  <a:lnTo>
                    <a:pt x="985124" y="30032"/>
                  </a:lnTo>
                  <a:lnTo>
                    <a:pt x="949941" y="36908"/>
                  </a:lnTo>
                  <a:lnTo>
                    <a:pt x="914758" y="46122"/>
                  </a:lnTo>
                  <a:lnTo>
                    <a:pt x="879575" y="65146"/>
                  </a:lnTo>
                  <a:lnTo>
                    <a:pt x="844392" y="85503"/>
                  </a:lnTo>
                  <a:lnTo>
                    <a:pt x="809209" y="88937"/>
                  </a:lnTo>
                  <a:lnTo>
                    <a:pt x="774026" y="107731"/>
                  </a:lnTo>
                  <a:lnTo>
                    <a:pt x="738843" y="119511"/>
                  </a:lnTo>
                  <a:lnTo>
                    <a:pt x="703660" y="152219"/>
                  </a:lnTo>
                  <a:lnTo>
                    <a:pt x="668477" y="177447"/>
                  </a:lnTo>
                  <a:lnTo>
                    <a:pt x="633294" y="213331"/>
                  </a:lnTo>
                  <a:lnTo>
                    <a:pt x="598111" y="242509"/>
                  </a:lnTo>
                  <a:lnTo>
                    <a:pt x="562928" y="282914"/>
                  </a:lnTo>
                  <a:lnTo>
                    <a:pt x="527745" y="318434"/>
                  </a:lnTo>
                  <a:lnTo>
                    <a:pt x="492562" y="360877"/>
                  </a:lnTo>
                  <a:lnTo>
                    <a:pt x="457379" y="407326"/>
                  </a:lnTo>
                  <a:lnTo>
                    <a:pt x="422196" y="471730"/>
                  </a:lnTo>
                  <a:lnTo>
                    <a:pt x="387013" y="535473"/>
                  </a:lnTo>
                  <a:lnTo>
                    <a:pt x="351830" y="588035"/>
                  </a:lnTo>
                  <a:lnTo>
                    <a:pt x="316647" y="633298"/>
                  </a:lnTo>
                  <a:lnTo>
                    <a:pt x="281464" y="692714"/>
                  </a:lnTo>
                  <a:lnTo>
                    <a:pt x="246281" y="750795"/>
                  </a:lnTo>
                  <a:lnTo>
                    <a:pt x="211098" y="814505"/>
                  </a:lnTo>
                  <a:lnTo>
                    <a:pt x="175915" y="877395"/>
                  </a:lnTo>
                  <a:lnTo>
                    <a:pt x="140732" y="939593"/>
                  </a:lnTo>
                  <a:lnTo>
                    <a:pt x="105549" y="996279"/>
                  </a:lnTo>
                  <a:lnTo>
                    <a:pt x="70366" y="1057094"/>
                  </a:lnTo>
                  <a:lnTo>
                    <a:pt x="35183" y="1125846"/>
                  </a:lnTo>
                  <a:lnTo>
                    <a:pt x="0" y="11889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2389401" y="2704273"/>
              <a:ext cx="3623849" cy="1458377"/>
            </a:xfrm>
            <a:custGeom>
              <a:avLst/>
              <a:pathLst>
                <a:path w="3623849" h="1458377">
                  <a:moveTo>
                    <a:pt x="0" y="0"/>
                  </a:moveTo>
                  <a:lnTo>
                    <a:pt x="35183" y="16430"/>
                  </a:lnTo>
                  <a:lnTo>
                    <a:pt x="70366" y="32812"/>
                  </a:lnTo>
                  <a:lnTo>
                    <a:pt x="105549" y="49145"/>
                  </a:lnTo>
                  <a:lnTo>
                    <a:pt x="140732" y="65429"/>
                  </a:lnTo>
                  <a:lnTo>
                    <a:pt x="175915" y="81664"/>
                  </a:lnTo>
                  <a:lnTo>
                    <a:pt x="211098" y="97851"/>
                  </a:lnTo>
                  <a:lnTo>
                    <a:pt x="246281" y="113989"/>
                  </a:lnTo>
                  <a:lnTo>
                    <a:pt x="281464" y="130079"/>
                  </a:lnTo>
                  <a:lnTo>
                    <a:pt x="316647" y="146121"/>
                  </a:lnTo>
                  <a:lnTo>
                    <a:pt x="351830" y="162115"/>
                  </a:lnTo>
                  <a:lnTo>
                    <a:pt x="387013" y="178061"/>
                  </a:lnTo>
                  <a:lnTo>
                    <a:pt x="422196" y="193959"/>
                  </a:lnTo>
                  <a:lnTo>
                    <a:pt x="457379" y="209810"/>
                  </a:lnTo>
                  <a:lnTo>
                    <a:pt x="492562" y="225613"/>
                  </a:lnTo>
                  <a:lnTo>
                    <a:pt x="527745" y="241369"/>
                  </a:lnTo>
                  <a:lnTo>
                    <a:pt x="562928" y="257078"/>
                  </a:lnTo>
                  <a:lnTo>
                    <a:pt x="598111" y="272740"/>
                  </a:lnTo>
                  <a:lnTo>
                    <a:pt x="633294" y="288356"/>
                  </a:lnTo>
                  <a:lnTo>
                    <a:pt x="668477" y="303924"/>
                  </a:lnTo>
                  <a:lnTo>
                    <a:pt x="703660" y="319446"/>
                  </a:lnTo>
                  <a:lnTo>
                    <a:pt x="738843" y="334921"/>
                  </a:lnTo>
                  <a:lnTo>
                    <a:pt x="774026" y="350350"/>
                  </a:lnTo>
                  <a:lnTo>
                    <a:pt x="809209" y="365733"/>
                  </a:lnTo>
                  <a:lnTo>
                    <a:pt x="844392" y="381070"/>
                  </a:lnTo>
                  <a:lnTo>
                    <a:pt x="879575" y="396361"/>
                  </a:lnTo>
                  <a:lnTo>
                    <a:pt x="914758" y="411607"/>
                  </a:lnTo>
                  <a:lnTo>
                    <a:pt x="949941" y="426807"/>
                  </a:lnTo>
                  <a:lnTo>
                    <a:pt x="985124" y="441961"/>
                  </a:lnTo>
                  <a:lnTo>
                    <a:pt x="1020307" y="457070"/>
                  </a:lnTo>
                  <a:lnTo>
                    <a:pt x="1055490" y="472134"/>
                  </a:lnTo>
                  <a:lnTo>
                    <a:pt x="1090673" y="487152"/>
                  </a:lnTo>
                  <a:lnTo>
                    <a:pt x="1125856" y="502126"/>
                  </a:lnTo>
                  <a:lnTo>
                    <a:pt x="1161039" y="517055"/>
                  </a:lnTo>
                  <a:lnTo>
                    <a:pt x="1196222" y="531939"/>
                  </a:lnTo>
                  <a:lnTo>
                    <a:pt x="1231405" y="546779"/>
                  </a:lnTo>
                  <a:lnTo>
                    <a:pt x="1266588" y="561575"/>
                  </a:lnTo>
                  <a:lnTo>
                    <a:pt x="1301771" y="576326"/>
                  </a:lnTo>
                  <a:lnTo>
                    <a:pt x="1336954" y="591033"/>
                  </a:lnTo>
                  <a:lnTo>
                    <a:pt x="1372137" y="605696"/>
                  </a:lnTo>
                  <a:lnTo>
                    <a:pt x="1407320" y="620315"/>
                  </a:lnTo>
                  <a:lnTo>
                    <a:pt x="1442503" y="634891"/>
                  </a:lnTo>
                  <a:lnTo>
                    <a:pt x="1477686" y="649422"/>
                  </a:lnTo>
                  <a:lnTo>
                    <a:pt x="1512869" y="663911"/>
                  </a:lnTo>
                  <a:lnTo>
                    <a:pt x="1548052" y="678356"/>
                  </a:lnTo>
                  <a:lnTo>
                    <a:pt x="1583235" y="692758"/>
                  </a:lnTo>
                  <a:lnTo>
                    <a:pt x="1618418" y="707117"/>
                  </a:lnTo>
                  <a:lnTo>
                    <a:pt x="1653601" y="721432"/>
                  </a:lnTo>
                  <a:lnTo>
                    <a:pt x="1688784" y="735705"/>
                  </a:lnTo>
                  <a:lnTo>
                    <a:pt x="1723967" y="749936"/>
                  </a:lnTo>
                  <a:lnTo>
                    <a:pt x="1759150" y="764123"/>
                  </a:lnTo>
                  <a:lnTo>
                    <a:pt x="1794333" y="778269"/>
                  </a:lnTo>
                  <a:lnTo>
                    <a:pt x="1829516" y="792372"/>
                  </a:lnTo>
                  <a:lnTo>
                    <a:pt x="1864699" y="806433"/>
                  </a:lnTo>
                  <a:lnTo>
                    <a:pt x="1899882" y="820451"/>
                  </a:lnTo>
                  <a:lnTo>
                    <a:pt x="1935065" y="834428"/>
                  </a:lnTo>
                  <a:lnTo>
                    <a:pt x="1970248" y="848363"/>
                  </a:lnTo>
                  <a:lnTo>
                    <a:pt x="2005431" y="862257"/>
                  </a:lnTo>
                  <a:lnTo>
                    <a:pt x="2040614" y="876108"/>
                  </a:lnTo>
                  <a:lnTo>
                    <a:pt x="2075797" y="889919"/>
                  </a:lnTo>
                  <a:lnTo>
                    <a:pt x="2110980" y="903688"/>
                  </a:lnTo>
                  <a:lnTo>
                    <a:pt x="2146163" y="917416"/>
                  </a:lnTo>
                  <a:lnTo>
                    <a:pt x="2181346" y="931102"/>
                  </a:lnTo>
                  <a:lnTo>
                    <a:pt x="2216529" y="944748"/>
                  </a:lnTo>
                  <a:lnTo>
                    <a:pt x="2251712" y="958353"/>
                  </a:lnTo>
                  <a:lnTo>
                    <a:pt x="2286895" y="971918"/>
                  </a:lnTo>
                  <a:lnTo>
                    <a:pt x="2322078" y="985441"/>
                  </a:lnTo>
                  <a:lnTo>
                    <a:pt x="2357261" y="998925"/>
                  </a:lnTo>
                  <a:lnTo>
                    <a:pt x="2392444" y="1012368"/>
                  </a:lnTo>
                  <a:lnTo>
                    <a:pt x="2427627" y="1025770"/>
                  </a:lnTo>
                  <a:lnTo>
                    <a:pt x="2462810" y="1039133"/>
                  </a:lnTo>
                  <a:lnTo>
                    <a:pt x="2497993" y="1052456"/>
                  </a:lnTo>
                  <a:lnTo>
                    <a:pt x="2533176" y="1065739"/>
                  </a:lnTo>
                  <a:lnTo>
                    <a:pt x="2568359" y="1078982"/>
                  </a:lnTo>
                  <a:lnTo>
                    <a:pt x="2603542" y="1092185"/>
                  </a:lnTo>
                  <a:lnTo>
                    <a:pt x="2638725" y="1105349"/>
                  </a:lnTo>
                  <a:lnTo>
                    <a:pt x="2673908" y="1118474"/>
                  </a:lnTo>
                  <a:lnTo>
                    <a:pt x="2709091" y="1131559"/>
                  </a:lnTo>
                  <a:lnTo>
                    <a:pt x="2744274" y="1144606"/>
                  </a:lnTo>
                  <a:lnTo>
                    <a:pt x="2779457" y="1157613"/>
                  </a:lnTo>
                  <a:lnTo>
                    <a:pt x="2814640" y="1170581"/>
                  </a:lnTo>
                  <a:lnTo>
                    <a:pt x="2849823" y="1183511"/>
                  </a:lnTo>
                  <a:lnTo>
                    <a:pt x="2885006" y="1196401"/>
                  </a:lnTo>
                  <a:lnTo>
                    <a:pt x="2920189" y="1209254"/>
                  </a:lnTo>
                  <a:lnTo>
                    <a:pt x="2955372" y="1222068"/>
                  </a:lnTo>
                  <a:lnTo>
                    <a:pt x="2990555" y="1234843"/>
                  </a:lnTo>
                  <a:lnTo>
                    <a:pt x="3025738" y="1247580"/>
                  </a:lnTo>
                  <a:lnTo>
                    <a:pt x="3060921" y="1260280"/>
                  </a:lnTo>
                  <a:lnTo>
                    <a:pt x="3096104" y="1272941"/>
                  </a:lnTo>
                  <a:lnTo>
                    <a:pt x="3131287" y="1285564"/>
                  </a:lnTo>
                  <a:lnTo>
                    <a:pt x="3166470" y="1298150"/>
                  </a:lnTo>
                  <a:lnTo>
                    <a:pt x="3201653" y="1310698"/>
                  </a:lnTo>
                  <a:lnTo>
                    <a:pt x="3236836" y="1323208"/>
                  </a:lnTo>
                  <a:lnTo>
                    <a:pt x="3272019" y="1335681"/>
                  </a:lnTo>
                  <a:lnTo>
                    <a:pt x="3307202" y="1348117"/>
                  </a:lnTo>
                  <a:lnTo>
                    <a:pt x="3342385" y="1360515"/>
                  </a:lnTo>
                  <a:lnTo>
                    <a:pt x="3377568" y="1372877"/>
                  </a:lnTo>
                  <a:lnTo>
                    <a:pt x="3412751" y="1385201"/>
                  </a:lnTo>
                  <a:lnTo>
                    <a:pt x="3447934" y="1397489"/>
                  </a:lnTo>
                  <a:lnTo>
                    <a:pt x="3483117" y="1409739"/>
                  </a:lnTo>
                  <a:lnTo>
                    <a:pt x="3518300" y="1421954"/>
                  </a:lnTo>
                  <a:lnTo>
                    <a:pt x="3553483" y="1434131"/>
                  </a:lnTo>
                  <a:lnTo>
                    <a:pt x="3588666" y="1446272"/>
                  </a:lnTo>
                  <a:lnTo>
                    <a:pt x="3623849" y="1458377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3409708" y="3382512"/>
              <a:ext cx="2533176" cy="197932"/>
            </a:xfrm>
            <a:custGeom>
              <a:avLst/>
              <a:pathLst>
                <a:path w="2533176" h="197932">
                  <a:moveTo>
                    <a:pt x="0" y="0"/>
                  </a:moveTo>
                  <a:lnTo>
                    <a:pt x="35183" y="1590"/>
                  </a:lnTo>
                  <a:lnTo>
                    <a:pt x="70366" y="4783"/>
                  </a:lnTo>
                  <a:lnTo>
                    <a:pt x="105549" y="8351"/>
                  </a:lnTo>
                  <a:lnTo>
                    <a:pt x="140732" y="12361"/>
                  </a:lnTo>
                  <a:lnTo>
                    <a:pt x="175915" y="14612"/>
                  </a:lnTo>
                  <a:lnTo>
                    <a:pt x="211098" y="17111"/>
                  </a:lnTo>
                  <a:lnTo>
                    <a:pt x="246281" y="20004"/>
                  </a:lnTo>
                  <a:lnTo>
                    <a:pt x="281464" y="20903"/>
                  </a:lnTo>
                  <a:lnTo>
                    <a:pt x="316647" y="22964"/>
                  </a:lnTo>
                  <a:lnTo>
                    <a:pt x="351830" y="26479"/>
                  </a:lnTo>
                  <a:lnTo>
                    <a:pt x="387013" y="29330"/>
                  </a:lnTo>
                  <a:lnTo>
                    <a:pt x="422196" y="31500"/>
                  </a:lnTo>
                  <a:lnTo>
                    <a:pt x="457379" y="33124"/>
                  </a:lnTo>
                  <a:lnTo>
                    <a:pt x="492562" y="35831"/>
                  </a:lnTo>
                  <a:lnTo>
                    <a:pt x="527745" y="39011"/>
                  </a:lnTo>
                  <a:lnTo>
                    <a:pt x="562928" y="41737"/>
                  </a:lnTo>
                  <a:lnTo>
                    <a:pt x="598111" y="42952"/>
                  </a:lnTo>
                  <a:lnTo>
                    <a:pt x="633294" y="46655"/>
                  </a:lnTo>
                  <a:lnTo>
                    <a:pt x="668477" y="50492"/>
                  </a:lnTo>
                  <a:lnTo>
                    <a:pt x="703660" y="50890"/>
                  </a:lnTo>
                  <a:lnTo>
                    <a:pt x="738843" y="53258"/>
                  </a:lnTo>
                  <a:lnTo>
                    <a:pt x="774026" y="56711"/>
                  </a:lnTo>
                  <a:lnTo>
                    <a:pt x="809209" y="58210"/>
                  </a:lnTo>
                  <a:lnTo>
                    <a:pt x="844392" y="62446"/>
                  </a:lnTo>
                  <a:lnTo>
                    <a:pt x="879575" y="66029"/>
                  </a:lnTo>
                  <a:lnTo>
                    <a:pt x="914758" y="68988"/>
                  </a:lnTo>
                  <a:lnTo>
                    <a:pt x="949941" y="70980"/>
                  </a:lnTo>
                  <a:lnTo>
                    <a:pt x="985124" y="75732"/>
                  </a:lnTo>
                  <a:lnTo>
                    <a:pt x="1020307" y="79250"/>
                  </a:lnTo>
                  <a:lnTo>
                    <a:pt x="1055490" y="83738"/>
                  </a:lnTo>
                  <a:lnTo>
                    <a:pt x="1090673" y="87105"/>
                  </a:lnTo>
                  <a:lnTo>
                    <a:pt x="1125856" y="92404"/>
                  </a:lnTo>
                  <a:lnTo>
                    <a:pt x="1161039" y="93464"/>
                  </a:lnTo>
                  <a:lnTo>
                    <a:pt x="1196222" y="95782"/>
                  </a:lnTo>
                  <a:lnTo>
                    <a:pt x="1231405" y="98720"/>
                  </a:lnTo>
                  <a:lnTo>
                    <a:pt x="1266588" y="100768"/>
                  </a:lnTo>
                  <a:lnTo>
                    <a:pt x="1301771" y="103505"/>
                  </a:lnTo>
                  <a:lnTo>
                    <a:pt x="1336954" y="105905"/>
                  </a:lnTo>
                  <a:lnTo>
                    <a:pt x="1372137" y="108409"/>
                  </a:lnTo>
                  <a:lnTo>
                    <a:pt x="1407320" y="112013"/>
                  </a:lnTo>
                  <a:lnTo>
                    <a:pt x="1442503" y="114119"/>
                  </a:lnTo>
                  <a:lnTo>
                    <a:pt x="1477686" y="115905"/>
                  </a:lnTo>
                  <a:lnTo>
                    <a:pt x="1512869" y="120153"/>
                  </a:lnTo>
                  <a:lnTo>
                    <a:pt x="1548052" y="122289"/>
                  </a:lnTo>
                  <a:lnTo>
                    <a:pt x="1583235" y="127363"/>
                  </a:lnTo>
                  <a:lnTo>
                    <a:pt x="1618418" y="130172"/>
                  </a:lnTo>
                  <a:lnTo>
                    <a:pt x="1653601" y="132881"/>
                  </a:lnTo>
                  <a:lnTo>
                    <a:pt x="1688784" y="133128"/>
                  </a:lnTo>
                  <a:lnTo>
                    <a:pt x="1723967" y="136065"/>
                  </a:lnTo>
                  <a:lnTo>
                    <a:pt x="1759150" y="138858"/>
                  </a:lnTo>
                  <a:lnTo>
                    <a:pt x="1794333" y="143646"/>
                  </a:lnTo>
                  <a:lnTo>
                    <a:pt x="1829516" y="147214"/>
                  </a:lnTo>
                  <a:lnTo>
                    <a:pt x="1864699" y="151940"/>
                  </a:lnTo>
                  <a:lnTo>
                    <a:pt x="1899882" y="154580"/>
                  </a:lnTo>
                  <a:lnTo>
                    <a:pt x="1935065" y="157170"/>
                  </a:lnTo>
                  <a:lnTo>
                    <a:pt x="1970248" y="158424"/>
                  </a:lnTo>
                  <a:lnTo>
                    <a:pt x="2005431" y="161239"/>
                  </a:lnTo>
                  <a:lnTo>
                    <a:pt x="2040614" y="164520"/>
                  </a:lnTo>
                  <a:lnTo>
                    <a:pt x="2075797" y="165961"/>
                  </a:lnTo>
                  <a:lnTo>
                    <a:pt x="2110980" y="170103"/>
                  </a:lnTo>
                  <a:lnTo>
                    <a:pt x="2146163" y="171858"/>
                  </a:lnTo>
                  <a:lnTo>
                    <a:pt x="2181346" y="173469"/>
                  </a:lnTo>
                  <a:lnTo>
                    <a:pt x="2216529" y="177368"/>
                  </a:lnTo>
                  <a:lnTo>
                    <a:pt x="2251712" y="180164"/>
                  </a:lnTo>
                  <a:lnTo>
                    <a:pt x="2286895" y="184085"/>
                  </a:lnTo>
                  <a:lnTo>
                    <a:pt x="2322078" y="185948"/>
                  </a:lnTo>
                  <a:lnTo>
                    <a:pt x="2357261" y="186362"/>
                  </a:lnTo>
                  <a:lnTo>
                    <a:pt x="2392444" y="190408"/>
                  </a:lnTo>
                  <a:lnTo>
                    <a:pt x="2427627" y="191271"/>
                  </a:lnTo>
                  <a:lnTo>
                    <a:pt x="2462810" y="192934"/>
                  </a:lnTo>
                  <a:lnTo>
                    <a:pt x="2497993" y="195237"/>
                  </a:lnTo>
                  <a:lnTo>
                    <a:pt x="2533176" y="197932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2389401" y="4399578"/>
              <a:ext cx="3377568" cy="826199"/>
            </a:xfrm>
            <a:custGeom>
              <a:avLst/>
              <a:pathLst>
                <a:path w="3377568" h="826199">
                  <a:moveTo>
                    <a:pt x="0" y="826199"/>
                  </a:moveTo>
                  <a:lnTo>
                    <a:pt x="35183" y="820253"/>
                  </a:lnTo>
                  <a:lnTo>
                    <a:pt x="70366" y="812634"/>
                  </a:lnTo>
                  <a:lnTo>
                    <a:pt x="105549" y="804860"/>
                  </a:lnTo>
                  <a:lnTo>
                    <a:pt x="140732" y="797341"/>
                  </a:lnTo>
                  <a:lnTo>
                    <a:pt x="175915" y="789428"/>
                  </a:lnTo>
                  <a:lnTo>
                    <a:pt x="211098" y="781872"/>
                  </a:lnTo>
                  <a:lnTo>
                    <a:pt x="246281" y="774630"/>
                  </a:lnTo>
                  <a:lnTo>
                    <a:pt x="281464" y="766575"/>
                  </a:lnTo>
                  <a:lnTo>
                    <a:pt x="316647" y="758805"/>
                  </a:lnTo>
                  <a:lnTo>
                    <a:pt x="351830" y="750747"/>
                  </a:lnTo>
                  <a:lnTo>
                    <a:pt x="387013" y="742976"/>
                  </a:lnTo>
                  <a:lnTo>
                    <a:pt x="422196" y="734993"/>
                  </a:lnTo>
                  <a:lnTo>
                    <a:pt x="457379" y="726868"/>
                  </a:lnTo>
                  <a:lnTo>
                    <a:pt x="492562" y="719399"/>
                  </a:lnTo>
                  <a:lnTo>
                    <a:pt x="527745" y="711871"/>
                  </a:lnTo>
                  <a:lnTo>
                    <a:pt x="562928" y="705319"/>
                  </a:lnTo>
                  <a:lnTo>
                    <a:pt x="598111" y="698270"/>
                  </a:lnTo>
                  <a:lnTo>
                    <a:pt x="633294" y="691108"/>
                  </a:lnTo>
                  <a:lnTo>
                    <a:pt x="668477" y="683161"/>
                  </a:lnTo>
                  <a:lnTo>
                    <a:pt x="703660" y="674945"/>
                  </a:lnTo>
                  <a:lnTo>
                    <a:pt x="738843" y="667641"/>
                  </a:lnTo>
                  <a:lnTo>
                    <a:pt x="774026" y="658288"/>
                  </a:lnTo>
                  <a:lnTo>
                    <a:pt x="809209" y="651050"/>
                  </a:lnTo>
                  <a:lnTo>
                    <a:pt x="844392" y="641700"/>
                  </a:lnTo>
                  <a:lnTo>
                    <a:pt x="879575" y="634240"/>
                  </a:lnTo>
                  <a:lnTo>
                    <a:pt x="914758" y="626317"/>
                  </a:lnTo>
                  <a:lnTo>
                    <a:pt x="949941" y="618530"/>
                  </a:lnTo>
                  <a:lnTo>
                    <a:pt x="985124" y="609146"/>
                  </a:lnTo>
                  <a:lnTo>
                    <a:pt x="1020307" y="600008"/>
                  </a:lnTo>
                  <a:lnTo>
                    <a:pt x="1055490" y="591640"/>
                  </a:lnTo>
                  <a:lnTo>
                    <a:pt x="1090673" y="583624"/>
                  </a:lnTo>
                  <a:lnTo>
                    <a:pt x="1125856" y="575900"/>
                  </a:lnTo>
                  <a:lnTo>
                    <a:pt x="1161039" y="567253"/>
                  </a:lnTo>
                  <a:lnTo>
                    <a:pt x="1196222" y="559962"/>
                  </a:lnTo>
                  <a:lnTo>
                    <a:pt x="1231405" y="551308"/>
                  </a:lnTo>
                  <a:lnTo>
                    <a:pt x="1266588" y="542289"/>
                  </a:lnTo>
                  <a:lnTo>
                    <a:pt x="1301771" y="533719"/>
                  </a:lnTo>
                  <a:lnTo>
                    <a:pt x="1336954" y="525842"/>
                  </a:lnTo>
                  <a:lnTo>
                    <a:pt x="1372137" y="517329"/>
                  </a:lnTo>
                  <a:lnTo>
                    <a:pt x="1407320" y="509164"/>
                  </a:lnTo>
                  <a:lnTo>
                    <a:pt x="1442503" y="502153"/>
                  </a:lnTo>
                  <a:lnTo>
                    <a:pt x="1477686" y="493427"/>
                  </a:lnTo>
                  <a:lnTo>
                    <a:pt x="1512869" y="484791"/>
                  </a:lnTo>
                  <a:lnTo>
                    <a:pt x="1548052" y="476448"/>
                  </a:lnTo>
                  <a:lnTo>
                    <a:pt x="1583235" y="468137"/>
                  </a:lnTo>
                  <a:lnTo>
                    <a:pt x="1618418" y="459190"/>
                  </a:lnTo>
                  <a:lnTo>
                    <a:pt x="1653601" y="451328"/>
                  </a:lnTo>
                  <a:lnTo>
                    <a:pt x="1688784" y="442119"/>
                  </a:lnTo>
                  <a:lnTo>
                    <a:pt x="1723967" y="433127"/>
                  </a:lnTo>
                  <a:lnTo>
                    <a:pt x="1759150" y="425746"/>
                  </a:lnTo>
                  <a:lnTo>
                    <a:pt x="1794333" y="418551"/>
                  </a:lnTo>
                  <a:lnTo>
                    <a:pt x="1829516" y="409150"/>
                  </a:lnTo>
                  <a:lnTo>
                    <a:pt x="1864699" y="399972"/>
                  </a:lnTo>
                  <a:lnTo>
                    <a:pt x="1899882" y="392094"/>
                  </a:lnTo>
                  <a:lnTo>
                    <a:pt x="1935065" y="383797"/>
                  </a:lnTo>
                  <a:lnTo>
                    <a:pt x="1970248" y="374916"/>
                  </a:lnTo>
                  <a:lnTo>
                    <a:pt x="2005431" y="366101"/>
                  </a:lnTo>
                  <a:lnTo>
                    <a:pt x="2040614" y="357745"/>
                  </a:lnTo>
                  <a:lnTo>
                    <a:pt x="2075797" y="348650"/>
                  </a:lnTo>
                  <a:lnTo>
                    <a:pt x="2110980" y="341069"/>
                  </a:lnTo>
                  <a:lnTo>
                    <a:pt x="2146163" y="331187"/>
                  </a:lnTo>
                  <a:lnTo>
                    <a:pt x="2181346" y="322263"/>
                  </a:lnTo>
                  <a:lnTo>
                    <a:pt x="2216529" y="313776"/>
                  </a:lnTo>
                  <a:lnTo>
                    <a:pt x="2251712" y="304969"/>
                  </a:lnTo>
                  <a:lnTo>
                    <a:pt x="2286895" y="295961"/>
                  </a:lnTo>
                  <a:lnTo>
                    <a:pt x="2322078" y="286464"/>
                  </a:lnTo>
                  <a:lnTo>
                    <a:pt x="2357261" y="276943"/>
                  </a:lnTo>
                  <a:lnTo>
                    <a:pt x="2392444" y="267032"/>
                  </a:lnTo>
                  <a:lnTo>
                    <a:pt x="2427627" y="258225"/>
                  </a:lnTo>
                  <a:lnTo>
                    <a:pt x="2462810" y="248033"/>
                  </a:lnTo>
                  <a:lnTo>
                    <a:pt x="2497993" y="239369"/>
                  </a:lnTo>
                  <a:lnTo>
                    <a:pt x="2533176" y="230704"/>
                  </a:lnTo>
                  <a:lnTo>
                    <a:pt x="2568359" y="221509"/>
                  </a:lnTo>
                  <a:lnTo>
                    <a:pt x="2603542" y="211835"/>
                  </a:lnTo>
                  <a:lnTo>
                    <a:pt x="2638725" y="202959"/>
                  </a:lnTo>
                  <a:lnTo>
                    <a:pt x="2673908" y="193710"/>
                  </a:lnTo>
                  <a:lnTo>
                    <a:pt x="2709091" y="183879"/>
                  </a:lnTo>
                  <a:lnTo>
                    <a:pt x="2744274" y="173358"/>
                  </a:lnTo>
                  <a:lnTo>
                    <a:pt x="2779457" y="164419"/>
                  </a:lnTo>
                  <a:lnTo>
                    <a:pt x="2814640" y="154023"/>
                  </a:lnTo>
                  <a:lnTo>
                    <a:pt x="2849823" y="144310"/>
                  </a:lnTo>
                  <a:lnTo>
                    <a:pt x="2885006" y="136056"/>
                  </a:lnTo>
                  <a:lnTo>
                    <a:pt x="2920189" y="127186"/>
                  </a:lnTo>
                  <a:lnTo>
                    <a:pt x="2955372" y="117132"/>
                  </a:lnTo>
                  <a:lnTo>
                    <a:pt x="2990555" y="107694"/>
                  </a:lnTo>
                  <a:lnTo>
                    <a:pt x="3025738" y="98089"/>
                  </a:lnTo>
                  <a:lnTo>
                    <a:pt x="3060921" y="87814"/>
                  </a:lnTo>
                  <a:lnTo>
                    <a:pt x="3096104" y="78869"/>
                  </a:lnTo>
                  <a:lnTo>
                    <a:pt x="3131287" y="69094"/>
                  </a:lnTo>
                  <a:lnTo>
                    <a:pt x="3166470" y="59863"/>
                  </a:lnTo>
                  <a:lnTo>
                    <a:pt x="3201653" y="48967"/>
                  </a:lnTo>
                  <a:lnTo>
                    <a:pt x="3236836" y="39645"/>
                  </a:lnTo>
                  <a:lnTo>
                    <a:pt x="3272019" y="29099"/>
                  </a:lnTo>
                  <a:lnTo>
                    <a:pt x="3307202" y="18923"/>
                  </a:lnTo>
                  <a:lnTo>
                    <a:pt x="3342385" y="9142"/>
                  </a:lnTo>
                  <a:lnTo>
                    <a:pt x="3377568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2811597" y="3368045"/>
              <a:ext cx="2885006" cy="1269236"/>
            </a:xfrm>
            <a:custGeom>
              <a:avLst/>
              <a:pathLst>
                <a:path w="2885006" h="1269236">
                  <a:moveTo>
                    <a:pt x="0" y="0"/>
                  </a:moveTo>
                  <a:lnTo>
                    <a:pt x="35183" y="17978"/>
                  </a:lnTo>
                  <a:lnTo>
                    <a:pt x="70366" y="34996"/>
                  </a:lnTo>
                  <a:lnTo>
                    <a:pt x="105549" y="51566"/>
                  </a:lnTo>
                  <a:lnTo>
                    <a:pt x="140732" y="69228"/>
                  </a:lnTo>
                  <a:lnTo>
                    <a:pt x="175915" y="85921"/>
                  </a:lnTo>
                  <a:lnTo>
                    <a:pt x="211098" y="103207"/>
                  </a:lnTo>
                  <a:lnTo>
                    <a:pt x="246281" y="122014"/>
                  </a:lnTo>
                  <a:lnTo>
                    <a:pt x="281464" y="140094"/>
                  </a:lnTo>
                  <a:lnTo>
                    <a:pt x="316647" y="155912"/>
                  </a:lnTo>
                  <a:lnTo>
                    <a:pt x="351830" y="173631"/>
                  </a:lnTo>
                  <a:lnTo>
                    <a:pt x="387013" y="190154"/>
                  </a:lnTo>
                  <a:lnTo>
                    <a:pt x="422196" y="208890"/>
                  </a:lnTo>
                  <a:lnTo>
                    <a:pt x="457379" y="227305"/>
                  </a:lnTo>
                  <a:lnTo>
                    <a:pt x="492562" y="244679"/>
                  </a:lnTo>
                  <a:lnTo>
                    <a:pt x="527745" y="261482"/>
                  </a:lnTo>
                  <a:lnTo>
                    <a:pt x="562928" y="278605"/>
                  </a:lnTo>
                  <a:lnTo>
                    <a:pt x="598111" y="295166"/>
                  </a:lnTo>
                  <a:lnTo>
                    <a:pt x="633294" y="312655"/>
                  </a:lnTo>
                  <a:lnTo>
                    <a:pt x="668477" y="328110"/>
                  </a:lnTo>
                  <a:lnTo>
                    <a:pt x="703660" y="343126"/>
                  </a:lnTo>
                  <a:lnTo>
                    <a:pt x="738843" y="359880"/>
                  </a:lnTo>
                  <a:lnTo>
                    <a:pt x="774026" y="377406"/>
                  </a:lnTo>
                  <a:lnTo>
                    <a:pt x="809209" y="393943"/>
                  </a:lnTo>
                  <a:lnTo>
                    <a:pt x="844392" y="410658"/>
                  </a:lnTo>
                  <a:lnTo>
                    <a:pt x="879575" y="426793"/>
                  </a:lnTo>
                  <a:lnTo>
                    <a:pt x="914758" y="442386"/>
                  </a:lnTo>
                  <a:lnTo>
                    <a:pt x="949941" y="458209"/>
                  </a:lnTo>
                  <a:lnTo>
                    <a:pt x="985124" y="474097"/>
                  </a:lnTo>
                  <a:lnTo>
                    <a:pt x="1020307" y="491692"/>
                  </a:lnTo>
                  <a:lnTo>
                    <a:pt x="1055490" y="508484"/>
                  </a:lnTo>
                  <a:lnTo>
                    <a:pt x="1090673" y="524097"/>
                  </a:lnTo>
                  <a:lnTo>
                    <a:pt x="1125856" y="540906"/>
                  </a:lnTo>
                  <a:lnTo>
                    <a:pt x="1161039" y="557786"/>
                  </a:lnTo>
                  <a:lnTo>
                    <a:pt x="1196222" y="574727"/>
                  </a:lnTo>
                  <a:lnTo>
                    <a:pt x="1231405" y="589552"/>
                  </a:lnTo>
                  <a:lnTo>
                    <a:pt x="1266588" y="605925"/>
                  </a:lnTo>
                  <a:lnTo>
                    <a:pt x="1301771" y="621339"/>
                  </a:lnTo>
                  <a:lnTo>
                    <a:pt x="1336954" y="636711"/>
                  </a:lnTo>
                  <a:lnTo>
                    <a:pt x="1372137" y="653259"/>
                  </a:lnTo>
                  <a:lnTo>
                    <a:pt x="1407320" y="669154"/>
                  </a:lnTo>
                  <a:lnTo>
                    <a:pt x="1442503" y="684270"/>
                  </a:lnTo>
                  <a:lnTo>
                    <a:pt x="1477686" y="700513"/>
                  </a:lnTo>
                  <a:lnTo>
                    <a:pt x="1512869" y="718127"/>
                  </a:lnTo>
                  <a:lnTo>
                    <a:pt x="1548052" y="732242"/>
                  </a:lnTo>
                  <a:lnTo>
                    <a:pt x="1583235" y="748546"/>
                  </a:lnTo>
                  <a:lnTo>
                    <a:pt x="1618418" y="762895"/>
                  </a:lnTo>
                  <a:lnTo>
                    <a:pt x="1653601" y="777408"/>
                  </a:lnTo>
                  <a:lnTo>
                    <a:pt x="1688784" y="793317"/>
                  </a:lnTo>
                  <a:lnTo>
                    <a:pt x="1723967" y="809206"/>
                  </a:lnTo>
                  <a:lnTo>
                    <a:pt x="1759150" y="823574"/>
                  </a:lnTo>
                  <a:lnTo>
                    <a:pt x="1794333" y="840284"/>
                  </a:lnTo>
                  <a:lnTo>
                    <a:pt x="1829516" y="853280"/>
                  </a:lnTo>
                  <a:lnTo>
                    <a:pt x="1864699" y="868067"/>
                  </a:lnTo>
                  <a:lnTo>
                    <a:pt x="1899882" y="880821"/>
                  </a:lnTo>
                  <a:lnTo>
                    <a:pt x="1935065" y="895708"/>
                  </a:lnTo>
                  <a:lnTo>
                    <a:pt x="1970248" y="909780"/>
                  </a:lnTo>
                  <a:lnTo>
                    <a:pt x="2005431" y="924602"/>
                  </a:lnTo>
                  <a:lnTo>
                    <a:pt x="2040614" y="938919"/>
                  </a:lnTo>
                  <a:lnTo>
                    <a:pt x="2075797" y="953401"/>
                  </a:lnTo>
                  <a:lnTo>
                    <a:pt x="2110980" y="967334"/>
                  </a:lnTo>
                  <a:lnTo>
                    <a:pt x="2146163" y="981055"/>
                  </a:lnTo>
                  <a:lnTo>
                    <a:pt x="2181346" y="995530"/>
                  </a:lnTo>
                  <a:lnTo>
                    <a:pt x="2216529" y="1009303"/>
                  </a:lnTo>
                  <a:lnTo>
                    <a:pt x="2251712" y="1023973"/>
                  </a:lnTo>
                  <a:lnTo>
                    <a:pt x="2286895" y="1038698"/>
                  </a:lnTo>
                  <a:lnTo>
                    <a:pt x="2322078" y="1053749"/>
                  </a:lnTo>
                  <a:lnTo>
                    <a:pt x="2357261" y="1067503"/>
                  </a:lnTo>
                  <a:lnTo>
                    <a:pt x="2392444" y="1081799"/>
                  </a:lnTo>
                  <a:lnTo>
                    <a:pt x="2427627" y="1094578"/>
                  </a:lnTo>
                  <a:lnTo>
                    <a:pt x="2462810" y="1107805"/>
                  </a:lnTo>
                  <a:lnTo>
                    <a:pt x="2497993" y="1119888"/>
                  </a:lnTo>
                  <a:lnTo>
                    <a:pt x="2533176" y="1134150"/>
                  </a:lnTo>
                  <a:lnTo>
                    <a:pt x="2568359" y="1147520"/>
                  </a:lnTo>
                  <a:lnTo>
                    <a:pt x="2603542" y="1160810"/>
                  </a:lnTo>
                  <a:lnTo>
                    <a:pt x="2638725" y="1173384"/>
                  </a:lnTo>
                  <a:lnTo>
                    <a:pt x="2673908" y="1187544"/>
                  </a:lnTo>
                  <a:lnTo>
                    <a:pt x="2709091" y="1201514"/>
                  </a:lnTo>
                  <a:lnTo>
                    <a:pt x="2744274" y="1215774"/>
                  </a:lnTo>
                  <a:lnTo>
                    <a:pt x="2779457" y="1227690"/>
                  </a:lnTo>
                  <a:lnTo>
                    <a:pt x="2814640" y="1241887"/>
                  </a:lnTo>
                  <a:lnTo>
                    <a:pt x="2849823" y="1256417"/>
                  </a:lnTo>
                  <a:lnTo>
                    <a:pt x="2885006" y="1269236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3374525" y="1921199"/>
              <a:ext cx="1161039" cy="1382617"/>
            </a:xfrm>
            <a:custGeom>
              <a:avLst/>
              <a:pathLst>
                <a:path w="1161039" h="1382617">
                  <a:moveTo>
                    <a:pt x="0" y="1382617"/>
                  </a:moveTo>
                  <a:lnTo>
                    <a:pt x="35183" y="1342328"/>
                  </a:lnTo>
                  <a:lnTo>
                    <a:pt x="70366" y="1301850"/>
                  </a:lnTo>
                  <a:lnTo>
                    <a:pt x="105549" y="1265682"/>
                  </a:lnTo>
                  <a:lnTo>
                    <a:pt x="140732" y="1231708"/>
                  </a:lnTo>
                  <a:lnTo>
                    <a:pt x="175915" y="1195195"/>
                  </a:lnTo>
                  <a:lnTo>
                    <a:pt x="211098" y="1156233"/>
                  </a:lnTo>
                  <a:lnTo>
                    <a:pt x="246281" y="1121127"/>
                  </a:lnTo>
                  <a:lnTo>
                    <a:pt x="281464" y="1084356"/>
                  </a:lnTo>
                  <a:lnTo>
                    <a:pt x="316647" y="1044695"/>
                  </a:lnTo>
                  <a:lnTo>
                    <a:pt x="351830" y="1003470"/>
                  </a:lnTo>
                  <a:lnTo>
                    <a:pt x="387013" y="965464"/>
                  </a:lnTo>
                  <a:lnTo>
                    <a:pt x="422196" y="927229"/>
                  </a:lnTo>
                  <a:lnTo>
                    <a:pt x="457379" y="886760"/>
                  </a:lnTo>
                  <a:lnTo>
                    <a:pt x="492562" y="847580"/>
                  </a:lnTo>
                  <a:lnTo>
                    <a:pt x="527745" y="804660"/>
                  </a:lnTo>
                  <a:lnTo>
                    <a:pt x="562928" y="761975"/>
                  </a:lnTo>
                  <a:lnTo>
                    <a:pt x="598111" y="721795"/>
                  </a:lnTo>
                  <a:lnTo>
                    <a:pt x="633294" y="680394"/>
                  </a:lnTo>
                  <a:lnTo>
                    <a:pt x="668477" y="638534"/>
                  </a:lnTo>
                  <a:lnTo>
                    <a:pt x="703660" y="593753"/>
                  </a:lnTo>
                  <a:lnTo>
                    <a:pt x="738843" y="550322"/>
                  </a:lnTo>
                  <a:lnTo>
                    <a:pt x="774026" y="505193"/>
                  </a:lnTo>
                  <a:lnTo>
                    <a:pt x="809209" y="461314"/>
                  </a:lnTo>
                  <a:lnTo>
                    <a:pt x="844392" y="416386"/>
                  </a:lnTo>
                  <a:lnTo>
                    <a:pt x="879575" y="373827"/>
                  </a:lnTo>
                  <a:lnTo>
                    <a:pt x="914758" y="327718"/>
                  </a:lnTo>
                  <a:lnTo>
                    <a:pt x="949941" y="285091"/>
                  </a:lnTo>
                  <a:lnTo>
                    <a:pt x="985124" y="237954"/>
                  </a:lnTo>
                  <a:lnTo>
                    <a:pt x="1020307" y="193864"/>
                  </a:lnTo>
                  <a:lnTo>
                    <a:pt x="1055490" y="145307"/>
                  </a:lnTo>
                  <a:lnTo>
                    <a:pt x="1090673" y="97279"/>
                  </a:lnTo>
                  <a:lnTo>
                    <a:pt x="1125856" y="48031"/>
                  </a:lnTo>
                  <a:lnTo>
                    <a:pt x="1161039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491278" y="529239"/>
              <a:ext cx="8475585" cy="5396314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7"/>
            <p:cNvSpPr/>
            <p:nvPr/>
          </p:nvSpPr>
          <p:spPr>
            <a:xfrm>
              <a:off x="267120" y="4826903"/>
              <a:ext cx="161528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366492" y="3399788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304337" y="1972454"/>
              <a:ext cx="124311" cy="80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304337" y="545011"/>
              <a:ext cx="124311" cy="806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42" name="pl41"/>
            <p:cNvSpPr/>
            <p:nvPr/>
          </p:nvSpPr>
          <p:spPr>
            <a:xfrm>
              <a:off x="456483" y="486720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456483" y="34399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456483" y="20127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456483" y="5855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586697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2334408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4082118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5829829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7577539" y="592555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0"/>
            <p:cNvSpPr/>
            <p:nvPr/>
          </p:nvSpPr>
          <p:spPr>
            <a:xfrm>
              <a:off x="537011" y="5989984"/>
              <a:ext cx="99372" cy="78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2284722" y="5989929"/>
              <a:ext cx="99372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4051041" y="5988074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5798751" y="5989929"/>
              <a:ext cx="62155" cy="78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7546462" y="5989984"/>
              <a:ext cx="62155" cy="78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2601715" y="6095188"/>
              <a:ext cx="4254710" cy="1328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Standardised maximum temperature anomaly (StdTmaxAnomalyRS)</a:t>
              </a:r>
            </a:p>
          </p:txBody>
        </p:sp>
        <p:sp>
          <p:nvSpPr>
            <p:cNvPr id="57" name="tx56"/>
            <p:cNvSpPr/>
            <p:nvPr/>
          </p:nvSpPr>
          <p:spPr>
            <a:xfrm rot="-5400000">
              <a:off x="-847723" y="3160479"/>
              <a:ext cx="1964463" cy="133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Change in species richness (%)</a:t>
              </a:r>
            </a:p>
          </p:txBody>
        </p:sp>
        <p:sp>
          <p:nvSpPr>
            <p:cNvPr id="58" name="rc57"/>
            <p:cNvSpPr/>
            <p:nvPr/>
          </p:nvSpPr>
          <p:spPr>
            <a:xfrm>
              <a:off x="1879502" y="6467734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1879502" y="6467734"/>
              <a:ext cx="219456" cy="219455"/>
            </a:xfrm>
            <a:prstGeom prst="rect">
              <a:avLst/>
            </a:prstGeom>
            <a:solidFill>
              <a:srgbClr val="009E7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1901448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3169870" y="6467734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3169870" y="6467734"/>
              <a:ext cx="219456" cy="219455"/>
            </a:xfrm>
            <a:prstGeom prst="rect">
              <a:avLst/>
            </a:prstGeom>
            <a:solidFill>
              <a:srgbClr val="0072B2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3191815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4609596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4609596" y="6467734"/>
              <a:ext cx="219455" cy="219455"/>
            </a:xfrm>
            <a:prstGeom prst="rect">
              <a:avLst/>
            </a:prstGeom>
            <a:solidFill>
              <a:srgbClr val="E69F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4631542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5775598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5775598" y="6467734"/>
              <a:ext cx="219455" cy="219455"/>
            </a:xfrm>
            <a:prstGeom prst="rect">
              <a:avLst/>
            </a:prstGeom>
            <a:solidFill>
              <a:srgbClr val="D55E0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5797544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6985201" y="646773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6985201" y="6467734"/>
              <a:ext cx="219455" cy="219455"/>
            </a:xfrm>
            <a:prstGeom prst="rect">
              <a:avLst/>
            </a:prstGeom>
            <a:solidFill>
              <a:srgbClr val="FFC0CB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7007147" y="65774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FFC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2"/>
            <p:cNvSpPr/>
            <p:nvPr/>
          </p:nvSpPr>
          <p:spPr>
            <a:xfrm>
              <a:off x="2168547" y="6512660"/>
              <a:ext cx="931733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 vegetation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3458915" y="6510477"/>
              <a:ext cx="1081092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Secondary vegetation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4898641" y="6511350"/>
              <a:ext cx="807367" cy="1061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 (low)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6064643" y="6511350"/>
              <a:ext cx="850969" cy="1061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Agriculture (high)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7274247" y="6534979"/>
              <a:ext cx="304393" cy="825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Urban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491278" y="297303"/>
              <a:ext cx="4647480" cy="1314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change is expressed relative to Primary vegetation at anomaly = 0.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491278" y="63976"/>
              <a:ext cx="5934685" cy="1578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Richness responses to maximum warming anomaly across land-use types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2026-03-23T21:32:42Z</dcterms:modified>
  <cp:category/>
</cp:coreProperties>
</file>