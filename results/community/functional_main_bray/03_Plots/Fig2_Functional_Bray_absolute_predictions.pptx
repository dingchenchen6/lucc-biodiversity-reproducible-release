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Functional multi-metric predictions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084653" y="2396548"/>
              <a:ext cx="2238742" cy="7427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084653" y="3105564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084653" y="2880989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084653" y="2656413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084653" y="2431837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102983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622827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142671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662515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3182359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1186414" y="2460344"/>
              <a:ext cx="2035220" cy="607176"/>
            </a:xfrm>
            <a:custGeom>
              <a:avLst/>
              <a:pathLst>
                <a:path w="2035220" h="607176">
                  <a:moveTo>
                    <a:pt x="0" y="541874"/>
                  </a:moveTo>
                  <a:lnTo>
                    <a:pt x="7857" y="541482"/>
                  </a:lnTo>
                  <a:lnTo>
                    <a:pt x="15715" y="541083"/>
                  </a:lnTo>
                  <a:lnTo>
                    <a:pt x="23573" y="540597"/>
                  </a:lnTo>
                  <a:lnTo>
                    <a:pt x="31431" y="540048"/>
                  </a:lnTo>
                  <a:lnTo>
                    <a:pt x="39289" y="539265"/>
                  </a:lnTo>
                  <a:lnTo>
                    <a:pt x="47147" y="538723"/>
                  </a:lnTo>
                  <a:lnTo>
                    <a:pt x="55005" y="538302"/>
                  </a:lnTo>
                  <a:lnTo>
                    <a:pt x="62863" y="537879"/>
                  </a:lnTo>
                  <a:lnTo>
                    <a:pt x="70721" y="537354"/>
                  </a:lnTo>
                  <a:lnTo>
                    <a:pt x="78579" y="536810"/>
                  </a:lnTo>
                  <a:lnTo>
                    <a:pt x="86437" y="536242"/>
                  </a:lnTo>
                  <a:lnTo>
                    <a:pt x="94295" y="535515"/>
                  </a:lnTo>
                  <a:lnTo>
                    <a:pt x="102153" y="535029"/>
                  </a:lnTo>
                  <a:lnTo>
                    <a:pt x="110011" y="534468"/>
                  </a:lnTo>
                  <a:lnTo>
                    <a:pt x="117869" y="534096"/>
                  </a:lnTo>
                  <a:lnTo>
                    <a:pt x="125727" y="533225"/>
                  </a:lnTo>
                  <a:lnTo>
                    <a:pt x="133585" y="532783"/>
                  </a:lnTo>
                  <a:lnTo>
                    <a:pt x="141443" y="532448"/>
                  </a:lnTo>
                  <a:lnTo>
                    <a:pt x="149301" y="531694"/>
                  </a:lnTo>
                  <a:lnTo>
                    <a:pt x="157159" y="530936"/>
                  </a:lnTo>
                  <a:lnTo>
                    <a:pt x="165017" y="530174"/>
                  </a:lnTo>
                  <a:lnTo>
                    <a:pt x="172875" y="529277"/>
                  </a:lnTo>
                  <a:lnTo>
                    <a:pt x="180733" y="528443"/>
                  </a:lnTo>
                  <a:lnTo>
                    <a:pt x="188591" y="527859"/>
                  </a:lnTo>
                  <a:lnTo>
                    <a:pt x="196449" y="527079"/>
                  </a:lnTo>
                  <a:lnTo>
                    <a:pt x="204307" y="526487"/>
                  </a:lnTo>
                  <a:lnTo>
                    <a:pt x="212165" y="525834"/>
                  </a:lnTo>
                  <a:lnTo>
                    <a:pt x="220023" y="525004"/>
                  </a:lnTo>
                  <a:lnTo>
                    <a:pt x="227881" y="524319"/>
                  </a:lnTo>
                  <a:lnTo>
                    <a:pt x="235739" y="523632"/>
                  </a:lnTo>
                  <a:lnTo>
                    <a:pt x="243597" y="522942"/>
                  </a:lnTo>
                  <a:lnTo>
                    <a:pt x="251455" y="522201"/>
                  </a:lnTo>
                  <a:lnTo>
                    <a:pt x="259313" y="521290"/>
                  </a:lnTo>
                  <a:lnTo>
                    <a:pt x="267171" y="520851"/>
                  </a:lnTo>
                  <a:lnTo>
                    <a:pt x="275029" y="520147"/>
                  </a:lnTo>
                  <a:lnTo>
                    <a:pt x="282887" y="519418"/>
                  </a:lnTo>
                  <a:lnTo>
                    <a:pt x="290745" y="518692"/>
                  </a:lnTo>
                  <a:lnTo>
                    <a:pt x="298603" y="517946"/>
                  </a:lnTo>
                  <a:lnTo>
                    <a:pt x="306461" y="517299"/>
                  </a:lnTo>
                  <a:lnTo>
                    <a:pt x="314319" y="516616"/>
                  </a:lnTo>
                  <a:lnTo>
                    <a:pt x="322177" y="515853"/>
                  </a:lnTo>
                  <a:lnTo>
                    <a:pt x="330035" y="514875"/>
                  </a:lnTo>
                  <a:lnTo>
                    <a:pt x="337893" y="514010"/>
                  </a:lnTo>
                  <a:lnTo>
                    <a:pt x="345751" y="513262"/>
                  </a:lnTo>
                  <a:lnTo>
                    <a:pt x="353609" y="512722"/>
                  </a:lnTo>
                  <a:lnTo>
                    <a:pt x="361467" y="511782"/>
                  </a:lnTo>
                  <a:lnTo>
                    <a:pt x="369325" y="510999"/>
                  </a:lnTo>
                  <a:lnTo>
                    <a:pt x="377183" y="510231"/>
                  </a:lnTo>
                  <a:lnTo>
                    <a:pt x="385041" y="509245"/>
                  </a:lnTo>
                  <a:lnTo>
                    <a:pt x="392899" y="508666"/>
                  </a:lnTo>
                  <a:lnTo>
                    <a:pt x="400757" y="507556"/>
                  </a:lnTo>
                  <a:lnTo>
                    <a:pt x="408615" y="506549"/>
                  </a:lnTo>
                  <a:lnTo>
                    <a:pt x="416473" y="505741"/>
                  </a:lnTo>
                  <a:lnTo>
                    <a:pt x="424331" y="504633"/>
                  </a:lnTo>
                  <a:lnTo>
                    <a:pt x="432189" y="503909"/>
                  </a:lnTo>
                  <a:lnTo>
                    <a:pt x="440047" y="502796"/>
                  </a:lnTo>
                  <a:lnTo>
                    <a:pt x="447905" y="501903"/>
                  </a:lnTo>
                  <a:lnTo>
                    <a:pt x="455763" y="501071"/>
                  </a:lnTo>
                  <a:lnTo>
                    <a:pt x="463621" y="500218"/>
                  </a:lnTo>
                  <a:lnTo>
                    <a:pt x="471479" y="498814"/>
                  </a:lnTo>
                  <a:lnTo>
                    <a:pt x="479337" y="497960"/>
                  </a:lnTo>
                  <a:lnTo>
                    <a:pt x="487195" y="497193"/>
                  </a:lnTo>
                  <a:lnTo>
                    <a:pt x="495053" y="496423"/>
                  </a:lnTo>
                  <a:lnTo>
                    <a:pt x="502911" y="495650"/>
                  </a:lnTo>
                  <a:lnTo>
                    <a:pt x="510769" y="494789"/>
                  </a:lnTo>
                  <a:lnTo>
                    <a:pt x="518627" y="493654"/>
                  </a:lnTo>
                  <a:lnTo>
                    <a:pt x="526485" y="492518"/>
                  </a:lnTo>
                  <a:lnTo>
                    <a:pt x="534343" y="491180"/>
                  </a:lnTo>
                  <a:lnTo>
                    <a:pt x="542201" y="489982"/>
                  </a:lnTo>
                  <a:lnTo>
                    <a:pt x="550059" y="488993"/>
                  </a:lnTo>
                  <a:lnTo>
                    <a:pt x="557917" y="487862"/>
                  </a:lnTo>
                  <a:lnTo>
                    <a:pt x="565775" y="486872"/>
                  </a:lnTo>
                  <a:lnTo>
                    <a:pt x="573633" y="485486"/>
                  </a:lnTo>
                  <a:lnTo>
                    <a:pt x="581491" y="484285"/>
                  </a:lnTo>
                  <a:lnTo>
                    <a:pt x="589349" y="483064"/>
                  </a:lnTo>
                  <a:lnTo>
                    <a:pt x="597207" y="481845"/>
                  </a:lnTo>
                  <a:lnTo>
                    <a:pt x="605065" y="480628"/>
                  </a:lnTo>
                  <a:lnTo>
                    <a:pt x="612923" y="479409"/>
                  </a:lnTo>
                  <a:lnTo>
                    <a:pt x="620781" y="478170"/>
                  </a:lnTo>
                  <a:lnTo>
                    <a:pt x="628639" y="476929"/>
                  </a:lnTo>
                  <a:lnTo>
                    <a:pt x="636497" y="475696"/>
                  </a:lnTo>
                  <a:lnTo>
                    <a:pt x="644355" y="474877"/>
                  </a:lnTo>
                  <a:lnTo>
                    <a:pt x="652213" y="473621"/>
                  </a:lnTo>
                  <a:lnTo>
                    <a:pt x="660071" y="472426"/>
                  </a:lnTo>
                  <a:lnTo>
                    <a:pt x="667929" y="471359"/>
                  </a:lnTo>
                  <a:lnTo>
                    <a:pt x="675787" y="470102"/>
                  </a:lnTo>
                  <a:lnTo>
                    <a:pt x="683645" y="468779"/>
                  </a:lnTo>
                  <a:lnTo>
                    <a:pt x="691503" y="467665"/>
                  </a:lnTo>
                  <a:lnTo>
                    <a:pt x="699361" y="466427"/>
                  </a:lnTo>
                  <a:lnTo>
                    <a:pt x="707219" y="464728"/>
                  </a:lnTo>
                  <a:lnTo>
                    <a:pt x="715077" y="463318"/>
                  </a:lnTo>
                  <a:lnTo>
                    <a:pt x="722935" y="462092"/>
                  </a:lnTo>
                  <a:lnTo>
                    <a:pt x="730793" y="460703"/>
                  </a:lnTo>
                  <a:lnTo>
                    <a:pt x="738651" y="459008"/>
                  </a:lnTo>
                  <a:lnTo>
                    <a:pt x="746509" y="457344"/>
                  </a:lnTo>
                  <a:lnTo>
                    <a:pt x="754367" y="455950"/>
                  </a:lnTo>
                  <a:lnTo>
                    <a:pt x="762225" y="454167"/>
                  </a:lnTo>
                  <a:lnTo>
                    <a:pt x="770083" y="452499"/>
                  </a:lnTo>
                  <a:lnTo>
                    <a:pt x="777941" y="451018"/>
                  </a:lnTo>
                  <a:lnTo>
                    <a:pt x="785799" y="449528"/>
                  </a:lnTo>
                  <a:lnTo>
                    <a:pt x="793657" y="447880"/>
                  </a:lnTo>
                  <a:lnTo>
                    <a:pt x="801515" y="446523"/>
                  </a:lnTo>
                  <a:lnTo>
                    <a:pt x="809373" y="445006"/>
                  </a:lnTo>
                  <a:lnTo>
                    <a:pt x="817231" y="443481"/>
                  </a:lnTo>
                  <a:lnTo>
                    <a:pt x="825089" y="441946"/>
                  </a:lnTo>
                  <a:lnTo>
                    <a:pt x="832947" y="440407"/>
                  </a:lnTo>
                  <a:lnTo>
                    <a:pt x="840805" y="438556"/>
                  </a:lnTo>
                  <a:lnTo>
                    <a:pt x="848663" y="436642"/>
                  </a:lnTo>
                  <a:lnTo>
                    <a:pt x="856521" y="434589"/>
                  </a:lnTo>
                  <a:lnTo>
                    <a:pt x="864379" y="432968"/>
                  </a:lnTo>
                  <a:lnTo>
                    <a:pt x="872237" y="431497"/>
                  </a:lnTo>
                  <a:lnTo>
                    <a:pt x="880095" y="429856"/>
                  </a:lnTo>
                  <a:lnTo>
                    <a:pt x="887953" y="427770"/>
                  </a:lnTo>
                  <a:lnTo>
                    <a:pt x="895811" y="425815"/>
                  </a:lnTo>
                  <a:lnTo>
                    <a:pt x="903669" y="423771"/>
                  </a:lnTo>
                  <a:lnTo>
                    <a:pt x="911527" y="421993"/>
                  </a:lnTo>
                  <a:lnTo>
                    <a:pt x="919385" y="420171"/>
                  </a:lnTo>
                  <a:lnTo>
                    <a:pt x="927243" y="417971"/>
                  </a:lnTo>
                  <a:lnTo>
                    <a:pt x="935101" y="416068"/>
                  </a:lnTo>
                  <a:lnTo>
                    <a:pt x="942959" y="414487"/>
                  </a:lnTo>
                  <a:lnTo>
                    <a:pt x="950817" y="412382"/>
                  </a:lnTo>
                  <a:lnTo>
                    <a:pt x="958675" y="410342"/>
                  </a:lnTo>
                  <a:lnTo>
                    <a:pt x="966533" y="408291"/>
                  </a:lnTo>
                  <a:lnTo>
                    <a:pt x="974391" y="406227"/>
                  </a:lnTo>
                  <a:lnTo>
                    <a:pt x="982249" y="404347"/>
                  </a:lnTo>
                  <a:lnTo>
                    <a:pt x="990107" y="403134"/>
                  </a:lnTo>
                  <a:lnTo>
                    <a:pt x="997965" y="401586"/>
                  </a:lnTo>
                  <a:lnTo>
                    <a:pt x="1005823" y="399387"/>
                  </a:lnTo>
                  <a:lnTo>
                    <a:pt x="1013681" y="397182"/>
                  </a:lnTo>
                  <a:lnTo>
                    <a:pt x="1021539" y="394972"/>
                  </a:lnTo>
                  <a:lnTo>
                    <a:pt x="1029397" y="393144"/>
                  </a:lnTo>
                  <a:lnTo>
                    <a:pt x="1037254" y="390874"/>
                  </a:lnTo>
                  <a:lnTo>
                    <a:pt x="1045112" y="389488"/>
                  </a:lnTo>
                  <a:lnTo>
                    <a:pt x="1052970" y="387497"/>
                  </a:lnTo>
                  <a:lnTo>
                    <a:pt x="1060828" y="385577"/>
                  </a:lnTo>
                  <a:lnTo>
                    <a:pt x="1068686" y="383315"/>
                  </a:lnTo>
                  <a:lnTo>
                    <a:pt x="1076544" y="381515"/>
                  </a:lnTo>
                  <a:lnTo>
                    <a:pt x="1084402" y="379137"/>
                  </a:lnTo>
                  <a:lnTo>
                    <a:pt x="1092260" y="376757"/>
                  </a:lnTo>
                  <a:lnTo>
                    <a:pt x="1100118" y="374911"/>
                  </a:lnTo>
                  <a:lnTo>
                    <a:pt x="1107976" y="372381"/>
                  </a:lnTo>
                  <a:lnTo>
                    <a:pt x="1115834" y="370095"/>
                  </a:lnTo>
                  <a:lnTo>
                    <a:pt x="1123692" y="367617"/>
                  </a:lnTo>
                  <a:lnTo>
                    <a:pt x="1131550" y="364965"/>
                  </a:lnTo>
                  <a:lnTo>
                    <a:pt x="1139408" y="362289"/>
                  </a:lnTo>
                  <a:lnTo>
                    <a:pt x="1147266" y="359885"/>
                  </a:lnTo>
                  <a:lnTo>
                    <a:pt x="1155124" y="357600"/>
                  </a:lnTo>
                  <a:lnTo>
                    <a:pt x="1162982" y="354952"/>
                  </a:lnTo>
                  <a:lnTo>
                    <a:pt x="1170840" y="352289"/>
                  </a:lnTo>
                  <a:lnTo>
                    <a:pt x="1178698" y="349613"/>
                  </a:lnTo>
                  <a:lnTo>
                    <a:pt x="1186556" y="347014"/>
                  </a:lnTo>
                  <a:lnTo>
                    <a:pt x="1194414" y="344515"/>
                  </a:lnTo>
                  <a:lnTo>
                    <a:pt x="1202272" y="342004"/>
                  </a:lnTo>
                  <a:lnTo>
                    <a:pt x="1210130" y="339338"/>
                  </a:lnTo>
                  <a:lnTo>
                    <a:pt x="1217988" y="336409"/>
                  </a:lnTo>
                  <a:lnTo>
                    <a:pt x="1225846" y="333765"/>
                  </a:lnTo>
                  <a:lnTo>
                    <a:pt x="1233704" y="331110"/>
                  </a:lnTo>
                  <a:lnTo>
                    <a:pt x="1241562" y="328436"/>
                  </a:lnTo>
                  <a:lnTo>
                    <a:pt x="1249420" y="325747"/>
                  </a:lnTo>
                  <a:lnTo>
                    <a:pt x="1257278" y="323045"/>
                  </a:lnTo>
                  <a:lnTo>
                    <a:pt x="1265136" y="320329"/>
                  </a:lnTo>
                  <a:lnTo>
                    <a:pt x="1272994" y="317430"/>
                  </a:lnTo>
                  <a:lnTo>
                    <a:pt x="1280852" y="314248"/>
                  </a:lnTo>
                  <a:lnTo>
                    <a:pt x="1288710" y="311756"/>
                  </a:lnTo>
                  <a:lnTo>
                    <a:pt x="1296568" y="309337"/>
                  </a:lnTo>
                  <a:lnTo>
                    <a:pt x="1304426" y="306571"/>
                  </a:lnTo>
                  <a:lnTo>
                    <a:pt x="1312284" y="303794"/>
                  </a:lnTo>
                  <a:lnTo>
                    <a:pt x="1320142" y="301277"/>
                  </a:lnTo>
                  <a:lnTo>
                    <a:pt x="1328000" y="298842"/>
                  </a:lnTo>
                  <a:lnTo>
                    <a:pt x="1335858" y="295619"/>
                  </a:lnTo>
                  <a:lnTo>
                    <a:pt x="1343716" y="292500"/>
                  </a:lnTo>
                  <a:lnTo>
                    <a:pt x="1351574" y="289344"/>
                  </a:lnTo>
                  <a:lnTo>
                    <a:pt x="1359432" y="286150"/>
                  </a:lnTo>
                  <a:lnTo>
                    <a:pt x="1367290" y="283235"/>
                  </a:lnTo>
                  <a:lnTo>
                    <a:pt x="1375148" y="280397"/>
                  </a:lnTo>
                  <a:lnTo>
                    <a:pt x="1383006" y="276794"/>
                  </a:lnTo>
                  <a:lnTo>
                    <a:pt x="1390864" y="273198"/>
                  </a:lnTo>
                  <a:lnTo>
                    <a:pt x="1398722" y="269911"/>
                  </a:lnTo>
                  <a:lnTo>
                    <a:pt x="1406580" y="266615"/>
                  </a:lnTo>
                  <a:lnTo>
                    <a:pt x="1414438" y="263325"/>
                  </a:lnTo>
                  <a:lnTo>
                    <a:pt x="1422296" y="260022"/>
                  </a:lnTo>
                  <a:lnTo>
                    <a:pt x="1430154" y="257166"/>
                  </a:lnTo>
                  <a:lnTo>
                    <a:pt x="1438012" y="254330"/>
                  </a:lnTo>
                  <a:lnTo>
                    <a:pt x="1445870" y="251484"/>
                  </a:lnTo>
                  <a:lnTo>
                    <a:pt x="1453728" y="248628"/>
                  </a:lnTo>
                  <a:lnTo>
                    <a:pt x="1461586" y="245768"/>
                  </a:lnTo>
                  <a:lnTo>
                    <a:pt x="1469444" y="242904"/>
                  </a:lnTo>
                  <a:lnTo>
                    <a:pt x="1477302" y="239706"/>
                  </a:lnTo>
                  <a:lnTo>
                    <a:pt x="1485160" y="236428"/>
                  </a:lnTo>
                  <a:lnTo>
                    <a:pt x="1493018" y="232855"/>
                  </a:lnTo>
                  <a:lnTo>
                    <a:pt x="1500876" y="228413"/>
                  </a:lnTo>
                  <a:lnTo>
                    <a:pt x="1508734" y="225339"/>
                  </a:lnTo>
                  <a:lnTo>
                    <a:pt x="1516592" y="222294"/>
                  </a:lnTo>
                  <a:lnTo>
                    <a:pt x="1524450" y="219241"/>
                  </a:lnTo>
                  <a:lnTo>
                    <a:pt x="1532308" y="215985"/>
                  </a:lnTo>
                  <a:lnTo>
                    <a:pt x="1540166" y="212539"/>
                  </a:lnTo>
                  <a:lnTo>
                    <a:pt x="1548024" y="209535"/>
                  </a:lnTo>
                  <a:lnTo>
                    <a:pt x="1555882" y="206422"/>
                  </a:lnTo>
                  <a:lnTo>
                    <a:pt x="1563740" y="203143"/>
                  </a:lnTo>
                  <a:lnTo>
                    <a:pt x="1571598" y="200038"/>
                  </a:lnTo>
                  <a:lnTo>
                    <a:pt x="1579456" y="196927"/>
                  </a:lnTo>
                  <a:lnTo>
                    <a:pt x="1587314" y="193855"/>
                  </a:lnTo>
                  <a:lnTo>
                    <a:pt x="1595172" y="190798"/>
                  </a:lnTo>
                  <a:lnTo>
                    <a:pt x="1603030" y="187734"/>
                  </a:lnTo>
                  <a:lnTo>
                    <a:pt x="1610888" y="184663"/>
                  </a:lnTo>
                  <a:lnTo>
                    <a:pt x="1618746" y="181298"/>
                  </a:lnTo>
                  <a:lnTo>
                    <a:pt x="1626604" y="178087"/>
                  </a:lnTo>
                  <a:lnTo>
                    <a:pt x="1634462" y="174910"/>
                  </a:lnTo>
                  <a:lnTo>
                    <a:pt x="1642320" y="171727"/>
                  </a:lnTo>
                  <a:lnTo>
                    <a:pt x="1650178" y="168562"/>
                  </a:lnTo>
                  <a:lnTo>
                    <a:pt x="1658036" y="165392"/>
                  </a:lnTo>
                  <a:lnTo>
                    <a:pt x="1665894" y="162018"/>
                  </a:lnTo>
                  <a:lnTo>
                    <a:pt x="1673752" y="158456"/>
                  </a:lnTo>
                  <a:lnTo>
                    <a:pt x="1681610" y="155037"/>
                  </a:lnTo>
                  <a:lnTo>
                    <a:pt x="1689468" y="151524"/>
                  </a:lnTo>
                  <a:lnTo>
                    <a:pt x="1697326" y="148006"/>
                  </a:lnTo>
                  <a:lnTo>
                    <a:pt x="1705184" y="144483"/>
                  </a:lnTo>
                  <a:lnTo>
                    <a:pt x="1713042" y="140956"/>
                  </a:lnTo>
                  <a:lnTo>
                    <a:pt x="1720900" y="137423"/>
                  </a:lnTo>
                  <a:lnTo>
                    <a:pt x="1728758" y="133887"/>
                  </a:lnTo>
                  <a:lnTo>
                    <a:pt x="1736616" y="130346"/>
                  </a:lnTo>
                  <a:lnTo>
                    <a:pt x="1744474" y="126636"/>
                  </a:lnTo>
                  <a:lnTo>
                    <a:pt x="1752332" y="122812"/>
                  </a:lnTo>
                  <a:lnTo>
                    <a:pt x="1760190" y="119297"/>
                  </a:lnTo>
                  <a:lnTo>
                    <a:pt x="1768048" y="116152"/>
                  </a:lnTo>
                  <a:lnTo>
                    <a:pt x="1775906" y="112510"/>
                  </a:lnTo>
                  <a:lnTo>
                    <a:pt x="1783764" y="108933"/>
                  </a:lnTo>
                  <a:lnTo>
                    <a:pt x="1791622" y="105498"/>
                  </a:lnTo>
                  <a:lnTo>
                    <a:pt x="1799480" y="101934"/>
                  </a:lnTo>
                  <a:lnTo>
                    <a:pt x="1807338" y="98383"/>
                  </a:lnTo>
                  <a:lnTo>
                    <a:pt x="1815196" y="95838"/>
                  </a:lnTo>
                  <a:lnTo>
                    <a:pt x="1823054" y="92219"/>
                  </a:lnTo>
                  <a:lnTo>
                    <a:pt x="1830912" y="88527"/>
                  </a:lnTo>
                  <a:lnTo>
                    <a:pt x="1838770" y="84839"/>
                  </a:lnTo>
                  <a:lnTo>
                    <a:pt x="1846628" y="81153"/>
                  </a:lnTo>
                  <a:lnTo>
                    <a:pt x="1854486" y="77724"/>
                  </a:lnTo>
                  <a:lnTo>
                    <a:pt x="1862344" y="74407"/>
                  </a:lnTo>
                  <a:lnTo>
                    <a:pt x="1870202" y="71090"/>
                  </a:lnTo>
                  <a:lnTo>
                    <a:pt x="1878060" y="67257"/>
                  </a:lnTo>
                  <a:lnTo>
                    <a:pt x="1885918" y="63377"/>
                  </a:lnTo>
                  <a:lnTo>
                    <a:pt x="1893776" y="59501"/>
                  </a:lnTo>
                  <a:lnTo>
                    <a:pt x="1901634" y="55634"/>
                  </a:lnTo>
                  <a:lnTo>
                    <a:pt x="1909492" y="52071"/>
                  </a:lnTo>
                  <a:lnTo>
                    <a:pt x="1917350" y="48522"/>
                  </a:lnTo>
                  <a:lnTo>
                    <a:pt x="1925208" y="45085"/>
                  </a:lnTo>
                  <a:lnTo>
                    <a:pt x="1933066" y="41999"/>
                  </a:lnTo>
                  <a:lnTo>
                    <a:pt x="1940924" y="39242"/>
                  </a:lnTo>
                  <a:lnTo>
                    <a:pt x="1948782" y="36487"/>
                  </a:lnTo>
                  <a:lnTo>
                    <a:pt x="1956640" y="32932"/>
                  </a:lnTo>
                  <a:lnTo>
                    <a:pt x="1964498" y="28898"/>
                  </a:lnTo>
                  <a:lnTo>
                    <a:pt x="1972356" y="25647"/>
                  </a:lnTo>
                  <a:lnTo>
                    <a:pt x="1980214" y="22415"/>
                  </a:lnTo>
                  <a:lnTo>
                    <a:pt x="1988072" y="19199"/>
                  </a:lnTo>
                  <a:lnTo>
                    <a:pt x="1995930" y="15987"/>
                  </a:lnTo>
                  <a:lnTo>
                    <a:pt x="2003788" y="12780"/>
                  </a:lnTo>
                  <a:lnTo>
                    <a:pt x="2011646" y="9577"/>
                  </a:lnTo>
                  <a:lnTo>
                    <a:pt x="2019504" y="6379"/>
                  </a:lnTo>
                  <a:lnTo>
                    <a:pt x="2027362" y="3187"/>
                  </a:lnTo>
                  <a:lnTo>
                    <a:pt x="2035220" y="0"/>
                  </a:lnTo>
                  <a:lnTo>
                    <a:pt x="2035220" y="485050"/>
                  </a:lnTo>
                  <a:lnTo>
                    <a:pt x="2027362" y="485762"/>
                  </a:lnTo>
                  <a:lnTo>
                    <a:pt x="2019504" y="486466"/>
                  </a:lnTo>
                  <a:lnTo>
                    <a:pt x="2011646" y="486866"/>
                  </a:lnTo>
                  <a:lnTo>
                    <a:pt x="2003788" y="487136"/>
                  </a:lnTo>
                  <a:lnTo>
                    <a:pt x="1995930" y="487594"/>
                  </a:lnTo>
                  <a:lnTo>
                    <a:pt x="1988072" y="487936"/>
                  </a:lnTo>
                  <a:lnTo>
                    <a:pt x="1980214" y="488335"/>
                  </a:lnTo>
                  <a:lnTo>
                    <a:pt x="1972356" y="488996"/>
                  </a:lnTo>
                  <a:lnTo>
                    <a:pt x="1964498" y="489511"/>
                  </a:lnTo>
                  <a:lnTo>
                    <a:pt x="1956640" y="489823"/>
                  </a:lnTo>
                  <a:lnTo>
                    <a:pt x="1948782" y="490135"/>
                  </a:lnTo>
                  <a:lnTo>
                    <a:pt x="1940924" y="490444"/>
                  </a:lnTo>
                  <a:lnTo>
                    <a:pt x="1933066" y="490749"/>
                  </a:lnTo>
                  <a:lnTo>
                    <a:pt x="1925208" y="491307"/>
                  </a:lnTo>
                  <a:lnTo>
                    <a:pt x="1917350" y="491922"/>
                  </a:lnTo>
                  <a:lnTo>
                    <a:pt x="1909492" y="492533"/>
                  </a:lnTo>
                  <a:lnTo>
                    <a:pt x="1901634" y="492924"/>
                  </a:lnTo>
                  <a:lnTo>
                    <a:pt x="1893776" y="493314"/>
                  </a:lnTo>
                  <a:lnTo>
                    <a:pt x="1885918" y="493886"/>
                  </a:lnTo>
                  <a:lnTo>
                    <a:pt x="1878060" y="494457"/>
                  </a:lnTo>
                  <a:lnTo>
                    <a:pt x="1870202" y="495096"/>
                  </a:lnTo>
                  <a:lnTo>
                    <a:pt x="1862344" y="495741"/>
                  </a:lnTo>
                  <a:lnTo>
                    <a:pt x="1854486" y="496147"/>
                  </a:lnTo>
                  <a:lnTo>
                    <a:pt x="1846628" y="496707"/>
                  </a:lnTo>
                  <a:lnTo>
                    <a:pt x="1838770" y="497264"/>
                  </a:lnTo>
                  <a:lnTo>
                    <a:pt x="1830912" y="497726"/>
                  </a:lnTo>
                  <a:lnTo>
                    <a:pt x="1823054" y="498161"/>
                  </a:lnTo>
                  <a:lnTo>
                    <a:pt x="1815196" y="498592"/>
                  </a:lnTo>
                  <a:lnTo>
                    <a:pt x="1807338" y="499017"/>
                  </a:lnTo>
                  <a:lnTo>
                    <a:pt x="1799480" y="499327"/>
                  </a:lnTo>
                  <a:lnTo>
                    <a:pt x="1791622" y="499596"/>
                  </a:lnTo>
                  <a:lnTo>
                    <a:pt x="1783764" y="500161"/>
                  </a:lnTo>
                  <a:lnTo>
                    <a:pt x="1775906" y="500720"/>
                  </a:lnTo>
                  <a:lnTo>
                    <a:pt x="1768048" y="501148"/>
                  </a:lnTo>
                  <a:lnTo>
                    <a:pt x="1760190" y="501574"/>
                  </a:lnTo>
                  <a:lnTo>
                    <a:pt x="1752332" y="501999"/>
                  </a:lnTo>
                  <a:lnTo>
                    <a:pt x="1744474" y="502423"/>
                  </a:lnTo>
                  <a:lnTo>
                    <a:pt x="1736616" y="502845"/>
                  </a:lnTo>
                  <a:lnTo>
                    <a:pt x="1728758" y="503263"/>
                  </a:lnTo>
                  <a:lnTo>
                    <a:pt x="1720900" y="503681"/>
                  </a:lnTo>
                  <a:lnTo>
                    <a:pt x="1713042" y="504097"/>
                  </a:lnTo>
                  <a:lnTo>
                    <a:pt x="1705184" y="504512"/>
                  </a:lnTo>
                  <a:lnTo>
                    <a:pt x="1697326" y="504926"/>
                  </a:lnTo>
                  <a:lnTo>
                    <a:pt x="1689468" y="505339"/>
                  </a:lnTo>
                  <a:lnTo>
                    <a:pt x="1681610" y="505767"/>
                  </a:lnTo>
                  <a:lnTo>
                    <a:pt x="1673752" y="506435"/>
                  </a:lnTo>
                  <a:lnTo>
                    <a:pt x="1665894" y="507101"/>
                  </a:lnTo>
                  <a:lnTo>
                    <a:pt x="1658036" y="507545"/>
                  </a:lnTo>
                  <a:lnTo>
                    <a:pt x="1650178" y="507952"/>
                  </a:lnTo>
                  <a:lnTo>
                    <a:pt x="1642320" y="508359"/>
                  </a:lnTo>
                  <a:lnTo>
                    <a:pt x="1634462" y="508759"/>
                  </a:lnTo>
                  <a:lnTo>
                    <a:pt x="1626604" y="509155"/>
                  </a:lnTo>
                  <a:lnTo>
                    <a:pt x="1618746" y="509551"/>
                  </a:lnTo>
                  <a:lnTo>
                    <a:pt x="1610888" y="509945"/>
                  </a:lnTo>
                  <a:lnTo>
                    <a:pt x="1603030" y="510338"/>
                  </a:lnTo>
                  <a:lnTo>
                    <a:pt x="1595172" y="510939"/>
                  </a:lnTo>
                  <a:lnTo>
                    <a:pt x="1587314" y="511120"/>
                  </a:lnTo>
                  <a:lnTo>
                    <a:pt x="1579456" y="511402"/>
                  </a:lnTo>
                  <a:lnTo>
                    <a:pt x="1571598" y="511649"/>
                  </a:lnTo>
                  <a:lnTo>
                    <a:pt x="1563740" y="512189"/>
                  </a:lnTo>
                  <a:lnTo>
                    <a:pt x="1555882" y="512658"/>
                  </a:lnTo>
                  <a:lnTo>
                    <a:pt x="1548024" y="513066"/>
                  </a:lnTo>
                  <a:lnTo>
                    <a:pt x="1540166" y="513456"/>
                  </a:lnTo>
                  <a:lnTo>
                    <a:pt x="1532308" y="513917"/>
                  </a:lnTo>
                  <a:lnTo>
                    <a:pt x="1524450" y="514413"/>
                  </a:lnTo>
                  <a:lnTo>
                    <a:pt x="1516592" y="514908"/>
                  </a:lnTo>
                  <a:lnTo>
                    <a:pt x="1508734" y="515400"/>
                  </a:lnTo>
                  <a:lnTo>
                    <a:pt x="1500876" y="515891"/>
                  </a:lnTo>
                  <a:lnTo>
                    <a:pt x="1493018" y="516373"/>
                  </a:lnTo>
                  <a:lnTo>
                    <a:pt x="1485160" y="516838"/>
                  </a:lnTo>
                  <a:lnTo>
                    <a:pt x="1477302" y="517302"/>
                  </a:lnTo>
                  <a:lnTo>
                    <a:pt x="1469444" y="517765"/>
                  </a:lnTo>
                  <a:lnTo>
                    <a:pt x="1461586" y="518226"/>
                  </a:lnTo>
                  <a:lnTo>
                    <a:pt x="1453728" y="518682"/>
                  </a:lnTo>
                  <a:lnTo>
                    <a:pt x="1445870" y="519140"/>
                  </a:lnTo>
                  <a:lnTo>
                    <a:pt x="1438012" y="519597"/>
                  </a:lnTo>
                  <a:lnTo>
                    <a:pt x="1430154" y="520101"/>
                  </a:lnTo>
                  <a:lnTo>
                    <a:pt x="1422296" y="520571"/>
                  </a:lnTo>
                  <a:lnTo>
                    <a:pt x="1414438" y="521038"/>
                  </a:lnTo>
                  <a:lnTo>
                    <a:pt x="1406580" y="521503"/>
                  </a:lnTo>
                  <a:lnTo>
                    <a:pt x="1398722" y="521967"/>
                  </a:lnTo>
                  <a:lnTo>
                    <a:pt x="1390864" y="522505"/>
                  </a:lnTo>
                  <a:lnTo>
                    <a:pt x="1383006" y="523063"/>
                  </a:lnTo>
                  <a:lnTo>
                    <a:pt x="1375148" y="523516"/>
                  </a:lnTo>
                  <a:lnTo>
                    <a:pt x="1367290" y="524007"/>
                  </a:lnTo>
                  <a:lnTo>
                    <a:pt x="1359432" y="524473"/>
                  </a:lnTo>
                  <a:lnTo>
                    <a:pt x="1351574" y="524937"/>
                  </a:lnTo>
                  <a:lnTo>
                    <a:pt x="1343716" y="525394"/>
                  </a:lnTo>
                  <a:lnTo>
                    <a:pt x="1335858" y="525823"/>
                  </a:lnTo>
                  <a:lnTo>
                    <a:pt x="1328000" y="526187"/>
                  </a:lnTo>
                  <a:lnTo>
                    <a:pt x="1320142" y="526721"/>
                  </a:lnTo>
                  <a:lnTo>
                    <a:pt x="1312284" y="527045"/>
                  </a:lnTo>
                  <a:lnTo>
                    <a:pt x="1304426" y="527549"/>
                  </a:lnTo>
                  <a:lnTo>
                    <a:pt x="1296568" y="528051"/>
                  </a:lnTo>
                  <a:lnTo>
                    <a:pt x="1288710" y="528552"/>
                  </a:lnTo>
                  <a:lnTo>
                    <a:pt x="1280852" y="529003"/>
                  </a:lnTo>
                  <a:lnTo>
                    <a:pt x="1272994" y="529461"/>
                  </a:lnTo>
                  <a:lnTo>
                    <a:pt x="1265136" y="529906"/>
                  </a:lnTo>
                  <a:lnTo>
                    <a:pt x="1257278" y="530203"/>
                  </a:lnTo>
                  <a:lnTo>
                    <a:pt x="1249420" y="530723"/>
                  </a:lnTo>
                  <a:lnTo>
                    <a:pt x="1241562" y="531230"/>
                  </a:lnTo>
                  <a:lnTo>
                    <a:pt x="1233704" y="531800"/>
                  </a:lnTo>
                  <a:lnTo>
                    <a:pt x="1225846" y="532323"/>
                  </a:lnTo>
                  <a:lnTo>
                    <a:pt x="1217988" y="532842"/>
                  </a:lnTo>
                  <a:lnTo>
                    <a:pt x="1210130" y="533213"/>
                  </a:lnTo>
                  <a:lnTo>
                    <a:pt x="1202272" y="533873"/>
                  </a:lnTo>
                  <a:lnTo>
                    <a:pt x="1194414" y="534385"/>
                  </a:lnTo>
                  <a:lnTo>
                    <a:pt x="1186556" y="534895"/>
                  </a:lnTo>
                  <a:lnTo>
                    <a:pt x="1178698" y="535407"/>
                  </a:lnTo>
                  <a:lnTo>
                    <a:pt x="1170840" y="535914"/>
                  </a:lnTo>
                  <a:lnTo>
                    <a:pt x="1162982" y="536418"/>
                  </a:lnTo>
                  <a:lnTo>
                    <a:pt x="1155124" y="536920"/>
                  </a:lnTo>
                  <a:lnTo>
                    <a:pt x="1147266" y="537420"/>
                  </a:lnTo>
                  <a:lnTo>
                    <a:pt x="1139408" y="537917"/>
                  </a:lnTo>
                  <a:lnTo>
                    <a:pt x="1131550" y="538515"/>
                  </a:lnTo>
                  <a:lnTo>
                    <a:pt x="1123692" y="539002"/>
                  </a:lnTo>
                  <a:lnTo>
                    <a:pt x="1115834" y="539481"/>
                  </a:lnTo>
                  <a:lnTo>
                    <a:pt x="1107976" y="540004"/>
                  </a:lnTo>
                  <a:lnTo>
                    <a:pt x="1100118" y="540515"/>
                  </a:lnTo>
                  <a:lnTo>
                    <a:pt x="1092260" y="540974"/>
                  </a:lnTo>
                  <a:lnTo>
                    <a:pt x="1084402" y="541529"/>
                  </a:lnTo>
                  <a:lnTo>
                    <a:pt x="1076544" y="542089"/>
                  </a:lnTo>
                  <a:lnTo>
                    <a:pt x="1068686" y="542636"/>
                  </a:lnTo>
                  <a:lnTo>
                    <a:pt x="1060828" y="543211"/>
                  </a:lnTo>
                  <a:lnTo>
                    <a:pt x="1052970" y="543731"/>
                  </a:lnTo>
                  <a:lnTo>
                    <a:pt x="1045112" y="544240"/>
                  </a:lnTo>
                  <a:lnTo>
                    <a:pt x="1037254" y="544704"/>
                  </a:lnTo>
                  <a:lnTo>
                    <a:pt x="1029397" y="544831"/>
                  </a:lnTo>
                  <a:lnTo>
                    <a:pt x="1021539" y="545323"/>
                  </a:lnTo>
                  <a:lnTo>
                    <a:pt x="1013681" y="545974"/>
                  </a:lnTo>
                  <a:lnTo>
                    <a:pt x="1005823" y="546543"/>
                  </a:lnTo>
                  <a:lnTo>
                    <a:pt x="997965" y="546999"/>
                  </a:lnTo>
                  <a:lnTo>
                    <a:pt x="990107" y="547451"/>
                  </a:lnTo>
                  <a:lnTo>
                    <a:pt x="982249" y="547690"/>
                  </a:lnTo>
                  <a:lnTo>
                    <a:pt x="974391" y="547929"/>
                  </a:lnTo>
                  <a:lnTo>
                    <a:pt x="966533" y="548366"/>
                  </a:lnTo>
                  <a:lnTo>
                    <a:pt x="958675" y="548815"/>
                  </a:lnTo>
                  <a:lnTo>
                    <a:pt x="950817" y="549160"/>
                  </a:lnTo>
                  <a:lnTo>
                    <a:pt x="942959" y="549587"/>
                  </a:lnTo>
                  <a:lnTo>
                    <a:pt x="935101" y="550154"/>
                  </a:lnTo>
                  <a:lnTo>
                    <a:pt x="927243" y="550529"/>
                  </a:lnTo>
                  <a:lnTo>
                    <a:pt x="919385" y="551050"/>
                  </a:lnTo>
                  <a:lnTo>
                    <a:pt x="911527" y="551496"/>
                  </a:lnTo>
                  <a:lnTo>
                    <a:pt x="903669" y="551990"/>
                  </a:lnTo>
                  <a:lnTo>
                    <a:pt x="895811" y="552533"/>
                  </a:lnTo>
                  <a:lnTo>
                    <a:pt x="887953" y="553172"/>
                  </a:lnTo>
                  <a:lnTo>
                    <a:pt x="880095" y="553654"/>
                  </a:lnTo>
                  <a:lnTo>
                    <a:pt x="872237" y="554236"/>
                  </a:lnTo>
                  <a:lnTo>
                    <a:pt x="864379" y="554802"/>
                  </a:lnTo>
                  <a:lnTo>
                    <a:pt x="856521" y="555395"/>
                  </a:lnTo>
                  <a:lnTo>
                    <a:pt x="848663" y="555977"/>
                  </a:lnTo>
                  <a:lnTo>
                    <a:pt x="840805" y="556554"/>
                  </a:lnTo>
                  <a:lnTo>
                    <a:pt x="832947" y="557064"/>
                  </a:lnTo>
                  <a:lnTo>
                    <a:pt x="825089" y="557709"/>
                  </a:lnTo>
                  <a:lnTo>
                    <a:pt x="817231" y="558287"/>
                  </a:lnTo>
                  <a:lnTo>
                    <a:pt x="809373" y="558871"/>
                  </a:lnTo>
                  <a:lnTo>
                    <a:pt x="801515" y="559497"/>
                  </a:lnTo>
                  <a:lnTo>
                    <a:pt x="793657" y="559974"/>
                  </a:lnTo>
                  <a:lnTo>
                    <a:pt x="785799" y="560434"/>
                  </a:lnTo>
                  <a:lnTo>
                    <a:pt x="777941" y="560852"/>
                  </a:lnTo>
                  <a:lnTo>
                    <a:pt x="770083" y="561268"/>
                  </a:lnTo>
                  <a:lnTo>
                    <a:pt x="762225" y="561715"/>
                  </a:lnTo>
                  <a:lnTo>
                    <a:pt x="754367" y="562376"/>
                  </a:lnTo>
                  <a:lnTo>
                    <a:pt x="746509" y="562839"/>
                  </a:lnTo>
                  <a:lnTo>
                    <a:pt x="738651" y="563529"/>
                  </a:lnTo>
                  <a:lnTo>
                    <a:pt x="730793" y="563947"/>
                  </a:lnTo>
                  <a:lnTo>
                    <a:pt x="722935" y="564406"/>
                  </a:lnTo>
                  <a:lnTo>
                    <a:pt x="715077" y="564920"/>
                  </a:lnTo>
                  <a:lnTo>
                    <a:pt x="707219" y="565407"/>
                  </a:lnTo>
                  <a:lnTo>
                    <a:pt x="699361" y="565798"/>
                  </a:lnTo>
                  <a:lnTo>
                    <a:pt x="691503" y="566232"/>
                  </a:lnTo>
                  <a:lnTo>
                    <a:pt x="683645" y="566598"/>
                  </a:lnTo>
                  <a:lnTo>
                    <a:pt x="675787" y="566959"/>
                  </a:lnTo>
                  <a:lnTo>
                    <a:pt x="667929" y="567374"/>
                  </a:lnTo>
                  <a:lnTo>
                    <a:pt x="660071" y="567818"/>
                  </a:lnTo>
                  <a:lnTo>
                    <a:pt x="652213" y="568379"/>
                  </a:lnTo>
                  <a:lnTo>
                    <a:pt x="644355" y="568695"/>
                  </a:lnTo>
                  <a:lnTo>
                    <a:pt x="636497" y="568985"/>
                  </a:lnTo>
                  <a:lnTo>
                    <a:pt x="628639" y="569448"/>
                  </a:lnTo>
                  <a:lnTo>
                    <a:pt x="620781" y="570059"/>
                  </a:lnTo>
                  <a:lnTo>
                    <a:pt x="612923" y="570485"/>
                  </a:lnTo>
                  <a:lnTo>
                    <a:pt x="605065" y="571033"/>
                  </a:lnTo>
                  <a:lnTo>
                    <a:pt x="597207" y="571700"/>
                  </a:lnTo>
                  <a:lnTo>
                    <a:pt x="589349" y="572128"/>
                  </a:lnTo>
                  <a:lnTo>
                    <a:pt x="581491" y="572721"/>
                  </a:lnTo>
                  <a:lnTo>
                    <a:pt x="573633" y="573219"/>
                  </a:lnTo>
                  <a:lnTo>
                    <a:pt x="565775" y="573622"/>
                  </a:lnTo>
                  <a:lnTo>
                    <a:pt x="557917" y="574226"/>
                  </a:lnTo>
                  <a:lnTo>
                    <a:pt x="550059" y="574717"/>
                  </a:lnTo>
                  <a:lnTo>
                    <a:pt x="542201" y="575232"/>
                  </a:lnTo>
                  <a:lnTo>
                    <a:pt x="534343" y="575746"/>
                  </a:lnTo>
                  <a:lnTo>
                    <a:pt x="526485" y="576254"/>
                  </a:lnTo>
                  <a:lnTo>
                    <a:pt x="518627" y="576718"/>
                  </a:lnTo>
                  <a:lnTo>
                    <a:pt x="510769" y="577043"/>
                  </a:lnTo>
                  <a:lnTo>
                    <a:pt x="502911" y="577608"/>
                  </a:lnTo>
                  <a:lnTo>
                    <a:pt x="495053" y="578110"/>
                  </a:lnTo>
                  <a:lnTo>
                    <a:pt x="487195" y="578703"/>
                  </a:lnTo>
                  <a:lnTo>
                    <a:pt x="479337" y="579231"/>
                  </a:lnTo>
                  <a:lnTo>
                    <a:pt x="471479" y="579719"/>
                  </a:lnTo>
                  <a:lnTo>
                    <a:pt x="463621" y="580198"/>
                  </a:lnTo>
                  <a:lnTo>
                    <a:pt x="455763" y="580857"/>
                  </a:lnTo>
                  <a:lnTo>
                    <a:pt x="447905" y="581257"/>
                  </a:lnTo>
                  <a:lnTo>
                    <a:pt x="440047" y="581655"/>
                  </a:lnTo>
                  <a:lnTo>
                    <a:pt x="432189" y="582411"/>
                  </a:lnTo>
                  <a:lnTo>
                    <a:pt x="424331" y="582840"/>
                  </a:lnTo>
                  <a:lnTo>
                    <a:pt x="416473" y="583257"/>
                  </a:lnTo>
                  <a:lnTo>
                    <a:pt x="408615" y="583696"/>
                  </a:lnTo>
                  <a:lnTo>
                    <a:pt x="400757" y="584080"/>
                  </a:lnTo>
                  <a:lnTo>
                    <a:pt x="392899" y="584458"/>
                  </a:lnTo>
                  <a:lnTo>
                    <a:pt x="385041" y="584822"/>
                  </a:lnTo>
                  <a:lnTo>
                    <a:pt x="377183" y="585266"/>
                  </a:lnTo>
                  <a:lnTo>
                    <a:pt x="369325" y="585701"/>
                  </a:lnTo>
                  <a:lnTo>
                    <a:pt x="361467" y="586149"/>
                  </a:lnTo>
                  <a:lnTo>
                    <a:pt x="353609" y="586509"/>
                  </a:lnTo>
                  <a:lnTo>
                    <a:pt x="345751" y="587010"/>
                  </a:lnTo>
                  <a:lnTo>
                    <a:pt x="337893" y="587508"/>
                  </a:lnTo>
                  <a:lnTo>
                    <a:pt x="330035" y="587876"/>
                  </a:lnTo>
                  <a:lnTo>
                    <a:pt x="322177" y="588391"/>
                  </a:lnTo>
                  <a:lnTo>
                    <a:pt x="314319" y="588831"/>
                  </a:lnTo>
                  <a:lnTo>
                    <a:pt x="306461" y="589243"/>
                  </a:lnTo>
                  <a:lnTo>
                    <a:pt x="298603" y="589744"/>
                  </a:lnTo>
                  <a:lnTo>
                    <a:pt x="290745" y="590258"/>
                  </a:lnTo>
                  <a:lnTo>
                    <a:pt x="282887" y="590841"/>
                  </a:lnTo>
                  <a:lnTo>
                    <a:pt x="275029" y="591353"/>
                  </a:lnTo>
                  <a:lnTo>
                    <a:pt x="267171" y="591825"/>
                  </a:lnTo>
                  <a:lnTo>
                    <a:pt x="259313" y="592274"/>
                  </a:lnTo>
                  <a:lnTo>
                    <a:pt x="251455" y="592730"/>
                  </a:lnTo>
                  <a:lnTo>
                    <a:pt x="243597" y="593229"/>
                  </a:lnTo>
                  <a:lnTo>
                    <a:pt x="235739" y="593668"/>
                  </a:lnTo>
                  <a:lnTo>
                    <a:pt x="227881" y="594118"/>
                  </a:lnTo>
                  <a:lnTo>
                    <a:pt x="220023" y="594714"/>
                  </a:lnTo>
                  <a:lnTo>
                    <a:pt x="212165" y="595211"/>
                  </a:lnTo>
                  <a:lnTo>
                    <a:pt x="204307" y="595601"/>
                  </a:lnTo>
                  <a:lnTo>
                    <a:pt x="196449" y="596008"/>
                  </a:lnTo>
                  <a:lnTo>
                    <a:pt x="188591" y="596528"/>
                  </a:lnTo>
                  <a:lnTo>
                    <a:pt x="180733" y="597043"/>
                  </a:lnTo>
                  <a:lnTo>
                    <a:pt x="172875" y="597553"/>
                  </a:lnTo>
                  <a:lnTo>
                    <a:pt x="165017" y="598054"/>
                  </a:lnTo>
                  <a:lnTo>
                    <a:pt x="157159" y="598325"/>
                  </a:lnTo>
                  <a:lnTo>
                    <a:pt x="149301" y="598874"/>
                  </a:lnTo>
                  <a:lnTo>
                    <a:pt x="141443" y="599428"/>
                  </a:lnTo>
                  <a:lnTo>
                    <a:pt x="133585" y="599894"/>
                  </a:lnTo>
                  <a:lnTo>
                    <a:pt x="125727" y="600253"/>
                  </a:lnTo>
                  <a:lnTo>
                    <a:pt x="117869" y="600685"/>
                  </a:lnTo>
                  <a:lnTo>
                    <a:pt x="110011" y="601154"/>
                  </a:lnTo>
                  <a:lnTo>
                    <a:pt x="102153" y="601619"/>
                  </a:lnTo>
                  <a:lnTo>
                    <a:pt x="94295" y="602096"/>
                  </a:lnTo>
                  <a:lnTo>
                    <a:pt x="86437" y="602503"/>
                  </a:lnTo>
                  <a:lnTo>
                    <a:pt x="78579" y="602985"/>
                  </a:lnTo>
                  <a:lnTo>
                    <a:pt x="70721" y="603431"/>
                  </a:lnTo>
                  <a:lnTo>
                    <a:pt x="62863" y="603841"/>
                  </a:lnTo>
                  <a:lnTo>
                    <a:pt x="55005" y="604273"/>
                  </a:lnTo>
                  <a:lnTo>
                    <a:pt x="47147" y="604691"/>
                  </a:lnTo>
                  <a:lnTo>
                    <a:pt x="39289" y="605175"/>
                  </a:lnTo>
                  <a:lnTo>
                    <a:pt x="31431" y="605601"/>
                  </a:lnTo>
                  <a:lnTo>
                    <a:pt x="23573" y="606020"/>
                  </a:lnTo>
                  <a:lnTo>
                    <a:pt x="15715" y="606390"/>
                  </a:lnTo>
                  <a:lnTo>
                    <a:pt x="7857" y="606758"/>
                  </a:lnTo>
                  <a:lnTo>
                    <a:pt x="0" y="607176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186414" y="2460344"/>
              <a:ext cx="2035220" cy="541874"/>
            </a:xfrm>
            <a:custGeom>
              <a:avLst/>
              <a:pathLst>
                <a:path w="2035220" h="541874">
                  <a:moveTo>
                    <a:pt x="0" y="541874"/>
                  </a:moveTo>
                  <a:lnTo>
                    <a:pt x="7857" y="541482"/>
                  </a:lnTo>
                  <a:lnTo>
                    <a:pt x="15715" y="541083"/>
                  </a:lnTo>
                  <a:lnTo>
                    <a:pt x="23573" y="540597"/>
                  </a:lnTo>
                  <a:lnTo>
                    <a:pt x="31431" y="540048"/>
                  </a:lnTo>
                  <a:lnTo>
                    <a:pt x="39289" y="539265"/>
                  </a:lnTo>
                  <a:lnTo>
                    <a:pt x="47147" y="538723"/>
                  </a:lnTo>
                  <a:lnTo>
                    <a:pt x="55005" y="538302"/>
                  </a:lnTo>
                  <a:lnTo>
                    <a:pt x="62863" y="537879"/>
                  </a:lnTo>
                  <a:lnTo>
                    <a:pt x="70721" y="537354"/>
                  </a:lnTo>
                  <a:lnTo>
                    <a:pt x="78579" y="536810"/>
                  </a:lnTo>
                  <a:lnTo>
                    <a:pt x="86437" y="536242"/>
                  </a:lnTo>
                  <a:lnTo>
                    <a:pt x="94295" y="535515"/>
                  </a:lnTo>
                  <a:lnTo>
                    <a:pt x="102153" y="535029"/>
                  </a:lnTo>
                  <a:lnTo>
                    <a:pt x="110011" y="534468"/>
                  </a:lnTo>
                  <a:lnTo>
                    <a:pt x="117869" y="534096"/>
                  </a:lnTo>
                  <a:lnTo>
                    <a:pt x="125727" y="533225"/>
                  </a:lnTo>
                  <a:lnTo>
                    <a:pt x="133585" y="532783"/>
                  </a:lnTo>
                  <a:lnTo>
                    <a:pt x="141443" y="532448"/>
                  </a:lnTo>
                  <a:lnTo>
                    <a:pt x="149301" y="531694"/>
                  </a:lnTo>
                  <a:lnTo>
                    <a:pt x="157159" y="530936"/>
                  </a:lnTo>
                  <a:lnTo>
                    <a:pt x="165017" y="530174"/>
                  </a:lnTo>
                  <a:lnTo>
                    <a:pt x="172875" y="529277"/>
                  </a:lnTo>
                  <a:lnTo>
                    <a:pt x="180733" y="528443"/>
                  </a:lnTo>
                  <a:lnTo>
                    <a:pt x="188591" y="527859"/>
                  </a:lnTo>
                  <a:lnTo>
                    <a:pt x="196449" y="527079"/>
                  </a:lnTo>
                  <a:lnTo>
                    <a:pt x="204307" y="526487"/>
                  </a:lnTo>
                  <a:lnTo>
                    <a:pt x="212165" y="525834"/>
                  </a:lnTo>
                  <a:lnTo>
                    <a:pt x="220023" y="525004"/>
                  </a:lnTo>
                  <a:lnTo>
                    <a:pt x="227881" y="524319"/>
                  </a:lnTo>
                  <a:lnTo>
                    <a:pt x="235739" y="523632"/>
                  </a:lnTo>
                  <a:lnTo>
                    <a:pt x="243597" y="522942"/>
                  </a:lnTo>
                  <a:lnTo>
                    <a:pt x="251455" y="522201"/>
                  </a:lnTo>
                  <a:lnTo>
                    <a:pt x="259313" y="521290"/>
                  </a:lnTo>
                  <a:lnTo>
                    <a:pt x="267171" y="520851"/>
                  </a:lnTo>
                  <a:lnTo>
                    <a:pt x="275029" y="520147"/>
                  </a:lnTo>
                  <a:lnTo>
                    <a:pt x="282887" y="519418"/>
                  </a:lnTo>
                  <a:lnTo>
                    <a:pt x="290745" y="518692"/>
                  </a:lnTo>
                  <a:lnTo>
                    <a:pt x="298603" y="517946"/>
                  </a:lnTo>
                  <a:lnTo>
                    <a:pt x="306461" y="517299"/>
                  </a:lnTo>
                  <a:lnTo>
                    <a:pt x="314319" y="516616"/>
                  </a:lnTo>
                  <a:lnTo>
                    <a:pt x="322177" y="515853"/>
                  </a:lnTo>
                  <a:lnTo>
                    <a:pt x="330035" y="514875"/>
                  </a:lnTo>
                  <a:lnTo>
                    <a:pt x="337893" y="514010"/>
                  </a:lnTo>
                  <a:lnTo>
                    <a:pt x="345751" y="513262"/>
                  </a:lnTo>
                  <a:lnTo>
                    <a:pt x="353609" y="512722"/>
                  </a:lnTo>
                  <a:lnTo>
                    <a:pt x="361467" y="511782"/>
                  </a:lnTo>
                  <a:lnTo>
                    <a:pt x="369325" y="510999"/>
                  </a:lnTo>
                  <a:lnTo>
                    <a:pt x="377183" y="510231"/>
                  </a:lnTo>
                  <a:lnTo>
                    <a:pt x="385041" y="509245"/>
                  </a:lnTo>
                  <a:lnTo>
                    <a:pt x="392899" y="508666"/>
                  </a:lnTo>
                  <a:lnTo>
                    <a:pt x="400757" y="507556"/>
                  </a:lnTo>
                  <a:lnTo>
                    <a:pt x="408615" y="506549"/>
                  </a:lnTo>
                  <a:lnTo>
                    <a:pt x="416473" y="505741"/>
                  </a:lnTo>
                  <a:lnTo>
                    <a:pt x="424331" y="504633"/>
                  </a:lnTo>
                  <a:lnTo>
                    <a:pt x="432189" y="503909"/>
                  </a:lnTo>
                  <a:lnTo>
                    <a:pt x="440047" y="502796"/>
                  </a:lnTo>
                  <a:lnTo>
                    <a:pt x="447905" y="501903"/>
                  </a:lnTo>
                  <a:lnTo>
                    <a:pt x="455763" y="501071"/>
                  </a:lnTo>
                  <a:lnTo>
                    <a:pt x="463621" y="500218"/>
                  </a:lnTo>
                  <a:lnTo>
                    <a:pt x="471479" y="498814"/>
                  </a:lnTo>
                  <a:lnTo>
                    <a:pt x="479337" y="497960"/>
                  </a:lnTo>
                  <a:lnTo>
                    <a:pt x="487195" y="497193"/>
                  </a:lnTo>
                  <a:lnTo>
                    <a:pt x="495053" y="496423"/>
                  </a:lnTo>
                  <a:lnTo>
                    <a:pt x="502911" y="495650"/>
                  </a:lnTo>
                  <a:lnTo>
                    <a:pt x="510769" y="494789"/>
                  </a:lnTo>
                  <a:lnTo>
                    <a:pt x="518627" y="493654"/>
                  </a:lnTo>
                  <a:lnTo>
                    <a:pt x="526485" y="492518"/>
                  </a:lnTo>
                  <a:lnTo>
                    <a:pt x="534343" y="491180"/>
                  </a:lnTo>
                  <a:lnTo>
                    <a:pt x="542201" y="489982"/>
                  </a:lnTo>
                  <a:lnTo>
                    <a:pt x="550059" y="488993"/>
                  </a:lnTo>
                  <a:lnTo>
                    <a:pt x="557917" y="487862"/>
                  </a:lnTo>
                  <a:lnTo>
                    <a:pt x="565775" y="486872"/>
                  </a:lnTo>
                  <a:lnTo>
                    <a:pt x="573633" y="485486"/>
                  </a:lnTo>
                  <a:lnTo>
                    <a:pt x="581491" y="484285"/>
                  </a:lnTo>
                  <a:lnTo>
                    <a:pt x="589349" y="483064"/>
                  </a:lnTo>
                  <a:lnTo>
                    <a:pt x="597207" y="481845"/>
                  </a:lnTo>
                  <a:lnTo>
                    <a:pt x="605065" y="480628"/>
                  </a:lnTo>
                  <a:lnTo>
                    <a:pt x="612923" y="479409"/>
                  </a:lnTo>
                  <a:lnTo>
                    <a:pt x="620781" y="478170"/>
                  </a:lnTo>
                  <a:lnTo>
                    <a:pt x="628639" y="476929"/>
                  </a:lnTo>
                  <a:lnTo>
                    <a:pt x="636497" y="475696"/>
                  </a:lnTo>
                  <a:lnTo>
                    <a:pt x="644355" y="474877"/>
                  </a:lnTo>
                  <a:lnTo>
                    <a:pt x="652213" y="473621"/>
                  </a:lnTo>
                  <a:lnTo>
                    <a:pt x="660071" y="472426"/>
                  </a:lnTo>
                  <a:lnTo>
                    <a:pt x="667929" y="471359"/>
                  </a:lnTo>
                  <a:lnTo>
                    <a:pt x="675787" y="470102"/>
                  </a:lnTo>
                  <a:lnTo>
                    <a:pt x="683645" y="468779"/>
                  </a:lnTo>
                  <a:lnTo>
                    <a:pt x="691503" y="467665"/>
                  </a:lnTo>
                  <a:lnTo>
                    <a:pt x="699361" y="466427"/>
                  </a:lnTo>
                  <a:lnTo>
                    <a:pt x="707219" y="464728"/>
                  </a:lnTo>
                  <a:lnTo>
                    <a:pt x="715077" y="463318"/>
                  </a:lnTo>
                  <a:lnTo>
                    <a:pt x="722935" y="462092"/>
                  </a:lnTo>
                  <a:lnTo>
                    <a:pt x="730793" y="460703"/>
                  </a:lnTo>
                  <a:lnTo>
                    <a:pt x="738651" y="459008"/>
                  </a:lnTo>
                  <a:lnTo>
                    <a:pt x="746509" y="457344"/>
                  </a:lnTo>
                  <a:lnTo>
                    <a:pt x="754367" y="455950"/>
                  </a:lnTo>
                  <a:lnTo>
                    <a:pt x="762225" y="454167"/>
                  </a:lnTo>
                  <a:lnTo>
                    <a:pt x="770083" y="452499"/>
                  </a:lnTo>
                  <a:lnTo>
                    <a:pt x="777941" y="451018"/>
                  </a:lnTo>
                  <a:lnTo>
                    <a:pt x="785799" y="449528"/>
                  </a:lnTo>
                  <a:lnTo>
                    <a:pt x="793657" y="447880"/>
                  </a:lnTo>
                  <a:lnTo>
                    <a:pt x="801515" y="446523"/>
                  </a:lnTo>
                  <a:lnTo>
                    <a:pt x="809373" y="445006"/>
                  </a:lnTo>
                  <a:lnTo>
                    <a:pt x="817231" y="443481"/>
                  </a:lnTo>
                  <a:lnTo>
                    <a:pt x="825089" y="441946"/>
                  </a:lnTo>
                  <a:lnTo>
                    <a:pt x="832947" y="440407"/>
                  </a:lnTo>
                  <a:lnTo>
                    <a:pt x="840805" y="438556"/>
                  </a:lnTo>
                  <a:lnTo>
                    <a:pt x="848663" y="436642"/>
                  </a:lnTo>
                  <a:lnTo>
                    <a:pt x="856521" y="434589"/>
                  </a:lnTo>
                  <a:lnTo>
                    <a:pt x="864379" y="432968"/>
                  </a:lnTo>
                  <a:lnTo>
                    <a:pt x="872237" y="431497"/>
                  </a:lnTo>
                  <a:lnTo>
                    <a:pt x="880095" y="429856"/>
                  </a:lnTo>
                  <a:lnTo>
                    <a:pt x="887953" y="427770"/>
                  </a:lnTo>
                  <a:lnTo>
                    <a:pt x="895811" y="425815"/>
                  </a:lnTo>
                  <a:lnTo>
                    <a:pt x="903669" y="423771"/>
                  </a:lnTo>
                  <a:lnTo>
                    <a:pt x="911527" y="421993"/>
                  </a:lnTo>
                  <a:lnTo>
                    <a:pt x="919385" y="420171"/>
                  </a:lnTo>
                  <a:lnTo>
                    <a:pt x="927243" y="417971"/>
                  </a:lnTo>
                  <a:lnTo>
                    <a:pt x="935101" y="416068"/>
                  </a:lnTo>
                  <a:lnTo>
                    <a:pt x="942959" y="414487"/>
                  </a:lnTo>
                  <a:lnTo>
                    <a:pt x="950817" y="412382"/>
                  </a:lnTo>
                  <a:lnTo>
                    <a:pt x="958675" y="410342"/>
                  </a:lnTo>
                  <a:lnTo>
                    <a:pt x="966533" y="408291"/>
                  </a:lnTo>
                  <a:lnTo>
                    <a:pt x="974391" y="406227"/>
                  </a:lnTo>
                  <a:lnTo>
                    <a:pt x="982249" y="404347"/>
                  </a:lnTo>
                  <a:lnTo>
                    <a:pt x="990107" y="403134"/>
                  </a:lnTo>
                  <a:lnTo>
                    <a:pt x="997965" y="401586"/>
                  </a:lnTo>
                  <a:lnTo>
                    <a:pt x="1005823" y="399387"/>
                  </a:lnTo>
                  <a:lnTo>
                    <a:pt x="1013681" y="397182"/>
                  </a:lnTo>
                  <a:lnTo>
                    <a:pt x="1021539" y="394972"/>
                  </a:lnTo>
                  <a:lnTo>
                    <a:pt x="1029397" y="393144"/>
                  </a:lnTo>
                  <a:lnTo>
                    <a:pt x="1037254" y="390874"/>
                  </a:lnTo>
                  <a:lnTo>
                    <a:pt x="1045112" y="389488"/>
                  </a:lnTo>
                  <a:lnTo>
                    <a:pt x="1052970" y="387497"/>
                  </a:lnTo>
                  <a:lnTo>
                    <a:pt x="1060828" y="385577"/>
                  </a:lnTo>
                  <a:lnTo>
                    <a:pt x="1068686" y="383315"/>
                  </a:lnTo>
                  <a:lnTo>
                    <a:pt x="1076544" y="381515"/>
                  </a:lnTo>
                  <a:lnTo>
                    <a:pt x="1084402" y="379137"/>
                  </a:lnTo>
                  <a:lnTo>
                    <a:pt x="1092260" y="376757"/>
                  </a:lnTo>
                  <a:lnTo>
                    <a:pt x="1100118" y="374911"/>
                  </a:lnTo>
                  <a:lnTo>
                    <a:pt x="1107976" y="372381"/>
                  </a:lnTo>
                  <a:lnTo>
                    <a:pt x="1115834" y="370095"/>
                  </a:lnTo>
                  <a:lnTo>
                    <a:pt x="1123692" y="367617"/>
                  </a:lnTo>
                  <a:lnTo>
                    <a:pt x="1131550" y="364965"/>
                  </a:lnTo>
                  <a:lnTo>
                    <a:pt x="1139408" y="362289"/>
                  </a:lnTo>
                  <a:lnTo>
                    <a:pt x="1147266" y="359885"/>
                  </a:lnTo>
                  <a:lnTo>
                    <a:pt x="1155124" y="357600"/>
                  </a:lnTo>
                  <a:lnTo>
                    <a:pt x="1162982" y="354952"/>
                  </a:lnTo>
                  <a:lnTo>
                    <a:pt x="1170840" y="352289"/>
                  </a:lnTo>
                  <a:lnTo>
                    <a:pt x="1178698" y="349613"/>
                  </a:lnTo>
                  <a:lnTo>
                    <a:pt x="1186556" y="347014"/>
                  </a:lnTo>
                  <a:lnTo>
                    <a:pt x="1194414" y="344515"/>
                  </a:lnTo>
                  <a:lnTo>
                    <a:pt x="1202272" y="342004"/>
                  </a:lnTo>
                  <a:lnTo>
                    <a:pt x="1210130" y="339338"/>
                  </a:lnTo>
                  <a:lnTo>
                    <a:pt x="1217988" y="336409"/>
                  </a:lnTo>
                  <a:lnTo>
                    <a:pt x="1225846" y="333765"/>
                  </a:lnTo>
                  <a:lnTo>
                    <a:pt x="1233704" y="331110"/>
                  </a:lnTo>
                  <a:lnTo>
                    <a:pt x="1241562" y="328436"/>
                  </a:lnTo>
                  <a:lnTo>
                    <a:pt x="1249420" y="325747"/>
                  </a:lnTo>
                  <a:lnTo>
                    <a:pt x="1257278" y="323045"/>
                  </a:lnTo>
                  <a:lnTo>
                    <a:pt x="1265136" y="320329"/>
                  </a:lnTo>
                  <a:lnTo>
                    <a:pt x="1272994" y="317430"/>
                  </a:lnTo>
                  <a:lnTo>
                    <a:pt x="1280852" y="314248"/>
                  </a:lnTo>
                  <a:lnTo>
                    <a:pt x="1288710" y="311756"/>
                  </a:lnTo>
                  <a:lnTo>
                    <a:pt x="1296568" y="309337"/>
                  </a:lnTo>
                  <a:lnTo>
                    <a:pt x="1304426" y="306571"/>
                  </a:lnTo>
                  <a:lnTo>
                    <a:pt x="1312284" y="303794"/>
                  </a:lnTo>
                  <a:lnTo>
                    <a:pt x="1320142" y="301277"/>
                  </a:lnTo>
                  <a:lnTo>
                    <a:pt x="1328000" y="298842"/>
                  </a:lnTo>
                  <a:lnTo>
                    <a:pt x="1335858" y="295619"/>
                  </a:lnTo>
                  <a:lnTo>
                    <a:pt x="1343716" y="292500"/>
                  </a:lnTo>
                  <a:lnTo>
                    <a:pt x="1351574" y="289344"/>
                  </a:lnTo>
                  <a:lnTo>
                    <a:pt x="1359432" y="286150"/>
                  </a:lnTo>
                  <a:lnTo>
                    <a:pt x="1367290" y="283235"/>
                  </a:lnTo>
                  <a:lnTo>
                    <a:pt x="1375148" y="280397"/>
                  </a:lnTo>
                  <a:lnTo>
                    <a:pt x="1383006" y="276794"/>
                  </a:lnTo>
                  <a:lnTo>
                    <a:pt x="1390864" y="273198"/>
                  </a:lnTo>
                  <a:lnTo>
                    <a:pt x="1398722" y="269911"/>
                  </a:lnTo>
                  <a:lnTo>
                    <a:pt x="1406580" y="266615"/>
                  </a:lnTo>
                  <a:lnTo>
                    <a:pt x="1414438" y="263325"/>
                  </a:lnTo>
                  <a:lnTo>
                    <a:pt x="1422296" y="260022"/>
                  </a:lnTo>
                  <a:lnTo>
                    <a:pt x="1430154" y="257166"/>
                  </a:lnTo>
                  <a:lnTo>
                    <a:pt x="1438012" y="254330"/>
                  </a:lnTo>
                  <a:lnTo>
                    <a:pt x="1445870" y="251484"/>
                  </a:lnTo>
                  <a:lnTo>
                    <a:pt x="1453728" y="248628"/>
                  </a:lnTo>
                  <a:lnTo>
                    <a:pt x="1461586" y="245768"/>
                  </a:lnTo>
                  <a:lnTo>
                    <a:pt x="1469444" y="242904"/>
                  </a:lnTo>
                  <a:lnTo>
                    <a:pt x="1477302" y="239706"/>
                  </a:lnTo>
                  <a:lnTo>
                    <a:pt x="1485160" y="236428"/>
                  </a:lnTo>
                  <a:lnTo>
                    <a:pt x="1493018" y="232855"/>
                  </a:lnTo>
                  <a:lnTo>
                    <a:pt x="1500876" y="228413"/>
                  </a:lnTo>
                  <a:lnTo>
                    <a:pt x="1508734" y="225339"/>
                  </a:lnTo>
                  <a:lnTo>
                    <a:pt x="1516592" y="222294"/>
                  </a:lnTo>
                  <a:lnTo>
                    <a:pt x="1524450" y="219241"/>
                  </a:lnTo>
                  <a:lnTo>
                    <a:pt x="1532308" y="215985"/>
                  </a:lnTo>
                  <a:lnTo>
                    <a:pt x="1540166" y="212539"/>
                  </a:lnTo>
                  <a:lnTo>
                    <a:pt x="1548024" y="209535"/>
                  </a:lnTo>
                  <a:lnTo>
                    <a:pt x="1555882" y="206422"/>
                  </a:lnTo>
                  <a:lnTo>
                    <a:pt x="1563740" y="203143"/>
                  </a:lnTo>
                  <a:lnTo>
                    <a:pt x="1571598" y="200038"/>
                  </a:lnTo>
                  <a:lnTo>
                    <a:pt x="1579456" y="196927"/>
                  </a:lnTo>
                  <a:lnTo>
                    <a:pt x="1587314" y="193855"/>
                  </a:lnTo>
                  <a:lnTo>
                    <a:pt x="1595172" y="190798"/>
                  </a:lnTo>
                  <a:lnTo>
                    <a:pt x="1603030" y="187734"/>
                  </a:lnTo>
                  <a:lnTo>
                    <a:pt x="1610888" y="184663"/>
                  </a:lnTo>
                  <a:lnTo>
                    <a:pt x="1618746" y="181298"/>
                  </a:lnTo>
                  <a:lnTo>
                    <a:pt x="1626604" y="178087"/>
                  </a:lnTo>
                  <a:lnTo>
                    <a:pt x="1634462" y="174910"/>
                  </a:lnTo>
                  <a:lnTo>
                    <a:pt x="1642320" y="171727"/>
                  </a:lnTo>
                  <a:lnTo>
                    <a:pt x="1650178" y="168562"/>
                  </a:lnTo>
                  <a:lnTo>
                    <a:pt x="1658036" y="165392"/>
                  </a:lnTo>
                  <a:lnTo>
                    <a:pt x="1665894" y="162018"/>
                  </a:lnTo>
                  <a:lnTo>
                    <a:pt x="1673752" y="158456"/>
                  </a:lnTo>
                  <a:lnTo>
                    <a:pt x="1681610" y="155037"/>
                  </a:lnTo>
                  <a:lnTo>
                    <a:pt x="1689468" y="151524"/>
                  </a:lnTo>
                  <a:lnTo>
                    <a:pt x="1697326" y="148006"/>
                  </a:lnTo>
                  <a:lnTo>
                    <a:pt x="1705184" y="144483"/>
                  </a:lnTo>
                  <a:lnTo>
                    <a:pt x="1713042" y="140956"/>
                  </a:lnTo>
                  <a:lnTo>
                    <a:pt x="1720900" y="137423"/>
                  </a:lnTo>
                  <a:lnTo>
                    <a:pt x="1728758" y="133887"/>
                  </a:lnTo>
                  <a:lnTo>
                    <a:pt x="1736616" y="130346"/>
                  </a:lnTo>
                  <a:lnTo>
                    <a:pt x="1744474" y="126636"/>
                  </a:lnTo>
                  <a:lnTo>
                    <a:pt x="1752332" y="122812"/>
                  </a:lnTo>
                  <a:lnTo>
                    <a:pt x="1760190" y="119297"/>
                  </a:lnTo>
                  <a:lnTo>
                    <a:pt x="1768048" y="116152"/>
                  </a:lnTo>
                  <a:lnTo>
                    <a:pt x="1775906" y="112510"/>
                  </a:lnTo>
                  <a:lnTo>
                    <a:pt x="1783764" y="108933"/>
                  </a:lnTo>
                  <a:lnTo>
                    <a:pt x="1791622" y="105498"/>
                  </a:lnTo>
                  <a:lnTo>
                    <a:pt x="1799480" y="101934"/>
                  </a:lnTo>
                  <a:lnTo>
                    <a:pt x="1807338" y="98383"/>
                  </a:lnTo>
                  <a:lnTo>
                    <a:pt x="1815196" y="95838"/>
                  </a:lnTo>
                  <a:lnTo>
                    <a:pt x="1823054" y="92219"/>
                  </a:lnTo>
                  <a:lnTo>
                    <a:pt x="1830912" y="88527"/>
                  </a:lnTo>
                  <a:lnTo>
                    <a:pt x="1838770" y="84839"/>
                  </a:lnTo>
                  <a:lnTo>
                    <a:pt x="1846628" y="81153"/>
                  </a:lnTo>
                  <a:lnTo>
                    <a:pt x="1854486" y="77724"/>
                  </a:lnTo>
                  <a:lnTo>
                    <a:pt x="1862344" y="74407"/>
                  </a:lnTo>
                  <a:lnTo>
                    <a:pt x="1870202" y="71090"/>
                  </a:lnTo>
                  <a:lnTo>
                    <a:pt x="1878060" y="67257"/>
                  </a:lnTo>
                  <a:lnTo>
                    <a:pt x="1885918" y="63377"/>
                  </a:lnTo>
                  <a:lnTo>
                    <a:pt x="1893776" y="59501"/>
                  </a:lnTo>
                  <a:lnTo>
                    <a:pt x="1901634" y="55634"/>
                  </a:lnTo>
                  <a:lnTo>
                    <a:pt x="1909492" y="52071"/>
                  </a:lnTo>
                  <a:lnTo>
                    <a:pt x="1917350" y="48522"/>
                  </a:lnTo>
                  <a:lnTo>
                    <a:pt x="1925208" y="45085"/>
                  </a:lnTo>
                  <a:lnTo>
                    <a:pt x="1933066" y="41999"/>
                  </a:lnTo>
                  <a:lnTo>
                    <a:pt x="1940924" y="39242"/>
                  </a:lnTo>
                  <a:lnTo>
                    <a:pt x="1948782" y="36487"/>
                  </a:lnTo>
                  <a:lnTo>
                    <a:pt x="1956640" y="32932"/>
                  </a:lnTo>
                  <a:lnTo>
                    <a:pt x="1964498" y="28898"/>
                  </a:lnTo>
                  <a:lnTo>
                    <a:pt x="1972356" y="25647"/>
                  </a:lnTo>
                  <a:lnTo>
                    <a:pt x="1980214" y="22415"/>
                  </a:lnTo>
                  <a:lnTo>
                    <a:pt x="1988072" y="19199"/>
                  </a:lnTo>
                  <a:lnTo>
                    <a:pt x="1995930" y="15987"/>
                  </a:lnTo>
                  <a:lnTo>
                    <a:pt x="2003788" y="12780"/>
                  </a:lnTo>
                  <a:lnTo>
                    <a:pt x="2011646" y="9577"/>
                  </a:lnTo>
                  <a:lnTo>
                    <a:pt x="2019504" y="6379"/>
                  </a:lnTo>
                  <a:lnTo>
                    <a:pt x="2027362" y="3187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186414" y="2945394"/>
              <a:ext cx="2035220" cy="122126"/>
            </a:xfrm>
            <a:custGeom>
              <a:avLst/>
              <a:pathLst>
                <a:path w="2035220" h="122126">
                  <a:moveTo>
                    <a:pt x="2035220" y="0"/>
                  </a:moveTo>
                  <a:lnTo>
                    <a:pt x="2027362" y="712"/>
                  </a:lnTo>
                  <a:lnTo>
                    <a:pt x="2019504" y="1416"/>
                  </a:lnTo>
                  <a:lnTo>
                    <a:pt x="2011646" y="1816"/>
                  </a:lnTo>
                  <a:lnTo>
                    <a:pt x="2003788" y="2086"/>
                  </a:lnTo>
                  <a:lnTo>
                    <a:pt x="1995930" y="2544"/>
                  </a:lnTo>
                  <a:lnTo>
                    <a:pt x="1988072" y="2886"/>
                  </a:lnTo>
                  <a:lnTo>
                    <a:pt x="1980214" y="3285"/>
                  </a:lnTo>
                  <a:lnTo>
                    <a:pt x="1972356" y="3946"/>
                  </a:lnTo>
                  <a:lnTo>
                    <a:pt x="1964498" y="4461"/>
                  </a:lnTo>
                  <a:lnTo>
                    <a:pt x="1956640" y="4773"/>
                  </a:lnTo>
                  <a:lnTo>
                    <a:pt x="1948782" y="5085"/>
                  </a:lnTo>
                  <a:lnTo>
                    <a:pt x="1940924" y="5394"/>
                  </a:lnTo>
                  <a:lnTo>
                    <a:pt x="1933066" y="5699"/>
                  </a:lnTo>
                  <a:lnTo>
                    <a:pt x="1925208" y="6257"/>
                  </a:lnTo>
                  <a:lnTo>
                    <a:pt x="1917350" y="6872"/>
                  </a:lnTo>
                  <a:lnTo>
                    <a:pt x="1909492" y="7483"/>
                  </a:lnTo>
                  <a:lnTo>
                    <a:pt x="1901634" y="7874"/>
                  </a:lnTo>
                  <a:lnTo>
                    <a:pt x="1893776" y="8264"/>
                  </a:lnTo>
                  <a:lnTo>
                    <a:pt x="1885918" y="8836"/>
                  </a:lnTo>
                  <a:lnTo>
                    <a:pt x="1878060" y="9407"/>
                  </a:lnTo>
                  <a:lnTo>
                    <a:pt x="1870202" y="10046"/>
                  </a:lnTo>
                  <a:lnTo>
                    <a:pt x="1862344" y="10691"/>
                  </a:lnTo>
                  <a:lnTo>
                    <a:pt x="1854486" y="11097"/>
                  </a:lnTo>
                  <a:lnTo>
                    <a:pt x="1846628" y="11656"/>
                  </a:lnTo>
                  <a:lnTo>
                    <a:pt x="1838770" y="12214"/>
                  </a:lnTo>
                  <a:lnTo>
                    <a:pt x="1830912" y="12676"/>
                  </a:lnTo>
                  <a:lnTo>
                    <a:pt x="1823054" y="13111"/>
                  </a:lnTo>
                  <a:lnTo>
                    <a:pt x="1815196" y="13542"/>
                  </a:lnTo>
                  <a:lnTo>
                    <a:pt x="1807338" y="13966"/>
                  </a:lnTo>
                  <a:lnTo>
                    <a:pt x="1799480" y="14276"/>
                  </a:lnTo>
                  <a:lnTo>
                    <a:pt x="1791622" y="14546"/>
                  </a:lnTo>
                  <a:lnTo>
                    <a:pt x="1783764" y="15111"/>
                  </a:lnTo>
                  <a:lnTo>
                    <a:pt x="1775906" y="15670"/>
                  </a:lnTo>
                  <a:lnTo>
                    <a:pt x="1768048" y="16098"/>
                  </a:lnTo>
                  <a:lnTo>
                    <a:pt x="1760190" y="16524"/>
                  </a:lnTo>
                  <a:lnTo>
                    <a:pt x="1752332" y="16949"/>
                  </a:lnTo>
                  <a:lnTo>
                    <a:pt x="1744474" y="17373"/>
                  </a:lnTo>
                  <a:lnTo>
                    <a:pt x="1736616" y="17795"/>
                  </a:lnTo>
                  <a:lnTo>
                    <a:pt x="1728758" y="18213"/>
                  </a:lnTo>
                  <a:lnTo>
                    <a:pt x="1720900" y="18630"/>
                  </a:lnTo>
                  <a:lnTo>
                    <a:pt x="1713042" y="19047"/>
                  </a:lnTo>
                  <a:lnTo>
                    <a:pt x="1705184" y="19462"/>
                  </a:lnTo>
                  <a:lnTo>
                    <a:pt x="1697326" y="19876"/>
                  </a:lnTo>
                  <a:lnTo>
                    <a:pt x="1689468" y="20289"/>
                  </a:lnTo>
                  <a:lnTo>
                    <a:pt x="1681610" y="20717"/>
                  </a:lnTo>
                  <a:lnTo>
                    <a:pt x="1673752" y="21385"/>
                  </a:lnTo>
                  <a:lnTo>
                    <a:pt x="1665894" y="22051"/>
                  </a:lnTo>
                  <a:lnTo>
                    <a:pt x="1658036" y="22494"/>
                  </a:lnTo>
                  <a:lnTo>
                    <a:pt x="1650178" y="22902"/>
                  </a:lnTo>
                  <a:lnTo>
                    <a:pt x="1642320" y="23309"/>
                  </a:lnTo>
                  <a:lnTo>
                    <a:pt x="1634462" y="23709"/>
                  </a:lnTo>
                  <a:lnTo>
                    <a:pt x="1626604" y="24105"/>
                  </a:lnTo>
                  <a:lnTo>
                    <a:pt x="1618746" y="24501"/>
                  </a:lnTo>
                  <a:lnTo>
                    <a:pt x="1610888" y="24895"/>
                  </a:lnTo>
                  <a:lnTo>
                    <a:pt x="1603030" y="25288"/>
                  </a:lnTo>
                  <a:lnTo>
                    <a:pt x="1595172" y="25889"/>
                  </a:lnTo>
                  <a:lnTo>
                    <a:pt x="1587314" y="26070"/>
                  </a:lnTo>
                  <a:lnTo>
                    <a:pt x="1579456" y="26352"/>
                  </a:lnTo>
                  <a:lnTo>
                    <a:pt x="1571598" y="26599"/>
                  </a:lnTo>
                  <a:lnTo>
                    <a:pt x="1563740" y="27138"/>
                  </a:lnTo>
                  <a:lnTo>
                    <a:pt x="1555882" y="27608"/>
                  </a:lnTo>
                  <a:lnTo>
                    <a:pt x="1548024" y="28016"/>
                  </a:lnTo>
                  <a:lnTo>
                    <a:pt x="1540166" y="28406"/>
                  </a:lnTo>
                  <a:lnTo>
                    <a:pt x="1532308" y="28867"/>
                  </a:lnTo>
                  <a:lnTo>
                    <a:pt x="1524450" y="29363"/>
                  </a:lnTo>
                  <a:lnTo>
                    <a:pt x="1516592" y="29857"/>
                  </a:lnTo>
                  <a:lnTo>
                    <a:pt x="1508734" y="30350"/>
                  </a:lnTo>
                  <a:lnTo>
                    <a:pt x="1500876" y="30841"/>
                  </a:lnTo>
                  <a:lnTo>
                    <a:pt x="1493018" y="31323"/>
                  </a:lnTo>
                  <a:lnTo>
                    <a:pt x="1485160" y="31788"/>
                  </a:lnTo>
                  <a:lnTo>
                    <a:pt x="1477302" y="32252"/>
                  </a:lnTo>
                  <a:lnTo>
                    <a:pt x="1469444" y="32715"/>
                  </a:lnTo>
                  <a:lnTo>
                    <a:pt x="1461586" y="33176"/>
                  </a:lnTo>
                  <a:lnTo>
                    <a:pt x="1453728" y="33632"/>
                  </a:lnTo>
                  <a:lnTo>
                    <a:pt x="1445870" y="34090"/>
                  </a:lnTo>
                  <a:lnTo>
                    <a:pt x="1438012" y="34547"/>
                  </a:lnTo>
                  <a:lnTo>
                    <a:pt x="1430154" y="35051"/>
                  </a:lnTo>
                  <a:lnTo>
                    <a:pt x="1422296" y="35521"/>
                  </a:lnTo>
                  <a:lnTo>
                    <a:pt x="1414438" y="35988"/>
                  </a:lnTo>
                  <a:lnTo>
                    <a:pt x="1406580" y="36453"/>
                  </a:lnTo>
                  <a:lnTo>
                    <a:pt x="1398722" y="36917"/>
                  </a:lnTo>
                  <a:lnTo>
                    <a:pt x="1390864" y="37455"/>
                  </a:lnTo>
                  <a:lnTo>
                    <a:pt x="1383006" y="38013"/>
                  </a:lnTo>
                  <a:lnTo>
                    <a:pt x="1375148" y="38466"/>
                  </a:lnTo>
                  <a:lnTo>
                    <a:pt x="1367290" y="38957"/>
                  </a:lnTo>
                  <a:lnTo>
                    <a:pt x="1359432" y="39423"/>
                  </a:lnTo>
                  <a:lnTo>
                    <a:pt x="1351574" y="39887"/>
                  </a:lnTo>
                  <a:lnTo>
                    <a:pt x="1343716" y="40344"/>
                  </a:lnTo>
                  <a:lnTo>
                    <a:pt x="1335858" y="40773"/>
                  </a:lnTo>
                  <a:lnTo>
                    <a:pt x="1328000" y="41137"/>
                  </a:lnTo>
                  <a:lnTo>
                    <a:pt x="1320142" y="41671"/>
                  </a:lnTo>
                  <a:lnTo>
                    <a:pt x="1312284" y="41995"/>
                  </a:lnTo>
                  <a:lnTo>
                    <a:pt x="1304426" y="42499"/>
                  </a:lnTo>
                  <a:lnTo>
                    <a:pt x="1296568" y="43001"/>
                  </a:lnTo>
                  <a:lnTo>
                    <a:pt x="1288710" y="43502"/>
                  </a:lnTo>
                  <a:lnTo>
                    <a:pt x="1280852" y="43953"/>
                  </a:lnTo>
                  <a:lnTo>
                    <a:pt x="1272994" y="44411"/>
                  </a:lnTo>
                  <a:lnTo>
                    <a:pt x="1265136" y="44856"/>
                  </a:lnTo>
                  <a:lnTo>
                    <a:pt x="1257278" y="45152"/>
                  </a:lnTo>
                  <a:lnTo>
                    <a:pt x="1249420" y="45673"/>
                  </a:lnTo>
                  <a:lnTo>
                    <a:pt x="1241562" y="46180"/>
                  </a:lnTo>
                  <a:lnTo>
                    <a:pt x="1233704" y="46750"/>
                  </a:lnTo>
                  <a:lnTo>
                    <a:pt x="1225846" y="47273"/>
                  </a:lnTo>
                  <a:lnTo>
                    <a:pt x="1217988" y="47792"/>
                  </a:lnTo>
                  <a:lnTo>
                    <a:pt x="1210130" y="48163"/>
                  </a:lnTo>
                  <a:lnTo>
                    <a:pt x="1202272" y="48823"/>
                  </a:lnTo>
                  <a:lnTo>
                    <a:pt x="1194414" y="49335"/>
                  </a:lnTo>
                  <a:lnTo>
                    <a:pt x="1186556" y="49845"/>
                  </a:lnTo>
                  <a:lnTo>
                    <a:pt x="1178698" y="50357"/>
                  </a:lnTo>
                  <a:lnTo>
                    <a:pt x="1170840" y="50864"/>
                  </a:lnTo>
                  <a:lnTo>
                    <a:pt x="1162982" y="51368"/>
                  </a:lnTo>
                  <a:lnTo>
                    <a:pt x="1155124" y="51870"/>
                  </a:lnTo>
                  <a:lnTo>
                    <a:pt x="1147266" y="52369"/>
                  </a:lnTo>
                  <a:lnTo>
                    <a:pt x="1139408" y="52867"/>
                  </a:lnTo>
                  <a:lnTo>
                    <a:pt x="1131550" y="53465"/>
                  </a:lnTo>
                  <a:lnTo>
                    <a:pt x="1123692" y="53952"/>
                  </a:lnTo>
                  <a:lnTo>
                    <a:pt x="1115834" y="54431"/>
                  </a:lnTo>
                  <a:lnTo>
                    <a:pt x="1107976" y="54953"/>
                  </a:lnTo>
                  <a:lnTo>
                    <a:pt x="1100118" y="55465"/>
                  </a:lnTo>
                  <a:lnTo>
                    <a:pt x="1092260" y="55924"/>
                  </a:lnTo>
                  <a:lnTo>
                    <a:pt x="1084402" y="56479"/>
                  </a:lnTo>
                  <a:lnTo>
                    <a:pt x="1076544" y="57039"/>
                  </a:lnTo>
                  <a:lnTo>
                    <a:pt x="1068686" y="57586"/>
                  </a:lnTo>
                  <a:lnTo>
                    <a:pt x="1060828" y="58161"/>
                  </a:lnTo>
                  <a:lnTo>
                    <a:pt x="1052970" y="58681"/>
                  </a:lnTo>
                  <a:lnTo>
                    <a:pt x="1045112" y="59190"/>
                  </a:lnTo>
                  <a:lnTo>
                    <a:pt x="1037254" y="59654"/>
                  </a:lnTo>
                  <a:lnTo>
                    <a:pt x="1029397" y="59781"/>
                  </a:lnTo>
                  <a:lnTo>
                    <a:pt x="1021539" y="60273"/>
                  </a:lnTo>
                  <a:lnTo>
                    <a:pt x="1013681" y="60923"/>
                  </a:lnTo>
                  <a:lnTo>
                    <a:pt x="1005823" y="61493"/>
                  </a:lnTo>
                  <a:lnTo>
                    <a:pt x="997965" y="61949"/>
                  </a:lnTo>
                  <a:lnTo>
                    <a:pt x="990107" y="62400"/>
                  </a:lnTo>
                  <a:lnTo>
                    <a:pt x="982249" y="62640"/>
                  </a:lnTo>
                  <a:lnTo>
                    <a:pt x="974391" y="62879"/>
                  </a:lnTo>
                  <a:lnTo>
                    <a:pt x="966533" y="63316"/>
                  </a:lnTo>
                  <a:lnTo>
                    <a:pt x="958675" y="63765"/>
                  </a:lnTo>
                  <a:lnTo>
                    <a:pt x="950817" y="64110"/>
                  </a:lnTo>
                  <a:lnTo>
                    <a:pt x="942959" y="64537"/>
                  </a:lnTo>
                  <a:lnTo>
                    <a:pt x="935101" y="65104"/>
                  </a:lnTo>
                  <a:lnTo>
                    <a:pt x="927243" y="65479"/>
                  </a:lnTo>
                  <a:lnTo>
                    <a:pt x="919385" y="66000"/>
                  </a:lnTo>
                  <a:lnTo>
                    <a:pt x="911527" y="66446"/>
                  </a:lnTo>
                  <a:lnTo>
                    <a:pt x="903669" y="66940"/>
                  </a:lnTo>
                  <a:lnTo>
                    <a:pt x="895811" y="67483"/>
                  </a:lnTo>
                  <a:lnTo>
                    <a:pt x="887953" y="68122"/>
                  </a:lnTo>
                  <a:lnTo>
                    <a:pt x="880095" y="68604"/>
                  </a:lnTo>
                  <a:lnTo>
                    <a:pt x="872237" y="69186"/>
                  </a:lnTo>
                  <a:lnTo>
                    <a:pt x="864379" y="69752"/>
                  </a:lnTo>
                  <a:lnTo>
                    <a:pt x="856521" y="70345"/>
                  </a:lnTo>
                  <a:lnTo>
                    <a:pt x="848663" y="70927"/>
                  </a:lnTo>
                  <a:lnTo>
                    <a:pt x="840805" y="71504"/>
                  </a:lnTo>
                  <a:lnTo>
                    <a:pt x="832947" y="72014"/>
                  </a:lnTo>
                  <a:lnTo>
                    <a:pt x="825089" y="72659"/>
                  </a:lnTo>
                  <a:lnTo>
                    <a:pt x="817231" y="73237"/>
                  </a:lnTo>
                  <a:lnTo>
                    <a:pt x="809373" y="73821"/>
                  </a:lnTo>
                  <a:lnTo>
                    <a:pt x="801515" y="74447"/>
                  </a:lnTo>
                  <a:lnTo>
                    <a:pt x="793657" y="74924"/>
                  </a:lnTo>
                  <a:lnTo>
                    <a:pt x="785799" y="75384"/>
                  </a:lnTo>
                  <a:lnTo>
                    <a:pt x="777941" y="75802"/>
                  </a:lnTo>
                  <a:lnTo>
                    <a:pt x="770083" y="76218"/>
                  </a:lnTo>
                  <a:lnTo>
                    <a:pt x="762225" y="76665"/>
                  </a:lnTo>
                  <a:lnTo>
                    <a:pt x="754367" y="77326"/>
                  </a:lnTo>
                  <a:lnTo>
                    <a:pt x="746509" y="77789"/>
                  </a:lnTo>
                  <a:lnTo>
                    <a:pt x="738651" y="78479"/>
                  </a:lnTo>
                  <a:lnTo>
                    <a:pt x="730793" y="78897"/>
                  </a:lnTo>
                  <a:lnTo>
                    <a:pt x="722935" y="79355"/>
                  </a:lnTo>
                  <a:lnTo>
                    <a:pt x="715077" y="79870"/>
                  </a:lnTo>
                  <a:lnTo>
                    <a:pt x="707219" y="80357"/>
                  </a:lnTo>
                  <a:lnTo>
                    <a:pt x="699361" y="80748"/>
                  </a:lnTo>
                  <a:lnTo>
                    <a:pt x="691503" y="81182"/>
                  </a:lnTo>
                  <a:lnTo>
                    <a:pt x="683645" y="81548"/>
                  </a:lnTo>
                  <a:lnTo>
                    <a:pt x="675787" y="81909"/>
                  </a:lnTo>
                  <a:lnTo>
                    <a:pt x="667929" y="82324"/>
                  </a:lnTo>
                  <a:lnTo>
                    <a:pt x="660071" y="82768"/>
                  </a:lnTo>
                  <a:lnTo>
                    <a:pt x="652213" y="83329"/>
                  </a:lnTo>
                  <a:lnTo>
                    <a:pt x="644355" y="83645"/>
                  </a:lnTo>
                  <a:lnTo>
                    <a:pt x="636497" y="83934"/>
                  </a:lnTo>
                  <a:lnTo>
                    <a:pt x="628639" y="84398"/>
                  </a:lnTo>
                  <a:lnTo>
                    <a:pt x="620781" y="85009"/>
                  </a:lnTo>
                  <a:lnTo>
                    <a:pt x="612923" y="85435"/>
                  </a:lnTo>
                  <a:lnTo>
                    <a:pt x="605065" y="85983"/>
                  </a:lnTo>
                  <a:lnTo>
                    <a:pt x="597207" y="86650"/>
                  </a:lnTo>
                  <a:lnTo>
                    <a:pt x="589349" y="87078"/>
                  </a:lnTo>
                  <a:lnTo>
                    <a:pt x="581491" y="87671"/>
                  </a:lnTo>
                  <a:lnTo>
                    <a:pt x="573633" y="88169"/>
                  </a:lnTo>
                  <a:lnTo>
                    <a:pt x="565775" y="88572"/>
                  </a:lnTo>
                  <a:lnTo>
                    <a:pt x="557917" y="89176"/>
                  </a:lnTo>
                  <a:lnTo>
                    <a:pt x="550059" y="89667"/>
                  </a:lnTo>
                  <a:lnTo>
                    <a:pt x="542201" y="90182"/>
                  </a:lnTo>
                  <a:lnTo>
                    <a:pt x="534343" y="90696"/>
                  </a:lnTo>
                  <a:lnTo>
                    <a:pt x="526485" y="91204"/>
                  </a:lnTo>
                  <a:lnTo>
                    <a:pt x="518627" y="91668"/>
                  </a:lnTo>
                  <a:lnTo>
                    <a:pt x="510769" y="91993"/>
                  </a:lnTo>
                  <a:lnTo>
                    <a:pt x="502911" y="92558"/>
                  </a:lnTo>
                  <a:lnTo>
                    <a:pt x="495053" y="93060"/>
                  </a:lnTo>
                  <a:lnTo>
                    <a:pt x="487195" y="93653"/>
                  </a:lnTo>
                  <a:lnTo>
                    <a:pt x="479337" y="94181"/>
                  </a:lnTo>
                  <a:lnTo>
                    <a:pt x="471479" y="94669"/>
                  </a:lnTo>
                  <a:lnTo>
                    <a:pt x="463621" y="95148"/>
                  </a:lnTo>
                  <a:lnTo>
                    <a:pt x="455763" y="95807"/>
                  </a:lnTo>
                  <a:lnTo>
                    <a:pt x="447905" y="96207"/>
                  </a:lnTo>
                  <a:lnTo>
                    <a:pt x="440047" y="96605"/>
                  </a:lnTo>
                  <a:lnTo>
                    <a:pt x="432189" y="97361"/>
                  </a:lnTo>
                  <a:lnTo>
                    <a:pt x="424331" y="97790"/>
                  </a:lnTo>
                  <a:lnTo>
                    <a:pt x="416473" y="98207"/>
                  </a:lnTo>
                  <a:lnTo>
                    <a:pt x="408615" y="98645"/>
                  </a:lnTo>
                  <a:lnTo>
                    <a:pt x="400757" y="99030"/>
                  </a:lnTo>
                  <a:lnTo>
                    <a:pt x="392899" y="99408"/>
                  </a:lnTo>
                  <a:lnTo>
                    <a:pt x="385041" y="99772"/>
                  </a:lnTo>
                  <a:lnTo>
                    <a:pt x="377183" y="100216"/>
                  </a:lnTo>
                  <a:lnTo>
                    <a:pt x="369325" y="100651"/>
                  </a:lnTo>
                  <a:lnTo>
                    <a:pt x="361467" y="101099"/>
                  </a:lnTo>
                  <a:lnTo>
                    <a:pt x="353609" y="101459"/>
                  </a:lnTo>
                  <a:lnTo>
                    <a:pt x="345751" y="101960"/>
                  </a:lnTo>
                  <a:lnTo>
                    <a:pt x="337893" y="102458"/>
                  </a:lnTo>
                  <a:lnTo>
                    <a:pt x="330035" y="102826"/>
                  </a:lnTo>
                  <a:lnTo>
                    <a:pt x="322177" y="103341"/>
                  </a:lnTo>
                  <a:lnTo>
                    <a:pt x="314319" y="103781"/>
                  </a:lnTo>
                  <a:lnTo>
                    <a:pt x="306461" y="104193"/>
                  </a:lnTo>
                  <a:lnTo>
                    <a:pt x="298603" y="104694"/>
                  </a:lnTo>
                  <a:lnTo>
                    <a:pt x="290745" y="105208"/>
                  </a:lnTo>
                  <a:lnTo>
                    <a:pt x="282887" y="105791"/>
                  </a:lnTo>
                  <a:lnTo>
                    <a:pt x="275029" y="106303"/>
                  </a:lnTo>
                  <a:lnTo>
                    <a:pt x="267171" y="106775"/>
                  </a:lnTo>
                  <a:lnTo>
                    <a:pt x="259313" y="107224"/>
                  </a:lnTo>
                  <a:lnTo>
                    <a:pt x="251455" y="107680"/>
                  </a:lnTo>
                  <a:lnTo>
                    <a:pt x="243597" y="108179"/>
                  </a:lnTo>
                  <a:lnTo>
                    <a:pt x="235739" y="108618"/>
                  </a:lnTo>
                  <a:lnTo>
                    <a:pt x="227881" y="109068"/>
                  </a:lnTo>
                  <a:lnTo>
                    <a:pt x="220023" y="109664"/>
                  </a:lnTo>
                  <a:lnTo>
                    <a:pt x="212165" y="110161"/>
                  </a:lnTo>
                  <a:lnTo>
                    <a:pt x="204307" y="110551"/>
                  </a:lnTo>
                  <a:lnTo>
                    <a:pt x="196449" y="110958"/>
                  </a:lnTo>
                  <a:lnTo>
                    <a:pt x="188591" y="111478"/>
                  </a:lnTo>
                  <a:lnTo>
                    <a:pt x="180733" y="111993"/>
                  </a:lnTo>
                  <a:lnTo>
                    <a:pt x="172875" y="112503"/>
                  </a:lnTo>
                  <a:lnTo>
                    <a:pt x="165017" y="113004"/>
                  </a:lnTo>
                  <a:lnTo>
                    <a:pt x="157159" y="113275"/>
                  </a:lnTo>
                  <a:lnTo>
                    <a:pt x="149301" y="113824"/>
                  </a:lnTo>
                  <a:lnTo>
                    <a:pt x="141443" y="114378"/>
                  </a:lnTo>
                  <a:lnTo>
                    <a:pt x="133585" y="114844"/>
                  </a:lnTo>
                  <a:lnTo>
                    <a:pt x="125727" y="115203"/>
                  </a:lnTo>
                  <a:lnTo>
                    <a:pt x="117869" y="115635"/>
                  </a:lnTo>
                  <a:lnTo>
                    <a:pt x="110011" y="116104"/>
                  </a:lnTo>
                  <a:lnTo>
                    <a:pt x="102153" y="116569"/>
                  </a:lnTo>
                  <a:lnTo>
                    <a:pt x="94295" y="117046"/>
                  </a:lnTo>
                  <a:lnTo>
                    <a:pt x="86437" y="117453"/>
                  </a:lnTo>
                  <a:lnTo>
                    <a:pt x="78579" y="117935"/>
                  </a:lnTo>
                  <a:lnTo>
                    <a:pt x="70721" y="118381"/>
                  </a:lnTo>
                  <a:lnTo>
                    <a:pt x="62863" y="118791"/>
                  </a:lnTo>
                  <a:lnTo>
                    <a:pt x="55005" y="119223"/>
                  </a:lnTo>
                  <a:lnTo>
                    <a:pt x="47147" y="119641"/>
                  </a:lnTo>
                  <a:lnTo>
                    <a:pt x="39289" y="120125"/>
                  </a:lnTo>
                  <a:lnTo>
                    <a:pt x="31431" y="120551"/>
                  </a:lnTo>
                  <a:lnTo>
                    <a:pt x="23573" y="120970"/>
                  </a:lnTo>
                  <a:lnTo>
                    <a:pt x="15715" y="121340"/>
                  </a:lnTo>
                  <a:lnTo>
                    <a:pt x="7857" y="121708"/>
                  </a:lnTo>
                  <a:lnTo>
                    <a:pt x="0" y="1221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1186414" y="2510776"/>
              <a:ext cx="2035220" cy="573278"/>
            </a:xfrm>
            <a:custGeom>
              <a:avLst/>
              <a:pathLst>
                <a:path w="2035220" h="573278">
                  <a:moveTo>
                    <a:pt x="0" y="527267"/>
                  </a:moveTo>
                  <a:lnTo>
                    <a:pt x="7857" y="526956"/>
                  </a:lnTo>
                  <a:lnTo>
                    <a:pt x="15715" y="526628"/>
                  </a:lnTo>
                  <a:lnTo>
                    <a:pt x="23573" y="526323"/>
                  </a:lnTo>
                  <a:lnTo>
                    <a:pt x="31431" y="526028"/>
                  </a:lnTo>
                  <a:lnTo>
                    <a:pt x="39289" y="525720"/>
                  </a:lnTo>
                  <a:lnTo>
                    <a:pt x="47147" y="525432"/>
                  </a:lnTo>
                  <a:lnTo>
                    <a:pt x="55005" y="525102"/>
                  </a:lnTo>
                  <a:lnTo>
                    <a:pt x="62863" y="524737"/>
                  </a:lnTo>
                  <a:lnTo>
                    <a:pt x="70721" y="524259"/>
                  </a:lnTo>
                  <a:lnTo>
                    <a:pt x="78579" y="523860"/>
                  </a:lnTo>
                  <a:lnTo>
                    <a:pt x="86437" y="523483"/>
                  </a:lnTo>
                  <a:lnTo>
                    <a:pt x="94295" y="523102"/>
                  </a:lnTo>
                  <a:lnTo>
                    <a:pt x="102153" y="522756"/>
                  </a:lnTo>
                  <a:lnTo>
                    <a:pt x="110011" y="522307"/>
                  </a:lnTo>
                  <a:lnTo>
                    <a:pt x="117869" y="521910"/>
                  </a:lnTo>
                  <a:lnTo>
                    <a:pt x="125727" y="521641"/>
                  </a:lnTo>
                  <a:lnTo>
                    <a:pt x="133585" y="521215"/>
                  </a:lnTo>
                  <a:lnTo>
                    <a:pt x="141443" y="520681"/>
                  </a:lnTo>
                  <a:lnTo>
                    <a:pt x="149301" y="520126"/>
                  </a:lnTo>
                  <a:lnTo>
                    <a:pt x="157159" y="519582"/>
                  </a:lnTo>
                  <a:lnTo>
                    <a:pt x="165017" y="519165"/>
                  </a:lnTo>
                  <a:lnTo>
                    <a:pt x="172875" y="518650"/>
                  </a:lnTo>
                  <a:lnTo>
                    <a:pt x="180733" y="518182"/>
                  </a:lnTo>
                  <a:lnTo>
                    <a:pt x="188591" y="517710"/>
                  </a:lnTo>
                  <a:lnTo>
                    <a:pt x="196449" y="517338"/>
                  </a:lnTo>
                  <a:lnTo>
                    <a:pt x="204307" y="517074"/>
                  </a:lnTo>
                  <a:lnTo>
                    <a:pt x="212165" y="516718"/>
                  </a:lnTo>
                  <a:lnTo>
                    <a:pt x="220023" y="516361"/>
                  </a:lnTo>
                  <a:lnTo>
                    <a:pt x="227881" y="516002"/>
                  </a:lnTo>
                  <a:lnTo>
                    <a:pt x="235739" y="515641"/>
                  </a:lnTo>
                  <a:lnTo>
                    <a:pt x="243597" y="515290"/>
                  </a:lnTo>
                  <a:lnTo>
                    <a:pt x="251455" y="514943"/>
                  </a:lnTo>
                  <a:lnTo>
                    <a:pt x="259313" y="514621"/>
                  </a:lnTo>
                  <a:lnTo>
                    <a:pt x="267171" y="514212"/>
                  </a:lnTo>
                  <a:lnTo>
                    <a:pt x="275029" y="513812"/>
                  </a:lnTo>
                  <a:lnTo>
                    <a:pt x="282887" y="513442"/>
                  </a:lnTo>
                  <a:lnTo>
                    <a:pt x="290745" y="513182"/>
                  </a:lnTo>
                  <a:lnTo>
                    <a:pt x="298603" y="512833"/>
                  </a:lnTo>
                  <a:lnTo>
                    <a:pt x="306461" y="512476"/>
                  </a:lnTo>
                  <a:lnTo>
                    <a:pt x="314319" y="512022"/>
                  </a:lnTo>
                  <a:lnTo>
                    <a:pt x="322177" y="511391"/>
                  </a:lnTo>
                  <a:lnTo>
                    <a:pt x="330035" y="510805"/>
                  </a:lnTo>
                  <a:lnTo>
                    <a:pt x="337893" y="510358"/>
                  </a:lnTo>
                  <a:lnTo>
                    <a:pt x="345751" y="509914"/>
                  </a:lnTo>
                  <a:lnTo>
                    <a:pt x="353609" y="509473"/>
                  </a:lnTo>
                  <a:lnTo>
                    <a:pt x="361467" y="509027"/>
                  </a:lnTo>
                  <a:lnTo>
                    <a:pt x="369325" y="508573"/>
                  </a:lnTo>
                  <a:lnTo>
                    <a:pt x="377183" y="507885"/>
                  </a:lnTo>
                  <a:lnTo>
                    <a:pt x="385041" y="507281"/>
                  </a:lnTo>
                  <a:lnTo>
                    <a:pt x="392899" y="506367"/>
                  </a:lnTo>
                  <a:lnTo>
                    <a:pt x="400757" y="505795"/>
                  </a:lnTo>
                  <a:lnTo>
                    <a:pt x="408615" y="505008"/>
                  </a:lnTo>
                  <a:lnTo>
                    <a:pt x="416473" y="504594"/>
                  </a:lnTo>
                  <a:lnTo>
                    <a:pt x="424331" y="503859"/>
                  </a:lnTo>
                  <a:lnTo>
                    <a:pt x="432189" y="503082"/>
                  </a:lnTo>
                  <a:lnTo>
                    <a:pt x="440047" y="502025"/>
                  </a:lnTo>
                  <a:lnTo>
                    <a:pt x="447905" y="501146"/>
                  </a:lnTo>
                  <a:lnTo>
                    <a:pt x="455763" y="500158"/>
                  </a:lnTo>
                  <a:lnTo>
                    <a:pt x="463621" y="499552"/>
                  </a:lnTo>
                  <a:lnTo>
                    <a:pt x="471479" y="499264"/>
                  </a:lnTo>
                  <a:lnTo>
                    <a:pt x="479337" y="498475"/>
                  </a:lnTo>
                  <a:lnTo>
                    <a:pt x="487195" y="497967"/>
                  </a:lnTo>
                  <a:lnTo>
                    <a:pt x="495053" y="497321"/>
                  </a:lnTo>
                  <a:lnTo>
                    <a:pt x="502911" y="496807"/>
                  </a:lnTo>
                  <a:lnTo>
                    <a:pt x="510769" y="496280"/>
                  </a:lnTo>
                  <a:lnTo>
                    <a:pt x="518627" y="495348"/>
                  </a:lnTo>
                  <a:lnTo>
                    <a:pt x="526485" y="494695"/>
                  </a:lnTo>
                  <a:lnTo>
                    <a:pt x="534343" y="493679"/>
                  </a:lnTo>
                  <a:lnTo>
                    <a:pt x="542201" y="493139"/>
                  </a:lnTo>
                  <a:lnTo>
                    <a:pt x="550059" y="492270"/>
                  </a:lnTo>
                  <a:lnTo>
                    <a:pt x="557917" y="491264"/>
                  </a:lnTo>
                  <a:lnTo>
                    <a:pt x="565775" y="490257"/>
                  </a:lnTo>
                  <a:lnTo>
                    <a:pt x="573633" y="489236"/>
                  </a:lnTo>
                  <a:lnTo>
                    <a:pt x="581491" y="488199"/>
                  </a:lnTo>
                  <a:lnTo>
                    <a:pt x="589349" y="487153"/>
                  </a:lnTo>
                  <a:lnTo>
                    <a:pt x="597207" y="485936"/>
                  </a:lnTo>
                  <a:lnTo>
                    <a:pt x="605065" y="485073"/>
                  </a:lnTo>
                  <a:lnTo>
                    <a:pt x="612923" y="484287"/>
                  </a:lnTo>
                  <a:lnTo>
                    <a:pt x="620781" y="482904"/>
                  </a:lnTo>
                  <a:lnTo>
                    <a:pt x="628639" y="482164"/>
                  </a:lnTo>
                  <a:lnTo>
                    <a:pt x="636497" y="481431"/>
                  </a:lnTo>
                  <a:lnTo>
                    <a:pt x="644355" y="480694"/>
                  </a:lnTo>
                  <a:lnTo>
                    <a:pt x="652213" y="479389"/>
                  </a:lnTo>
                  <a:lnTo>
                    <a:pt x="660071" y="478059"/>
                  </a:lnTo>
                  <a:lnTo>
                    <a:pt x="667929" y="476937"/>
                  </a:lnTo>
                  <a:lnTo>
                    <a:pt x="675787" y="476242"/>
                  </a:lnTo>
                  <a:lnTo>
                    <a:pt x="683645" y="474978"/>
                  </a:lnTo>
                  <a:lnTo>
                    <a:pt x="691503" y="473785"/>
                  </a:lnTo>
                  <a:lnTo>
                    <a:pt x="699361" y="472418"/>
                  </a:lnTo>
                  <a:lnTo>
                    <a:pt x="707219" y="471886"/>
                  </a:lnTo>
                  <a:lnTo>
                    <a:pt x="715077" y="470863"/>
                  </a:lnTo>
                  <a:lnTo>
                    <a:pt x="722935" y="470386"/>
                  </a:lnTo>
                  <a:lnTo>
                    <a:pt x="730793" y="468907"/>
                  </a:lnTo>
                  <a:lnTo>
                    <a:pt x="738651" y="467181"/>
                  </a:lnTo>
                  <a:lnTo>
                    <a:pt x="746509" y="466024"/>
                  </a:lnTo>
                  <a:lnTo>
                    <a:pt x="754367" y="465126"/>
                  </a:lnTo>
                  <a:lnTo>
                    <a:pt x="762225" y="464185"/>
                  </a:lnTo>
                  <a:lnTo>
                    <a:pt x="770083" y="462907"/>
                  </a:lnTo>
                  <a:lnTo>
                    <a:pt x="777941" y="461631"/>
                  </a:lnTo>
                  <a:lnTo>
                    <a:pt x="785799" y="460559"/>
                  </a:lnTo>
                  <a:lnTo>
                    <a:pt x="793657" y="459095"/>
                  </a:lnTo>
                  <a:lnTo>
                    <a:pt x="801515" y="457705"/>
                  </a:lnTo>
                  <a:lnTo>
                    <a:pt x="809373" y="456120"/>
                  </a:lnTo>
                  <a:lnTo>
                    <a:pt x="817231" y="454607"/>
                  </a:lnTo>
                  <a:lnTo>
                    <a:pt x="825089" y="453081"/>
                  </a:lnTo>
                  <a:lnTo>
                    <a:pt x="832947" y="451546"/>
                  </a:lnTo>
                  <a:lnTo>
                    <a:pt x="840805" y="449990"/>
                  </a:lnTo>
                  <a:lnTo>
                    <a:pt x="848663" y="448505"/>
                  </a:lnTo>
                  <a:lnTo>
                    <a:pt x="856521" y="447417"/>
                  </a:lnTo>
                  <a:lnTo>
                    <a:pt x="864379" y="445901"/>
                  </a:lnTo>
                  <a:lnTo>
                    <a:pt x="872237" y="444186"/>
                  </a:lnTo>
                  <a:lnTo>
                    <a:pt x="880095" y="443112"/>
                  </a:lnTo>
                  <a:lnTo>
                    <a:pt x="887953" y="440956"/>
                  </a:lnTo>
                  <a:lnTo>
                    <a:pt x="895811" y="438742"/>
                  </a:lnTo>
                  <a:lnTo>
                    <a:pt x="903669" y="437205"/>
                  </a:lnTo>
                  <a:lnTo>
                    <a:pt x="911527" y="435963"/>
                  </a:lnTo>
                  <a:lnTo>
                    <a:pt x="919385" y="434486"/>
                  </a:lnTo>
                  <a:lnTo>
                    <a:pt x="927243" y="432997"/>
                  </a:lnTo>
                  <a:lnTo>
                    <a:pt x="935101" y="431497"/>
                  </a:lnTo>
                  <a:lnTo>
                    <a:pt x="942959" y="429330"/>
                  </a:lnTo>
                  <a:lnTo>
                    <a:pt x="950817" y="427030"/>
                  </a:lnTo>
                  <a:lnTo>
                    <a:pt x="958675" y="424944"/>
                  </a:lnTo>
                  <a:lnTo>
                    <a:pt x="966533" y="423157"/>
                  </a:lnTo>
                  <a:lnTo>
                    <a:pt x="974391" y="421491"/>
                  </a:lnTo>
                  <a:lnTo>
                    <a:pt x="982249" y="420229"/>
                  </a:lnTo>
                  <a:lnTo>
                    <a:pt x="990107" y="417709"/>
                  </a:lnTo>
                  <a:lnTo>
                    <a:pt x="997965" y="415855"/>
                  </a:lnTo>
                  <a:lnTo>
                    <a:pt x="1005823" y="414154"/>
                  </a:lnTo>
                  <a:lnTo>
                    <a:pt x="1013681" y="412552"/>
                  </a:lnTo>
                  <a:lnTo>
                    <a:pt x="1021539" y="410412"/>
                  </a:lnTo>
                  <a:lnTo>
                    <a:pt x="1029397" y="408288"/>
                  </a:lnTo>
                  <a:lnTo>
                    <a:pt x="1037254" y="406345"/>
                  </a:lnTo>
                  <a:lnTo>
                    <a:pt x="1045112" y="403997"/>
                  </a:lnTo>
                  <a:lnTo>
                    <a:pt x="1052970" y="401667"/>
                  </a:lnTo>
                  <a:lnTo>
                    <a:pt x="1060828" y="399730"/>
                  </a:lnTo>
                  <a:lnTo>
                    <a:pt x="1068686" y="397915"/>
                  </a:lnTo>
                  <a:lnTo>
                    <a:pt x="1076544" y="396095"/>
                  </a:lnTo>
                  <a:lnTo>
                    <a:pt x="1084402" y="394261"/>
                  </a:lnTo>
                  <a:lnTo>
                    <a:pt x="1092260" y="392393"/>
                  </a:lnTo>
                  <a:lnTo>
                    <a:pt x="1100118" y="390340"/>
                  </a:lnTo>
                  <a:lnTo>
                    <a:pt x="1107976" y="388268"/>
                  </a:lnTo>
                  <a:lnTo>
                    <a:pt x="1115834" y="385858"/>
                  </a:lnTo>
                  <a:lnTo>
                    <a:pt x="1123692" y="383338"/>
                  </a:lnTo>
                  <a:lnTo>
                    <a:pt x="1131550" y="381547"/>
                  </a:lnTo>
                  <a:lnTo>
                    <a:pt x="1139408" y="379407"/>
                  </a:lnTo>
                  <a:lnTo>
                    <a:pt x="1147266" y="377156"/>
                  </a:lnTo>
                  <a:lnTo>
                    <a:pt x="1155124" y="375193"/>
                  </a:lnTo>
                  <a:lnTo>
                    <a:pt x="1162982" y="373216"/>
                  </a:lnTo>
                  <a:lnTo>
                    <a:pt x="1170840" y="370899"/>
                  </a:lnTo>
                  <a:lnTo>
                    <a:pt x="1178698" y="368307"/>
                  </a:lnTo>
                  <a:lnTo>
                    <a:pt x="1186556" y="365707"/>
                  </a:lnTo>
                  <a:lnTo>
                    <a:pt x="1194414" y="362808"/>
                  </a:lnTo>
                  <a:lnTo>
                    <a:pt x="1202272" y="360188"/>
                  </a:lnTo>
                  <a:lnTo>
                    <a:pt x="1210130" y="357736"/>
                  </a:lnTo>
                  <a:lnTo>
                    <a:pt x="1217988" y="355020"/>
                  </a:lnTo>
                  <a:lnTo>
                    <a:pt x="1225846" y="352282"/>
                  </a:lnTo>
                  <a:lnTo>
                    <a:pt x="1233704" y="349521"/>
                  </a:lnTo>
                  <a:lnTo>
                    <a:pt x="1241562" y="346761"/>
                  </a:lnTo>
                  <a:lnTo>
                    <a:pt x="1249420" y="343806"/>
                  </a:lnTo>
                  <a:lnTo>
                    <a:pt x="1257278" y="340722"/>
                  </a:lnTo>
                  <a:lnTo>
                    <a:pt x="1265136" y="338323"/>
                  </a:lnTo>
                  <a:lnTo>
                    <a:pt x="1272994" y="335469"/>
                  </a:lnTo>
                  <a:lnTo>
                    <a:pt x="1280852" y="332554"/>
                  </a:lnTo>
                  <a:lnTo>
                    <a:pt x="1288710" y="329690"/>
                  </a:lnTo>
                  <a:lnTo>
                    <a:pt x="1296568" y="326755"/>
                  </a:lnTo>
                  <a:lnTo>
                    <a:pt x="1304426" y="323808"/>
                  </a:lnTo>
                  <a:lnTo>
                    <a:pt x="1312284" y="321419"/>
                  </a:lnTo>
                  <a:lnTo>
                    <a:pt x="1320142" y="319340"/>
                  </a:lnTo>
                  <a:lnTo>
                    <a:pt x="1328000" y="316751"/>
                  </a:lnTo>
                  <a:lnTo>
                    <a:pt x="1335858" y="313863"/>
                  </a:lnTo>
                  <a:lnTo>
                    <a:pt x="1343716" y="311448"/>
                  </a:lnTo>
                  <a:lnTo>
                    <a:pt x="1351574" y="309020"/>
                  </a:lnTo>
                  <a:lnTo>
                    <a:pt x="1359432" y="306538"/>
                  </a:lnTo>
                  <a:lnTo>
                    <a:pt x="1367290" y="303332"/>
                  </a:lnTo>
                  <a:lnTo>
                    <a:pt x="1375148" y="299725"/>
                  </a:lnTo>
                  <a:lnTo>
                    <a:pt x="1383006" y="296108"/>
                  </a:lnTo>
                  <a:lnTo>
                    <a:pt x="1390864" y="293121"/>
                  </a:lnTo>
                  <a:lnTo>
                    <a:pt x="1398722" y="290777"/>
                  </a:lnTo>
                  <a:lnTo>
                    <a:pt x="1406580" y="288424"/>
                  </a:lnTo>
                  <a:lnTo>
                    <a:pt x="1414438" y="286081"/>
                  </a:lnTo>
                  <a:lnTo>
                    <a:pt x="1422296" y="282117"/>
                  </a:lnTo>
                  <a:lnTo>
                    <a:pt x="1430154" y="278068"/>
                  </a:lnTo>
                  <a:lnTo>
                    <a:pt x="1438012" y="273986"/>
                  </a:lnTo>
                  <a:lnTo>
                    <a:pt x="1445870" y="270753"/>
                  </a:lnTo>
                  <a:lnTo>
                    <a:pt x="1453728" y="267805"/>
                  </a:lnTo>
                  <a:lnTo>
                    <a:pt x="1461586" y="264841"/>
                  </a:lnTo>
                  <a:lnTo>
                    <a:pt x="1469444" y="261455"/>
                  </a:lnTo>
                  <a:lnTo>
                    <a:pt x="1477302" y="257839"/>
                  </a:lnTo>
                  <a:lnTo>
                    <a:pt x="1485160" y="254200"/>
                  </a:lnTo>
                  <a:lnTo>
                    <a:pt x="1493018" y="250539"/>
                  </a:lnTo>
                  <a:lnTo>
                    <a:pt x="1500876" y="246857"/>
                  </a:lnTo>
                  <a:lnTo>
                    <a:pt x="1508734" y="243156"/>
                  </a:lnTo>
                  <a:lnTo>
                    <a:pt x="1516592" y="239445"/>
                  </a:lnTo>
                  <a:lnTo>
                    <a:pt x="1524450" y="235712"/>
                  </a:lnTo>
                  <a:lnTo>
                    <a:pt x="1532308" y="231959"/>
                  </a:lnTo>
                  <a:lnTo>
                    <a:pt x="1540166" y="228362"/>
                  </a:lnTo>
                  <a:lnTo>
                    <a:pt x="1548024" y="225273"/>
                  </a:lnTo>
                  <a:lnTo>
                    <a:pt x="1555882" y="222183"/>
                  </a:lnTo>
                  <a:lnTo>
                    <a:pt x="1563740" y="219085"/>
                  </a:lnTo>
                  <a:lnTo>
                    <a:pt x="1571598" y="215857"/>
                  </a:lnTo>
                  <a:lnTo>
                    <a:pt x="1579456" y="212146"/>
                  </a:lnTo>
                  <a:lnTo>
                    <a:pt x="1587314" y="208417"/>
                  </a:lnTo>
                  <a:lnTo>
                    <a:pt x="1595172" y="205218"/>
                  </a:lnTo>
                  <a:lnTo>
                    <a:pt x="1603030" y="202044"/>
                  </a:lnTo>
                  <a:lnTo>
                    <a:pt x="1610888" y="198858"/>
                  </a:lnTo>
                  <a:lnTo>
                    <a:pt x="1618746" y="195539"/>
                  </a:lnTo>
                  <a:lnTo>
                    <a:pt x="1626604" y="192277"/>
                  </a:lnTo>
                  <a:lnTo>
                    <a:pt x="1634462" y="189015"/>
                  </a:lnTo>
                  <a:lnTo>
                    <a:pt x="1642320" y="185749"/>
                  </a:lnTo>
                  <a:lnTo>
                    <a:pt x="1650178" y="182472"/>
                  </a:lnTo>
                  <a:lnTo>
                    <a:pt x="1658036" y="179184"/>
                  </a:lnTo>
                  <a:lnTo>
                    <a:pt x="1665894" y="175886"/>
                  </a:lnTo>
                  <a:lnTo>
                    <a:pt x="1673752" y="172577"/>
                  </a:lnTo>
                  <a:lnTo>
                    <a:pt x="1681610" y="169258"/>
                  </a:lnTo>
                  <a:lnTo>
                    <a:pt x="1689468" y="165928"/>
                  </a:lnTo>
                  <a:lnTo>
                    <a:pt x="1697326" y="162589"/>
                  </a:lnTo>
                  <a:lnTo>
                    <a:pt x="1705184" y="159240"/>
                  </a:lnTo>
                  <a:lnTo>
                    <a:pt x="1713042" y="155881"/>
                  </a:lnTo>
                  <a:lnTo>
                    <a:pt x="1720900" y="152528"/>
                  </a:lnTo>
                  <a:lnTo>
                    <a:pt x="1728758" y="149168"/>
                  </a:lnTo>
                  <a:lnTo>
                    <a:pt x="1736616" y="145540"/>
                  </a:lnTo>
                  <a:lnTo>
                    <a:pt x="1744474" y="141600"/>
                  </a:lnTo>
                  <a:lnTo>
                    <a:pt x="1752332" y="137650"/>
                  </a:lnTo>
                  <a:lnTo>
                    <a:pt x="1760190" y="133827"/>
                  </a:lnTo>
                  <a:lnTo>
                    <a:pt x="1768048" y="130840"/>
                  </a:lnTo>
                  <a:lnTo>
                    <a:pt x="1775906" y="127094"/>
                  </a:lnTo>
                  <a:lnTo>
                    <a:pt x="1783764" y="123234"/>
                  </a:lnTo>
                  <a:lnTo>
                    <a:pt x="1791622" y="119364"/>
                  </a:lnTo>
                  <a:lnTo>
                    <a:pt x="1799480" y="115486"/>
                  </a:lnTo>
                  <a:lnTo>
                    <a:pt x="1807338" y="111612"/>
                  </a:lnTo>
                  <a:lnTo>
                    <a:pt x="1815196" y="107735"/>
                  </a:lnTo>
                  <a:lnTo>
                    <a:pt x="1823054" y="103851"/>
                  </a:lnTo>
                  <a:lnTo>
                    <a:pt x="1830912" y="99960"/>
                  </a:lnTo>
                  <a:lnTo>
                    <a:pt x="1838770" y="96422"/>
                  </a:lnTo>
                  <a:lnTo>
                    <a:pt x="1846628" y="93006"/>
                  </a:lnTo>
                  <a:lnTo>
                    <a:pt x="1854486" y="89586"/>
                  </a:lnTo>
                  <a:lnTo>
                    <a:pt x="1862344" y="85764"/>
                  </a:lnTo>
                  <a:lnTo>
                    <a:pt x="1870202" y="81860"/>
                  </a:lnTo>
                  <a:lnTo>
                    <a:pt x="1878060" y="77951"/>
                  </a:lnTo>
                  <a:lnTo>
                    <a:pt x="1885918" y="74038"/>
                  </a:lnTo>
                  <a:lnTo>
                    <a:pt x="1893776" y="70121"/>
                  </a:lnTo>
                  <a:lnTo>
                    <a:pt x="1901634" y="66200"/>
                  </a:lnTo>
                  <a:lnTo>
                    <a:pt x="1909492" y="62277"/>
                  </a:lnTo>
                  <a:lnTo>
                    <a:pt x="1917350" y="58334"/>
                  </a:lnTo>
                  <a:lnTo>
                    <a:pt x="1925208" y="54236"/>
                  </a:lnTo>
                  <a:lnTo>
                    <a:pt x="1933066" y="50135"/>
                  </a:lnTo>
                  <a:lnTo>
                    <a:pt x="1940924" y="46034"/>
                  </a:lnTo>
                  <a:lnTo>
                    <a:pt x="1948782" y="41936"/>
                  </a:lnTo>
                  <a:lnTo>
                    <a:pt x="1956640" y="37837"/>
                  </a:lnTo>
                  <a:lnTo>
                    <a:pt x="1964498" y="33810"/>
                  </a:lnTo>
                  <a:lnTo>
                    <a:pt x="1972356" y="30362"/>
                  </a:lnTo>
                  <a:lnTo>
                    <a:pt x="1980214" y="26911"/>
                  </a:lnTo>
                  <a:lnTo>
                    <a:pt x="1988072" y="22981"/>
                  </a:lnTo>
                  <a:lnTo>
                    <a:pt x="1995930" y="19053"/>
                  </a:lnTo>
                  <a:lnTo>
                    <a:pt x="2003788" y="15126"/>
                  </a:lnTo>
                  <a:lnTo>
                    <a:pt x="2011646" y="11208"/>
                  </a:lnTo>
                  <a:lnTo>
                    <a:pt x="2019504" y="7469"/>
                  </a:lnTo>
                  <a:lnTo>
                    <a:pt x="2027362" y="3733"/>
                  </a:lnTo>
                  <a:lnTo>
                    <a:pt x="2035220" y="0"/>
                  </a:lnTo>
                  <a:lnTo>
                    <a:pt x="2035220" y="527068"/>
                  </a:lnTo>
                  <a:lnTo>
                    <a:pt x="2027362" y="527191"/>
                  </a:lnTo>
                  <a:lnTo>
                    <a:pt x="2019504" y="527207"/>
                  </a:lnTo>
                  <a:lnTo>
                    <a:pt x="2011646" y="527222"/>
                  </a:lnTo>
                  <a:lnTo>
                    <a:pt x="2003788" y="527237"/>
                  </a:lnTo>
                  <a:lnTo>
                    <a:pt x="1995930" y="527252"/>
                  </a:lnTo>
                  <a:lnTo>
                    <a:pt x="1988072" y="527266"/>
                  </a:lnTo>
                  <a:lnTo>
                    <a:pt x="1980214" y="527279"/>
                  </a:lnTo>
                  <a:lnTo>
                    <a:pt x="1972356" y="527292"/>
                  </a:lnTo>
                  <a:lnTo>
                    <a:pt x="1964498" y="527375"/>
                  </a:lnTo>
                  <a:lnTo>
                    <a:pt x="1956640" y="527539"/>
                  </a:lnTo>
                  <a:lnTo>
                    <a:pt x="1948782" y="527702"/>
                  </a:lnTo>
                  <a:lnTo>
                    <a:pt x="1940924" y="527864"/>
                  </a:lnTo>
                  <a:lnTo>
                    <a:pt x="1933066" y="528025"/>
                  </a:lnTo>
                  <a:lnTo>
                    <a:pt x="1925208" y="528185"/>
                  </a:lnTo>
                  <a:lnTo>
                    <a:pt x="1917350" y="528345"/>
                  </a:lnTo>
                  <a:lnTo>
                    <a:pt x="1909492" y="528505"/>
                  </a:lnTo>
                  <a:lnTo>
                    <a:pt x="1901634" y="528565"/>
                  </a:lnTo>
                  <a:lnTo>
                    <a:pt x="1893776" y="528587"/>
                  </a:lnTo>
                  <a:lnTo>
                    <a:pt x="1885918" y="528609"/>
                  </a:lnTo>
                  <a:lnTo>
                    <a:pt x="1878060" y="528631"/>
                  </a:lnTo>
                  <a:lnTo>
                    <a:pt x="1870202" y="528651"/>
                  </a:lnTo>
                  <a:lnTo>
                    <a:pt x="1862344" y="528671"/>
                  </a:lnTo>
                  <a:lnTo>
                    <a:pt x="1854486" y="528691"/>
                  </a:lnTo>
                  <a:lnTo>
                    <a:pt x="1846628" y="528711"/>
                  </a:lnTo>
                  <a:lnTo>
                    <a:pt x="1838770" y="528731"/>
                  </a:lnTo>
                  <a:lnTo>
                    <a:pt x="1830912" y="528751"/>
                  </a:lnTo>
                  <a:lnTo>
                    <a:pt x="1823054" y="528771"/>
                  </a:lnTo>
                  <a:lnTo>
                    <a:pt x="1815196" y="528791"/>
                  </a:lnTo>
                  <a:lnTo>
                    <a:pt x="1807338" y="528811"/>
                  </a:lnTo>
                  <a:lnTo>
                    <a:pt x="1799480" y="528831"/>
                  </a:lnTo>
                  <a:lnTo>
                    <a:pt x="1791622" y="528851"/>
                  </a:lnTo>
                  <a:lnTo>
                    <a:pt x="1783764" y="528871"/>
                  </a:lnTo>
                  <a:lnTo>
                    <a:pt x="1775906" y="528918"/>
                  </a:lnTo>
                  <a:lnTo>
                    <a:pt x="1768048" y="529099"/>
                  </a:lnTo>
                  <a:lnTo>
                    <a:pt x="1760190" y="529279"/>
                  </a:lnTo>
                  <a:lnTo>
                    <a:pt x="1752332" y="529459"/>
                  </a:lnTo>
                  <a:lnTo>
                    <a:pt x="1744474" y="529638"/>
                  </a:lnTo>
                  <a:lnTo>
                    <a:pt x="1736616" y="529817"/>
                  </a:lnTo>
                  <a:lnTo>
                    <a:pt x="1728758" y="529996"/>
                  </a:lnTo>
                  <a:lnTo>
                    <a:pt x="1720900" y="530174"/>
                  </a:lnTo>
                  <a:lnTo>
                    <a:pt x="1713042" y="530351"/>
                  </a:lnTo>
                  <a:lnTo>
                    <a:pt x="1705184" y="530528"/>
                  </a:lnTo>
                  <a:lnTo>
                    <a:pt x="1697326" y="530705"/>
                  </a:lnTo>
                  <a:lnTo>
                    <a:pt x="1689468" y="530879"/>
                  </a:lnTo>
                  <a:lnTo>
                    <a:pt x="1681610" y="531052"/>
                  </a:lnTo>
                  <a:lnTo>
                    <a:pt x="1673752" y="531106"/>
                  </a:lnTo>
                  <a:lnTo>
                    <a:pt x="1665894" y="531315"/>
                  </a:lnTo>
                  <a:lnTo>
                    <a:pt x="1658036" y="531507"/>
                  </a:lnTo>
                  <a:lnTo>
                    <a:pt x="1650178" y="531538"/>
                  </a:lnTo>
                  <a:lnTo>
                    <a:pt x="1642320" y="531568"/>
                  </a:lnTo>
                  <a:lnTo>
                    <a:pt x="1634462" y="531599"/>
                  </a:lnTo>
                  <a:lnTo>
                    <a:pt x="1626604" y="531629"/>
                  </a:lnTo>
                  <a:lnTo>
                    <a:pt x="1618746" y="531660"/>
                  </a:lnTo>
                  <a:lnTo>
                    <a:pt x="1610888" y="531722"/>
                  </a:lnTo>
                  <a:lnTo>
                    <a:pt x="1603030" y="531874"/>
                  </a:lnTo>
                  <a:lnTo>
                    <a:pt x="1595172" y="532026"/>
                  </a:lnTo>
                  <a:lnTo>
                    <a:pt x="1587314" y="532177"/>
                  </a:lnTo>
                  <a:lnTo>
                    <a:pt x="1579456" y="532327"/>
                  </a:lnTo>
                  <a:lnTo>
                    <a:pt x="1571598" y="532448"/>
                  </a:lnTo>
                  <a:lnTo>
                    <a:pt x="1563740" y="532532"/>
                  </a:lnTo>
                  <a:lnTo>
                    <a:pt x="1555882" y="532616"/>
                  </a:lnTo>
                  <a:lnTo>
                    <a:pt x="1548024" y="532735"/>
                  </a:lnTo>
                  <a:lnTo>
                    <a:pt x="1540166" y="532808"/>
                  </a:lnTo>
                  <a:lnTo>
                    <a:pt x="1532308" y="532863"/>
                  </a:lnTo>
                  <a:lnTo>
                    <a:pt x="1524450" y="532945"/>
                  </a:lnTo>
                  <a:lnTo>
                    <a:pt x="1516592" y="533026"/>
                  </a:lnTo>
                  <a:lnTo>
                    <a:pt x="1508734" y="533107"/>
                  </a:lnTo>
                  <a:lnTo>
                    <a:pt x="1500876" y="533188"/>
                  </a:lnTo>
                  <a:lnTo>
                    <a:pt x="1493018" y="533269"/>
                  </a:lnTo>
                  <a:lnTo>
                    <a:pt x="1485160" y="533350"/>
                  </a:lnTo>
                  <a:lnTo>
                    <a:pt x="1477302" y="533431"/>
                  </a:lnTo>
                  <a:lnTo>
                    <a:pt x="1469444" y="533511"/>
                  </a:lnTo>
                  <a:lnTo>
                    <a:pt x="1461586" y="533592"/>
                  </a:lnTo>
                  <a:lnTo>
                    <a:pt x="1453728" y="533672"/>
                  </a:lnTo>
                  <a:lnTo>
                    <a:pt x="1445870" y="533752"/>
                  </a:lnTo>
                  <a:lnTo>
                    <a:pt x="1438012" y="533833"/>
                  </a:lnTo>
                  <a:lnTo>
                    <a:pt x="1430154" y="533913"/>
                  </a:lnTo>
                  <a:lnTo>
                    <a:pt x="1422296" y="533993"/>
                  </a:lnTo>
                  <a:lnTo>
                    <a:pt x="1414438" y="534073"/>
                  </a:lnTo>
                  <a:lnTo>
                    <a:pt x="1406580" y="534153"/>
                  </a:lnTo>
                  <a:lnTo>
                    <a:pt x="1398722" y="534232"/>
                  </a:lnTo>
                  <a:lnTo>
                    <a:pt x="1390864" y="534330"/>
                  </a:lnTo>
                  <a:lnTo>
                    <a:pt x="1383006" y="534426"/>
                  </a:lnTo>
                  <a:lnTo>
                    <a:pt x="1375148" y="534558"/>
                  </a:lnTo>
                  <a:lnTo>
                    <a:pt x="1367290" y="534702"/>
                  </a:lnTo>
                  <a:lnTo>
                    <a:pt x="1359432" y="534942"/>
                  </a:lnTo>
                  <a:lnTo>
                    <a:pt x="1351574" y="535170"/>
                  </a:lnTo>
                  <a:lnTo>
                    <a:pt x="1343716" y="535265"/>
                  </a:lnTo>
                  <a:lnTo>
                    <a:pt x="1335858" y="535177"/>
                  </a:lnTo>
                  <a:lnTo>
                    <a:pt x="1328000" y="535407"/>
                  </a:lnTo>
                  <a:lnTo>
                    <a:pt x="1320142" y="535633"/>
                  </a:lnTo>
                  <a:lnTo>
                    <a:pt x="1312284" y="535859"/>
                  </a:lnTo>
                  <a:lnTo>
                    <a:pt x="1304426" y="536009"/>
                  </a:lnTo>
                  <a:lnTo>
                    <a:pt x="1296568" y="535986"/>
                  </a:lnTo>
                  <a:lnTo>
                    <a:pt x="1288710" y="535961"/>
                  </a:lnTo>
                  <a:lnTo>
                    <a:pt x="1280852" y="535941"/>
                  </a:lnTo>
                  <a:lnTo>
                    <a:pt x="1272994" y="536279"/>
                  </a:lnTo>
                  <a:lnTo>
                    <a:pt x="1265136" y="536554"/>
                  </a:lnTo>
                  <a:lnTo>
                    <a:pt x="1257278" y="536646"/>
                  </a:lnTo>
                  <a:lnTo>
                    <a:pt x="1249420" y="536735"/>
                  </a:lnTo>
                  <a:lnTo>
                    <a:pt x="1241562" y="536820"/>
                  </a:lnTo>
                  <a:lnTo>
                    <a:pt x="1233704" y="536904"/>
                  </a:lnTo>
                  <a:lnTo>
                    <a:pt x="1225846" y="536985"/>
                  </a:lnTo>
                  <a:lnTo>
                    <a:pt x="1217988" y="537067"/>
                  </a:lnTo>
                  <a:lnTo>
                    <a:pt x="1210130" y="537014"/>
                  </a:lnTo>
                  <a:lnTo>
                    <a:pt x="1202272" y="536972"/>
                  </a:lnTo>
                  <a:lnTo>
                    <a:pt x="1194414" y="537079"/>
                  </a:lnTo>
                  <a:lnTo>
                    <a:pt x="1186556" y="537219"/>
                  </a:lnTo>
                  <a:lnTo>
                    <a:pt x="1178698" y="537493"/>
                  </a:lnTo>
                  <a:lnTo>
                    <a:pt x="1170840" y="537578"/>
                  </a:lnTo>
                  <a:lnTo>
                    <a:pt x="1162982" y="537646"/>
                  </a:lnTo>
                  <a:lnTo>
                    <a:pt x="1155124" y="537718"/>
                  </a:lnTo>
                  <a:lnTo>
                    <a:pt x="1147266" y="537765"/>
                  </a:lnTo>
                  <a:lnTo>
                    <a:pt x="1139408" y="537822"/>
                  </a:lnTo>
                  <a:lnTo>
                    <a:pt x="1131550" y="537946"/>
                  </a:lnTo>
                  <a:lnTo>
                    <a:pt x="1123692" y="538146"/>
                  </a:lnTo>
                  <a:lnTo>
                    <a:pt x="1115834" y="538203"/>
                  </a:lnTo>
                  <a:lnTo>
                    <a:pt x="1107976" y="538251"/>
                  </a:lnTo>
                  <a:lnTo>
                    <a:pt x="1100118" y="538343"/>
                  </a:lnTo>
                  <a:lnTo>
                    <a:pt x="1092260" y="538509"/>
                  </a:lnTo>
                  <a:lnTo>
                    <a:pt x="1084402" y="538798"/>
                  </a:lnTo>
                  <a:lnTo>
                    <a:pt x="1076544" y="538878"/>
                  </a:lnTo>
                  <a:lnTo>
                    <a:pt x="1068686" y="538957"/>
                  </a:lnTo>
                  <a:lnTo>
                    <a:pt x="1060828" y="539035"/>
                  </a:lnTo>
                  <a:lnTo>
                    <a:pt x="1052970" y="539110"/>
                  </a:lnTo>
                  <a:lnTo>
                    <a:pt x="1045112" y="539387"/>
                  </a:lnTo>
                  <a:lnTo>
                    <a:pt x="1037254" y="539675"/>
                  </a:lnTo>
                  <a:lnTo>
                    <a:pt x="1029397" y="539837"/>
                  </a:lnTo>
                  <a:lnTo>
                    <a:pt x="1021539" y="540103"/>
                  </a:lnTo>
                  <a:lnTo>
                    <a:pt x="1013681" y="540076"/>
                  </a:lnTo>
                  <a:lnTo>
                    <a:pt x="1005823" y="540059"/>
                  </a:lnTo>
                  <a:lnTo>
                    <a:pt x="997965" y="540143"/>
                  </a:lnTo>
                  <a:lnTo>
                    <a:pt x="990107" y="540230"/>
                  </a:lnTo>
                  <a:lnTo>
                    <a:pt x="982249" y="540317"/>
                  </a:lnTo>
                  <a:lnTo>
                    <a:pt x="974391" y="540465"/>
                  </a:lnTo>
                  <a:lnTo>
                    <a:pt x="966533" y="540725"/>
                  </a:lnTo>
                  <a:lnTo>
                    <a:pt x="958675" y="540987"/>
                  </a:lnTo>
                  <a:lnTo>
                    <a:pt x="950817" y="541248"/>
                  </a:lnTo>
                  <a:lnTo>
                    <a:pt x="942959" y="541500"/>
                  </a:lnTo>
                  <a:lnTo>
                    <a:pt x="935101" y="541749"/>
                  </a:lnTo>
                  <a:lnTo>
                    <a:pt x="927243" y="541998"/>
                  </a:lnTo>
                  <a:lnTo>
                    <a:pt x="919385" y="542086"/>
                  </a:lnTo>
                  <a:lnTo>
                    <a:pt x="911527" y="542224"/>
                  </a:lnTo>
                  <a:lnTo>
                    <a:pt x="903669" y="542538"/>
                  </a:lnTo>
                  <a:lnTo>
                    <a:pt x="895811" y="542851"/>
                  </a:lnTo>
                  <a:lnTo>
                    <a:pt x="887953" y="543161"/>
                  </a:lnTo>
                  <a:lnTo>
                    <a:pt x="880095" y="543470"/>
                  </a:lnTo>
                  <a:lnTo>
                    <a:pt x="872237" y="543743"/>
                  </a:lnTo>
                  <a:lnTo>
                    <a:pt x="864379" y="543864"/>
                  </a:lnTo>
                  <a:lnTo>
                    <a:pt x="856521" y="543851"/>
                  </a:lnTo>
                  <a:lnTo>
                    <a:pt x="848663" y="543959"/>
                  </a:lnTo>
                  <a:lnTo>
                    <a:pt x="840805" y="543953"/>
                  </a:lnTo>
                  <a:lnTo>
                    <a:pt x="832947" y="543982"/>
                  </a:lnTo>
                  <a:lnTo>
                    <a:pt x="825089" y="544108"/>
                  </a:lnTo>
                  <a:lnTo>
                    <a:pt x="817231" y="544159"/>
                  </a:lnTo>
                  <a:lnTo>
                    <a:pt x="809373" y="544437"/>
                  </a:lnTo>
                  <a:lnTo>
                    <a:pt x="801515" y="544668"/>
                  </a:lnTo>
                  <a:lnTo>
                    <a:pt x="793657" y="544883"/>
                  </a:lnTo>
                  <a:lnTo>
                    <a:pt x="785799" y="545075"/>
                  </a:lnTo>
                  <a:lnTo>
                    <a:pt x="777941" y="545331"/>
                  </a:lnTo>
                  <a:lnTo>
                    <a:pt x="770083" y="545685"/>
                  </a:lnTo>
                  <a:lnTo>
                    <a:pt x="762225" y="546031"/>
                  </a:lnTo>
                  <a:lnTo>
                    <a:pt x="754367" y="546372"/>
                  </a:lnTo>
                  <a:lnTo>
                    <a:pt x="746509" y="546636"/>
                  </a:lnTo>
                  <a:lnTo>
                    <a:pt x="738651" y="546778"/>
                  </a:lnTo>
                  <a:lnTo>
                    <a:pt x="730793" y="547090"/>
                  </a:lnTo>
                  <a:lnTo>
                    <a:pt x="722935" y="547400"/>
                  </a:lnTo>
                  <a:lnTo>
                    <a:pt x="715077" y="547707"/>
                  </a:lnTo>
                  <a:lnTo>
                    <a:pt x="707219" y="548012"/>
                  </a:lnTo>
                  <a:lnTo>
                    <a:pt x="699361" y="548370"/>
                  </a:lnTo>
                  <a:lnTo>
                    <a:pt x="691503" y="548610"/>
                  </a:lnTo>
                  <a:lnTo>
                    <a:pt x="683645" y="548909"/>
                  </a:lnTo>
                  <a:lnTo>
                    <a:pt x="675787" y="549203"/>
                  </a:lnTo>
                  <a:lnTo>
                    <a:pt x="667929" y="549351"/>
                  </a:lnTo>
                  <a:lnTo>
                    <a:pt x="660071" y="549476"/>
                  </a:lnTo>
                  <a:lnTo>
                    <a:pt x="652213" y="549765"/>
                  </a:lnTo>
                  <a:lnTo>
                    <a:pt x="644355" y="549968"/>
                  </a:lnTo>
                  <a:lnTo>
                    <a:pt x="636497" y="550168"/>
                  </a:lnTo>
                  <a:lnTo>
                    <a:pt x="628639" y="550394"/>
                  </a:lnTo>
                  <a:lnTo>
                    <a:pt x="620781" y="550686"/>
                  </a:lnTo>
                  <a:lnTo>
                    <a:pt x="612923" y="550814"/>
                  </a:lnTo>
                  <a:lnTo>
                    <a:pt x="605065" y="550918"/>
                  </a:lnTo>
                  <a:lnTo>
                    <a:pt x="597207" y="551085"/>
                  </a:lnTo>
                  <a:lnTo>
                    <a:pt x="589349" y="551434"/>
                  </a:lnTo>
                  <a:lnTo>
                    <a:pt x="581491" y="551653"/>
                  </a:lnTo>
                  <a:lnTo>
                    <a:pt x="573633" y="551877"/>
                  </a:lnTo>
                  <a:lnTo>
                    <a:pt x="565775" y="552138"/>
                  </a:lnTo>
                  <a:lnTo>
                    <a:pt x="557917" y="552505"/>
                  </a:lnTo>
                  <a:lnTo>
                    <a:pt x="550059" y="552893"/>
                  </a:lnTo>
                  <a:lnTo>
                    <a:pt x="542201" y="553243"/>
                  </a:lnTo>
                  <a:lnTo>
                    <a:pt x="534343" y="553563"/>
                  </a:lnTo>
                  <a:lnTo>
                    <a:pt x="526485" y="553861"/>
                  </a:lnTo>
                  <a:lnTo>
                    <a:pt x="518627" y="553975"/>
                  </a:lnTo>
                  <a:lnTo>
                    <a:pt x="510769" y="554214"/>
                  </a:lnTo>
                  <a:lnTo>
                    <a:pt x="502911" y="554520"/>
                  </a:lnTo>
                  <a:lnTo>
                    <a:pt x="495053" y="554842"/>
                  </a:lnTo>
                  <a:lnTo>
                    <a:pt x="487195" y="555162"/>
                  </a:lnTo>
                  <a:lnTo>
                    <a:pt x="479337" y="555479"/>
                  </a:lnTo>
                  <a:lnTo>
                    <a:pt x="471479" y="555793"/>
                  </a:lnTo>
                  <a:lnTo>
                    <a:pt x="463621" y="556105"/>
                  </a:lnTo>
                  <a:lnTo>
                    <a:pt x="455763" y="556350"/>
                  </a:lnTo>
                  <a:lnTo>
                    <a:pt x="447905" y="556721"/>
                  </a:lnTo>
                  <a:lnTo>
                    <a:pt x="440047" y="557027"/>
                  </a:lnTo>
                  <a:lnTo>
                    <a:pt x="432189" y="557344"/>
                  </a:lnTo>
                  <a:lnTo>
                    <a:pt x="424331" y="557677"/>
                  </a:lnTo>
                  <a:lnTo>
                    <a:pt x="416473" y="558040"/>
                  </a:lnTo>
                  <a:lnTo>
                    <a:pt x="408615" y="558279"/>
                  </a:lnTo>
                  <a:lnTo>
                    <a:pt x="400757" y="558624"/>
                  </a:lnTo>
                  <a:lnTo>
                    <a:pt x="392899" y="558963"/>
                  </a:lnTo>
                  <a:lnTo>
                    <a:pt x="385041" y="559315"/>
                  </a:lnTo>
                  <a:lnTo>
                    <a:pt x="377183" y="559634"/>
                  </a:lnTo>
                  <a:lnTo>
                    <a:pt x="369325" y="559955"/>
                  </a:lnTo>
                  <a:lnTo>
                    <a:pt x="361467" y="560263"/>
                  </a:lnTo>
                  <a:lnTo>
                    <a:pt x="353609" y="560628"/>
                  </a:lnTo>
                  <a:lnTo>
                    <a:pt x="345751" y="560908"/>
                  </a:lnTo>
                  <a:lnTo>
                    <a:pt x="337893" y="561261"/>
                  </a:lnTo>
                  <a:lnTo>
                    <a:pt x="330035" y="561628"/>
                  </a:lnTo>
                  <a:lnTo>
                    <a:pt x="322177" y="561942"/>
                  </a:lnTo>
                  <a:lnTo>
                    <a:pt x="314319" y="562212"/>
                  </a:lnTo>
                  <a:lnTo>
                    <a:pt x="306461" y="562555"/>
                  </a:lnTo>
                  <a:lnTo>
                    <a:pt x="298603" y="562893"/>
                  </a:lnTo>
                  <a:lnTo>
                    <a:pt x="290745" y="563284"/>
                  </a:lnTo>
                  <a:lnTo>
                    <a:pt x="282887" y="563528"/>
                  </a:lnTo>
                  <a:lnTo>
                    <a:pt x="275029" y="563851"/>
                  </a:lnTo>
                  <a:lnTo>
                    <a:pt x="267171" y="564178"/>
                  </a:lnTo>
                  <a:lnTo>
                    <a:pt x="259313" y="564502"/>
                  </a:lnTo>
                  <a:lnTo>
                    <a:pt x="251455" y="564823"/>
                  </a:lnTo>
                  <a:lnTo>
                    <a:pt x="243597" y="565142"/>
                  </a:lnTo>
                  <a:lnTo>
                    <a:pt x="235739" y="565479"/>
                  </a:lnTo>
                  <a:lnTo>
                    <a:pt x="227881" y="565752"/>
                  </a:lnTo>
                  <a:lnTo>
                    <a:pt x="220023" y="566051"/>
                  </a:lnTo>
                  <a:lnTo>
                    <a:pt x="212165" y="566350"/>
                  </a:lnTo>
                  <a:lnTo>
                    <a:pt x="204307" y="566595"/>
                  </a:lnTo>
                  <a:lnTo>
                    <a:pt x="196449" y="566839"/>
                  </a:lnTo>
                  <a:lnTo>
                    <a:pt x="188591" y="567100"/>
                  </a:lnTo>
                  <a:lnTo>
                    <a:pt x="180733" y="567446"/>
                  </a:lnTo>
                  <a:lnTo>
                    <a:pt x="172875" y="567710"/>
                  </a:lnTo>
                  <a:lnTo>
                    <a:pt x="165017" y="567956"/>
                  </a:lnTo>
                  <a:lnTo>
                    <a:pt x="157159" y="568296"/>
                  </a:lnTo>
                  <a:lnTo>
                    <a:pt x="149301" y="568587"/>
                  </a:lnTo>
                  <a:lnTo>
                    <a:pt x="141443" y="568809"/>
                  </a:lnTo>
                  <a:lnTo>
                    <a:pt x="133585" y="568999"/>
                  </a:lnTo>
                  <a:lnTo>
                    <a:pt x="125727" y="569238"/>
                  </a:lnTo>
                  <a:lnTo>
                    <a:pt x="117869" y="569469"/>
                  </a:lnTo>
                  <a:lnTo>
                    <a:pt x="110011" y="569680"/>
                  </a:lnTo>
                  <a:lnTo>
                    <a:pt x="102153" y="569895"/>
                  </a:lnTo>
                  <a:lnTo>
                    <a:pt x="94295" y="570214"/>
                  </a:lnTo>
                  <a:lnTo>
                    <a:pt x="86437" y="570461"/>
                  </a:lnTo>
                  <a:lnTo>
                    <a:pt x="78579" y="570702"/>
                  </a:lnTo>
                  <a:lnTo>
                    <a:pt x="70721" y="571010"/>
                  </a:lnTo>
                  <a:lnTo>
                    <a:pt x="62863" y="571227"/>
                  </a:lnTo>
                  <a:lnTo>
                    <a:pt x="55005" y="571508"/>
                  </a:lnTo>
                  <a:lnTo>
                    <a:pt x="47147" y="571758"/>
                  </a:lnTo>
                  <a:lnTo>
                    <a:pt x="39289" y="571974"/>
                  </a:lnTo>
                  <a:lnTo>
                    <a:pt x="31431" y="572237"/>
                  </a:lnTo>
                  <a:lnTo>
                    <a:pt x="23573" y="572424"/>
                  </a:lnTo>
                  <a:lnTo>
                    <a:pt x="15715" y="572703"/>
                  </a:lnTo>
                  <a:lnTo>
                    <a:pt x="7857" y="572993"/>
                  </a:lnTo>
                  <a:lnTo>
                    <a:pt x="0" y="573278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186414" y="2510776"/>
              <a:ext cx="2035220" cy="527267"/>
            </a:xfrm>
            <a:custGeom>
              <a:avLst/>
              <a:pathLst>
                <a:path w="2035220" h="527267">
                  <a:moveTo>
                    <a:pt x="0" y="527267"/>
                  </a:moveTo>
                  <a:lnTo>
                    <a:pt x="7857" y="526956"/>
                  </a:lnTo>
                  <a:lnTo>
                    <a:pt x="15715" y="526628"/>
                  </a:lnTo>
                  <a:lnTo>
                    <a:pt x="23573" y="526323"/>
                  </a:lnTo>
                  <a:lnTo>
                    <a:pt x="31431" y="526028"/>
                  </a:lnTo>
                  <a:lnTo>
                    <a:pt x="39289" y="525720"/>
                  </a:lnTo>
                  <a:lnTo>
                    <a:pt x="47147" y="525432"/>
                  </a:lnTo>
                  <a:lnTo>
                    <a:pt x="55005" y="525102"/>
                  </a:lnTo>
                  <a:lnTo>
                    <a:pt x="62863" y="524737"/>
                  </a:lnTo>
                  <a:lnTo>
                    <a:pt x="70721" y="524259"/>
                  </a:lnTo>
                  <a:lnTo>
                    <a:pt x="78579" y="523860"/>
                  </a:lnTo>
                  <a:lnTo>
                    <a:pt x="86437" y="523483"/>
                  </a:lnTo>
                  <a:lnTo>
                    <a:pt x="94295" y="523102"/>
                  </a:lnTo>
                  <a:lnTo>
                    <a:pt x="102153" y="522756"/>
                  </a:lnTo>
                  <a:lnTo>
                    <a:pt x="110011" y="522307"/>
                  </a:lnTo>
                  <a:lnTo>
                    <a:pt x="117869" y="521910"/>
                  </a:lnTo>
                  <a:lnTo>
                    <a:pt x="125727" y="521641"/>
                  </a:lnTo>
                  <a:lnTo>
                    <a:pt x="133585" y="521215"/>
                  </a:lnTo>
                  <a:lnTo>
                    <a:pt x="141443" y="520681"/>
                  </a:lnTo>
                  <a:lnTo>
                    <a:pt x="149301" y="520126"/>
                  </a:lnTo>
                  <a:lnTo>
                    <a:pt x="157159" y="519582"/>
                  </a:lnTo>
                  <a:lnTo>
                    <a:pt x="165017" y="519165"/>
                  </a:lnTo>
                  <a:lnTo>
                    <a:pt x="172875" y="518650"/>
                  </a:lnTo>
                  <a:lnTo>
                    <a:pt x="180733" y="518182"/>
                  </a:lnTo>
                  <a:lnTo>
                    <a:pt x="188591" y="517710"/>
                  </a:lnTo>
                  <a:lnTo>
                    <a:pt x="196449" y="517338"/>
                  </a:lnTo>
                  <a:lnTo>
                    <a:pt x="204307" y="517074"/>
                  </a:lnTo>
                  <a:lnTo>
                    <a:pt x="212165" y="516718"/>
                  </a:lnTo>
                  <a:lnTo>
                    <a:pt x="220023" y="516361"/>
                  </a:lnTo>
                  <a:lnTo>
                    <a:pt x="227881" y="516002"/>
                  </a:lnTo>
                  <a:lnTo>
                    <a:pt x="235739" y="515641"/>
                  </a:lnTo>
                  <a:lnTo>
                    <a:pt x="243597" y="515290"/>
                  </a:lnTo>
                  <a:lnTo>
                    <a:pt x="251455" y="514943"/>
                  </a:lnTo>
                  <a:lnTo>
                    <a:pt x="259313" y="514621"/>
                  </a:lnTo>
                  <a:lnTo>
                    <a:pt x="267171" y="514212"/>
                  </a:lnTo>
                  <a:lnTo>
                    <a:pt x="275029" y="513812"/>
                  </a:lnTo>
                  <a:lnTo>
                    <a:pt x="282887" y="513442"/>
                  </a:lnTo>
                  <a:lnTo>
                    <a:pt x="290745" y="513182"/>
                  </a:lnTo>
                  <a:lnTo>
                    <a:pt x="298603" y="512833"/>
                  </a:lnTo>
                  <a:lnTo>
                    <a:pt x="306461" y="512476"/>
                  </a:lnTo>
                  <a:lnTo>
                    <a:pt x="314319" y="512022"/>
                  </a:lnTo>
                  <a:lnTo>
                    <a:pt x="322177" y="511391"/>
                  </a:lnTo>
                  <a:lnTo>
                    <a:pt x="330035" y="510805"/>
                  </a:lnTo>
                  <a:lnTo>
                    <a:pt x="337893" y="510358"/>
                  </a:lnTo>
                  <a:lnTo>
                    <a:pt x="345751" y="509914"/>
                  </a:lnTo>
                  <a:lnTo>
                    <a:pt x="353609" y="509473"/>
                  </a:lnTo>
                  <a:lnTo>
                    <a:pt x="361467" y="509027"/>
                  </a:lnTo>
                  <a:lnTo>
                    <a:pt x="369325" y="508573"/>
                  </a:lnTo>
                  <a:lnTo>
                    <a:pt x="377183" y="507885"/>
                  </a:lnTo>
                  <a:lnTo>
                    <a:pt x="385041" y="507281"/>
                  </a:lnTo>
                  <a:lnTo>
                    <a:pt x="392899" y="506367"/>
                  </a:lnTo>
                  <a:lnTo>
                    <a:pt x="400757" y="505795"/>
                  </a:lnTo>
                  <a:lnTo>
                    <a:pt x="408615" y="505008"/>
                  </a:lnTo>
                  <a:lnTo>
                    <a:pt x="416473" y="504594"/>
                  </a:lnTo>
                  <a:lnTo>
                    <a:pt x="424331" y="503859"/>
                  </a:lnTo>
                  <a:lnTo>
                    <a:pt x="432189" y="503082"/>
                  </a:lnTo>
                  <a:lnTo>
                    <a:pt x="440047" y="502025"/>
                  </a:lnTo>
                  <a:lnTo>
                    <a:pt x="447905" y="501146"/>
                  </a:lnTo>
                  <a:lnTo>
                    <a:pt x="455763" y="500158"/>
                  </a:lnTo>
                  <a:lnTo>
                    <a:pt x="463621" y="499552"/>
                  </a:lnTo>
                  <a:lnTo>
                    <a:pt x="471479" y="499264"/>
                  </a:lnTo>
                  <a:lnTo>
                    <a:pt x="479337" y="498475"/>
                  </a:lnTo>
                  <a:lnTo>
                    <a:pt x="487195" y="497967"/>
                  </a:lnTo>
                  <a:lnTo>
                    <a:pt x="495053" y="497321"/>
                  </a:lnTo>
                  <a:lnTo>
                    <a:pt x="502911" y="496807"/>
                  </a:lnTo>
                  <a:lnTo>
                    <a:pt x="510769" y="496280"/>
                  </a:lnTo>
                  <a:lnTo>
                    <a:pt x="518627" y="495348"/>
                  </a:lnTo>
                  <a:lnTo>
                    <a:pt x="526485" y="494695"/>
                  </a:lnTo>
                  <a:lnTo>
                    <a:pt x="534343" y="493679"/>
                  </a:lnTo>
                  <a:lnTo>
                    <a:pt x="542201" y="493139"/>
                  </a:lnTo>
                  <a:lnTo>
                    <a:pt x="550059" y="492270"/>
                  </a:lnTo>
                  <a:lnTo>
                    <a:pt x="557917" y="491264"/>
                  </a:lnTo>
                  <a:lnTo>
                    <a:pt x="565775" y="490257"/>
                  </a:lnTo>
                  <a:lnTo>
                    <a:pt x="573633" y="489236"/>
                  </a:lnTo>
                  <a:lnTo>
                    <a:pt x="581491" y="488199"/>
                  </a:lnTo>
                  <a:lnTo>
                    <a:pt x="589349" y="487153"/>
                  </a:lnTo>
                  <a:lnTo>
                    <a:pt x="597207" y="485936"/>
                  </a:lnTo>
                  <a:lnTo>
                    <a:pt x="605065" y="485073"/>
                  </a:lnTo>
                  <a:lnTo>
                    <a:pt x="612923" y="484287"/>
                  </a:lnTo>
                  <a:lnTo>
                    <a:pt x="620781" y="482904"/>
                  </a:lnTo>
                  <a:lnTo>
                    <a:pt x="628639" y="482164"/>
                  </a:lnTo>
                  <a:lnTo>
                    <a:pt x="636497" y="481431"/>
                  </a:lnTo>
                  <a:lnTo>
                    <a:pt x="644355" y="480694"/>
                  </a:lnTo>
                  <a:lnTo>
                    <a:pt x="652213" y="479389"/>
                  </a:lnTo>
                  <a:lnTo>
                    <a:pt x="660071" y="478059"/>
                  </a:lnTo>
                  <a:lnTo>
                    <a:pt x="667929" y="476937"/>
                  </a:lnTo>
                  <a:lnTo>
                    <a:pt x="675787" y="476242"/>
                  </a:lnTo>
                  <a:lnTo>
                    <a:pt x="683645" y="474978"/>
                  </a:lnTo>
                  <a:lnTo>
                    <a:pt x="691503" y="473785"/>
                  </a:lnTo>
                  <a:lnTo>
                    <a:pt x="699361" y="472418"/>
                  </a:lnTo>
                  <a:lnTo>
                    <a:pt x="707219" y="471886"/>
                  </a:lnTo>
                  <a:lnTo>
                    <a:pt x="715077" y="470863"/>
                  </a:lnTo>
                  <a:lnTo>
                    <a:pt x="722935" y="470386"/>
                  </a:lnTo>
                  <a:lnTo>
                    <a:pt x="730793" y="468907"/>
                  </a:lnTo>
                  <a:lnTo>
                    <a:pt x="738651" y="467181"/>
                  </a:lnTo>
                  <a:lnTo>
                    <a:pt x="746509" y="466024"/>
                  </a:lnTo>
                  <a:lnTo>
                    <a:pt x="754367" y="465126"/>
                  </a:lnTo>
                  <a:lnTo>
                    <a:pt x="762225" y="464185"/>
                  </a:lnTo>
                  <a:lnTo>
                    <a:pt x="770083" y="462907"/>
                  </a:lnTo>
                  <a:lnTo>
                    <a:pt x="777941" y="461631"/>
                  </a:lnTo>
                  <a:lnTo>
                    <a:pt x="785799" y="460559"/>
                  </a:lnTo>
                  <a:lnTo>
                    <a:pt x="793657" y="459095"/>
                  </a:lnTo>
                  <a:lnTo>
                    <a:pt x="801515" y="457705"/>
                  </a:lnTo>
                  <a:lnTo>
                    <a:pt x="809373" y="456120"/>
                  </a:lnTo>
                  <a:lnTo>
                    <a:pt x="817231" y="454607"/>
                  </a:lnTo>
                  <a:lnTo>
                    <a:pt x="825089" y="453081"/>
                  </a:lnTo>
                  <a:lnTo>
                    <a:pt x="832947" y="451546"/>
                  </a:lnTo>
                  <a:lnTo>
                    <a:pt x="840805" y="449990"/>
                  </a:lnTo>
                  <a:lnTo>
                    <a:pt x="848663" y="448505"/>
                  </a:lnTo>
                  <a:lnTo>
                    <a:pt x="856521" y="447417"/>
                  </a:lnTo>
                  <a:lnTo>
                    <a:pt x="864379" y="445901"/>
                  </a:lnTo>
                  <a:lnTo>
                    <a:pt x="872237" y="444186"/>
                  </a:lnTo>
                  <a:lnTo>
                    <a:pt x="880095" y="443112"/>
                  </a:lnTo>
                  <a:lnTo>
                    <a:pt x="887953" y="440956"/>
                  </a:lnTo>
                  <a:lnTo>
                    <a:pt x="895811" y="438742"/>
                  </a:lnTo>
                  <a:lnTo>
                    <a:pt x="903669" y="437205"/>
                  </a:lnTo>
                  <a:lnTo>
                    <a:pt x="911527" y="435963"/>
                  </a:lnTo>
                  <a:lnTo>
                    <a:pt x="919385" y="434486"/>
                  </a:lnTo>
                  <a:lnTo>
                    <a:pt x="927243" y="432997"/>
                  </a:lnTo>
                  <a:lnTo>
                    <a:pt x="935101" y="431497"/>
                  </a:lnTo>
                  <a:lnTo>
                    <a:pt x="942959" y="429330"/>
                  </a:lnTo>
                  <a:lnTo>
                    <a:pt x="950817" y="427030"/>
                  </a:lnTo>
                  <a:lnTo>
                    <a:pt x="958675" y="424944"/>
                  </a:lnTo>
                  <a:lnTo>
                    <a:pt x="966533" y="423157"/>
                  </a:lnTo>
                  <a:lnTo>
                    <a:pt x="974391" y="421491"/>
                  </a:lnTo>
                  <a:lnTo>
                    <a:pt x="982249" y="420229"/>
                  </a:lnTo>
                  <a:lnTo>
                    <a:pt x="990107" y="417709"/>
                  </a:lnTo>
                  <a:lnTo>
                    <a:pt x="997965" y="415855"/>
                  </a:lnTo>
                  <a:lnTo>
                    <a:pt x="1005823" y="414154"/>
                  </a:lnTo>
                  <a:lnTo>
                    <a:pt x="1013681" y="412552"/>
                  </a:lnTo>
                  <a:lnTo>
                    <a:pt x="1021539" y="410412"/>
                  </a:lnTo>
                  <a:lnTo>
                    <a:pt x="1029397" y="408288"/>
                  </a:lnTo>
                  <a:lnTo>
                    <a:pt x="1037254" y="406345"/>
                  </a:lnTo>
                  <a:lnTo>
                    <a:pt x="1045112" y="403997"/>
                  </a:lnTo>
                  <a:lnTo>
                    <a:pt x="1052970" y="401667"/>
                  </a:lnTo>
                  <a:lnTo>
                    <a:pt x="1060828" y="399730"/>
                  </a:lnTo>
                  <a:lnTo>
                    <a:pt x="1068686" y="397915"/>
                  </a:lnTo>
                  <a:lnTo>
                    <a:pt x="1076544" y="396095"/>
                  </a:lnTo>
                  <a:lnTo>
                    <a:pt x="1084402" y="394261"/>
                  </a:lnTo>
                  <a:lnTo>
                    <a:pt x="1092260" y="392393"/>
                  </a:lnTo>
                  <a:lnTo>
                    <a:pt x="1100118" y="390340"/>
                  </a:lnTo>
                  <a:lnTo>
                    <a:pt x="1107976" y="388268"/>
                  </a:lnTo>
                  <a:lnTo>
                    <a:pt x="1115834" y="385858"/>
                  </a:lnTo>
                  <a:lnTo>
                    <a:pt x="1123692" y="383338"/>
                  </a:lnTo>
                  <a:lnTo>
                    <a:pt x="1131550" y="381547"/>
                  </a:lnTo>
                  <a:lnTo>
                    <a:pt x="1139408" y="379407"/>
                  </a:lnTo>
                  <a:lnTo>
                    <a:pt x="1147266" y="377156"/>
                  </a:lnTo>
                  <a:lnTo>
                    <a:pt x="1155124" y="375193"/>
                  </a:lnTo>
                  <a:lnTo>
                    <a:pt x="1162982" y="373216"/>
                  </a:lnTo>
                  <a:lnTo>
                    <a:pt x="1170840" y="370899"/>
                  </a:lnTo>
                  <a:lnTo>
                    <a:pt x="1178698" y="368307"/>
                  </a:lnTo>
                  <a:lnTo>
                    <a:pt x="1186556" y="365707"/>
                  </a:lnTo>
                  <a:lnTo>
                    <a:pt x="1194414" y="362808"/>
                  </a:lnTo>
                  <a:lnTo>
                    <a:pt x="1202272" y="360188"/>
                  </a:lnTo>
                  <a:lnTo>
                    <a:pt x="1210130" y="357736"/>
                  </a:lnTo>
                  <a:lnTo>
                    <a:pt x="1217988" y="355020"/>
                  </a:lnTo>
                  <a:lnTo>
                    <a:pt x="1225846" y="352282"/>
                  </a:lnTo>
                  <a:lnTo>
                    <a:pt x="1233704" y="349521"/>
                  </a:lnTo>
                  <a:lnTo>
                    <a:pt x="1241562" y="346761"/>
                  </a:lnTo>
                  <a:lnTo>
                    <a:pt x="1249420" y="343806"/>
                  </a:lnTo>
                  <a:lnTo>
                    <a:pt x="1257278" y="340722"/>
                  </a:lnTo>
                  <a:lnTo>
                    <a:pt x="1265136" y="338323"/>
                  </a:lnTo>
                  <a:lnTo>
                    <a:pt x="1272994" y="335469"/>
                  </a:lnTo>
                  <a:lnTo>
                    <a:pt x="1280852" y="332554"/>
                  </a:lnTo>
                  <a:lnTo>
                    <a:pt x="1288710" y="329690"/>
                  </a:lnTo>
                  <a:lnTo>
                    <a:pt x="1296568" y="326755"/>
                  </a:lnTo>
                  <a:lnTo>
                    <a:pt x="1304426" y="323808"/>
                  </a:lnTo>
                  <a:lnTo>
                    <a:pt x="1312284" y="321419"/>
                  </a:lnTo>
                  <a:lnTo>
                    <a:pt x="1320142" y="319340"/>
                  </a:lnTo>
                  <a:lnTo>
                    <a:pt x="1328000" y="316751"/>
                  </a:lnTo>
                  <a:lnTo>
                    <a:pt x="1335858" y="313863"/>
                  </a:lnTo>
                  <a:lnTo>
                    <a:pt x="1343716" y="311448"/>
                  </a:lnTo>
                  <a:lnTo>
                    <a:pt x="1351574" y="309020"/>
                  </a:lnTo>
                  <a:lnTo>
                    <a:pt x="1359432" y="306538"/>
                  </a:lnTo>
                  <a:lnTo>
                    <a:pt x="1367290" y="303332"/>
                  </a:lnTo>
                  <a:lnTo>
                    <a:pt x="1375148" y="299725"/>
                  </a:lnTo>
                  <a:lnTo>
                    <a:pt x="1383006" y="296108"/>
                  </a:lnTo>
                  <a:lnTo>
                    <a:pt x="1390864" y="293121"/>
                  </a:lnTo>
                  <a:lnTo>
                    <a:pt x="1398722" y="290777"/>
                  </a:lnTo>
                  <a:lnTo>
                    <a:pt x="1406580" y="288424"/>
                  </a:lnTo>
                  <a:lnTo>
                    <a:pt x="1414438" y="286081"/>
                  </a:lnTo>
                  <a:lnTo>
                    <a:pt x="1422296" y="282117"/>
                  </a:lnTo>
                  <a:lnTo>
                    <a:pt x="1430154" y="278068"/>
                  </a:lnTo>
                  <a:lnTo>
                    <a:pt x="1438012" y="273986"/>
                  </a:lnTo>
                  <a:lnTo>
                    <a:pt x="1445870" y="270753"/>
                  </a:lnTo>
                  <a:lnTo>
                    <a:pt x="1453728" y="267805"/>
                  </a:lnTo>
                  <a:lnTo>
                    <a:pt x="1461586" y="264841"/>
                  </a:lnTo>
                  <a:lnTo>
                    <a:pt x="1469444" y="261455"/>
                  </a:lnTo>
                  <a:lnTo>
                    <a:pt x="1477302" y="257839"/>
                  </a:lnTo>
                  <a:lnTo>
                    <a:pt x="1485160" y="254200"/>
                  </a:lnTo>
                  <a:lnTo>
                    <a:pt x="1493018" y="250539"/>
                  </a:lnTo>
                  <a:lnTo>
                    <a:pt x="1500876" y="246857"/>
                  </a:lnTo>
                  <a:lnTo>
                    <a:pt x="1508734" y="243156"/>
                  </a:lnTo>
                  <a:lnTo>
                    <a:pt x="1516592" y="239445"/>
                  </a:lnTo>
                  <a:lnTo>
                    <a:pt x="1524450" y="235712"/>
                  </a:lnTo>
                  <a:lnTo>
                    <a:pt x="1532308" y="231959"/>
                  </a:lnTo>
                  <a:lnTo>
                    <a:pt x="1540166" y="228362"/>
                  </a:lnTo>
                  <a:lnTo>
                    <a:pt x="1548024" y="225273"/>
                  </a:lnTo>
                  <a:lnTo>
                    <a:pt x="1555882" y="222183"/>
                  </a:lnTo>
                  <a:lnTo>
                    <a:pt x="1563740" y="219085"/>
                  </a:lnTo>
                  <a:lnTo>
                    <a:pt x="1571598" y="215857"/>
                  </a:lnTo>
                  <a:lnTo>
                    <a:pt x="1579456" y="212146"/>
                  </a:lnTo>
                  <a:lnTo>
                    <a:pt x="1587314" y="208417"/>
                  </a:lnTo>
                  <a:lnTo>
                    <a:pt x="1595172" y="205218"/>
                  </a:lnTo>
                  <a:lnTo>
                    <a:pt x="1603030" y="202044"/>
                  </a:lnTo>
                  <a:lnTo>
                    <a:pt x="1610888" y="198858"/>
                  </a:lnTo>
                  <a:lnTo>
                    <a:pt x="1618746" y="195539"/>
                  </a:lnTo>
                  <a:lnTo>
                    <a:pt x="1626604" y="192277"/>
                  </a:lnTo>
                  <a:lnTo>
                    <a:pt x="1634462" y="189015"/>
                  </a:lnTo>
                  <a:lnTo>
                    <a:pt x="1642320" y="185749"/>
                  </a:lnTo>
                  <a:lnTo>
                    <a:pt x="1650178" y="182472"/>
                  </a:lnTo>
                  <a:lnTo>
                    <a:pt x="1658036" y="179184"/>
                  </a:lnTo>
                  <a:lnTo>
                    <a:pt x="1665894" y="175886"/>
                  </a:lnTo>
                  <a:lnTo>
                    <a:pt x="1673752" y="172577"/>
                  </a:lnTo>
                  <a:lnTo>
                    <a:pt x="1681610" y="169258"/>
                  </a:lnTo>
                  <a:lnTo>
                    <a:pt x="1689468" y="165928"/>
                  </a:lnTo>
                  <a:lnTo>
                    <a:pt x="1697326" y="162589"/>
                  </a:lnTo>
                  <a:lnTo>
                    <a:pt x="1705184" y="159240"/>
                  </a:lnTo>
                  <a:lnTo>
                    <a:pt x="1713042" y="155881"/>
                  </a:lnTo>
                  <a:lnTo>
                    <a:pt x="1720900" y="152528"/>
                  </a:lnTo>
                  <a:lnTo>
                    <a:pt x="1728758" y="149168"/>
                  </a:lnTo>
                  <a:lnTo>
                    <a:pt x="1736616" y="145540"/>
                  </a:lnTo>
                  <a:lnTo>
                    <a:pt x="1744474" y="141600"/>
                  </a:lnTo>
                  <a:lnTo>
                    <a:pt x="1752332" y="137650"/>
                  </a:lnTo>
                  <a:lnTo>
                    <a:pt x="1760190" y="133827"/>
                  </a:lnTo>
                  <a:lnTo>
                    <a:pt x="1768048" y="130840"/>
                  </a:lnTo>
                  <a:lnTo>
                    <a:pt x="1775906" y="127094"/>
                  </a:lnTo>
                  <a:lnTo>
                    <a:pt x="1783764" y="123234"/>
                  </a:lnTo>
                  <a:lnTo>
                    <a:pt x="1791622" y="119364"/>
                  </a:lnTo>
                  <a:lnTo>
                    <a:pt x="1799480" y="115486"/>
                  </a:lnTo>
                  <a:lnTo>
                    <a:pt x="1807338" y="111612"/>
                  </a:lnTo>
                  <a:lnTo>
                    <a:pt x="1815196" y="107735"/>
                  </a:lnTo>
                  <a:lnTo>
                    <a:pt x="1823054" y="103851"/>
                  </a:lnTo>
                  <a:lnTo>
                    <a:pt x="1830912" y="99960"/>
                  </a:lnTo>
                  <a:lnTo>
                    <a:pt x="1838770" y="96422"/>
                  </a:lnTo>
                  <a:lnTo>
                    <a:pt x="1846628" y="93006"/>
                  </a:lnTo>
                  <a:lnTo>
                    <a:pt x="1854486" y="89586"/>
                  </a:lnTo>
                  <a:lnTo>
                    <a:pt x="1862344" y="85764"/>
                  </a:lnTo>
                  <a:lnTo>
                    <a:pt x="1870202" y="81860"/>
                  </a:lnTo>
                  <a:lnTo>
                    <a:pt x="1878060" y="77951"/>
                  </a:lnTo>
                  <a:lnTo>
                    <a:pt x="1885918" y="74038"/>
                  </a:lnTo>
                  <a:lnTo>
                    <a:pt x="1893776" y="70121"/>
                  </a:lnTo>
                  <a:lnTo>
                    <a:pt x="1901634" y="66200"/>
                  </a:lnTo>
                  <a:lnTo>
                    <a:pt x="1909492" y="62277"/>
                  </a:lnTo>
                  <a:lnTo>
                    <a:pt x="1917350" y="58334"/>
                  </a:lnTo>
                  <a:lnTo>
                    <a:pt x="1925208" y="54236"/>
                  </a:lnTo>
                  <a:lnTo>
                    <a:pt x="1933066" y="50135"/>
                  </a:lnTo>
                  <a:lnTo>
                    <a:pt x="1940924" y="46034"/>
                  </a:lnTo>
                  <a:lnTo>
                    <a:pt x="1948782" y="41936"/>
                  </a:lnTo>
                  <a:lnTo>
                    <a:pt x="1956640" y="37837"/>
                  </a:lnTo>
                  <a:lnTo>
                    <a:pt x="1964498" y="33810"/>
                  </a:lnTo>
                  <a:lnTo>
                    <a:pt x="1972356" y="30362"/>
                  </a:lnTo>
                  <a:lnTo>
                    <a:pt x="1980214" y="26911"/>
                  </a:lnTo>
                  <a:lnTo>
                    <a:pt x="1988072" y="22981"/>
                  </a:lnTo>
                  <a:lnTo>
                    <a:pt x="1995930" y="19053"/>
                  </a:lnTo>
                  <a:lnTo>
                    <a:pt x="2003788" y="15126"/>
                  </a:lnTo>
                  <a:lnTo>
                    <a:pt x="2011646" y="11208"/>
                  </a:lnTo>
                  <a:lnTo>
                    <a:pt x="2019504" y="7469"/>
                  </a:lnTo>
                  <a:lnTo>
                    <a:pt x="2027362" y="3733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186414" y="3037844"/>
              <a:ext cx="2035220" cy="46209"/>
            </a:xfrm>
            <a:custGeom>
              <a:avLst/>
              <a:pathLst>
                <a:path w="2035220" h="46209">
                  <a:moveTo>
                    <a:pt x="2035220" y="0"/>
                  </a:moveTo>
                  <a:lnTo>
                    <a:pt x="2027362" y="123"/>
                  </a:lnTo>
                  <a:lnTo>
                    <a:pt x="2019504" y="138"/>
                  </a:lnTo>
                  <a:lnTo>
                    <a:pt x="2011646" y="153"/>
                  </a:lnTo>
                  <a:lnTo>
                    <a:pt x="2003788" y="169"/>
                  </a:lnTo>
                  <a:lnTo>
                    <a:pt x="1995930" y="184"/>
                  </a:lnTo>
                  <a:lnTo>
                    <a:pt x="1988072" y="198"/>
                  </a:lnTo>
                  <a:lnTo>
                    <a:pt x="1980214" y="211"/>
                  </a:lnTo>
                  <a:lnTo>
                    <a:pt x="1972356" y="224"/>
                  </a:lnTo>
                  <a:lnTo>
                    <a:pt x="1964498" y="307"/>
                  </a:lnTo>
                  <a:lnTo>
                    <a:pt x="1956640" y="471"/>
                  </a:lnTo>
                  <a:lnTo>
                    <a:pt x="1948782" y="634"/>
                  </a:lnTo>
                  <a:lnTo>
                    <a:pt x="1940924" y="796"/>
                  </a:lnTo>
                  <a:lnTo>
                    <a:pt x="1933066" y="957"/>
                  </a:lnTo>
                  <a:lnTo>
                    <a:pt x="1925208" y="1117"/>
                  </a:lnTo>
                  <a:lnTo>
                    <a:pt x="1917350" y="1277"/>
                  </a:lnTo>
                  <a:lnTo>
                    <a:pt x="1909492" y="1437"/>
                  </a:lnTo>
                  <a:lnTo>
                    <a:pt x="1901634" y="1497"/>
                  </a:lnTo>
                  <a:lnTo>
                    <a:pt x="1893776" y="1519"/>
                  </a:lnTo>
                  <a:lnTo>
                    <a:pt x="1885918" y="1541"/>
                  </a:lnTo>
                  <a:lnTo>
                    <a:pt x="1878060" y="1563"/>
                  </a:lnTo>
                  <a:lnTo>
                    <a:pt x="1870202" y="1583"/>
                  </a:lnTo>
                  <a:lnTo>
                    <a:pt x="1862344" y="1603"/>
                  </a:lnTo>
                  <a:lnTo>
                    <a:pt x="1854486" y="1623"/>
                  </a:lnTo>
                  <a:lnTo>
                    <a:pt x="1846628" y="1643"/>
                  </a:lnTo>
                  <a:lnTo>
                    <a:pt x="1838770" y="1663"/>
                  </a:lnTo>
                  <a:lnTo>
                    <a:pt x="1830912" y="1683"/>
                  </a:lnTo>
                  <a:lnTo>
                    <a:pt x="1823054" y="1703"/>
                  </a:lnTo>
                  <a:lnTo>
                    <a:pt x="1815196" y="1723"/>
                  </a:lnTo>
                  <a:lnTo>
                    <a:pt x="1807338" y="1743"/>
                  </a:lnTo>
                  <a:lnTo>
                    <a:pt x="1799480" y="1763"/>
                  </a:lnTo>
                  <a:lnTo>
                    <a:pt x="1791622" y="1783"/>
                  </a:lnTo>
                  <a:lnTo>
                    <a:pt x="1783764" y="1803"/>
                  </a:lnTo>
                  <a:lnTo>
                    <a:pt x="1775906" y="1850"/>
                  </a:lnTo>
                  <a:lnTo>
                    <a:pt x="1768048" y="2031"/>
                  </a:lnTo>
                  <a:lnTo>
                    <a:pt x="1760190" y="2211"/>
                  </a:lnTo>
                  <a:lnTo>
                    <a:pt x="1752332" y="2391"/>
                  </a:lnTo>
                  <a:lnTo>
                    <a:pt x="1744474" y="2570"/>
                  </a:lnTo>
                  <a:lnTo>
                    <a:pt x="1736616" y="2749"/>
                  </a:lnTo>
                  <a:lnTo>
                    <a:pt x="1728758" y="2928"/>
                  </a:lnTo>
                  <a:lnTo>
                    <a:pt x="1720900" y="3106"/>
                  </a:lnTo>
                  <a:lnTo>
                    <a:pt x="1713042" y="3283"/>
                  </a:lnTo>
                  <a:lnTo>
                    <a:pt x="1705184" y="3460"/>
                  </a:lnTo>
                  <a:lnTo>
                    <a:pt x="1697326" y="3637"/>
                  </a:lnTo>
                  <a:lnTo>
                    <a:pt x="1689468" y="3811"/>
                  </a:lnTo>
                  <a:lnTo>
                    <a:pt x="1681610" y="3984"/>
                  </a:lnTo>
                  <a:lnTo>
                    <a:pt x="1673752" y="4038"/>
                  </a:lnTo>
                  <a:lnTo>
                    <a:pt x="1665894" y="4247"/>
                  </a:lnTo>
                  <a:lnTo>
                    <a:pt x="1658036" y="4439"/>
                  </a:lnTo>
                  <a:lnTo>
                    <a:pt x="1650178" y="4470"/>
                  </a:lnTo>
                  <a:lnTo>
                    <a:pt x="1642320" y="4500"/>
                  </a:lnTo>
                  <a:lnTo>
                    <a:pt x="1634462" y="4531"/>
                  </a:lnTo>
                  <a:lnTo>
                    <a:pt x="1626604" y="4561"/>
                  </a:lnTo>
                  <a:lnTo>
                    <a:pt x="1618746" y="4592"/>
                  </a:lnTo>
                  <a:lnTo>
                    <a:pt x="1610888" y="4654"/>
                  </a:lnTo>
                  <a:lnTo>
                    <a:pt x="1603030" y="4806"/>
                  </a:lnTo>
                  <a:lnTo>
                    <a:pt x="1595172" y="4958"/>
                  </a:lnTo>
                  <a:lnTo>
                    <a:pt x="1587314" y="5109"/>
                  </a:lnTo>
                  <a:lnTo>
                    <a:pt x="1579456" y="5259"/>
                  </a:lnTo>
                  <a:lnTo>
                    <a:pt x="1571598" y="5380"/>
                  </a:lnTo>
                  <a:lnTo>
                    <a:pt x="1563740" y="5464"/>
                  </a:lnTo>
                  <a:lnTo>
                    <a:pt x="1555882" y="5548"/>
                  </a:lnTo>
                  <a:lnTo>
                    <a:pt x="1548024" y="5667"/>
                  </a:lnTo>
                  <a:lnTo>
                    <a:pt x="1540166" y="5740"/>
                  </a:lnTo>
                  <a:lnTo>
                    <a:pt x="1532308" y="5795"/>
                  </a:lnTo>
                  <a:lnTo>
                    <a:pt x="1524450" y="5877"/>
                  </a:lnTo>
                  <a:lnTo>
                    <a:pt x="1516592" y="5958"/>
                  </a:lnTo>
                  <a:lnTo>
                    <a:pt x="1508734" y="6039"/>
                  </a:lnTo>
                  <a:lnTo>
                    <a:pt x="1500876" y="6120"/>
                  </a:lnTo>
                  <a:lnTo>
                    <a:pt x="1493018" y="6201"/>
                  </a:lnTo>
                  <a:lnTo>
                    <a:pt x="1485160" y="6282"/>
                  </a:lnTo>
                  <a:lnTo>
                    <a:pt x="1477302" y="6362"/>
                  </a:lnTo>
                  <a:lnTo>
                    <a:pt x="1469444" y="6443"/>
                  </a:lnTo>
                  <a:lnTo>
                    <a:pt x="1461586" y="6524"/>
                  </a:lnTo>
                  <a:lnTo>
                    <a:pt x="1453728" y="6604"/>
                  </a:lnTo>
                  <a:lnTo>
                    <a:pt x="1445870" y="6684"/>
                  </a:lnTo>
                  <a:lnTo>
                    <a:pt x="1438012" y="6765"/>
                  </a:lnTo>
                  <a:lnTo>
                    <a:pt x="1430154" y="6845"/>
                  </a:lnTo>
                  <a:lnTo>
                    <a:pt x="1422296" y="6925"/>
                  </a:lnTo>
                  <a:lnTo>
                    <a:pt x="1414438" y="7005"/>
                  </a:lnTo>
                  <a:lnTo>
                    <a:pt x="1406580" y="7084"/>
                  </a:lnTo>
                  <a:lnTo>
                    <a:pt x="1398722" y="7164"/>
                  </a:lnTo>
                  <a:lnTo>
                    <a:pt x="1390864" y="7262"/>
                  </a:lnTo>
                  <a:lnTo>
                    <a:pt x="1383006" y="7358"/>
                  </a:lnTo>
                  <a:lnTo>
                    <a:pt x="1375148" y="7490"/>
                  </a:lnTo>
                  <a:lnTo>
                    <a:pt x="1367290" y="7634"/>
                  </a:lnTo>
                  <a:lnTo>
                    <a:pt x="1359432" y="7874"/>
                  </a:lnTo>
                  <a:lnTo>
                    <a:pt x="1351574" y="8102"/>
                  </a:lnTo>
                  <a:lnTo>
                    <a:pt x="1343716" y="8197"/>
                  </a:lnTo>
                  <a:lnTo>
                    <a:pt x="1335858" y="8109"/>
                  </a:lnTo>
                  <a:lnTo>
                    <a:pt x="1328000" y="8339"/>
                  </a:lnTo>
                  <a:lnTo>
                    <a:pt x="1320142" y="8565"/>
                  </a:lnTo>
                  <a:lnTo>
                    <a:pt x="1312284" y="8791"/>
                  </a:lnTo>
                  <a:lnTo>
                    <a:pt x="1304426" y="8941"/>
                  </a:lnTo>
                  <a:lnTo>
                    <a:pt x="1296568" y="8918"/>
                  </a:lnTo>
                  <a:lnTo>
                    <a:pt x="1288710" y="8893"/>
                  </a:lnTo>
                  <a:lnTo>
                    <a:pt x="1280852" y="8873"/>
                  </a:lnTo>
                  <a:lnTo>
                    <a:pt x="1272994" y="9211"/>
                  </a:lnTo>
                  <a:lnTo>
                    <a:pt x="1265136" y="9486"/>
                  </a:lnTo>
                  <a:lnTo>
                    <a:pt x="1257278" y="9578"/>
                  </a:lnTo>
                  <a:lnTo>
                    <a:pt x="1249420" y="9667"/>
                  </a:lnTo>
                  <a:lnTo>
                    <a:pt x="1241562" y="9752"/>
                  </a:lnTo>
                  <a:lnTo>
                    <a:pt x="1233704" y="9836"/>
                  </a:lnTo>
                  <a:lnTo>
                    <a:pt x="1225846" y="9917"/>
                  </a:lnTo>
                  <a:lnTo>
                    <a:pt x="1217988" y="9999"/>
                  </a:lnTo>
                  <a:lnTo>
                    <a:pt x="1210130" y="9946"/>
                  </a:lnTo>
                  <a:lnTo>
                    <a:pt x="1202272" y="9904"/>
                  </a:lnTo>
                  <a:lnTo>
                    <a:pt x="1194414" y="10011"/>
                  </a:lnTo>
                  <a:lnTo>
                    <a:pt x="1186556" y="10151"/>
                  </a:lnTo>
                  <a:lnTo>
                    <a:pt x="1178698" y="10425"/>
                  </a:lnTo>
                  <a:lnTo>
                    <a:pt x="1170840" y="10509"/>
                  </a:lnTo>
                  <a:lnTo>
                    <a:pt x="1162982" y="10578"/>
                  </a:lnTo>
                  <a:lnTo>
                    <a:pt x="1155124" y="10650"/>
                  </a:lnTo>
                  <a:lnTo>
                    <a:pt x="1147266" y="10697"/>
                  </a:lnTo>
                  <a:lnTo>
                    <a:pt x="1139408" y="10754"/>
                  </a:lnTo>
                  <a:lnTo>
                    <a:pt x="1131550" y="10877"/>
                  </a:lnTo>
                  <a:lnTo>
                    <a:pt x="1123692" y="11078"/>
                  </a:lnTo>
                  <a:lnTo>
                    <a:pt x="1115834" y="11135"/>
                  </a:lnTo>
                  <a:lnTo>
                    <a:pt x="1107976" y="11183"/>
                  </a:lnTo>
                  <a:lnTo>
                    <a:pt x="1100118" y="11275"/>
                  </a:lnTo>
                  <a:lnTo>
                    <a:pt x="1092260" y="11441"/>
                  </a:lnTo>
                  <a:lnTo>
                    <a:pt x="1084402" y="11730"/>
                  </a:lnTo>
                  <a:lnTo>
                    <a:pt x="1076544" y="11810"/>
                  </a:lnTo>
                  <a:lnTo>
                    <a:pt x="1068686" y="11889"/>
                  </a:lnTo>
                  <a:lnTo>
                    <a:pt x="1060828" y="11967"/>
                  </a:lnTo>
                  <a:lnTo>
                    <a:pt x="1052970" y="12042"/>
                  </a:lnTo>
                  <a:lnTo>
                    <a:pt x="1045112" y="12319"/>
                  </a:lnTo>
                  <a:lnTo>
                    <a:pt x="1037254" y="12607"/>
                  </a:lnTo>
                  <a:lnTo>
                    <a:pt x="1029397" y="12769"/>
                  </a:lnTo>
                  <a:lnTo>
                    <a:pt x="1021539" y="13035"/>
                  </a:lnTo>
                  <a:lnTo>
                    <a:pt x="1013681" y="13008"/>
                  </a:lnTo>
                  <a:lnTo>
                    <a:pt x="1005823" y="12991"/>
                  </a:lnTo>
                  <a:lnTo>
                    <a:pt x="997965" y="13075"/>
                  </a:lnTo>
                  <a:lnTo>
                    <a:pt x="990107" y="13162"/>
                  </a:lnTo>
                  <a:lnTo>
                    <a:pt x="982249" y="13249"/>
                  </a:lnTo>
                  <a:lnTo>
                    <a:pt x="974391" y="13397"/>
                  </a:lnTo>
                  <a:lnTo>
                    <a:pt x="966533" y="13657"/>
                  </a:lnTo>
                  <a:lnTo>
                    <a:pt x="958675" y="13919"/>
                  </a:lnTo>
                  <a:lnTo>
                    <a:pt x="950817" y="14179"/>
                  </a:lnTo>
                  <a:lnTo>
                    <a:pt x="942959" y="14432"/>
                  </a:lnTo>
                  <a:lnTo>
                    <a:pt x="935101" y="14681"/>
                  </a:lnTo>
                  <a:lnTo>
                    <a:pt x="927243" y="14930"/>
                  </a:lnTo>
                  <a:lnTo>
                    <a:pt x="919385" y="15018"/>
                  </a:lnTo>
                  <a:lnTo>
                    <a:pt x="911527" y="15156"/>
                  </a:lnTo>
                  <a:lnTo>
                    <a:pt x="903669" y="15470"/>
                  </a:lnTo>
                  <a:lnTo>
                    <a:pt x="895811" y="15783"/>
                  </a:lnTo>
                  <a:lnTo>
                    <a:pt x="887953" y="16093"/>
                  </a:lnTo>
                  <a:lnTo>
                    <a:pt x="880095" y="16402"/>
                  </a:lnTo>
                  <a:lnTo>
                    <a:pt x="872237" y="16675"/>
                  </a:lnTo>
                  <a:lnTo>
                    <a:pt x="864379" y="16796"/>
                  </a:lnTo>
                  <a:lnTo>
                    <a:pt x="856521" y="16783"/>
                  </a:lnTo>
                  <a:lnTo>
                    <a:pt x="848663" y="16891"/>
                  </a:lnTo>
                  <a:lnTo>
                    <a:pt x="840805" y="16885"/>
                  </a:lnTo>
                  <a:lnTo>
                    <a:pt x="832947" y="16914"/>
                  </a:lnTo>
                  <a:lnTo>
                    <a:pt x="825089" y="17040"/>
                  </a:lnTo>
                  <a:lnTo>
                    <a:pt x="817231" y="17091"/>
                  </a:lnTo>
                  <a:lnTo>
                    <a:pt x="809373" y="17369"/>
                  </a:lnTo>
                  <a:lnTo>
                    <a:pt x="801515" y="17600"/>
                  </a:lnTo>
                  <a:lnTo>
                    <a:pt x="793657" y="17815"/>
                  </a:lnTo>
                  <a:lnTo>
                    <a:pt x="785799" y="18007"/>
                  </a:lnTo>
                  <a:lnTo>
                    <a:pt x="777941" y="18263"/>
                  </a:lnTo>
                  <a:lnTo>
                    <a:pt x="770083" y="18617"/>
                  </a:lnTo>
                  <a:lnTo>
                    <a:pt x="762225" y="18962"/>
                  </a:lnTo>
                  <a:lnTo>
                    <a:pt x="754367" y="19304"/>
                  </a:lnTo>
                  <a:lnTo>
                    <a:pt x="746509" y="19568"/>
                  </a:lnTo>
                  <a:lnTo>
                    <a:pt x="738651" y="19710"/>
                  </a:lnTo>
                  <a:lnTo>
                    <a:pt x="730793" y="20022"/>
                  </a:lnTo>
                  <a:lnTo>
                    <a:pt x="722935" y="20331"/>
                  </a:lnTo>
                  <a:lnTo>
                    <a:pt x="715077" y="20639"/>
                  </a:lnTo>
                  <a:lnTo>
                    <a:pt x="707219" y="20944"/>
                  </a:lnTo>
                  <a:lnTo>
                    <a:pt x="699361" y="21302"/>
                  </a:lnTo>
                  <a:lnTo>
                    <a:pt x="691503" y="21542"/>
                  </a:lnTo>
                  <a:lnTo>
                    <a:pt x="683645" y="21841"/>
                  </a:lnTo>
                  <a:lnTo>
                    <a:pt x="675787" y="22135"/>
                  </a:lnTo>
                  <a:lnTo>
                    <a:pt x="667929" y="22283"/>
                  </a:lnTo>
                  <a:lnTo>
                    <a:pt x="660071" y="22408"/>
                  </a:lnTo>
                  <a:lnTo>
                    <a:pt x="652213" y="22696"/>
                  </a:lnTo>
                  <a:lnTo>
                    <a:pt x="644355" y="22900"/>
                  </a:lnTo>
                  <a:lnTo>
                    <a:pt x="636497" y="23100"/>
                  </a:lnTo>
                  <a:lnTo>
                    <a:pt x="628639" y="23326"/>
                  </a:lnTo>
                  <a:lnTo>
                    <a:pt x="620781" y="23618"/>
                  </a:lnTo>
                  <a:lnTo>
                    <a:pt x="612923" y="23746"/>
                  </a:lnTo>
                  <a:lnTo>
                    <a:pt x="605065" y="23850"/>
                  </a:lnTo>
                  <a:lnTo>
                    <a:pt x="597207" y="24017"/>
                  </a:lnTo>
                  <a:lnTo>
                    <a:pt x="589349" y="24365"/>
                  </a:lnTo>
                  <a:lnTo>
                    <a:pt x="581491" y="24585"/>
                  </a:lnTo>
                  <a:lnTo>
                    <a:pt x="573633" y="24809"/>
                  </a:lnTo>
                  <a:lnTo>
                    <a:pt x="565775" y="25070"/>
                  </a:lnTo>
                  <a:lnTo>
                    <a:pt x="557917" y="25437"/>
                  </a:lnTo>
                  <a:lnTo>
                    <a:pt x="550059" y="25825"/>
                  </a:lnTo>
                  <a:lnTo>
                    <a:pt x="542201" y="26174"/>
                  </a:lnTo>
                  <a:lnTo>
                    <a:pt x="534343" y="26495"/>
                  </a:lnTo>
                  <a:lnTo>
                    <a:pt x="526485" y="26793"/>
                  </a:lnTo>
                  <a:lnTo>
                    <a:pt x="518627" y="26907"/>
                  </a:lnTo>
                  <a:lnTo>
                    <a:pt x="510769" y="27146"/>
                  </a:lnTo>
                  <a:lnTo>
                    <a:pt x="502911" y="27452"/>
                  </a:lnTo>
                  <a:lnTo>
                    <a:pt x="495053" y="27774"/>
                  </a:lnTo>
                  <a:lnTo>
                    <a:pt x="487195" y="28094"/>
                  </a:lnTo>
                  <a:lnTo>
                    <a:pt x="479337" y="28411"/>
                  </a:lnTo>
                  <a:lnTo>
                    <a:pt x="471479" y="28725"/>
                  </a:lnTo>
                  <a:lnTo>
                    <a:pt x="463621" y="29037"/>
                  </a:lnTo>
                  <a:lnTo>
                    <a:pt x="455763" y="29282"/>
                  </a:lnTo>
                  <a:lnTo>
                    <a:pt x="447905" y="29653"/>
                  </a:lnTo>
                  <a:lnTo>
                    <a:pt x="440047" y="29959"/>
                  </a:lnTo>
                  <a:lnTo>
                    <a:pt x="432189" y="30276"/>
                  </a:lnTo>
                  <a:lnTo>
                    <a:pt x="424331" y="30608"/>
                  </a:lnTo>
                  <a:lnTo>
                    <a:pt x="416473" y="30972"/>
                  </a:lnTo>
                  <a:lnTo>
                    <a:pt x="408615" y="31211"/>
                  </a:lnTo>
                  <a:lnTo>
                    <a:pt x="400757" y="31556"/>
                  </a:lnTo>
                  <a:lnTo>
                    <a:pt x="392899" y="31895"/>
                  </a:lnTo>
                  <a:lnTo>
                    <a:pt x="385041" y="32247"/>
                  </a:lnTo>
                  <a:lnTo>
                    <a:pt x="377183" y="32566"/>
                  </a:lnTo>
                  <a:lnTo>
                    <a:pt x="369325" y="32887"/>
                  </a:lnTo>
                  <a:lnTo>
                    <a:pt x="361467" y="33195"/>
                  </a:lnTo>
                  <a:lnTo>
                    <a:pt x="353609" y="33560"/>
                  </a:lnTo>
                  <a:lnTo>
                    <a:pt x="345751" y="33840"/>
                  </a:lnTo>
                  <a:lnTo>
                    <a:pt x="337893" y="34193"/>
                  </a:lnTo>
                  <a:lnTo>
                    <a:pt x="330035" y="34560"/>
                  </a:lnTo>
                  <a:lnTo>
                    <a:pt x="322177" y="34874"/>
                  </a:lnTo>
                  <a:lnTo>
                    <a:pt x="314319" y="35144"/>
                  </a:lnTo>
                  <a:lnTo>
                    <a:pt x="306461" y="35487"/>
                  </a:lnTo>
                  <a:lnTo>
                    <a:pt x="298603" y="35825"/>
                  </a:lnTo>
                  <a:lnTo>
                    <a:pt x="290745" y="36216"/>
                  </a:lnTo>
                  <a:lnTo>
                    <a:pt x="282887" y="36460"/>
                  </a:lnTo>
                  <a:lnTo>
                    <a:pt x="275029" y="36783"/>
                  </a:lnTo>
                  <a:lnTo>
                    <a:pt x="267171" y="37110"/>
                  </a:lnTo>
                  <a:lnTo>
                    <a:pt x="259313" y="37433"/>
                  </a:lnTo>
                  <a:lnTo>
                    <a:pt x="251455" y="37755"/>
                  </a:lnTo>
                  <a:lnTo>
                    <a:pt x="243597" y="38074"/>
                  </a:lnTo>
                  <a:lnTo>
                    <a:pt x="235739" y="38411"/>
                  </a:lnTo>
                  <a:lnTo>
                    <a:pt x="227881" y="38684"/>
                  </a:lnTo>
                  <a:lnTo>
                    <a:pt x="220023" y="38983"/>
                  </a:lnTo>
                  <a:lnTo>
                    <a:pt x="212165" y="39282"/>
                  </a:lnTo>
                  <a:lnTo>
                    <a:pt x="204307" y="39527"/>
                  </a:lnTo>
                  <a:lnTo>
                    <a:pt x="196449" y="39771"/>
                  </a:lnTo>
                  <a:lnTo>
                    <a:pt x="188591" y="40032"/>
                  </a:lnTo>
                  <a:lnTo>
                    <a:pt x="180733" y="40378"/>
                  </a:lnTo>
                  <a:lnTo>
                    <a:pt x="172875" y="40642"/>
                  </a:lnTo>
                  <a:lnTo>
                    <a:pt x="165017" y="40888"/>
                  </a:lnTo>
                  <a:lnTo>
                    <a:pt x="157159" y="41228"/>
                  </a:lnTo>
                  <a:lnTo>
                    <a:pt x="149301" y="41519"/>
                  </a:lnTo>
                  <a:lnTo>
                    <a:pt x="141443" y="41741"/>
                  </a:lnTo>
                  <a:lnTo>
                    <a:pt x="133585" y="41931"/>
                  </a:lnTo>
                  <a:lnTo>
                    <a:pt x="125727" y="42170"/>
                  </a:lnTo>
                  <a:lnTo>
                    <a:pt x="117869" y="42401"/>
                  </a:lnTo>
                  <a:lnTo>
                    <a:pt x="110011" y="42612"/>
                  </a:lnTo>
                  <a:lnTo>
                    <a:pt x="102153" y="42827"/>
                  </a:lnTo>
                  <a:lnTo>
                    <a:pt x="94295" y="43146"/>
                  </a:lnTo>
                  <a:lnTo>
                    <a:pt x="86437" y="43393"/>
                  </a:lnTo>
                  <a:lnTo>
                    <a:pt x="78579" y="43634"/>
                  </a:lnTo>
                  <a:lnTo>
                    <a:pt x="70721" y="43942"/>
                  </a:lnTo>
                  <a:lnTo>
                    <a:pt x="62863" y="44159"/>
                  </a:lnTo>
                  <a:lnTo>
                    <a:pt x="55005" y="44440"/>
                  </a:lnTo>
                  <a:lnTo>
                    <a:pt x="47147" y="44690"/>
                  </a:lnTo>
                  <a:lnTo>
                    <a:pt x="39289" y="44906"/>
                  </a:lnTo>
                  <a:lnTo>
                    <a:pt x="31431" y="45169"/>
                  </a:lnTo>
                  <a:lnTo>
                    <a:pt x="23573" y="45356"/>
                  </a:lnTo>
                  <a:lnTo>
                    <a:pt x="15715" y="45635"/>
                  </a:lnTo>
                  <a:lnTo>
                    <a:pt x="7857" y="45925"/>
                  </a:lnTo>
                  <a:lnTo>
                    <a:pt x="0" y="4620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g21"/>
            <p:cNvSpPr/>
            <p:nvPr/>
          </p:nvSpPr>
          <p:spPr>
            <a:xfrm>
              <a:off x="1186414" y="2995810"/>
              <a:ext cx="2035220" cy="105649"/>
            </a:xfrm>
            <a:custGeom>
              <a:avLst/>
              <a:pathLst>
                <a:path w="2035220" h="105649">
                  <a:moveTo>
                    <a:pt x="0" y="0"/>
                  </a:moveTo>
                  <a:lnTo>
                    <a:pt x="7857" y="1182"/>
                  </a:lnTo>
                  <a:lnTo>
                    <a:pt x="15715" y="2172"/>
                  </a:lnTo>
                  <a:lnTo>
                    <a:pt x="23573" y="3116"/>
                  </a:lnTo>
                  <a:lnTo>
                    <a:pt x="31431" y="4015"/>
                  </a:lnTo>
                  <a:lnTo>
                    <a:pt x="39289" y="4928"/>
                  </a:lnTo>
                  <a:lnTo>
                    <a:pt x="47147" y="5898"/>
                  </a:lnTo>
                  <a:lnTo>
                    <a:pt x="55005" y="6810"/>
                  </a:lnTo>
                  <a:lnTo>
                    <a:pt x="62863" y="7716"/>
                  </a:lnTo>
                  <a:lnTo>
                    <a:pt x="70721" y="8656"/>
                  </a:lnTo>
                  <a:lnTo>
                    <a:pt x="78579" y="9655"/>
                  </a:lnTo>
                  <a:lnTo>
                    <a:pt x="86437" y="10646"/>
                  </a:lnTo>
                  <a:lnTo>
                    <a:pt x="94295" y="11511"/>
                  </a:lnTo>
                  <a:lnTo>
                    <a:pt x="102153" y="12217"/>
                  </a:lnTo>
                  <a:lnTo>
                    <a:pt x="110011" y="13118"/>
                  </a:lnTo>
                  <a:lnTo>
                    <a:pt x="117869" y="14171"/>
                  </a:lnTo>
                  <a:lnTo>
                    <a:pt x="125727" y="15204"/>
                  </a:lnTo>
                  <a:lnTo>
                    <a:pt x="133585" y="15715"/>
                  </a:lnTo>
                  <a:lnTo>
                    <a:pt x="141443" y="16371"/>
                  </a:lnTo>
                  <a:lnTo>
                    <a:pt x="149301" y="17039"/>
                  </a:lnTo>
                  <a:lnTo>
                    <a:pt x="157159" y="17589"/>
                  </a:lnTo>
                  <a:lnTo>
                    <a:pt x="165017" y="18135"/>
                  </a:lnTo>
                  <a:lnTo>
                    <a:pt x="172875" y="18803"/>
                  </a:lnTo>
                  <a:lnTo>
                    <a:pt x="180733" y="19492"/>
                  </a:lnTo>
                  <a:lnTo>
                    <a:pt x="188591" y="20257"/>
                  </a:lnTo>
                  <a:lnTo>
                    <a:pt x="196449" y="21035"/>
                  </a:lnTo>
                  <a:lnTo>
                    <a:pt x="204307" y="21623"/>
                  </a:lnTo>
                  <a:lnTo>
                    <a:pt x="212165" y="22526"/>
                  </a:lnTo>
                  <a:lnTo>
                    <a:pt x="220023" y="23457"/>
                  </a:lnTo>
                  <a:lnTo>
                    <a:pt x="227881" y="24133"/>
                  </a:lnTo>
                  <a:lnTo>
                    <a:pt x="235739" y="24626"/>
                  </a:lnTo>
                  <a:lnTo>
                    <a:pt x="243597" y="25121"/>
                  </a:lnTo>
                  <a:lnTo>
                    <a:pt x="251455" y="25615"/>
                  </a:lnTo>
                  <a:lnTo>
                    <a:pt x="259313" y="26285"/>
                  </a:lnTo>
                  <a:lnTo>
                    <a:pt x="267171" y="27021"/>
                  </a:lnTo>
                  <a:lnTo>
                    <a:pt x="275029" y="27913"/>
                  </a:lnTo>
                  <a:lnTo>
                    <a:pt x="282887" y="28561"/>
                  </a:lnTo>
                  <a:lnTo>
                    <a:pt x="290745" y="29147"/>
                  </a:lnTo>
                  <a:lnTo>
                    <a:pt x="298603" y="29820"/>
                  </a:lnTo>
                  <a:lnTo>
                    <a:pt x="306461" y="30333"/>
                  </a:lnTo>
                  <a:lnTo>
                    <a:pt x="314319" y="30845"/>
                  </a:lnTo>
                  <a:lnTo>
                    <a:pt x="322177" y="31308"/>
                  </a:lnTo>
                  <a:lnTo>
                    <a:pt x="330035" y="31755"/>
                  </a:lnTo>
                  <a:lnTo>
                    <a:pt x="337893" y="32302"/>
                  </a:lnTo>
                  <a:lnTo>
                    <a:pt x="345751" y="32861"/>
                  </a:lnTo>
                  <a:lnTo>
                    <a:pt x="353609" y="33485"/>
                  </a:lnTo>
                  <a:lnTo>
                    <a:pt x="361467" y="34074"/>
                  </a:lnTo>
                  <a:lnTo>
                    <a:pt x="369325" y="34782"/>
                  </a:lnTo>
                  <a:lnTo>
                    <a:pt x="377183" y="35230"/>
                  </a:lnTo>
                  <a:lnTo>
                    <a:pt x="385041" y="35777"/>
                  </a:lnTo>
                  <a:lnTo>
                    <a:pt x="392899" y="36264"/>
                  </a:lnTo>
                  <a:lnTo>
                    <a:pt x="400757" y="36714"/>
                  </a:lnTo>
                  <a:lnTo>
                    <a:pt x="408615" y="37239"/>
                  </a:lnTo>
                  <a:lnTo>
                    <a:pt x="416473" y="37633"/>
                  </a:lnTo>
                  <a:lnTo>
                    <a:pt x="424331" y="37989"/>
                  </a:lnTo>
                  <a:lnTo>
                    <a:pt x="432189" y="38447"/>
                  </a:lnTo>
                  <a:lnTo>
                    <a:pt x="440047" y="38821"/>
                  </a:lnTo>
                  <a:lnTo>
                    <a:pt x="447905" y="39341"/>
                  </a:lnTo>
                  <a:lnTo>
                    <a:pt x="455763" y="40067"/>
                  </a:lnTo>
                  <a:lnTo>
                    <a:pt x="463621" y="40484"/>
                  </a:lnTo>
                  <a:lnTo>
                    <a:pt x="471479" y="40985"/>
                  </a:lnTo>
                  <a:lnTo>
                    <a:pt x="479337" y="41439"/>
                  </a:lnTo>
                  <a:lnTo>
                    <a:pt x="487195" y="41892"/>
                  </a:lnTo>
                  <a:lnTo>
                    <a:pt x="495053" y="42344"/>
                  </a:lnTo>
                  <a:lnTo>
                    <a:pt x="502911" y="42715"/>
                  </a:lnTo>
                  <a:lnTo>
                    <a:pt x="510769" y="43088"/>
                  </a:lnTo>
                  <a:lnTo>
                    <a:pt x="518627" y="43509"/>
                  </a:lnTo>
                  <a:lnTo>
                    <a:pt x="526485" y="43797"/>
                  </a:lnTo>
                  <a:lnTo>
                    <a:pt x="534343" y="44280"/>
                  </a:lnTo>
                  <a:lnTo>
                    <a:pt x="542201" y="44818"/>
                  </a:lnTo>
                  <a:lnTo>
                    <a:pt x="550059" y="45383"/>
                  </a:lnTo>
                  <a:lnTo>
                    <a:pt x="557917" y="45859"/>
                  </a:lnTo>
                  <a:lnTo>
                    <a:pt x="565775" y="46286"/>
                  </a:lnTo>
                  <a:lnTo>
                    <a:pt x="573633" y="46651"/>
                  </a:lnTo>
                  <a:lnTo>
                    <a:pt x="581491" y="47107"/>
                  </a:lnTo>
                  <a:lnTo>
                    <a:pt x="589349" y="47489"/>
                  </a:lnTo>
                  <a:lnTo>
                    <a:pt x="597207" y="47848"/>
                  </a:lnTo>
                  <a:lnTo>
                    <a:pt x="605065" y="48320"/>
                  </a:lnTo>
                  <a:lnTo>
                    <a:pt x="612923" y="48689"/>
                  </a:lnTo>
                  <a:lnTo>
                    <a:pt x="620781" y="49062"/>
                  </a:lnTo>
                  <a:lnTo>
                    <a:pt x="628639" y="49475"/>
                  </a:lnTo>
                  <a:lnTo>
                    <a:pt x="636497" y="49983"/>
                  </a:lnTo>
                  <a:lnTo>
                    <a:pt x="644355" y="50261"/>
                  </a:lnTo>
                  <a:lnTo>
                    <a:pt x="652213" y="50512"/>
                  </a:lnTo>
                  <a:lnTo>
                    <a:pt x="660071" y="50817"/>
                  </a:lnTo>
                  <a:lnTo>
                    <a:pt x="667929" y="51088"/>
                  </a:lnTo>
                  <a:lnTo>
                    <a:pt x="675787" y="51543"/>
                  </a:lnTo>
                  <a:lnTo>
                    <a:pt x="683645" y="51895"/>
                  </a:lnTo>
                  <a:lnTo>
                    <a:pt x="691503" y="52111"/>
                  </a:lnTo>
                  <a:lnTo>
                    <a:pt x="699361" y="52520"/>
                  </a:lnTo>
                  <a:lnTo>
                    <a:pt x="707219" y="52926"/>
                  </a:lnTo>
                  <a:lnTo>
                    <a:pt x="715077" y="53168"/>
                  </a:lnTo>
                  <a:lnTo>
                    <a:pt x="722935" y="53536"/>
                  </a:lnTo>
                  <a:lnTo>
                    <a:pt x="730793" y="53865"/>
                  </a:lnTo>
                  <a:lnTo>
                    <a:pt x="738651" y="54174"/>
                  </a:lnTo>
                  <a:lnTo>
                    <a:pt x="746509" y="54483"/>
                  </a:lnTo>
                  <a:lnTo>
                    <a:pt x="754367" y="54789"/>
                  </a:lnTo>
                  <a:lnTo>
                    <a:pt x="762225" y="55028"/>
                  </a:lnTo>
                  <a:lnTo>
                    <a:pt x="770083" y="55317"/>
                  </a:lnTo>
                  <a:lnTo>
                    <a:pt x="777941" y="55690"/>
                  </a:lnTo>
                  <a:lnTo>
                    <a:pt x="785799" y="55993"/>
                  </a:lnTo>
                  <a:lnTo>
                    <a:pt x="793657" y="56347"/>
                  </a:lnTo>
                  <a:lnTo>
                    <a:pt x="801515" y="56750"/>
                  </a:lnTo>
                  <a:lnTo>
                    <a:pt x="809373" y="56938"/>
                  </a:lnTo>
                  <a:lnTo>
                    <a:pt x="817231" y="57174"/>
                  </a:lnTo>
                  <a:lnTo>
                    <a:pt x="825089" y="57416"/>
                  </a:lnTo>
                  <a:lnTo>
                    <a:pt x="832947" y="57486"/>
                  </a:lnTo>
                  <a:lnTo>
                    <a:pt x="840805" y="57668"/>
                  </a:lnTo>
                  <a:lnTo>
                    <a:pt x="848663" y="57879"/>
                  </a:lnTo>
                  <a:lnTo>
                    <a:pt x="856521" y="58150"/>
                  </a:lnTo>
                  <a:lnTo>
                    <a:pt x="864379" y="58471"/>
                  </a:lnTo>
                  <a:lnTo>
                    <a:pt x="872237" y="58882"/>
                  </a:lnTo>
                  <a:lnTo>
                    <a:pt x="880095" y="59258"/>
                  </a:lnTo>
                  <a:lnTo>
                    <a:pt x="887953" y="59438"/>
                  </a:lnTo>
                  <a:lnTo>
                    <a:pt x="895811" y="59692"/>
                  </a:lnTo>
                  <a:lnTo>
                    <a:pt x="903669" y="60038"/>
                  </a:lnTo>
                  <a:lnTo>
                    <a:pt x="911527" y="60388"/>
                  </a:lnTo>
                  <a:lnTo>
                    <a:pt x="919385" y="60559"/>
                  </a:lnTo>
                  <a:lnTo>
                    <a:pt x="927243" y="60707"/>
                  </a:lnTo>
                  <a:lnTo>
                    <a:pt x="935101" y="60855"/>
                  </a:lnTo>
                  <a:lnTo>
                    <a:pt x="942959" y="60977"/>
                  </a:lnTo>
                  <a:lnTo>
                    <a:pt x="950817" y="61030"/>
                  </a:lnTo>
                  <a:lnTo>
                    <a:pt x="958675" y="61295"/>
                  </a:lnTo>
                  <a:lnTo>
                    <a:pt x="966533" y="61509"/>
                  </a:lnTo>
                  <a:lnTo>
                    <a:pt x="974391" y="61580"/>
                  </a:lnTo>
                  <a:lnTo>
                    <a:pt x="982249" y="61723"/>
                  </a:lnTo>
                  <a:lnTo>
                    <a:pt x="990107" y="61863"/>
                  </a:lnTo>
                  <a:lnTo>
                    <a:pt x="997965" y="62004"/>
                  </a:lnTo>
                  <a:lnTo>
                    <a:pt x="1005823" y="62198"/>
                  </a:lnTo>
                  <a:lnTo>
                    <a:pt x="1013681" y="62298"/>
                  </a:lnTo>
                  <a:lnTo>
                    <a:pt x="1021539" y="62565"/>
                  </a:lnTo>
                  <a:lnTo>
                    <a:pt x="1029397" y="62846"/>
                  </a:lnTo>
                  <a:lnTo>
                    <a:pt x="1037254" y="63126"/>
                  </a:lnTo>
                  <a:lnTo>
                    <a:pt x="1045112" y="63299"/>
                  </a:lnTo>
                  <a:lnTo>
                    <a:pt x="1052970" y="63522"/>
                  </a:lnTo>
                  <a:lnTo>
                    <a:pt x="1060828" y="63802"/>
                  </a:lnTo>
                  <a:lnTo>
                    <a:pt x="1068686" y="64082"/>
                  </a:lnTo>
                  <a:lnTo>
                    <a:pt x="1076544" y="64241"/>
                  </a:lnTo>
                  <a:lnTo>
                    <a:pt x="1084402" y="64548"/>
                  </a:lnTo>
                  <a:lnTo>
                    <a:pt x="1092260" y="64920"/>
                  </a:lnTo>
                  <a:lnTo>
                    <a:pt x="1100118" y="64931"/>
                  </a:lnTo>
                  <a:lnTo>
                    <a:pt x="1107976" y="65247"/>
                  </a:lnTo>
                  <a:lnTo>
                    <a:pt x="1115834" y="65408"/>
                  </a:lnTo>
                  <a:lnTo>
                    <a:pt x="1123692" y="65589"/>
                  </a:lnTo>
                  <a:lnTo>
                    <a:pt x="1131550" y="65711"/>
                  </a:lnTo>
                  <a:lnTo>
                    <a:pt x="1139408" y="65932"/>
                  </a:lnTo>
                  <a:lnTo>
                    <a:pt x="1147266" y="66201"/>
                  </a:lnTo>
                  <a:lnTo>
                    <a:pt x="1155124" y="66408"/>
                  </a:lnTo>
                  <a:lnTo>
                    <a:pt x="1162982" y="66605"/>
                  </a:lnTo>
                  <a:lnTo>
                    <a:pt x="1170840" y="66741"/>
                  </a:lnTo>
                  <a:lnTo>
                    <a:pt x="1178698" y="66890"/>
                  </a:lnTo>
                  <a:lnTo>
                    <a:pt x="1186556" y="67046"/>
                  </a:lnTo>
                  <a:lnTo>
                    <a:pt x="1194414" y="67145"/>
                  </a:lnTo>
                  <a:lnTo>
                    <a:pt x="1202272" y="67278"/>
                  </a:lnTo>
                  <a:lnTo>
                    <a:pt x="1210130" y="67468"/>
                  </a:lnTo>
                  <a:lnTo>
                    <a:pt x="1217988" y="67736"/>
                  </a:lnTo>
                  <a:lnTo>
                    <a:pt x="1225846" y="67908"/>
                  </a:lnTo>
                  <a:lnTo>
                    <a:pt x="1233704" y="68074"/>
                  </a:lnTo>
                  <a:lnTo>
                    <a:pt x="1241562" y="68171"/>
                  </a:lnTo>
                  <a:lnTo>
                    <a:pt x="1249420" y="68175"/>
                  </a:lnTo>
                  <a:lnTo>
                    <a:pt x="1257278" y="68316"/>
                  </a:lnTo>
                  <a:lnTo>
                    <a:pt x="1265136" y="68372"/>
                  </a:lnTo>
                  <a:lnTo>
                    <a:pt x="1272994" y="68473"/>
                  </a:lnTo>
                  <a:lnTo>
                    <a:pt x="1280852" y="68583"/>
                  </a:lnTo>
                  <a:lnTo>
                    <a:pt x="1288710" y="68721"/>
                  </a:lnTo>
                  <a:lnTo>
                    <a:pt x="1296568" y="68851"/>
                  </a:lnTo>
                  <a:lnTo>
                    <a:pt x="1304426" y="68979"/>
                  </a:lnTo>
                  <a:lnTo>
                    <a:pt x="1312284" y="69102"/>
                  </a:lnTo>
                  <a:lnTo>
                    <a:pt x="1320142" y="69236"/>
                  </a:lnTo>
                  <a:lnTo>
                    <a:pt x="1328000" y="69364"/>
                  </a:lnTo>
                  <a:lnTo>
                    <a:pt x="1335858" y="69534"/>
                  </a:lnTo>
                  <a:lnTo>
                    <a:pt x="1343716" y="69637"/>
                  </a:lnTo>
                  <a:lnTo>
                    <a:pt x="1351574" y="69746"/>
                  </a:lnTo>
                  <a:lnTo>
                    <a:pt x="1359432" y="69867"/>
                  </a:lnTo>
                  <a:lnTo>
                    <a:pt x="1367290" y="69959"/>
                  </a:lnTo>
                  <a:lnTo>
                    <a:pt x="1375148" y="70043"/>
                  </a:lnTo>
                  <a:lnTo>
                    <a:pt x="1383006" y="70090"/>
                  </a:lnTo>
                  <a:lnTo>
                    <a:pt x="1390864" y="70199"/>
                  </a:lnTo>
                  <a:lnTo>
                    <a:pt x="1398722" y="70294"/>
                  </a:lnTo>
                  <a:lnTo>
                    <a:pt x="1406580" y="70295"/>
                  </a:lnTo>
                  <a:lnTo>
                    <a:pt x="1414438" y="70373"/>
                  </a:lnTo>
                  <a:lnTo>
                    <a:pt x="1422296" y="70482"/>
                  </a:lnTo>
                  <a:lnTo>
                    <a:pt x="1430154" y="70595"/>
                  </a:lnTo>
                  <a:lnTo>
                    <a:pt x="1438012" y="70706"/>
                  </a:lnTo>
                  <a:lnTo>
                    <a:pt x="1445870" y="70818"/>
                  </a:lnTo>
                  <a:lnTo>
                    <a:pt x="1453728" y="70940"/>
                  </a:lnTo>
                  <a:lnTo>
                    <a:pt x="1461586" y="71086"/>
                  </a:lnTo>
                  <a:lnTo>
                    <a:pt x="1469444" y="71179"/>
                  </a:lnTo>
                  <a:lnTo>
                    <a:pt x="1477302" y="71336"/>
                  </a:lnTo>
                  <a:lnTo>
                    <a:pt x="1485160" y="71388"/>
                  </a:lnTo>
                  <a:lnTo>
                    <a:pt x="1493018" y="71531"/>
                  </a:lnTo>
                  <a:lnTo>
                    <a:pt x="1500876" y="71629"/>
                  </a:lnTo>
                  <a:lnTo>
                    <a:pt x="1508734" y="71726"/>
                  </a:lnTo>
                  <a:lnTo>
                    <a:pt x="1516592" y="71823"/>
                  </a:lnTo>
                  <a:lnTo>
                    <a:pt x="1524450" y="71967"/>
                  </a:lnTo>
                  <a:lnTo>
                    <a:pt x="1532308" y="72096"/>
                  </a:lnTo>
                  <a:lnTo>
                    <a:pt x="1540166" y="72179"/>
                  </a:lnTo>
                  <a:lnTo>
                    <a:pt x="1548024" y="72262"/>
                  </a:lnTo>
                  <a:lnTo>
                    <a:pt x="1555882" y="72344"/>
                  </a:lnTo>
                  <a:lnTo>
                    <a:pt x="1563740" y="72439"/>
                  </a:lnTo>
                  <a:lnTo>
                    <a:pt x="1571598" y="72544"/>
                  </a:lnTo>
                  <a:lnTo>
                    <a:pt x="1579456" y="72650"/>
                  </a:lnTo>
                  <a:lnTo>
                    <a:pt x="1587314" y="72755"/>
                  </a:lnTo>
                  <a:lnTo>
                    <a:pt x="1595172" y="72859"/>
                  </a:lnTo>
                  <a:lnTo>
                    <a:pt x="1603030" y="72963"/>
                  </a:lnTo>
                  <a:lnTo>
                    <a:pt x="1610888" y="73068"/>
                  </a:lnTo>
                  <a:lnTo>
                    <a:pt x="1618746" y="73173"/>
                  </a:lnTo>
                  <a:lnTo>
                    <a:pt x="1626604" y="73313"/>
                  </a:lnTo>
                  <a:lnTo>
                    <a:pt x="1634462" y="73452"/>
                  </a:lnTo>
                  <a:lnTo>
                    <a:pt x="1642320" y="73524"/>
                  </a:lnTo>
                  <a:lnTo>
                    <a:pt x="1650178" y="73586"/>
                  </a:lnTo>
                  <a:lnTo>
                    <a:pt x="1658036" y="73688"/>
                  </a:lnTo>
                  <a:lnTo>
                    <a:pt x="1665894" y="73791"/>
                  </a:lnTo>
                  <a:lnTo>
                    <a:pt x="1673752" y="73893"/>
                  </a:lnTo>
                  <a:lnTo>
                    <a:pt x="1681610" y="74014"/>
                  </a:lnTo>
                  <a:lnTo>
                    <a:pt x="1689468" y="74140"/>
                  </a:lnTo>
                  <a:lnTo>
                    <a:pt x="1697326" y="74266"/>
                  </a:lnTo>
                  <a:lnTo>
                    <a:pt x="1705184" y="74391"/>
                  </a:lnTo>
                  <a:lnTo>
                    <a:pt x="1713042" y="74515"/>
                  </a:lnTo>
                  <a:lnTo>
                    <a:pt x="1720900" y="74640"/>
                  </a:lnTo>
                  <a:lnTo>
                    <a:pt x="1728758" y="74764"/>
                  </a:lnTo>
                  <a:lnTo>
                    <a:pt x="1736616" y="74887"/>
                  </a:lnTo>
                  <a:lnTo>
                    <a:pt x="1744474" y="75010"/>
                  </a:lnTo>
                  <a:lnTo>
                    <a:pt x="1752332" y="75070"/>
                  </a:lnTo>
                  <a:lnTo>
                    <a:pt x="1760190" y="75078"/>
                  </a:lnTo>
                  <a:lnTo>
                    <a:pt x="1768048" y="75188"/>
                  </a:lnTo>
                  <a:lnTo>
                    <a:pt x="1775906" y="75300"/>
                  </a:lnTo>
                  <a:lnTo>
                    <a:pt x="1783764" y="75411"/>
                  </a:lnTo>
                  <a:lnTo>
                    <a:pt x="1791622" y="75466"/>
                  </a:lnTo>
                  <a:lnTo>
                    <a:pt x="1799480" y="75593"/>
                  </a:lnTo>
                  <a:lnTo>
                    <a:pt x="1807338" y="75720"/>
                  </a:lnTo>
                  <a:lnTo>
                    <a:pt x="1815196" y="75831"/>
                  </a:lnTo>
                  <a:lnTo>
                    <a:pt x="1823054" y="75893"/>
                  </a:lnTo>
                  <a:lnTo>
                    <a:pt x="1830912" y="75954"/>
                  </a:lnTo>
                  <a:lnTo>
                    <a:pt x="1838770" y="76015"/>
                  </a:lnTo>
                  <a:lnTo>
                    <a:pt x="1846628" y="76076"/>
                  </a:lnTo>
                  <a:lnTo>
                    <a:pt x="1854486" y="76163"/>
                  </a:lnTo>
                  <a:lnTo>
                    <a:pt x="1862344" y="76257"/>
                  </a:lnTo>
                  <a:lnTo>
                    <a:pt x="1870202" y="76352"/>
                  </a:lnTo>
                  <a:lnTo>
                    <a:pt x="1878060" y="76446"/>
                  </a:lnTo>
                  <a:lnTo>
                    <a:pt x="1885918" y="76525"/>
                  </a:lnTo>
                  <a:lnTo>
                    <a:pt x="1893776" y="76594"/>
                  </a:lnTo>
                  <a:lnTo>
                    <a:pt x="1901634" y="76663"/>
                  </a:lnTo>
                  <a:lnTo>
                    <a:pt x="1909492" y="76733"/>
                  </a:lnTo>
                  <a:lnTo>
                    <a:pt x="1917350" y="76802"/>
                  </a:lnTo>
                  <a:lnTo>
                    <a:pt x="1925208" y="76871"/>
                  </a:lnTo>
                  <a:lnTo>
                    <a:pt x="1933066" y="76942"/>
                  </a:lnTo>
                  <a:lnTo>
                    <a:pt x="1940924" y="77013"/>
                  </a:lnTo>
                  <a:lnTo>
                    <a:pt x="1948782" y="77159"/>
                  </a:lnTo>
                  <a:lnTo>
                    <a:pt x="1956640" y="77325"/>
                  </a:lnTo>
                  <a:lnTo>
                    <a:pt x="1964498" y="77461"/>
                  </a:lnTo>
                  <a:lnTo>
                    <a:pt x="1972356" y="77520"/>
                  </a:lnTo>
                  <a:lnTo>
                    <a:pt x="1980214" y="77578"/>
                  </a:lnTo>
                  <a:lnTo>
                    <a:pt x="1988072" y="77637"/>
                  </a:lnTo>
                  <a:lnTo>
                    <a:pt x="1995930" y="77695"/>
                  </a:lnTo>
                  <a:lnTo>
                    <a:pt x="2003788" y="77753"/>
                  </a:lnTo>
                  <a:lnTo>
                    <a:pt x="2011646" y="77812"/>
                  </a:lnTo>
                  <a:lnTo>
                    <a:pt x="2019504" y="77870"/>
                  </a:lnTo>
                  <a:lnTo>
                    <a:pt x="2027362" y="77928"/>
                  </a:lnTo>
                  <a:lnTo>
                    <a:pt x="2035220" y="77986"/>
                  </a:lnTo>
                  <a:lnTo>
                    <a:pt x="2035220" y="105649"/>
                  </a:lnTo>
                  <a:lnTo>
                    <a:pt x="2027362" y="105600"/>
                  </a:lnTo>
                  <a:lnTo>
                    <a:pt x="2019504" y="105550"/>
                  </a:lnTo>
                  <a:lnTo>
                    <a:pt x="2011646" y="105500"/>
                  </a:lnTo>
                  <a:lnTo>
                    <a:pt x="2003788" y="105449"/>
                  </a:lnTo>
                  <a:lnTo>
                    <a:pt x="1995930" y="105398"/>
                  </a:lnTo>
                  <a:lnTo>
                    <a:pt x="1988072" y="105346"/>
                  </a:lnTo>
                  <a:lnTo>
                    <a:pt x="1980214" y="105293"/>
                  </a:lnTo>
                  <a:lnTo>
                    <a:pt x="1972356" y="105239"/>
                  </a:lnTo>
                  <a:lnTo>
                    <a:pt x="1964498" y="105185"/>
                  </a:lnTo>
                  <a:lnTo>
                    <a:pt x="1956640" y="105131"/>
                  </a:lnTo>
                  <a:lnTo>
                    <a:pt x="1948782" y="105075"/>
                  </a:lnTo>
                  <a:lnTo>
                    <a:pt x="1940924" y="105019"/>
                  </a:lnTo>
                  <a:lnTo>
                    <a:pt x="1933066" y="104963"/>
                  </a:lnTo>
                  <a:lnTo>
                    <a:pt x="1925208" y="104906"/>
                  </a:lnTo>
                  <a:lnTo>
                    <a:pt x="1917350" y="104847"/>
                  </a:lnTo>
                  <a:lnTo>
                    <a:pt x="1909492" y="104789"/>
                  </a:lnTo>
                  <a:lnTo>
                    <a:pt x="1901634" y="104730"/>
                  </a:lnTo>
                  <a:lnTo>
                    <a:pt x="1893776" y="104670"/>
                  </a:lnTo>
                  <a:lnTo>
                    <a:pt x="1885918" y="104609"/>
                  </a:lnTo>
                  <a:lnTo>
                    <a:pt x="1878060" y="104548"/>
                  </a:lnTo>
                  <a:lnTo>
                    <a:pt x="1870202" y="104486"/>
                  </a:lnTo>
                  <a:lnTo>
                    <a:pt x="1862344" y="104423"/>
                  </a:lnTo>
                  <a:lnTo>
                    <a:pt x="1854486" y="104359"/>
                  </a:lnTo>
                  <a:lnTo>
                    <a:pt x="1846628" y="104304"/>
                  </a:lnTo>
                  <a:lnTo>
                    <a:pt x="1838770" y="104257"/>
                  </a:lnTo>
                  <a:lnTo>
                    <a:pt x="1830912" y="104210"/>
                  </a:lnTo>
                  <a:lnTo>
                    <a:pt x="1823054" y="104151"/>
                  </a:lnTo>
                  <a:lnTo>
                    <a:pt x="1815196" y="104084"/>
                  </a:lnTo>
                  <a:lnTo>
                    <a:pt x="1807338" y="104015"/>
                  </a:lnTo>
                  <a:lnTo>
                    <a:pt x="1799480" y="103946"/>
                  </a:lnTo>
                  <a:lnTo>
                    <a:pt x="1791622" y="103875"/>
                  </a:lnTo>
                  <a:lnTo>
                    <a:pt x="1783764" y="103804"/>
                  </a:lnTo>
                  <a:lnTo>
                    <a:pt x="1775906" y="103731"/>
                  </a:lnTo>
                  <a:lnTo>
                    <a:pt x="1768048" y="103658"/>
                  </a:lnTo>
                  <a:lnTo>
                    <a:pt x="1760190" y="103589"/>
                  </a:lnTo>
                  <a:lnTo>
                    <a:pt x="1752332" y="103521"/>
                  </a:lnTo>
                  <a:lnTo>
                    <a:pt x="1744474" y="103448"/>
                  </a:lnTo>
                  <a:lnTo>
                    <a:pt x="1736616" y="103382"/>
                  </a:lnTo>
                  <a:lnTo>
                    <a:pt x="1728758" y="103329"/>
                  </a:lnTo>
                  <a:lnTo>
                    <a:pt x="1720900" y="103271"/>
                  </a:lnTo>
                  <a:lnTo>
                    <a:pt x="1713042" y="103211"/>
                  </a:lnTo>
                  <a:lnTo>
                    <a:pt x="1705184" y="103151"/>
                  </a:lnTo>
                  <a:lnTo>
                    <a:pt x="1697326" y="103090"/>
                  </a:lnTo>
                  <a:lnTo>
                    <a:pt x="1689468" y="103027"/>
                  </a:lnTo>
                  <a:lnTo>
                    <a:pt x="1681610" y="102965"/>
                  </a:lnTo>
                  <a:lnTo>
                    <a:pt x="1673752" y="102894"/>
                  </a:lnTo>
                  <a:lnTo>
                    <a:pt x="1665894" y="102819"/>
                  </a:lnTo>
                  <a:lnTo>
                    <a:pt x="1658036" y="102734"/>
                  </a:lnTo>
                  <a:lnTo>
                    <a:pt x="1650178" y="102665"/>
                  </a:lnTo>
                  <a:lnTo>
                    <a:pt x="1642320" y="102572"/>
                  </a:lnTo>
                  <a:lnTo>
                    <a:pt x="1634462" y="102487"/>
                  </a:lnTo>
                  <a:lnTo>
                    <a:pt x="1626604" y="102401"/>
                  </a:lnTo>
                  <a:lnTo>
                    <a:pt x="1618746" y="102328"/>
                  </a:lnTo>
                  <a:lnTo>
                    <a:pt x="1610888" y="102253"/>
                  </a:lnTo>
                  <a:lnTo>
                    <a:pt x="1603030" y="102161"/>
                  </a:lnTo>
                  <a:lnTo>
                    <a:pt x="1595172" y="102072"/>
                  </a:lnTo>
                  <a:lnTo>
                    <a:pt x="1587314" y="101993"/>
                  </a:lnTo>
                  <a:lnTo>
                    <a:pt x="1579456" y="101924"/>
                  </a:lnTo>
                  <a:lnTo>
                    <a:pt x="1571598" y="101855"/>
                  </a:lnTo>
                  <a:lnTo>
                    <a:pt x="1563740" y="101769"/>
                  </a:lnTo>
                  <a:lnTo>
                    <a:pt x="1555882" y="101682"/>
                  </a:lnTo>
                  <a:lnTo>
                    <a:pt x="1548024" y="101594"/>
                  </a:lnTo>
                  <a:lnTo>
                    <a:pt x="1540166" y="101505"/>
                  </a:lnTo>
                  <a:lnTo>
                    <a:pt x="1532308" y="101416"/>
                  </a:lnTo>
                  <a:lnTo>
                    <a:pt x="1524450" y="101325"/>
                  </a:lnTo>
                  <a:lnTo>
                    <a:pt x="1516592" y="101234"/>
                  </a:lnTo>
                  <a:lnTo>
                    <a:pt x="1508734" y="101167"/>
                  </a:lnTo>
                  <a:lnTo>
                    <a:pt x="1500876" y="101104"/>
                  </a:lnTo>
                  <a:lnTo>
                    <a:pt x="1493018" y="100992"/>
                  </a:lnTo>
                  <a:lnTo>
                    <a:pt x="1485160" y="100886"/>
                  </a:lnTo>
                  <a:lnTo>
                    <a:pt x="1477302" y="100806"/>
                  </a:lnTo>
                  <a:lnTo>
                    <a:pt x="1469444" y="100724"/>
                  </a:lnTo>
                  <a:lnTo>
                    <a:pt x="1461586" y="100626"/>
                  </a:lnTo>
                  <a:lnTo>
                    <a:pt x="1453728" y="100535"/>
                  </a:lnTo>
                  <a:lnTo>
                    <a:pt x="1445870" y="100451"/>
                  </a:lnTo>
                  <a:lnTo>
                    <a:pt x="1438012" y="100367"/>
                  </a:lnTo>
                  <a:lnTo>
                    <a:pt x="1430154" y="100283"/>
                  </a:lnTo>
                  <a:lnTo>
                    <a:pt x="1422296" y="100198"/>
                  </a:lnTo>
                  <a:lnTo>
                    <a:pt x="1414438" y="100112"/>
                  </a:lnTo>
                  <a:lnTo>
                    <a:pt x="1406580" y="100026"/>
                  </a:lnTo>
                  <a:lnTo>
                    <a:pt x="1398722" y="99939"/>
                  </a:lnTo>
                  <a:lnTo>
                    <a:pt x="1390864" y="99851"/>
                  </a:lnTo>
                  <a:lnTo>
                    <a:pt x="1383006" y="99762"/>
                  </a:lnTo>
                  <a:lnTo>
                    <a:pt x="1375148" y="99672"/>
                  </a:lnTo>
                  <a:lnTo>
                    <a:pt x="1367290" y="99582"/>
                  </a:lnTo>
                  <a:lnTo>
                    <a:pt x="1359432" y="99468"/>
                  </a:lnTo>
                  <a:lnTo>
                    <a:pt x="1351574" y="99346"/>
                  </a:lnTo>
                  <a:lnTo>
                    <a:pt x="1343716" y="99222"/>
                  </a:lnTo>
                  <a:lnTo>
                    <a:pt x="1335858" y="99096"/>
                  </a:lnTo>
                  <a:lnTo>
                    <a:pt x="1328000" y="98982"/>
                  </a:lnTo>
                  <a:lnTo>
                    <a:pt x="1320142" y="98878"/>
                  </a:lnTo>
                  <a:lnTo>
                    <a:pt x="1312284" y="98772"/>
                  </a:lnTo>
                  <a:lnTo>
                    <a:pt x="1304426" y="98665"/>
                  </a:lnTo>
                  <a:lnTo>
                    <a:pt x="1296568" y="98559"/>
                  </a:lnTo>
                  <a:lnTo>
                    <a:pt x="1288710" y="98451"/>
                  </a:lnTo>
                  <a:lnTo>
                    <a:pt x="1280852" y="98341"/>
                  </a:lnTo>
                  <a:lnTo>
                    <a:pt x="1272994" y="98221"/>
                  </a:lnTo>
                  <a:lnTo>
                    <a:pt x="1265136" y="98093"/>
                  </a:lnTo>
                  <a:lnTo>
                    <a:pt x="1257278" y="97964"/>
                  </a:lnTo>
                  <a:lnTo>
                    <a:pt x="1249420" y="97835"/>
                  </a:lnTo>
                  <a:lnTo>
                    <a:pt x="1241562" y="97742"/>
                  </a:lnTo>
                  <a:lnTo>
                    <a:pt x="1233704" y="97610"/>
                  </a:lnTo>
                  <a:lnTo>
                    <a:pt x="1225846" y="97483"/>
                  </a:lnTo>
                  <a:lnTo>
                    <a:pt x="1217988" y="97381"/>
                  </a:lnTo>
                  <a:lnTo>
                    <a:pt x="1210130" y="97277"/>
                  </a:lnTo>
                  <a:lnTo>
                    <a:pt x="1202272" y="97173"/>
                  </a:lnTo>
                  <a:lnTo>
                    <a:pt x="1194414" y="97068"/>
                  </a:lnTo>
                  <a:lnTo>
                    <a:pt x="1186556" y="96946"/>
                  </a:lnTo>
                  <a:lnTo>
                    <a:pt x="1178698" y="96781"/>
                  </a:lnTo>
                  <a:lnTo>
                    <a:pt x="1170840" y="96613"/>
                  </a:lnTo>
                  <a:lnTo>
                    <a:pt x="1162982" y="96517"/>
                  </a:lnTo>
                  <a:lnTo>
                    <a:pt x="1155124" y="96305"/>
                  </a:lnTo>
                  <a:lnTo>
                    <a:pt x="1147266" y="96095"/>
                  </a:lnTo>
                  <a:lnTo>
                    <a:pt x="1139408" y="95976"/>
                  </a:lnTo>
                  <a:lnTo>
                    <a:pt x="1131550" y="95895"/>
                  </a:lnTo>
                  <a:lnTo>
                    <a:pt x="1123692" y="95752"/>
                  </a:lnTo>
                  <a:lnTo>
                    <a:pt x="1115834" y="95589"/>
                  </a:lnTo>
                  <a:lnTo>
                    <a:pt x="1107976" y="95432"/>
                  </a:lnTo>
                  <a:lnTo>
                    <a:pt x="1100118" y="95285"/>
                  </a:lnTo>
                  <a:lnTo>
                    <a:pt x="1092260" y="95156"/>
                  </a:lnTo>
                  <a:lnTo>
                    <a:pt x="1084402" y="95027"/>
                  </a:lnTo>
                  <a:lnTo>
                    <a:pt x="1076544" y="94901"/>
                  </a:lnTo>
                  <a:lnTo>
                    <a:pt x="1068686" y="94816"/>
                  </a:lnTo>
                  <a:lnTo>
                    <a:pt x="1060828" y="94723"/>
                  </a:lnTo>
                  <a:lnTo>
                    <a:pt x="1052970" y="94600"/>
                  </a:lnTo>
                  <a:lnTo>
                    <a:pt x="1045112" y="94476"/>
                  </a:lnTo>
                  <a:lnTo>
                    <a:pt x="1037254" y="94322"/>
                  </a:lnTo>
                  <a:lnTo>
                    <a:pt x="1029397" y="94149"/>
                  </a:lnTo>
                  <a:lnTo>
                    <a:pt x="1021539" y="94005"/>
                  </a:lnTo>
                  <a:lnTo>
                    <a:pt x="1013681" y="93898"/>
                  </a:lnTo>
                  <a:lnTo>
                    <a:pt x="1005823" y="93782"/>
                  </a:lnTo>
                  <a:lnTo>
                    <a:pt x="997965" y="93614"/>
                  </a:lnTo>
                  <a:lnTo>
                    <a:pt x="990107" y="93454"/>
                  </a:lnTo>
                  <a:lnTo>
                    <a:pt x="982249" y="93320"/>
                  </a:lnTo>
                  <a:lnTo>
                    <a:pt x="974391" y="93163"/>
                  </a:lnTo>
                  <a:lnTo>
                    <a:pt x="966533" y="93029"/>
                  </a:lnTo>
                  <a:lnTo>
                    <a:pt x="958675" y="92920"/>
                  </a:lnTo>
                  <a:lnTo>
                    <a:pt x="950817" y="92752"/>
                  </a:lnTo>
                  <a:lnTo>
                    <a:pt x="942959" y="92623"/>
                  </a:lnTo>
                  <a:lnTo>
                    <a:pt x="935101" y="92455"/>
                  </a:lnTo>
                  <a:lnTo>
                    <a:pt x="927243" y="92272"/>
                  </a:lnTo>
                  <a:lnTo>
                    <a:pt x="919385" y="92098"/>
                  </a:lnTo>
                  <a:lnTo>
                    <a:pt x="911527" y="91973"/>
                  </a:lnTo>
                  <a:lnTo>
                    <a:pt x="903669" y="91859"/>
                  </a:lnTo>
                  <a:lnTo>
                    <a:pt x="895811" y="91747"/>
                  </a:lnTo>
                  <a:lnTo>
                    <a:pt x="887953" y="91635"/>
                  </a:lnTo>
                  <a:lnTo>
                    <a:pt x="880095" y="91521"/>
                  </a:lnTo>
                  <a:lnTo>
                    <a:pt x="872237" y="91394"/>
                  </a:lnTo>
                  <a:lnTo>
                    <a:pt x="864379" y="91280"/>
                  </a:lnTo>
                  <a:lnTo>
                    <a:pt x="856521" y="91177"/>
                  </a:lnTo>
                  <a:lnTo>
                    <a:pt x="848663" y="91027"/>
                  </a:lnTo>
                  <a:lnTo>
                    <a:pt x="840805" y="90875"/>
                  </a:lnTo>
                  <a:lnTo>
                    <a:pt x="832947" y="90720"/>
                  </a:lnTo>
                  <a:lnTo>
                    <a:pt x="825089" y="90566"/>
                  </a:lnTo>
                  <a:lnTo>
                    <a:pt x="817231" y="90407"/>
                  </a:lnTo>
                  <a:lnTo>
                    <a:pt x="809373" y="90267"/>
                  </a:lnTo>
                  <a:lnTo>
                    <a:pt x="801515" y="90132"/>
                  </a:lnTo>
                  <a:lnTo>
                    <a:pt x="793657" y="89994"/>
                  </a:lnTo>
                  <a:lnTo>
                    <a:pt x="785799" y="89854"/>
                  </a:lnTo>
                  <a:lnTo>
                    <a:pt x="777941" y="89724"/>
                  </a:lnTo>
                  <a:lnTo>
                    <a:pt x="770083" y="89645"/>
                  </a:lnTo>
                  <a:lnTo>
                    <a:pt x="762225" y="89528"/>
                  </a:lnTo>
                  <a:lnTo>
                    <a:pt x="754367" y="89317"/>
                  </a:lnTo>
                  <a:lnTo>
                    <a:pt x="746509" y="89177"/>
                  </a:lnTo>
                  <a:lnTo>
                    <a:pt x="738651" y="88994"/>
                  </a:lnTo>
                  <a:lnTo>
                    <a:pt x="730793" y="88809"/>
                  </a:lnTo>
                  <a:lnTo>
                    <a:pt x="722935" y="88656"/>
                  </a:lnTo>
                  <a:lnTo>
                    <a:pt x="715077" y="88504"/>
                  </a:lnTo>
                  <a:lnTo>
                    <a:pt x="707219" y="88315"/>
                  </a:lnTo>
                  <a:lnTo>
                    <a:pt x="699361" y="88125"/>
                  </a:lnTo>
                  <a:lnTo>
                    <a:pt x="691503" y="87979"/>
                  </a:lnTo>
                  <a:lnTo>
                    <a:pt x="683645" y="87895"/>
                  </a:lnTo>
                  <a:lnTo>
                    <a:pt x="675787" y="87734"/>
                  </a:lnTo>
                  <a:lnTo>
                    <a:pt x="667929" y="87506"/>
                  </a:lnTo>
                  <a:lnTo>
                    <a:pt x="660071" y="87353"/>
                  </a:lnTo>
                  <a:lnTo>
                    <a:pt x="652213" y="87202"/>
                  </a:lnTo>
                  <a:lnTo>
                    <a:pt x="644355" y="87020"/>
                  </a:lnTo>
                  <a:lnTo>
                    <a:pt x="636497" y="86775"/>
                  </a:lnTo>
                  <a:lnTo>
                    <a:pt x="628639" y="86722"/>
                  </a:lnTo>
                  <a:lnTo>
                    <a:pt x="620781" y="86602"/>
                  </a:lnTo>
                  <a:lnTo>
                    <a:pt x="612923" y="86409"/>
                  </a:lnTo>
                  <a:lnTo>
                    <a:pt x="605065" y="86220"/>
                  </a:lnTo>
                  <a:lnTo>
                    <a:pt x="597207" y="86027"/>
                  </a:lnTo>
                  <a:lnTo>
                    <a:pt x="589349" y="85930"/>
                  </a:lnTo>
                  <a:lnTo>
                    <a:pt x="581491" y="85799"/>
                  </a:lnTo>
                  <a:lnTo>
                    <a:pt x="573633" y="85635"/>
                  </a:lnTo>
                  <a:lnTo>
                    <a:pt x="565775" y="85495"/>
                  </a:lnTo>
                  <a:lnTo>
                    <a:pt x="557917" y="85258"/>
                  </a:lnTo>
                  <a:lnTo>
                    <a:pt x="550059" y="85048"/>
                  </a:lnTo>
                  <a:lnTo>
                    <a:pt x="542201" y="84861"/>
                  </a:lnTo>
                  <a:lnTo>
                    <a:pt x="534343" y="84669"/>
                  </a:lnTo>
                  <a:lnTo>
                    <a:pt x="526485" y="84509"/>
                  </a:lnTo>
                  <a:lnTo>
                    <a:pt x="518627" y="84294"/>
                  </a:lnTo>
                  <a:lnTo>
                    <a:pt x="510769" y="84084"/>
                  </a:lnTo>
                  <a:lnTo>
                    <a:pt x="502911" y="83907"/>
                  </a:lnTo>
                  <a:lnTo>
                    <a:pt x="495053" y="83792"/>
                  </a:lnTo>
                  <a:lnTo>
                    <a:pt x="487195" y="83640"/>
                  </a:lnTo>
                  <a:lnTo>
                    <a:pt x="479337" y="83512"/>
                  </a:lnTo>
                  <a:lnTo>
                    <a:pt x="471479" y="83413"/>
                  </a:lnTo>
                  <a:lnTo>
                    <a:pt x="463621" y="83229"/>
                  </a:lnTo>
                  <a:lnTo>
                    <a:pt x="455763" y="83043"/>
                  </a:lnTo>
                  <a:lnTo>
                    <a:pt x="447905" y="82916"/>
                  </a:lnTo>
                  <a:lnTo>
                    <a:pt x="440047" y="82770"/>
                  </a:lnTo>
                  <a:lnTo>
                    <a:pt x="432189" y="82582"/>
                  </a:lnTo>
                  <a:lnTo>
                    <a:pt x="424331" y="82390"/>
                  </a:lnTo>
                  <a:lnTo>
                    <a:pt x="416473" y="82393"/>
                  </a:lnTo>
                  <a:lnTo>
                    <a:pt x="408615" y="82262"/>
                  </a:lnTo>
                  <a:lnTo>
                    <a:pt x="400757" y="82083"/>
                  </a:lnTo>
                  <a:lnTo>
                    <a:pt x="392899" y="81903"/>
                  </a:lnTo>
                  <a:lnTo>
                    <a:pt x="385041" y="81721"/>
                  </a:lnTo>
                  <a:lnTo>
                    <a:pt x="377183" y="81727"/>
                  </a:lnTo>
                  <a:lnTo>
                    <a:pt x="369325" y="81524"/>
                  </a:lnTo>
                  <a:lnTo>
                    <a:pt x="361467" y="81298"/>
                  </a:lnTo>
                  <a:lnTo>
                    <a:pt x="353609" y="81191"/>
                  </a:lnTo>
                  <a:lnTo>
                    <a:pt x="345751" y="81000"/>
                  </a:lnTo>
                  <a:lnTo>
                    <a:pt x="337893" y="80807"/>
                  </a:lnTo>
                  <a:lnTo>
                    <a:pt x="330035" y="80576"/>
                  </a:lnTo>
                  <a:lnTo>
                    <a:pt x="322177" y="80470"/>
                  </a:lnTo>
                  <a:lnTo>
                    <a:pt x="314319" y="80361"/>
                  </a:lnTo>
                  <a:lnTo>
                    <a:pt x="306461" y="80154"/>
                  </a:lnTo>
                  <a:lnTo>
                    <a:pt x="298603" y="79961"/>
                  </a:lnTo>
                  <a:lnTo>
                    <a:pt x="290745" y="79863"/>
                  </a:lnTo>
                  <a:lnTo>
                    <a:pt x="282887" y="79866"/>
                  </a:lnTo>
                  <a:lnTo>
                    <a:pt x="275029" y="79670"/>
                  </a:lnTo>
                  <a:lnTo>
                    <a:pt x="267171" y="79502"/>
                  </a:lnTo>
                  <a:lnTo>
                    <a:pt x="259313" y="79393"/>
                  </a:lnTo>
                  <a:lnTo>
                    <a:pt x="251455" y="79203"/>
                  </a:lnTo>
                  <a:lnTo>
                    <a:pt x="243597" y="79032"/>
                  </a:lnTo>
                  <a:lnTo>
                    <a:pt x="235739" y="78858"/>
                  </a:lnTo>
                  <a:lnTo>
                    <a:pt x="227881" y="78710"/>
                  </a:lnTo>
                  <a:lnTo>
                    <a:pt x="220023" y="78559"/>
                  </a:lnTo>
                  <a:lnTo>
                    <a:pt x="212165" y="78405"/>
                  </a:lnTo>
                  <a:lnTo>
                    <a:pt x="204307" y="78290"/>
                  </a:lnTo>
                  <a:lnTo>
                    <a:pt x="196449" y="78167"/>
                  </a:lnTo>
                  <a:lnTo>
                    <a:pt x="188591" y="78019"/>
                  </a:lnTo>
                  <a:lnTo>
                    <a:pt x="180733" y="77798"/>
                  </a:lnTo>
                  <a:lnTo>
                    <a:pt x="172875" y="77688"/>
                  </a:lnTo>
                  <a:lnTo>
                    <a:pt x="165017" y="77612"/>
                  </a:lnTo>
                  <a:lnTo>
                    <a:pt x="157159" y="77485"/>
                  </a:lnTo>
                  <a:lnTo>
                    <a:pt x="149301" y="77434"/>
                  </a:lnTo>
                  <a:lnTo>
                    <a:pt x="141443" y="77298"/>
                  </a:lnTo>
                  <a:lnTo>
                    <a:pt x="133585" y="77119"/>
                  </a:lnTo>
                  <a:lnTo>
                    <a:pt x="125727" y="76939"/>
                  </a:lnTo>
                  <a:lnTo>
                    <a:pt x="117869" y="76771"/>
                  </a:lnTo>
                  <a:lnTo>
                    <a:pt x="110011" y="76709"/>
                  </a:lnTo>
                  <a:lnTo>
                    <a:pt x="102153" y="76601"/>
                  </a:lnTo>
                  <a:lnTo>
                    <a:pt x="94295" y="76471"/>
                  </a:lnTo>
                  <a:lnTo>
                    <a:pt x="86437" y="76347"/>
                  </a:lnTo>
                  <a:lnTo>
                    <a:pt x="78579" y="76167"/>
                  </a:lnTo>
                  <a:lnTo>
                    <a:pt x="70721" y="76115"/>
                  </a:lnTo>
                  <a:lnTo>
                    <a:pt x="62863" y="75876"/>
                  </a:lnTo>
                  <a:lnTo>
                    <a:pt x="55005" y="75879"/>
                  </a:lnTo>
                  <a:lnTo>
                    <a:pt x="47147" y="75873"/>
                  </a:lnTo>
                  <a:lnTo>
                    <a:pt x="39289" y="75774"/>
                  </a:lnTo>
                  <a:lnTo>
                    <a:pt x="31431" y="75671"/>
                  </a:lnTo>
                  <a:lnTo>
                    <a:pt x="23573" y="75536"/>
                  </a:lnTo>
                  <a:lnTo>
                    <a:pt x="15715" y="75295"/>
                  </a:lnTo>
                  <a:lnTo>
                    <a:pt x="7857" y="75164"/>
                  </a:lnTo>
                  <a:lnTo>
                    <a:pt x="0" y="74977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186414" y="2995810"/>
              <a:ext cx="2035220" cy="77986"/>
            </a:xfrm>
            <a:custGeom>
              <a:avLst/>
              <a:pathLst>
                <a:path w="2035220" h="77986">
                  <a:moveTo>
                    <a:pt x="0" y="0"/>
                  </a:moveTo>
                  <a:lnTo>
                    <a:pt x="7857" y="1182"/>
                  </a:lnTo>
                  <a:lnTo>
                    <a:pt x="15715" y="2172"/>
                  </a:lnTo>
                  <a:lnTo>
                    <a:pt x="23573" y="3116"/>
                  </a:lnTo>
                  <a:lnTo>
                    <a:pt x="31431" y="4015"/>
                  </a:lnTo>
                  <a:lnTo>
                    <a:pt x="39289" y="4928"/>
                  </a:lnTo>
                  <a:lnTo>
                    <a:pt x="47147" y="5898"/>
                  </a:lnTo>
                  <a:lnTo>
                    <a:pt x="55005" y="6810"/>
                  </a:lnTo>
                  <a:lnTo>
                    <a:pt x="62863" y="7716"/>
                  </a:lnTo>
                  <a:lnTo>
                    <a:pt x="70721" y="8656"/>
                  </a:lnTo>
                  <a:lnTo>
                    <a:pt x="78579" y="9655"/>
                  </a:lnTo>
                  <a:lnTo>
                    <a:pt x="86437" y="10646"/>
                  </a:lnTo>
                  <a:lnTo>
                    <a:pt x="94295" y="11511"/>
                  </a:lnTo>
                  <a:lnTo>
                    <a:pt x="102153" y="12217"/>
                  </a:lnTo>
                  <a:lnTo>
                    <a:pt x="110011" y="13118"/>
                  </a:lnTo>
                  <a:lnTo>
                    <a:pt x="117869" y="14171"/>
                  </a:lnTo>
                  <a:lnTo>
                    <a:pt x="125727" y="15204"/>
                  </a:lnTo>
                  <a:lnTo>
                    <a:pt x="133585" y="15715"/>
                  </a:lnTo>
                  <a:lnTo>
                    <a:pt x="141443" y="16371"/>
                  </a:lnTo>
                  <a:lnTo>
                    <a:pt x="149301" y="17039"/>
                  </a:lnTo>
                  <a:lnTo>
                    <a:pt x="157159" y="17589"/>
                  </a:lnTo>
                  <a:lnTo>
                    <a:pt x="165017" y="18135"/>
                  </a:lnTo>
                  <a:lnTo>
                    <a:pt x="172875" y="18803"/>
                  </a:lnTo>
                  <a:lnTo>
                    <a:pt x="180733" y="19492"/>
                  </a:lnTo>
                  <a:lnTo>
                    <a:pt x="188591" y="20257"/>
                  </a:lnTo>
                  <a:lnTo>
                    <a:pt x="196449" y="21035"/>
                  </a:lnTo>
                  <a:lnTo>
                    <a:pt x="204307" y="21623"/>
                  </a:lnTo>
                  <a:lnTo>
                    <a:pt x="212165" y="22526"/>
                  </a:lnTo>
                  <a:lnTo>
                    <a:pt x="220023" y="23457"/>
                  </a:lnTo>
                  <a:lnTo>
                    <a:pt x="227881" y="24133"/>
                  </a:lnTo>
                  <a:lnTo>
                    <a:pt x="235739" y="24626"/>
                  </a:lnTo>
                  <a:lnTo>
                    <a:pt x="243597" y="25121"/>
                  </a:lnTo>
                  <a:lnTo>
                    <a:pt x="251455" y="25615"/>
                  </a:lnTo>
                  <a:lnTo>
                    <a:pt x="259313" y="26285"/>
                  </a:lnTo>
                  <a:lnTo>
                    <a:pt x="267171" y="27021"/>
                  </a:lnTo>
                  <a:lnTo>
                    <a:pt x="275029" y="27913"/>
                  </a:lnTo>
                  <a:lnTo>
                    <a:pt x="282887" y="28561"/>
                  </a:lnTo>
                  <a:lnTo>
                    <a:pt x="290745" y="29147"/>
                  </a:lnTo>
                  <a:lnTo>
                    <a:pt x="298603" y="29820"/>
                  </a:lnTo>
                  <a:lnTo>
                    <a:pt x="306461" y="30333"/>
                  </a:lnTo>
                  <a:lnTo>
                    <a:pt x="314319" y="30845"/>
                  </a:lnTo>
                  <a:lnTo>
                    <a:pt x="322177" y="31308"/>
                  </a:lnTo>
                  <a:lnTo>
                    <a:pt x="330035" y="31755"/>
                  </a:lnTo>
                  <a:lnTo>
                    <a:pt x="337893" y="32302"/>
                  </a:lnTo>
                  <a:lnTo>
                    <a:pt x="345751" y="32861"/>
                  </a:lnTo>
                  <a:lnTo>
                    <a:pt x="353609" y="33485"/>
                  </a:lnTo>
                  <a:lnTo>
                    <a:pt x="361467" y="34074"/>
                  </a:lnTo>
                  <a:lnTo>
                    <a:pt x="369325" y="34782"/>
                  </a:lnTo>
                  <a:lnTo>
                    <a:pt x="377183" y="35230"/>
                  </a:lnTo>
                  <a:lnTo>
                    <a:pt x="385041" y="35777"/>
                  </a:lnTo>
                  <a:lnTo>
                    <a:pt x="392899" y="36264"/>
                  </a:lnTo>
                  <a:lnTo>
                    <a:pt x="400757" y="36714"/>
                  </a:lnTo>
                  <a:lnTo>
                    <a:pt x="408615" y="37239"/>
                  </a:lnTo>
                  <a:lnTo>
                    <a:pt x="416473" y="37633"/>
                  </a:lnTo>
                  <a:lnTo>
                    <a:pt x="424331" y="37989"/>
                  </a:lnTo>
                  <a:lnTo>
                    <a:pt x="432189" y="38447"/>
                  </a:lnTo>
                  <a:lnTo>
                    <a:pt x="440047" y="38821"/>
                  </a:lnTo>
                  <a:lnTo>
                    <a:pt x="447905" y="39341"/>
                  </a:lnTo>
                  <a:lnTo>
                    <a:pt x="455763" y="40067"/>
                  </a:lnTo>
                  <a:lnTo>
                    <a:pt x="463621" y="40484"/>
                  </a:lnTo>
                  <a:lnTo>
                    <a:pt x="471479" y="40985"/>
                  </a:lnTo>
                  <a:lnTo>
                    <a:pt x="479337" y="41439"/>
                  </a:lnTo>
                  <a:lnTo>
                    <a:pt x="487195" y="41892"/>
                  </a:lnTo>
                  <a:lnTo>
                    <a:pt x="495053" y="42344"/>
                  </a:lnTo>
                  <a:lnTo>
                    <a:pt x="502911" y="42715"/>
                  </a:lnTo>
                  <a:lnTo>
                    <a:pt x="510769" y="43088"/>
                  </a:lnTo>
                  <a:lnTo>
                    <a:pt x="518627" y="43509"/>
                  </a:lnTo>
                  <a:lnTo>
                    <a:pt x="526485" y="43797"/>
                  </a:lnTo>
                  <a:lnTo>
                    <a:pt x="534343" y="44280"/>
                  </a:lnTo>
                  <a:lnTo>
                    <a:pt x="542201" y="44818"/>
                  </a:lnTo>
                  <a:lnTo>
                    <a:pt x="550059" y="45383"/>
                  </a:lnTo>
                  <a:lnTo>
                    <a:pt x="557917" y="45859"/>
                  </a:lnTo>
                  <a:lnTo>
                    <a:pt x="565775" y="46286"/>
                  </a:lnTo>
                  <a:lnTo>
                    <a:pt x="573633" y="46651"/>
                  </a:lnTo>
                  <a:lnTo>
                    <a:pt x="581491" y="47107"/>
                  </a:lnTo>
                  <a:lnTo>
                    <a:pt x="589349" y="47489"/>
                  </a:lnTo>
                  <a:lnTo>
                    <a:pt x="597207" y="47848"/>
                  </a:lnTo>
                  <a:lnTo>
                    <a:pt x="605065" y="48320"/>
                  </a:lnTo>
                  <a:lnTo>
                    <a:pt x="612923" y="48689"/>
                  </a:lnTo>
                  <a:lnTo>
                    <a:pt x="620781" y="49062"/>
                  </a:lnTo>
                  <a:lnTo>
                    <a:pt x="628639" y="49475"/>
                  </a:lnTo>
                  <a:lnTo>
                    <a:pt x="636497" y="49983"/>
                  </a:lnTo>
                  <a:lnTo>
                    <a:pt x="644355" y="50261"/>
                  </a:lnTo>
                  <a:lnTo>
                    <a:pt x="652213" y="50512"/>
                  </a:lnTo>
                  <a:lnTo>
                    <a:pt x="660071" y="50817"/>
                  </a:lnTo>
                  <a:lnTo>
                    <a:pt x="667929" y="51088"/>
                  </a:lnTo>
                  <a:lnTo>
                    <a:pt x="675787" y="51543"/>
                  </a:lnTo>
                  <a:lnTo>
                    <a:pt x="683645" y="51895"/>
                  </a:lnTo>
                  <a:lnTo>
                    <a:pt x="691503" y="52111"/>
                  </a:lnTo>
                  <a:lnTo>
                    <a:pt x="699361" y="52520"/>
                  </a:lnTo>
                  <a:lnTo>
                    <a:pt x="707219" y="52926"/>
                  </a:lnTo>
                  <a:lnTo>
                    <a:pt x="715077" y="53168"/>
                  </a:lnTo>
                  <a:lnTo>
                    <a:pt x="722935" y="53536"/>
                  </a:lnTo>
                  <a:lnTo>
                    <a:pt x="730793" y="53865"/>
                  </a:lnTo>
                  <a:lnTo>
                    <a:pt x="738651" y="54174"/>
                  </a:lnTo>
                  <a:lnTo>
                    <a:pt x="746509" y="54483"/>
                  </a:lnTo>
                  <a:lnTo>
                    <a:pt x="754367" y="54789"/>
                  </a:lnTo>
                  <a:lnTo>
                    <a:pt x="762225" y="55028"/>
                  </a:lnTo>
                  <a:lnTo>
                    <a:pt x="770083" y="55317"/>
                  </a:lnTo>
                  <a:lnTo>
                    <a:pt x="777941" y="55690"/>
                  </a:lnTo>
                  <a:lnTo>
                    <a:pt x="785799" y="55993"/>
                  </a:lnTo>
                  <a:lnTo>
                    <a:pt x="793657" y="56347"/>
                  </a:lnTo>
                  <a:lnTo>
                    <a:pt x="801515" y="56750"/>
                  </a:lnTo>
                  <a:lnTo>
                    <a:pt x="809373" y="56938"/>
                  </a:lnTo>
                  <a:lnTo>
                    <a:pt x="817231" y="57174"/>
                  </a:lnTo>
                  <a:lnTo>
                    <a:pt x="825089" y="57416"/>
                  </a:lnTo>
                  <a:lnTo>
                    <a:pt x="832947" y="57486"/>
                  </a:lnTo>
                  <a:lnTo>
                    <a:pt x="840805" y="57668"/>
                  </a:lnTo>
                  <a:lnTo>
                    <a:pt x="848663" y="57879"/>
                  </a:lnTo>
                  <a:lnTo>
                    <a:pt x="856521" y="58150"/>
                  </a:lnTo>
                  <a:lnTo>
                    <a:pt x="864379" y="58471"/>
                  </a:lnTo>
                  <a:lnTo>
                    <a:pt x="872237" y="58882"/>
                  </a:lnTo>
                  <a:lnTo>
                    <a:pt x="880095" y="59258"/>
                  </a:lnTo>
                  <a:lnTo>
                    <a:pt x="887953" y="59438"/>
                  </a:lnTo>
                  <a:lnTo>
                    <a:pt x="895811" y="59692"/>
                  </a:lnTo>
                  <a:lnTo>
                    <a:pt x="903669" y="60038"/>
                  </a:lnTo>
                  <a:lnTo>
                    <a:pt x="911527" y="60388"/>
                  </a:lnTo>
                  <a:lnTo>
                    <a:pt x="919385" y="60559"/>
                  </a:lnTo>
                  <a:lnTo>
                    <a:pt x="927243" y="60707"/>
                  </a:lnTo>
                  <a:lnTo>
                    <a:pt x="935101" y="60855"/>
                  </a:lnTo>
                  <a:lnTo>
                    <a:pt x="942959" y="60977"/>
                  </a:lnTo>
                  <a:lnTo>
                    <a:pt x="950817" y="61030"/>
                  </a:lnTo>
                  <a:lnTo>
                    <a:pt x="958675" y="61295"/>
                  </a:lnTo>
                  <a:lnTo>
                    <a:pt x="966533" y="61509"/>
                  </a:lnTo>
                  <a:lnTo>
                    <a:pt x="974391" y="61580"/>
                  </a:lnTo>
                  <a:lnTo>
                    <a:pt x="982249" y="61723"/>
                  </a:lnTo>
                  <a:lnTo>
                    <a:pt x="990107" y="61863"/>
                  </a:lnTo>
                  <a:lnTo>
                    <a:pt x="997965" y="62004"/>
                  </a:lnTo>
                  <a:lnTo>
                    <a:pt x="1005823" y="62198"/>
                  </a:lnTo>
                  <a:lnTo>
                    <a:pt x="1013681" y="62298"/>
                  </a:lnTo>
                  <a:lnTo>
                    <a:pt x="1021539" y="62565"/>
                  </a:lnTo>
                  <a:lnTo>
                    <a:pt x="1029397" y="62846"/>
                  </a:lnTo>
                  <a:lnTo>
                    <a:pt x="1037254" y="63126"/>
                  </a:lnTo>
                  <a:lnTo>
                    <a:pt x="1045112" y="63299"/>
                  </a:lnTo>
                  <a:lnTo>
                    <a:pt x="1052970" y="63522"/>
                  </a:lnTo>
                  <a:lnTo>
                    <a:pt x="1060828" y="63802"/>
                  </a:lnTo>
                  <a:lnTo>
                    <a:pt x="1068686" y="64082"/>
                  </a:lnTo>
                  <a:lnTo>
                    <a:pt x="1076544" y="64241"/>
                  </a:lnTo>
                  <a:lnTo>
                    <a:pt x="1084402" y="64548"/>
                  </a:lnTo>
                  <a:lnTo>
                    <a:pt x="1092260" y="64920"/>
                  </a:lnTo>
                  <a:lnTo>
                    <a:pt x="1100118" y="64931"/>
                  </a:lnTo>
                  <a:lnTo>
                    <a:pt x="1107976" y="65247"/>
                  </a:lnTo>
                  <a:lnTo>
                    <a:pt x="1115834" y="65408"/>
                  </a:lnTo>
                  <a:lnTo>
                    <a:pt x="1123692" y="65589"/>
                  </a:lnTo>
                  <a:lnTo>
                    <a:pt x="1131550" y="65711"/>
                  </a:lnTo>
                  <a:lnTo>
                    <a:pt x="1139408" y="65932"/>
                  </a:lnTo>
                  <a:lnTo>
                    <a:pt x="1147266" y="66201"/>
                  </a:lnTo>
                  <a:lnTo>
                    <a:pt x="1155124" y="66408"/>
                  </a:lnTo>
                  <a:lnTo>
                    <a:pt x="1162982" y="66605"/>
                  </a:lnTo>
                  <a:lnTo>
                    <a:pt x="1170840" y="66741"/>
                  </a:lnTo>
                  <a:lnTo>
                    <a:pt x="1178698" y="66890"/>
                  </a:lnTo>
                  <a:lnTo>
                    <a:pt x="1186556" y="67046"/>
                  </a:lnTo>
                  <a:lnTo>
                    <a:pt x="1194414" y="67145"/>
                  </a:lnTo>
                  <a:lnTo>
                    <a:pt x="1202272" y="67278"/>
                  </a:lnTo>
                  <a:lnTo>
                    <a:pt x="1210130" y="67468"/>
                  </a:lnTo>
                  <a:lnTo>
                    <a:pt x="1217988" y="67736"/>
                  </a:lnTo>
                  <a:lnTo>
                    <a:pt x="1225846" y="67908"/>
                  </a:lnTo>
                  <a:lnTo>
                    <a:pt x="1233704" y="68074"/>
                  </a:lnTo>
                  <a:lnTo>
                    <a:pt x="1241562" y="68171"/>
                  </a:lnTo>
                  <a:lnTo>
                    <a:pt x="1249420" y="68175"/>
                  </a:lnTo>
                  <a:lnTo>
                    <a:pt x="1257278" y="68316"/>
                  </a:lnTo>
                  <a:lnTo>
                    <a:pt x="1265136" y="68372"/>
                  </a:lnTo>
                  <a:lnTo>
                    <a:pt x="1272994" y="68473"/>
                  </a:lnTo>
                  <a:lnTo>
                    <a:pt x="1280852" y="68583"/>
                  </a:lnTo>
                  <a:lnTo>
                    <a:pt x="1288710" y="68721"/>
                  </a:lnTo>
                  <a:lnTo>
                    <a:pt x="1296568" y="68851"/>
                  </a:lnTo>
                  <a:lnTo>
                    <a:pt x="1304426" y="68979"/>
                  </a:lnTo>
                  <a:lnTo>
                    <a:pt x="1312284" y="69102"/>
                  </a:lnTo>
                  <a:lnTo>
                    <a:pt x="1320142" y="69236"/>
                  </a:lnTo>
                  <a:lnTo>
                    <a:pt x="1328000" y="69364"/>
                  </a:lnTo>
                  <a:lnTo>
                    <a:pt x="1335858" y="69534"/>
                  </a:lnTo>
                  <a:lnTo>
                    <a:pt x="1343716" y="69637"/>
                  </a:lnTo>
                  <a:lnTo>
                    <a:pt x="1351574" y="69746"/>
                  </a:lnTo>
                  <a:lnTo>
                    <a:pt x="1359432" y="69867"/>
                  </a:lnTo>
                  <a:lnTo>
                    <a:pt x="1367290" y="69959"/>
                  </a:lnTo>
                  <a:lnTo>
                    <a:pt x="1375148" y="70043"/>
                  </a:lnTo>
                  <a:lnTo>
                    <a:pt x="1383006" y="70090"/>
                  </a:lnTo>
                  <a:lnTo>
                    <a:pt x="1390864" y="70199"/>
                  </a:lnTo>
                  <a:lnTo>
                    <a:pt x="1398722" y="70294"/>
                  </a:lnTo>
                  <a:lnTo>
                    <a:pt x="1406580" y="70295"/>
                  </a:lnTo>
                  <a:lnTo>
                    <a:pt x="1414438" y="70373"/>
                  </a:lnTo>
                  <a:lnTo>
                    <a:pt x="1422296" y="70482"/>
                  </a:lnTo>
                  <a:lnTo>
                    <a:pt x="1430154" y="70595"/>
                  </a:lnTo>
                  <a:lnTo>
                    <a:pt x="1438012" y="70706"/>
                  </a:lnTo>
                  <a:lnTo>
                    <a:pt x="1445870" y="70818"/>
                  </a:lnTo>
                  <a:lnTo>
                    <a:pt x="1453728" y="70940"/>
                  </a:lnTo>
                  <a:lnTo>
                    <a:pt x="1461586" y="71086"/>
                  </a:lnTo>
                  <a:lnTo>
                    <a:pt x="1469444" y="71179"/>
                  </a:lnTo>
                  <a:lnTo>
                    <a:pt x="1477302" y="71336"/>
                  </a:lnTo>
                  <a:lnTo>
                    <a:pt x="1485160" y="71388"/>
                  </a:lnTo>
                  <a:lnTo>
                    <a:pt x="1493018" y="71531"/>
                  </a:lnTo>
                  <a:lnTo>
                    <a:pt x="1500876" y="71629"/>
                  </a:lnTo>
                  <a:lnTo>
                    <a:pt x="1508734" y="71726"/>
                  </a:lnTo>
                  <a:lnTo>
                    <a:pt x="1516592" y="71823"/>
                  </a:lnTo>
                  <a:lnTo>
                    <a:pt x="1524450" y="71967"/>
                  </a:lnTo>
                  <a:lnTo>
                    <a:pt x="1532308" y="72096"/>
                  </a:lnTo>
                  <a:lnTo>
                    <a:pt x="1540166" y="72179"/>
                  </a:lnTo>
                  <a:lnTo>
                    <a:pt x="1548024" y="72262"/>
                  </a:lnTo>
                  <a:lnTo>
                    <a:pt x="1555882" y="72344"/>
                  </a:lnTo>
                  <a:lnTo>
                    <a:pt x="1563740" y="72439"/>
                  </a:lnTo>
                  <a:lnTo>
                    <a:pt x="1571598" y="72544"/>
                  </a:lnTo>
                  <a:lnTo>
                    <a:pt x="1579456" y="72650"/>
                  </a:lnTo>
                  <a:lnTo>
                    <a:pt x="1587314" y="72755"/>
                  </a:lnTo>
                  <a:lnTo>
                    <a:pt x="1595172" y="72859"/>
                  </a:lnTo>
                  <a:lnTo>
                    <a:pt x="1603030" y="72963"/>
                  </a:lnTo>
                  <a:lnTo>
                    <a:pt x="1610888" y="73068"/>
                  </a:lnTo>
                  <a:lnTo>
                    <a:pt x="1618746" y="73173"/>
                  </a:lnTo>
                  <a:lnTo>
                    <a:pt x="1626604" y="73313"/>
                  </a:lnTo>
                  <a:lnTo>
                    <a:pt x="1634462" y="73452"/>
                  </a:lnTo>
                  <a:lnTo>
                    <a:pt x="1642320" y="73524"/>
                  </a:lnTo>
                  <a:lnTo>
                    <a:pt x="1650178" y="73586"/>
                  </a:lnTo>
                  <a:lnTo>
                    <a:pt x="1658036" y="73688"/>
                  </a:lnTo>
                  <a:lnTo>
                    <a:pt x="1665894" y="73791"/>
                  </a:lnTo>
                  <a:lnTo>
                    <a:pt x="1673752" y="73893"/>
                  </a:lnTo>
                  <a:lnTo>
                    <a:pt x="1681610" y="74014"/>
                  </a:lnTo>
                  <a:lnTo>
                    <a:pt x="1689468" y="74140"/>
                  </a:lnTo>
                  <a:lnTo>
                    <a:pt x="1697326" y="74266"/>
                  </a:lnTo>
                  <a:lnTo>
                    <a:pt x="1705184" y="74391"/>
                  </a:lnTo>
                  <a:lnTo>
                    <a:pt x="1713042" y="74515"/>
                  </a:lnTo>
                  <a:lnTo>
                    <a:pt x="1720900" y="74640"/>
                  </a:lnTo>
                  <a:lnTo>
                    <a:pt x="1728758" y="74764"/>
                  </a:lnTo>
                  <a:lnTo>
                    <a:pt x="1736616" y="74887"/>
                  </a:lnTo>
                  <a:lnTo>
                    <a:pt x="1744474" y="75010"/>
                  </a:lnTo>
                  <a:lnTo>
                    <a:pt x="1752332" y="75070"/>
                  </a:lnTo>
                  <a:lnTo>
                    <a:pt x="1760190" y="75078"/>
                  </a:lnTo>
                  <a:lnTo>
                    <a:pt x="1768048" y="75188"/>
                  </a:lnTo>
                  <a:lnTo>
                    <a:pt x="1775906" y="75300"/>
                  </a:lnTo>
                  <a:lnTo>
                    <a:pt x="1783764" y="75411"/>
                  </a:lnTo>
                  <a:lnTo>
                    <a:pt x="1791622" y="75466"/>
                  </a:lnTo>
                  <a:lnTo>
                    <a:pt x="1799480" y="75593"/>
                  </a:lnTo>
                  <a:lnTo>
                    <a:pt x="1807338" y="75720"/>
                  </a:lnTo>
                  <a:lnTo>
                    <a:pt x="1815196" y="75831"/>
                  </a:lnTo>
                  <a:lnTo>
                    <a:pt x="1823054" y="75893"/>
                  </a:lnTo>
                  <a:lnTo>
                    <a:pt x="1830912" y="75954"/>
                  </a:lnTo>
                  <a:lnTo>
                    <a:pt x="1838770" y="76015"/>
                  </a:lnTo>
                  <a:lnTo>
                    <a:pt x="1846628" y="76076"/>
                  </a:lnTo>
                  <a:lnTo>
                    <a:pt x="1854486" y="76163"/>
                  </a:lnTo>
                  <a:lnTo>
                    <a:pt x="1862344" y="76257"/>
                  </a:lnTo>
                  <a:lnTo>
                    <a:pt x="1870202" y="76352"/>
                  </a:lnTo>
                  <a:lnTo>
                    <a:pt x="1878060" y="76446"/>
                  </a:lnTo>
                  <a:lnTo>
                    <a:pt x="1885918" y="76525"/>
                  </a:lnTo>
                  <a:lnTo>
                    <a:pt x="1893776" y="76594"/>
                  </a:lnTo>
                  <a:lnTo>
                    <a:pt x="1901634" y="76663"/>
                  </a:lnTo>
                  <a:lnTo>
                    <a:pt x="1909492" y="76733"/>
                  </a:lnTo>
                  <a:lnTo>
                    <a:pt x="1917350" y="76802"/>
                  </a:lnTo>
                  <a:lnTo>
                    <a:pt x="1925208" y="76871"/>
                  </a:lnTo>
                  <a:lnTo>
                    <a:pt x="1933066" y="76942"/>
                  </a:lnTo>
                  <a:lnTo>
                    <a:pt x="1940924" y="77013"/>
                  </a:lnTo>
                  <a:lnTo>
                    <a:pt x="1948782" y="77159"/>
                  </a:lnTo>
                  <a:lnTo>
                    <a:pt x="1956640" y="77325"/>
                  </a:lnTo>
                  <a:lnTo>
                    <a:pt x="1964498" y="77461"/>
                  </a:lnTo>
                  <a:lnTo>
                    <a:pt x="1972356" y="77520"/>
                  </a:lnTo>
                  <a:lnTo>
                    <a:pt x="1980214" y="77578"/>
                  </a:lnTo>
                  <a:lnTo>
                    <a:pt x="1988072" y="77637"/>
                  </a:lnTo>
                  <a:lnTo>
                    <a:pt x="1995930" y="77695"/>
                  </a:lnTo>
                  <a:lnTo>
                    <a:pt x="2003788" y="77753"/>
                  </a:lnTo>
                  <a:lnTo>
                    <a:pt x="2011646" y="77812"/>
                  </a:lnTo>
                  <a:lnTo>
                    <a:pt x="2019504" y="77870"/>
                  </a:lnTo>
                  <a:lnTo>
                    <a:pt x="2027362" y="77928"/>
                  </a:lnTo>
                  <a:lnTo>
                    <a:pt x="2035220" y="7798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186414" y="3070787"/>
              <a:ext cx="2035220" cy="30672"/>
            </a:xfrm>
            <a:custGeom>
              <a:avLst/>
              <a:pathLst>
                <a:path w="2035220" h="30672">
                  <a:moveTo>
                    <a:pt x="2035220" y="30672"/>
                  </a:moveTo>
                  <a:lnTo>
                    <a:pt x="2027362" y="30623"/>
                  </a:lnTo>
                  <a:lnTo>
                    <a:pt x="2019504" y="30573"/>
                  </a:lnTo>
                  <a:lnTo>
                    <a:pt x="2011646" y="30523"/>
                  </a:lnTo>
                  <a:lnTo>
                    <a:pt x="2003788" y="30472"/>
                  </a:lnTo>
                  <a:lnTo>
                    <a:pt x="1995930" y="30421"/>
                  </a:lnTo>
                  <a:lnTo>
                    <a:pt x="1988072" y="30369"/>
                  </a:lnTo>
                  <a:lnTo>
                    <a:pt x="1980214" y="30316"/>
                  </a:lnTo>
                  <a:lnTo>
                    <a:pt x="1972356" y="30262"/>
                  </a:lnTo>
                  <a:lnTo>
                    <a:pt x="1964498" y="30208"/>
                  </a:lnTo>
                  <a:lnTo>
                    <a:pt x="1956640" y="30154"/>
                  </a:lnTo>
                  <a:lnTo>
                    <a:pt x="1948782" y="30098"/>
                  </a:lnTo>
                  <a:lnTo>
                    <a:pt x="1940924" y="30042"/>
                  </a:lnTo>
                  <a:lnTo>
                    <a:pt x="1933066" y="29986"/>
                  </a:lnTo>
                  <a:lnTo>
                    <a:pt x="1925208" y="29929"/>
                  </a:lnTo>
                  <a:lnTo>
                    <a:pt x="1917350" y="29870"/>
                  </a:lnTo>
                  <a:lnTo>
                    <a:pt x="1909492" y="29812"/>
                  </a:lnTo>
                  <a:lnTo>
                    <a:pt x="1901634" y="29753"/>
                  </a:lnTo>
                  <a:lnTo>
                    <a:pt x="1893776" y="29693"/>
                  </a:lnTo>
                  <a:lnTo>
                    <a:pt x="1885918" y="29632"/>
                  </a:lnTo>
                  <a:lnTo>
                    <a:pt x="1878060" y="29571"/>
                  </a:lnTo>
                  <a:lnTo>
                    <a:pt x="1870202" y="29509"/>
                  </a:lnTo>
                  <a:lnTo>
                    <a:pt x="1862344" y="29446"/>
                  </a:lnTo>
                  <a:lnTo>
                    <a:pt x="1854486" y="29382"/>
                  </a:lnTo>
                  <a:lnTo>
                    <a:pt x="1846628" y="29327"/>
                  </a:lnTo>
                  <a:lnTo>
                    <a:pt x="1838770" y="29280"/>
                  </a:lnTo>
                  <a:lnTo>
                    <a:pt x="1830912" y="29233"/>
                  </a:lnTo>
                  <a:lnTo>
                    <a:pt x="1823054" y="29174"/>
                  </a:lnTo>
                  <a:lnTo>
                    <a:pt x="1815196" y="29107"/>
                  </a:lnTo>
                  <a:lnTo>
                    <a:pt x="1807338" y="29038"/>
                  </a:lnTo>
                  <a:lnTo>
                    <a:pt x="1799480" y="28969"/>
                  </a:lnTo>
                  <a:lnTo>
                    <a:pt x="1791622" y="28898"/>
                  </a:lnTo>
                  <a:lnTo>
                    <a:pt x="1783764" y="28827"/>
                  </a:lnTo>
                  <a:lnTo>
                    <a:pt x="1775906" y="28754"/>
                  </a:lnTo>
                  <a:lnTo>
                    <a:pt x="1768048" y="28681"/>
                  </a:lnTo>
                  <a:lnTo>
                    <a:pt x="1760190" y="28612"/>
                  </a:lnTo>
                  <a:lnTo>
                    <a:pt x="1752332" y="28544"/>
                  </a:lnTo>
                  <a:lnTo>
                    <a:pt x="1744474" y="28471"/>
                  </a:lnTo>
                  <a:lnTo>
                    <a:pt x="1736616" y="28405"/>
                  </a:lnTo>
                  <a:lnTo>
                    <a:pt x="1728758" y="28352"/>
                  </a:lnTo>
                  <a:lnTo>
                    <a:pt x="1720900" y="28294"/>
                  </a:lnTo>
                  <a:lnTo>
                    <a:pt x="1713042" y="28234"/>
                  </a:lnTo>
                  <a:lnTo>
                    <a:pt x="1705184" y="28174"/>
                  </a:lnTo>
                  <a:lnTo>
                    <a:pt x="1697326" y="28113"/>
                  </a:lnTo>
                  <a:lnTo>
                    <a:pt x="1689468" y="28050"/>
                  </a:lnTo>
                  <a:lnTo>
                    <a:pt x="1681610" y="27988"/>
                  </a:lnTo>
                  <a:lnTo>
                    <a:pt x="1673752" y="27917"/>
                  </a:lnTo>
                  <a:lnTo>
                    <a:pt x="1665894" y="27842"/>
                  </a:lnTo>
                  <a:lnTo>
                    <a:pt x="1658036" y="27757"/>
                  </a:lnTo>
                  <a:lnTo>
                    <a:pt x="1650178" y="27688"/>
                  </a:lnTo>
                  <a:lnTo>
                    <a:pt x="1642320" y="27595"/>
                  </a:lnTo>
                  <a:lnTo>
                    <a:pt x="1634462" y="27510"/>
                  </a:lnTo>
                  <a:lnTo>
                    <a:pt x="1626604" y="27424"/>
                  </a:lnTo>
                  <a:lnTo>
                    <a:pt x="1618746" y="27351"/>
                  </a:lnTo>
                  <a:lnTo>
                    <a:pt x="1610888" y="27276"/>
                  </a:lnTo>
                  <a:lnTo>
                    <a:pt x="1603030" y="27184"/>
                  </a:lnTo>
                  <a:lnTo>
                    <a:pt x="1595172" y="27095"/>
                  </a:lnTo>
                  <a:lnTo>
                    <a:pt x="1587314" y="27016"/>
                  </a:lnTo>
                  <a:lnTo>
                    <a:pt x="1579456" y="26947"/>
                  </a:lnTo>
                  <a:lnTo>
                    <a:pt x="1571598" y="26878"/>
                  </a:lnTo>
                  <a:lnTo>
                    <a:pt x="1563740" y="26792"/>
                  </a:lnTo>
                  <a:lnTo>
                    <a:pt x="1555882" y="26705"/>
                  </a:lnTo>
                  <a:lnTo>
                    <a:pt x="1548024" y="26617"/>
                  </a:lnTo>
                  <a:lnTo>
                    <a:pt x="1540166" y="26528"/>
                  </a:lnTo>
                  <a:lnTo>
                    <a:pt x="1532308" y="26439"/>
                  </a:lnTo>
                  <a:lnTo>
                    <a:pt x="1524450" y="26348"/>
                  </a:lnTo>
                  <a:lnTo>
                    <a:pt x="1516592" y="26257"/>
                  </a:lnTo>
                  <a:lnTo>
                    <a:pt x="1508734" y="26190"/>
                  </a:lnTo>
                  <a:lnTo>
                    <a:pt x="1500876" y="26127"/>
                  </a:lnTo>
                  <a:lnTo>
                    <a:pt x="1493018" y="26015"/>
                  </a:lnTo>
                  <a:lnTo>
                    <a:pt x="1485160" y="25909"/>
                  </a:lnTo>
                  <a:lnTo>
                    <a:pt x="1477302" y="25829"/>
                  </a:lnTo>
                  <a:lnTo>
                    <a:pt x="1469444" y="25747"/>
                  </a:lnTo>
                  <a:lnTo>
                    <a:pt x="1461586" y="25649"/>
                  </a:lnTo>
                  <a:lnTo>
                    <a:pt x="1453728" y="25558"/>
                  </a:lnTo>
                  <a:lnTo>
                    <a:pt x="1445870" y="25474"/>
                  </a:lnTo>
                  <a:lnTo>
                    <a:pt x="1438012" y="25390"/>
                  </a:lnTo>
                  <a:lnTo>
                    <a:pt x="1430154" y="25306"/>
                  </a:lnTo>
                  <a:lnTo>
                    <a:pt x="1422296" y="25221"/>
                  </a:lnTo>
                  <a:lnTo>
                    <a:pt x="1414438" y="25135"/>
                  </a:lnTo>
                  <a:lnTo>
                    <a:pt x="1406580" y="25049"/>
                  </a:lnTo>
                  <a:lnTo>
                    <a:pt x="1398722" y="24962"/>
                  </a:lnTo>
                  <a:lnTo>
                    <a:pt x="1390864" y="24874"/>
                  </a:lnTo>
                  <a:lnTo>
                    <a:pt x="1383006" y="24785"/>
                  </a:lnTo>
                  <a:lnTo>
                    <a:pt x="1375148" y="24695"/>
                  </a:lnTo>
                  <a:lnTo>
                    <a:pt x="1367290" y="24605"/>
                  </a:lnTo>
                  <a:lnTo>
                    <a:pt x="1359432" y="24491"/>
                  </a:lnTo>
                  <a:lnTo>
                    <a:pt x="1351574" y="24369"/>
                  </a:lnTo>
                  <a:lnTo>
                    <a:pt x="1343716" y="24245"/>
                  </a:lnTo>
                  <a:lnTo>
                    <a:pt x="1335858" y="24119"/>
                  </a:lnTo>
                  <a:lnTo>
                    <a:pt x="1328000" y="24005"/>
                  </a:lnTo>
                  <a:lnTo>
                    <a:pt x="1320142" y="23901"/>
                  </a:lnTo>
                  <a:lnTo>
                    <a:pt x="1312284" y="23795"/>
                  </a:lnTo>
                  <a:lnTo>
                    <a:pt x="1304426" y="23688"/>
                  </a:lnTo>
                  <a:lnTo>
                    <a:pt x="1296568" y="23582"/>
                  </a:lnTo>
                  <a:lnTo>
                    <a:pt x="1288710" y="23474"/>
                  </a:lnTo>
                  <a:lnTo>
                    <a:pt x="1280852" y="23364"/>
                  </a:lnTo>
                  <a:lnTo>
                    <a:pt x="1272994" y="23244"/>
                  </a:lnTo>
                  <a:lnTo>
                    <a:pt x="1265136" y="23116"/>
                  </a:lnTo>
                  <a:lnTo>
                    <a:pt x="1257278" y="22987"/>
                  </a:lnTo>
                  <a:lnTo>
                    <a:pt x="1249420" y="22858"/>
                  </a:lnTo>
                  <a:lnTo>
                    <a:pt x="1241562" y="22765"/>
                  </a:lnTo>
                  <a:lnTo>
                    <a:pt x="1233704" y="22633"/>
                  </a:lnTo>
                  <a:lnTo>
                    <a:pt x="1225846" y="22506"/>
                  </a:lnTo>
                  <a:lnTo>
                    <a:pt x="1217988" y="22404"/>
                  </a:lnTo>
                  <a:lnTo>
                    <a:pt x="1210130" y="22300"/>
                  </a:lnTo>
                  <a:lnTo>
                    <a:pt x="1202272" y="22196"/>
                  </a:lnTo>
                  <a:lnTo>
                    <a:pt x="1194414" y="22091"/>
                  </a:lnTo>
                  <a:lnTo>
                    <a:pt x="1186556" y="21969"/>
                  </a:lnTo>
                  <a:lnTo>
                    <a:pt x="1178698" y="21804"/>
                  </a:lnTo>
                  <a:lnTo>
                    <a:pt x="1170840" y="21636"/>
                  </a:lnTo>
                  <a:lnTo>
                    <a:pt x="1162982" y="21540"/>
                  </a:lnTo>
                  <a:lnTo>
                    <a:pt x="1155124" y="21328"/>
                  </a:lnTo>
                  <a:lnTo>
                    <a:pt x="1147266" y="21118"/>
                  </a:lnTo>
                  <a:lnTo>
                    <a:pt x="1139408" y="20999"/>
                  </a:lnTo>
                  <a:lnTo>
                    <a:pt x="1131550" y="20918"/>
                  </a:lnTo>
                  <a:lnTo>
                    <a:pt x="1123692" y="20775"/>
                  </a:lnTo>
                  <a:lnTo>
                    <a:pt x="1115834" y="20612"/>
                  </a:lnTo>
                  <a:lnTo>
                    <a:pt x="1107976" y="20455"/>
                  </a:lnTo>
                  <a:lnTo>
                    <a:pt x="1100118" y="20308"/>
                  </a:lnTo>
                  <a:lnTo>
                    <a:pt x="1092260" y="20179"/>
                  </a:lnTo>
                  <a:lnTo>
                    <a:pt x="1084402" y="20050"/>
                  </a:lnTo>
                  <a:lnTo>
                    <a:pt x="1076544" y="19924"/>
                  </a:lnTo>
                  <a:lnTo>
                    <a:pt x="1068686" y="19839"/>
                  </a:lnTo>
                  <a:lnTo>
                    <a:pt x="1060828" y="19746"/>
                  </a:lnTo>
                  <a:lnTo>
                    <a:pt x="1052970" y="19623"/>
                  </a:lnTo>
                  <a:lnTo>
                    <a:pt x="1045112" y="19499"/>
                  </a:lnTo>
                  <a:lnTo>
                    <a:pt x="1037254" y="19345"/>
                  </a:lnTo>
                  <a:lnTo>
                    <a:pt x="1029397" y="19172"/>
                  </a:lnTo>
                  <a:lnTo>
                    <a:pt x="1021539" y="19028"/>
                  </a:lnTo>
                  <a:lnTo>
                    <a:pt x="1013681" y="18921"/>
                  </a:lnTo>
                  <a:lnTo>
                    <a:pt x="1005823" y="18805"/>
                  </a:lnTo>
                  <a:lnTo>
                    <a:pt x="997965" y="18637"/>
                  </a:lnTo>
                  <a:lnTo>
                    <a:pt x="990107" y="18477"/>
                  </a:lnTo>
                  <a:lnTo>
                    <a:pt x="982249" y="18343"/>
                  </a:lnTo>
                  <a:lnTo>
                    <a:pt x="974391" y="18186"/>
                  </a:lnTo>
                  <a:lnTo>
                    <a:pt x="966533" y="18052"/>
                  </a:lnTo>
                  <a:lnTo>
                    <a:pt x="958675" y="17943"/>
                  </a:lnTo>
                  <a:lnTo>
                    <a:pt x="950817" y="17775"/>
                  </a:lnTo>
                  <a:lnTo>
                    <a:pt x="942959" y="17646"/>
                  </a:lnTo>
                  <a:lnTo>
                    <a:pt x="935101" y="17478"/>
                  </a:lnTo>
                  <a:lnTo>
                    <a:pt x="927243" y="17295"/>
                  </a:lnTo>
                  <a:lnTo>
                    <a:pt x="919385" y="17121"/>
                  </a:lnTo>
                  <a:lnTo>
                    <a:pt x="911527" y="16996"/>
                  </a:lnTo>
                  <a:lnTo>
                    <a:pt x="903669" y="16882"/>
                  </a:lnTo>
                  <a:lnTo>
                    <a:pt x="895811" y="16770"/>
                  </a:lnTo>
                  <a:lnTo>
                    <a:pt x="887953" y="16658"/>
                  </a:lnTo>
                  <a:lnTo>
                    <a:pt x="880095" y="16544"/>
                  </a:lnTo>
                  <a:lnTo>
                    <a:pt x="872237" y="16417"/>
                  </a:lnTo>
                  <a:lnTo>
                    <a:pt x="864379" y="16303"/>
                  </a:lnTo>
                  <a:lnTo>
                    <a:pt x="856521" y="16200"/>
                  </a:lnTo>
                  <a:lnTo>
                    <a:pt x="848663" y="16050"/>
                  </a:lnTo>
                  <a:lnTo>
                    <a:pt x="840805" y="15898"/>
                  </a:lnTo>
                  <a:lnTo>
                    <a:pt x="832947" y="15743"/>
                  </a:lnTo>
                  <a:lnTo>
                    <a:pt x="825089" y="15589"/>
                  </a:lnTo>
                  <a:lnTo>
                    <a:pt x="817231" y="15430"/>
                  </a:lnTo>
                  <a:lnTo>
                    <a:pt x="809373" y="15290"/>
                  </a:lnTo>
                  <a:lnTo>
                    <a:pt x="801515" y="15155"/>
                  </a:lnTo>
                  <a:lnTo>
                    <a:pt x="793657" y="15017"/>
                  </a:lnTo>
                  <a:lnTo>
                    <a:pt x="785799" y="14877"/>
                  </a:lnTo>
                  <a:lnTo>
                    <a:pt x="777941" y="14747"/>
                  </a:lnTo>
                  <a:lnTo>
                    <a:pt x="770083" y="14668"/>
                  </a:lnTo>
                  <a:lnTo>
                    <a:pt x="762225" y="14551"/>
                  </a:lnTo>
                  <a:lnTo>
                    <a:pt x="754367" y="14340"/>
                  </a:lnTo>
                  <a:lnTo>
                    <a:pt x="746509" y="14200"/>
                  </a:lnTo>
                  <a:lnTo>
                    <a:pt x="738651" y="14017"/>
                  </a:lnTo>
                  <a:lnTo>
                    <a:pt x="730793" y="13832"/>
                  </a:lnTo>
                  <a:lnTo>
                    <a:pt x="722935" y="13679"/>
                  </a:lnTo>
                  <a:lnTo>
                    <a:pt x="715077" y="13527"/>
                  </a:lnTo>
                  <a:lnTo>
                    <a:pt x="707219" y="13338"/>
                  </a:lnTo>
                  <a:lnTo>
                    <a:pt x="699361" y="13148"/>
                  </a:lnTo>
                  <a:lnTo>
                    <a:pt x="691503" y="13002"/>
                  </a:lnTo>
                  <a:lnTo>
                    <a:pt x="683645" y="12918"/>
                  </a:lnTo>
                  <a:lnTo>
                    <a:pt x="675787" y="12757"/>
                  </a:lnTo>
                  <a:lnTo>
                    <a:pt x="667929" y="12529"/>
                  </a:lnTo>
                  <a:lnTo>
                    <a:pt x="660071" y="12376"/>
                  </a:lnTo>
                  <a:lnTo>
                    <a:pt x="652213" y="12225"/>
                  </a:lnTo>
                  <a:lnTo>
                    <a:pt x="644355" y="12043"/>
                  </a:lnTo>
                  <a:lnTo>
                    <a:pt x="636497" y="11798"/>
                  </a:lnTo>
                  <a:lnTo>
                    <a:pt x="628639" y="11745"/>
                  </a:lnTo>
                  <a:lnTo>
                    <a:pt x="620781" y="11625"/>
                  </a:lnTo>
                  <a:lnTo>
                    <a:pt x="612923" y="11432"/>
                  </a:lnTo>
                  <a:lnTo>
                    <a:pt x="605065" y="11243"/>
                  </a:lnTo>
                  <a:lnTo>
                    <a:pt x="597207" y="11050"/>
                  </a:lnTo>
                  <a:lnTo>
                    <a:pt x="589349" y="10953"/>
                  </a:lnTo>
                  <a:lnTo>
                    <a:pt x="581491" y="10822"/>
                  </a:lnTo>
                  <a:lnTo>
                    <a:pt x="573633" y="10658"/>
                  </a:lnTo>
                  <a:lnTo>
                    <a:pt x="565775" y="10518"/>
                  </a:lnTo>
                  <a:lnTo>
                    <a:pt x="557917" y="10281"/>
                  </a:lnTo>
                  <a:lnTo>
                    <a:pt x="550059" y="10071"/>
                  </a:lnTo>
                  <a:lnTo>
                    <a:pt x="542201" y="9884"/>
                  </a:lnTo>
                  <a:lnTo>
                    <a:pt x="534343" y="9692"/>
                  </a:lnTo>
                  <a:lnTo>
                    <a:pt x="526485" y="9532"/>
                  </a:lnTo>
                  <a:lnTo>
                    <a:pt x="518627" y="9317"/>
                  </a:lnTo>
                  <a:lnTo>
                    <a:pt x="510769" y="9107"/>
                  </a:lnTo>
                  <a:lnTo>
                    <a:pt x="502911" y="8930"/>
                  </a:lnTo>
                  <a:lnTo>
                    <a:pt x="495053" y="8815"/>
                  </a:lnTo>
                  <a:lnTo>
                    <a:pt x="487195" y="8663"/>
                  </a:lnTo>
                  <a:lnTo>
                    <a:pt x="479337" y="8535"/>
                  </a:lnTo>
                  <a:lnTo>
                    <a:pt x="471479" y="8436"/>
                  </a:lnTo>
                  <a:lnTo>
                    <a:pt x="463621" y="8252"/>
                  </a:lnTo>
                  <a:lnTo>
                    <a:pt x="455763" y="8066"/>
                  </a:lnTo>
                  <a:lnTo>
                    <a:pt x="447905" y="7939"/>
                  </a:lnTo>
                  <a:lnTo>
                    <a:pt x="440047" y="7793"/>
                  </a:lnTo>
                  <a:lnTo>
                    <a:pt x="432189" y="7605"/>
                  </a:lnTo>
                  <a:lnTo>
                    <a:pt x="424331" y="7413"/>
                  </a:lnTo>
                  <a:lnTo>
                    <a:pt x="416473" y="7416"/>
                  </a:lnTo>
                  <a:lnTo>
                    <a:pt x="408615" y="7285"/>
                  </a:lnTo>
                  <a:lnTo>
                    <a:pt x="400757" y="7106"/>
                  </a:lnTo>
                  <a:lnTo>
                    <a:pt x="392899" y="6926"/>
                  </a:lnTo>
                  <a:lnTo>
                    <a:pt x="385041" y="6744"/>
                  </a:lnTo>
                  <a:lnTo>
                    <a:pt x="377183" y="6750"/>
                  </a:lnTo>
                  <a:lnTo>
                    <a:pt x="369325" y="6547"/>
                  </a:lnTo>
                  <a:lnTo>
                    <a:pt x="361467" y="6321"/>
                  </a:lnTo>
                  <a:lnTo>
                    <a:pt x="353609" y="6214"/>
                  </a:lnTo>
                  <a:lnTo>
                    <a:pt x="345751" y="6023"/>
                  </a:lnTo>
                  <a:lnTo>
                    <a:pt x="337893" y="5830"/>
                  </a:lnTo>
                  <a:lnTo>
                    <a:pt x="330035" y="5599"/>
                  </a:lnTo>
                  <a:lnTo>
                    <a:pt x="322177" y="5493"/>
                  </a:lnTo>
                  <a:lnTo>
                    <a:pt x="314319" y="5384"/>
                  </a:lnTo>
                  <a:lnTo>
                    <a:pt x="306461" y="5177"/>
                  </a:lnTo>
                  <a:lnTo>
                    <a:pt x="298603" y="4984"/>
                  </a:lnTo>
                  <a:lnTo>
                    <a:pt x="290745" y="4886"/>
                  </a:lnTo>
                  <a:lnTo>
                    <a:pt x="282887" y="4889"/>
                  </a:lnTo>
                  <a:lnTo>
                    <a:pt x="275029" y="4693"/>
                  </a:lnTo>
                  <a:lnTo>
                    <a:pt x="267171" y="4525"/>
                  </a:lnTo>
                  <a:lnTo>
                    <a:pt x="259313" y="4416"/>
                  </a:lnTo>
                  <a:lnTo>
                    <a:pt x="251455" y="4226"/>
                  </a:lnTo>
                  <a:lnTo>
                    <a:pt x="243597" y="4055"/>
                  </a:lnTo>
                  <a:lnTo>
                    <a:pt x="235739" y="3881"/>
                  </a:lnTo>
                  <a:lnTo>
                    <a:pt x="227881" y="3733"/>
                  </a:lnTo>
                  <a:lnTo>
                    <a:pt x="220023" y="3582"/>
                  </a:lnTo>
                  <a:lnTo>
                    <a:pt x="212165" y="3428"/>
                  </a:lnTo>
                  <a:lnTo>
                    <a:pt x="204307" y="3313"/>
                  </a:lnTo>
                  <a:lnTo>
                    <a:pt x="196449" y="3190"/>
                  </a:lnTo>
                  <a:lnTo>
                    <a:pt x="188591" y="3042"/>
                  </a:lnTo>
                  <a:lnTo>
                    <a:pt x="180733" y="2821"/>
                  </a:lnTo>
                  <a:lnTo>
                    <a:pt x="172875" y="2711"/>
                  </a:lnTo>
                  <a:lnTo>
                    <a:pt x="165017" y="2635"/>
                  </a:lnTo>
                  <a:lnTo>
                    <a:pt x="157159" y="2508"/>
                  </a:lnTo>
                  <a:lnTo>
                    <a:pt x="149301" y="2457"/>
                  </a:lnTo>
                  <a:lnTo>
                    <a:pt x="141443" y="2321"/>
                  </a:lnTo>
                  <a:lnTo>
                    <a:pt x="133585" y="2142"/>
                  </a:lnTo>
                  <a:lnTo>
                    <a:pt x="125727" y="1962"/>
                  </a:lnTo>
                  <a:lnTo>
                    <a:pt x="117869" y="1794"/>
                  </a:lnTo>
                  <a:lnTo>
                    <a:pt x="110011" y="1732"/>
                  </a:lnTo>
                  <a:lnTo>
                    <a:pt x="102153" y="1624"/>
                  </a:lnTo>
                  <a:lnTo>
                    <a:pt x="94295" y="1494"/>
                  </a:lnTo>
                  <a:lnTo>
                    <a:pt x="86437" y="1370"/>
                  </a:lnTo>
                  <a:lnTo>
                    <a:pt x="78579" y="1190"/>
                  </a:lnTo>
                  <a:lnTo>
                    <a:pt x="70721" y="1138"/>
                  </a:lnTo>
                  <a:lnTo>
                    <a:pt x="62863" y="899"/>
                  </a:lnTo>
                  <a:lnTo>
                    <a:pt x="55005" y="902"/>
                  </a:lnTo>
                  <a:lnTo>
                    <a:pt x="47147" y="896"/>
                  </a:lnTo>
                  <a:lnTo>
                    <a:pt x="39289" y="797"/>
                  </a:lnTo>
                  <a:lnTo>
                    <a:pt x="31431" y="694"/>
                  </a:lnTo>
                  <a:lnTo>
                    <a:pt x="23573" y="559"/>
                  </a:lnTo>
                  <a:lnTo>
                    <a:pt x="15715" y="318"/>
                  </a:lnTo>
                  <a:lnTo>
                    <a:pt x="7857" y="18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1186414" y="2946091"/>
              <a:ext cx="2035220" cy="142115"/>
            </a:xfrm>
            <a:custGeom>
              <a:avLst/>
              <a:pathLst>
                <a:path w="2035220" h="142115">
                  <a:moveTo>
                    <a:pt x="0" y="0"/>
                  </a:moveTo>
                  <a:lnTo>
                    <a:pt x="7857" y="901"/>
                  </a:lnTo>
                  <a:lnTo>
                    <a:pt x="15715" y="1951"/>
                  </a:lnTo>
                  <a:lnTo>
                    <a:pt x="23573" y="2823"/>
                  </a:lnTo>
                  <a:lnTo>
                    <a:pt x="31431" y="3376"/>
                  </a:lnTo>
                  <a:lnTo>
                    <a:pt x="39289" y="3934"/>
                  </a:lnTo>
                  <a:lnTo>
                    <a:pt x="47147" y="4566"/>
                  </a:lnTo>
                  <a:lnTo>
                    <a:pt x="55005" y="5287"/>
                  </a:lnTo>
                  <a:lnTo>
                    <a:pt x="62863" y="6138"/>
                  </a:lnTo>
                  <a:lnTo>
                    <a:pt x="70721" y="6461"/>
                  </a:lnTo>
                  <a:lnTo>
                    <a:pt x="78579" y="6784"/>
                  </a:lnTo>
                  <a:lnTo>
                    <a:pt x="86437" y="7148"/>
                  </a:lnTo>
                  <a:lnTo>
                    <a:pt x="94295" y="8468"/>
                  </a:lnTo>
                  <a:lnTo>
                    <a:pt x="102153" y="9860"/>
                  </a:lnTo>
                  <a:lnTo>
                    <a:pt x="110011" y="10968"/>
                  </a:lnTo>
                  <a:lnTo>
                    <a:pt x="117869" y="11543"/>
                  </a:lnTo>
                  <a:lnTo>
                    <a:pt x="125727" y="12117"/>
                  </a:lnTo>
                  <a:lnTo>
                    <a:pt x="133585" y="13035"/>
                  </a:lnTo>
                  <a:lnTo>
                    <a:pt x="141443" y="13911"/>
                  </a:lnTo>
                  <a:lnTo>
                    <a:pt x="149301" y="14428"/>
                  </a:lnTo>
                  <a:lnTo>
                    <a:pt x="157159" y="14943"/>
                  </a:lnTo>
                  <a:lnTo>
                    <a:pt x="165017" y="15301"/>
                  </a:lnTo>
                  <a:lnTo>
                    <a:pt x="172875" y="15445"/>
                  </a:lnTo>
                  <a:lnTo>
                    <a:pt x="180733" y="15979"/>
                  </a:lnTo>
                  <a:lnTo>
                    <a:pt x="188591" y="16520"/>
                  </a:lnTo>
                  <a:lnTo>
                    <a:pt x="196449" y="17070"/>
                  </a:lnTo>
                  <a:lnTo>
                    <a:pt x="204307" y="17348"/>
                  </a:lnTo>
                  <a:lnTo>
                    <a:pt x="212165" y="17836"/>
                  </a:lnTo>
                  <a:lnTo>
                    <a:pt x="220023" y="18581"/>
                  </a:lnTo>
                  <a:lnTo>
                    <a:pt x="227881" y="19249"/>
                  </a:lnTo>
                  <a:lnTo>
                    <a:pt x="235739" y="20013"/>
                  </a:lnTo>
                  <a:lnTo>
                    <a:pt x="243597" y="20514"/>
                  </a:lnTo>
                  <a:lnTo>
                    <a:pt x="251455" y="21016"/>
                  </a:lnTo>
                  <a:lnTo>
                    <a:pt x="259313" y="21774"/>
                  </a:lnTo>
                  <a:lnTo>
                    <a:pt x="267171" y="22532"/>
                  </a:lnTo>
                  <a:lnTo>
                    <a:pt x="275029" y="23290"/>
                  </a:lnTo>
                  <a:lnTo>
                    <a:pt x="282887" y="24044"/>
                  </a:lnTo>
                  <a:lnTo>
                    <a:pt x="290745" y="24795"/>
                  </a:lnTo>
                  <a:lnTo>
                    <a:pt x="298603" y="25542"/>
                  </a:lnTo>
                  <a:lnTo>
                    <a:pt x="306461" y="26189"/>
                  </a:lnTo>
                  <a:lnTo>
                    <a:pt x="314319" y="26507"/>
                  </a:lnTo>
                  <a:lnTo>
                    <a:pt x="322177" y="26731"/>
                  </a:lnTo>
                  <a:lnTo>
                    <a:pt x="330035" y="27267"/>
                  </a:lnTo>
                  <a:lnTo>
                    <a:pt x="337893" y="28073"/>
                  </a:lnTo>
                  <a:lnTo>
                    <a:pt x="345751" y="28884"/>
                  </a:lnTo>
                  <a:lnTo>
                    <a:pt x="353609" y="29239"/>
                  </a:lnTo>
                  <a:lnTo>
                    <a:pt x="361467" y="29480"/>
                  </a:lnTo>
                  <a:lnTo>
                    <a:pt x="369325" y="29951"/>
                  </a:lnTo>
                  <a:lnTo>
                    <a:pt x="377183" y="30450"/>
                  </a:lnTo>
                  <a:lnTo>
                    <a:pt x="385041" y="31159"/>
                  </a:lnTo>
                  <a:lnTo>
                    <a:pt x="392899" y="31878"/>
                  </a:lnTo>
                  <a:lnTo>
                    <a:pt x="400757" y="32614"/>
                  </a:lnTo>
                  <a:lnTo>
                    <a:pt x="408615" y="33272"/>
                  </a:lnTo>
                  <a:lnTo>
                    <a:pt x="416473" y="33699"/>
                  </a:lnTo>
                  <a:lnTo>
                    <a:pt x="424331" y="34270"/>
                  </a:lnTo>
                  <a:lnTo>
                    <a:pt x="432189" y="34398"/>
                  </a:lnTo>
                  <a:lnTo>
                    <a:pt x="440047" y="34659"/>
                  </a:lnTo>
                  <a:lnTo>
                    <a:pt x="447905" y="35311"/>
                  </a:lnTo>
                  <a:lnTo>
                    <a:pt x="455763" y="35604"/>
                  </a:lnTo>
                  <a:lnTo>
                    <a:pt x="463621" y="36076"/>
                  </a:lnTo>
                  <a:lnTo>
                    <a:pt x="471479" y="36319"/>
                  </a:lnTo>
                  <a:lnTo>
                    <a:pt x="479337" y="36594"/>
                  </a:lnTo>
                  <a:lnTo>
                    <a:pt x="487195" y="37308"/>
                  </a:lnTo>
                  <a:lnTo>
                    <a:pt x="495053" y="38027"/>
                  </a:lnTo>
                  <a:lnTo>
                    <a:pt x="502911" y="38293"/>
                  </a:lnTo>
                  <a:lnTo>
                    <a:pt x="510769" y="38546"/>
                  </a:lnTo>
                  <a:lnTo>
                    <a:pt x="518627" y="38690"/>
                  </a:lnTo>
                  <a:lnTo>
                    <a:pt x="526485" y="38797"/>
                  </a:lnTo>
                  <a:lnTo>
                    <a:pt x="534343" y="38931"/>
                  </a:lnTo>
                  <a:lnTo>
                    <a:pt x="542201" y="39356"/>
                  </a:lnTo>
                  <a:lnTo>
                    <a:pt x="550059" y="39826"/>
                  </a:lnTo>
                  <a:lnTo>
                    <a:pt x="557917" y="40288"/>
                  </a:lnTo>
                  <a:lnTo>
                    <a:pt x="565775" y="40810"/>
                  </a:lnTo>
                  <a:lnTo>
                    <a:pt x="573633" y="41424"/>
                  </a:lnTo>
                  <a:lnTo>
                    <a:pt x="581491" y="41557"/>
                  </a:lnTo>
                  <a:lnTo>
                    <a:pt x="589349" y="41679"/>
                  </a:lnTo>
                  <a:lnTo>
                    <a:pt x="597207" y="41746"/>
                  </a:lnTo>
                  <a:lnTo>
                    <a:pt x="605065" y="41829"/>
                  </a:lnTo>
                  <a:lnTo>
                    <a:pt x="612923" y="42038"/>
                  </a:lnTo>
                  <a:lnTo>
                    <a:pt x="620781" y="42615"/>
                  </a:lnTo>
                  <a:lnTo>
                    <a:pt x="628639" y="42995"/>
                  </a:lnTo>
                  <a:lnTo>
                    <a:pt x="636497" y="43115"/>
                  </a:lnTo>
                  <a:lnTo>
                    <a:pt x="644355" y="43330"/>
                  </a:lnTo>
                  <a:lnTo>
                    <a:pt x="652213" y="43725"/>
                  </a:lnTo>
                  <a:lnTo>
                    <a:pt x="660071" y="44222"/>
                  </a:lnTo>
                  <a:lnTo>
                    <a:pt x="667929" y="44326"/>
                  </a:lnTo>
                  <a:lnTo>
                    <a:pt x="675787" y="44774"/>
                  </a:lnTo>
                  <a:lnTo>
                    <a:pt x="683645" y="44712"/>
                  </a:lnTo>
                  <a:lnTo>
                    <a:pt x="691503" y="44713"/>
                  </a:lnTo>
                  <a:lnTo>
                    <a:pt x="699361" y="45145"/>
                  </a:lnTo>
                  <a:lnTo>
                    <a:pt x="707219" y="45577"/>
                  </a:lnTo>
                  <a:lnTo>
                    <a:pt x="715077" y="46011"/>
                  </a:lnTo>
                  <a:lnTo>
                    <a:pt x="722935" y="46444"/>
                  </a:lnTo>
                  <a:lnTo>
                    <a:pt x="730793" y="46876"/>
                  </a:lnTo>
                  <a:lnTo>
                    <a:pt x="738651" y="47170"/>
                  </a:lnTo>
                  <a:lnTo>
                    <a:pt x="746509" y="47264"/>
                  </a:lnTo>
                  <a:lnTo>
                    <a:pt x="754367" y="47321"/>
                  </a:lnTo>
                  <a:lnTo>
                    <a:pt x="762225" y="47386"/>
                  </a:lnTo>
                  <a:lnTo>
                    <a:pt x="770083" y="47740"/>
                  </a:lnTo>
                  <a:lnTo>
                    <a:pt x="777941" y="47827"/>
                  </a:lnTo>
                  <a:lnTo>
                    <a:pt x="785799" y="47930"/>
                  </a:lnTo>
                  <a:lnTo>
                    <a:pt x="793657" y="48410"/>
                  </a:lnTo>
                  <a:lnTo>
                    <a:pt x="801515" y="48831"/>
                  </a:lnTo>
                  <a:lnTo>
                    <a:pt x="809373" y="48940"/>
                  </a:lnTo>
                  <a:lnTo>
                    <a:pt x="817231" y="49045"/>
                  </a:lnTo>
                  <a:lnTo>
                    <a:pt x="825089" y="49095"/>
                  </a:lnTo>
                  <a:lnTo>
                    <a:pt x="832947" y="49056"/>
                  </a:lnTo>
                  <a:lnTo>
                    <a:pt x="840805" y="49374"/>
                  </a:lnTo>
                  <a:lnTo>
                    <a:pt x="848663" y="49535"/>
                  </a:lnTo>
                  <a:lnTo>
                    <a:pt x="856521" y="49681"/>
                  </a:lnTo>
                  <a:lnTo>
                    <a:pt x="864379" y="49957"/>
                  </a:lnTo>
                  <a:lnTo>
                    <a:pt x="872237" y="49809"/>
                  </a:lnTo>
                  <a:lnTo>
                    <a:pt x="880095" y="49906"/>
                  </a:lnTo>
                  <a:lnTo>
                    <a:pt x="887953" y="50003"/>
                  </a:lnTo>
                  <a:lnTo>
                    <a:pt x="895811" y="50112"/>
                  </a:lnTo>
                  <a:lnTo>
                    <a:pt x="903669" y="50223"/>
                  </a:lnTo>
                  <a:lnTo>
                    <a:pt x="911527" y="50334"/>
                  </a:lnTo>
                  <a:lnTo>
                    <a:pt x="919385" y="50453"/>
                  </a:lnTo>
                  <a:lnTo>
                    <a:pt x="927243" y="50567"/>
                  </a:lnTo>
                  <a:lnTo>
                    <a:pt x="935101" y="50652"/>
                  </a:lnTo>
                  <a:lnTo>
                    <a:pt x="942959" y="50479"/>
                  </a:lnTo>
                  <a:lnTo>
                    <a:pt x="950817" y="50706"/>
                  </a:lnTo>
                  <a:lnTo>
                    <a:pt x="958675" y="50910"/>
                  </a:lnTo>
                  <a:lnTo>
                    <a:pt x="966533" y="51077"/>
                  </a:lnTo>
                  <a:lnTo>
                    <a:pt x="974391" y="51037"/>
                  </a:lnTo>
                  <a:lnTo>
                    <a:pt x="982249" y="50998"/>
                  </a:lnTo>
                  <a:lnTo>
                    <a:pt x="990107" y="50763"/>
                  </a:lnTo>
                  <a:lnTo>
                    <a:pt x="997965" y="50994"/>
                  </a:lnTo>
                  <a:lnTo>
                    <a:pt x="1005823" y="51232"/>
                  </a:lnTo>
                  <a:lnTo>
                    <a:pt x="1013681" y="51238"/>
                  </a:lnTo>
                  <a:lnTo>
                    <a:pt x="1021539" y="51128"/>
                  </a:lnTo>
                  <a:lnTo>
                    <a:pt x="1029397" y="51152"/>
                  </a:lnTo>
                  <a:lnTo>
                    <a:pt x="1037254" y="51479"/>
                  </a:lnTo>
                  <a:lnTo>
                    <a:pt x="1045112" y="51806"/>
                  </a:lnTo>
                  <a:lnTo>
                    <a:pt x="1052970" y="52090"/>
                  </a:lnTo>
                  <a:lnTo>
                    <a:pt x="1060828" y="52258"/>
                  </a:lnTo>
                  <a:lnTo>
                    <a:pt x="1068686" y="52323"/>
                  </a:lnTo>
                  <a:lnTo>
                    <a:pt x="1076544" y="52378"/>
                  </a:lnTo>
                  <a:lnTo>
                    <a:pt x="1084402" y="52438"/>
                  </a:lnTo>
                  <a:lnTo>
                    <a:pt x="1092260" y="52496"/>
                  </a:lnTo>
                  <a:lnTo>
                    <a:pt x="1100118" y="52502"/>
                  </a:lnTo>
                  <a:lnTo>
                    <a:pt x="1107976" y="52595"/>
                  </a:lnTo>
                  <a:lnTo>
                    <a:pt x="1115834" y="52655"/>
                  </a:lnTo>
                  <a:lnTo>
                    <a:pt x="1123692" y="52718"/>
                  </a:lnTo>
                  <a:lnTo>
                    <a:pt x="1131550" y="52844"/>
                  </a:lnTo>
                  <a:lnTo>
                    <a:pt x="1139408" y="52863"/>
                  </a:lnTo>
                  <a:lnTo>
                    <a:pt x="1147266" y="52891"/>
                  </a:lnTo>
                  <a:lnTo>
                    <a:pt x="1155124" y="52944"/>
                  </a:lnTo>
                  <a:lnTo>
                    <a:pt x="1162982" y="52717"/>
                  </a:lnTo>
                  <a:lnTo>
                    <a:pt x="1170840" y="52422"/>
                  </a:lnTo>
                  <a:lnTo>
                    <a:pt x="1178698" y="52229"/>
                  </a:lnTo>
                  <a:lnTo>
                    <a:pt x="1186556" y="52130"/>
                  </a:lnTo>
                  <a:lnTo>
                    <a:pt x="1194414" y="51984"/>
                  </a:lnTo>
                  <a:lnTo>
                    <a:pt x="1202272" y="51946"/>
                  </a:lnTo>
                  <a:lnTo>
                    <a:pt x="1210130" y="51865"/>
                  </a:lnTo>
                  <a:lnTo>
                    <a:pt x="1217988" y="51912"/>
                  </a:lnTo>
                  <a:lnTo>
                    <a:pt x="1225846" y="52157"/>
                  </a:lnTo>
                  <a:lnTo>
                    <a:pt x="1233704" y="52041"/>
                  </a:lnTo>
                  <a:lnTo>
                    <a:pt x="1241562" y="51951"/>
                  </a:lnTo>
                  <a:lnTo>
                    <a:pt x="1249420" y="51968"/>
                  </a:lnTo>
                  <a:lnTo>
                    <a:pt x="1257278" y="51986"/>
                  </a:lnTo>
                  <a:lnTo>
                    <a:pt x="1265136" y="51830"/>
                  </a:lnTo>
                  <a:lnTo>
                    <a:pt x="1272994" y="51753"/>
                  </a:lnTo>
                  <a:lnTo>
                    <a:pt x="1280852" y="51838"/>
                  </a:lnTo>
                  <a:lnTo>
                    <a:pt x="1288710" y="51691"/>
                  </a:lnTo>
                  <a:lnTo>
                    <a:pt x="1296568" y="51549"/>
                  </a:lnTo>
                  <a:lnTo>
                    <a:pt x="1304426" y="51452"/>
                  </a:lnTo>
                  <a:lnTo>
                    <a:pt x="1312284" y="51629"/>
                  </a:lnTo>
                  <a:lnTo>
                    <a:pt x="1320142" y="51551"/>
                  </a:lnTo>
                  <a:lnTo>
                    <a:pt x="1328000" y="51547"/>
                  </a:lnTo>
                  <a:lnTo>
                    <a:pt x="1335858" y="51336"/>
                  </a:lnTo>
                  <a:lnTo>
                    <a:pt x="1343716" y="51240"/>
                  </a:lnTo>
                  <a:lnTo>
                    <a:pt x="1351574" y="51324"/>
                  </a:lnTo>
                  <a:lnTo>
                    <a:pt x="1359432" y="51207"/>
                  </a:lnTo>
                  <a:lnTo>
                    <a:pt x="1367290" y="50919"/>
                  </a:lnTo>
                  <a:lnTo>
                    <a:pt x="1375148" y="50629"/>
                  </a:lnTo>
                  <a:lnTo>
                    <a:pt x="1383006" y="50358"/>
                  </a:lnTo>
                  <a:lnTo>
                    <a:pt x="1390864" y="50530"/>
                  </a:lnTo>
                  <a:lnTo>
                    <a:pt x="1398722" y="50711"/>
                  </a:lnTo>
                  <a:lnTo>
                    <a:pt x="1406580" y="50582"/>
                  </a:lnTo>
                  <a:lnTo>
                    <a:pt x="1414438" y="50626"/>
                  </a:lnTo>
                  <a:lnTo>
                    <a:pt x="1422296" y="50480"/>
                  </a:lnTo>
                  <a:lnTo>
                    <a:pt x="1430154" y="50098"/>
                  </a:lnTo>
                  <a:lnTo>
                    <a:pt x="1438012" y="49658"/>
                  </a:lnTo>
                  <a:lnTo>
                    <a:pt x="1445870" y="49567"/>
                  </a:lnTo>
                  <a:lnTo>
                    <a:pt x="1453728" y="49587"/>
                  </a:lnTo>
                  <a:lnTo>
                    <a:pt x="1461586" y="49422"/>
                  </a:lnTo>
                  <a:lnTo>
                    <a:pt x="1469444" y="49143"/>
                  </a:lnTo>
                  <a:lnTo>
                    <a:pt x="1477302" y="48863"/>
                  </a:lnTo>
                  <a:lnTo>
                    <a:pt x="1485160" y="48582"/>
                  </a:lnTo>
                  <a:lnTo>
                    <a:pt x="1493018" y="48303"/>
                  </a:lnTo>
                  <a:lnTo>
                    <a:pt x="1500876" y="48009"/>
                  </a:lnTo>
                  <a:lnTo>
                    <a:pt x="1508734" y="47741"/>
                  </a:lnTo>
                  <a:lnTo>
                    <a:pt x="1516592" y="47462"/>
                  </a:lnTo>
                  <a:lnTo>
                    <a:pt x="1524450" y="47239"/>
                  </a:lnTo>
                  <a:lnTo>
                    <a:pt x="1532308" y="47188"/>
                  </a:lnTo>
                  <a:lnTo>
                    <a:pt x="1540166" y="46905"/>
                  </a:lnTo>
                  <a:lnTo>
                    <a:pt x="1548024" y="46784"/>
                  </a:lnTo>
                  <a:lnTo>
                    <a:pt x="1555882" y="46664"/>
                  </a:lnTo>
                  <a:lnTo>
                    <a:pt x="1563740" y="46630"/>
                  </a:lnTo>
                  <a:lnTo>
                    <a:pt x="1571598" y="46766"/>
                  </a:lnTo>
                  <a:lnTo>
                    <a:pt x="1579456" y="46641"/>
                  </a:lnTo>
                  <a:lnTo>
                    <a:pt x="1587314" y="46320"/>
                  </a:lnTo>
                  <a:lnTo>
                    <a:pt x="1595172" y="46059"/>
                  </a:lnTo>
                  <a:lnTo>
                    <a:pt x="1603030" y="45807"/>
                  </a:lnTo>
                  <a:lnTo>
                    <a:pt x="1610888" y="45519"/>
                  </a:lnTo>
                  <a:lnTo>
                    <a:pt x="1618746" y="45359"/>
                  </a:lnTo>
                  <a:lnTo>
                    <a:pt x="1626604" y="45210"/>
                  </a:lnTo>
                  <a:lnTo>
                    <a:pt x="1634462" y="45056"/>
                  </a:lnTo>
                  <a:lnTo>
                    <a:pt x="1642320" y="44899"/>
                  </a:lnTo>
                  <a:lnTo>
                    <a:pt x="1650178" y="44741"/>
                  </a:lnTo>
                  <a:lnTo>
                    <a:pt x="1658036" y="44583"/>
                  </a:lnTo>
                  <a:lnTo>
                    <a:pt x="1665894" y="44425"/>
                  </a:lnTo>
                  <a:lnTo>
                    <a:pt x="1673752" y="44266"/>
                  </a:lnTo>
                  <a:lnTo>
                    <a:pt x="1681610" y="44108"/>
                  </a:lnTo>
                  <a:lnTo>
                    <a:pt x="1689468" y="43954"/>
                  </a:lnTo>
                  <a:lnTo>
                    <a:pt x="1697326" y="43797"/>
                  </a:lnTo>
                  <a:lnTo>
                    <a:pt x="1705184" y="43509"/>
                  </a:lnTo>
                  <a:lnTo>
                    <a:pt x="1713042" y="43244"/>
                  </a:lnTo>
                  <a:lnTo>
                    <a:pt x="1720900" y="43039"/>
                  </a:lnTo>
                  <a:lnTo>
                    <a:pt x="1728758" y="42732"/>
                  </a:lnTo>
                  <a:lnTo>
                    <a:pt x="1736616" y="42427"/>
                  </a:lnTo>
                  <a:lnTo>
                    <a:pt x="1744474" y="42595"/>
                  </a:lnTo>
                  <a:lnTo>
                    <a:pt x="1752332" y="42628"/>
                  </a:lnTo>
                  <a:lnTo>
                    <a:pt x="1760190" y="42316"/>
                  </a:lnTo>
                  <a:lnTo>
                    <a:pt x="1768048" y="42002"/>
                  </a:lnTo>
                  <a:lnTo>
                    <a:pt x="1775906" y="41693"/>
                  </a:lnTo>
                  <a:lnTo>
                    <a:pt x="1783764" y="41385"/>
                  </a:lnTo>
                  <a:lnTo>
                    <a:pt x="1791622" y="41076"/>
                  </a:lnTo>
                  <a:lnTo>
                    <a:pt x="1799480" y="40852"/>
                  </a:lnTo>
                  <a:lnTo>
                    <a:pt x="1807338" y="40731"/>
                  </a:lnTo>
                  <a:lnTo>
                    <a:pt x="1815196" y="40262"/>
                  </a:lnTo>
                  <a:lnTo>
                    <a:pt x="1823054" y="40059"/>
                  </a:lnTo>
                  <a:lnTo>
                    <a:pt x="1830912" y="40119"/>
                  </a:lnTo>
                  <a:lnTo>
                    <a:pt x="1838770" y="40181"/>
                  </a:lnTo>
                  <a:lnTo>
                    <a:pt x="1846628" y="40248"/>
                  </a:lnTo>
                  <a:lnTo>
                    <a:pt x="1854486" y="40041"/>
                  </a:lnTo>
                  <a:lnTo>
                    <a:pt x="1862344" y="39739"/>
                  </a:lnTo>
                  <a:lnTo>
                    <a:pt x="1870202" y="39437"/>
                  </a:lnTo>
                  <a:lnTo>
                    <a:pt x="1878060" y="39133"/>
                  </a:lnTo>
                  <a:lnTo>
                    <a:pt x="1885918" y="39006"/>
                  </a:lnTo>
                  <a:lnTo>
                    <a:pt x="1893776" y="38965"/>
                  </a:lnTo>
                  <a:lnTo>
                    <a:pt x="1901634" y="38923"/>
                  </a:lnTo>
                  <a:lnTo>
                    <a:pt x="1909492" y="38882"/>
                  </a:lnTo>
                  <a:lnTo>
                    <a:pt x="1917350" y="38526"/>
                  </a:lnTo>
                  <a:lnTo>
                    <a:pt x="1925208" y="38157"/>
                  </a:lnTo>
                  <a:lnTo>
                    <a:pt x="1933066" y="37787"/>
                  </a:lnTo>
                  <a:lnTo>
                    <a:pt x="1940924" y="37419"/>
                  </a:lnTo>
                  <a:lnTo>
                    <a:pt x="1948782" y="37054"/>
                  </a:lnTo>
                  <a:lnTo>
                    <a:pt x="1956640" y="36687"/>
                  </a:lnTo>
                  <a:lnTo>
                    <a:pt x="1964498" y="36514"/>
                  </a:lnTo>
                  <a:lnTo>
                    <a:pt x="1972356" y="36376"/>
                  </a:lnTo>
                  <a:lnTo>
                    <a:pt x="1980214" y="35962"/>
                  </a:lnTo>
                  <a:lnTo>
                    <a:pt x="1988072" y="35809"/>
                  </a:lnTo>
                  <a:lnTo>
                    <a:pt x="1995930" y="35677"/>
                  </a:lnTo>
                  <a:lnTo>
                    <a:pt x="2003788" y="35547"/>
                  </a:lnTo>
                  <a:lnTo>
                    <a:pt x="2011646" y="35313"/>
                  </a:lnTo>
                  <a:lnTo>
                    <a:pt x="2019504" y="35261"/>
                  </a:lnTo>
                  <a:lnTo>
                    <a:pt x="2027362" y="35150"/>
                  </a:lnTo>
                  <a:lnTo>
                    <a:pt x="2035220" y="35032"/>
                  </a:lnTo>
                  <a:lnTo>
                    <a:pt x="2035220" y="142115"/>
                  </a:lnTo>
                  <a:lnTo>
                    <a:pt x="2027362" y="142017"/>
                  </a:lnTo>
                  <a:lnTo>
                    <a:pt x="2019504" y="141890"/>
                  </a:lnTo>
                  <a:lnTo>
                    <a:pt x="2011646" y="141779"/>
                  </a:lnTo>
                  <a:lnTo>
                    <a:pt x="2003788" y="141668"/>
                  </a:lnTo>
                  <a:lnTo>
                    <a:pt x="1995930" y="141555"/>
                  </a:lnTo>
                  <a:lnTo>
                    <a:pt x="1988072" y="141441"/>
                  </a:lnTo>
                  <a:lnTo>
                    <a:pt x="1980214" y="141302"/>
                  </a:lnTo>
                  <a:lnTo>
                    <a:pt x="1972356" y="141178"/>
                  </a:lnTo>
                  <a:lnTo>
                    <a:pt x="1964498" y="141079"/>
                  </a:lnTo>
                  <a:lnTo>
                    <a:pt x="1956640" y="140979"/>
                  </a:lnTo>
                  <a:lnTo>
                    <a:pt x="1948782" y="140863"/>
                  </a:lnTo>
                  <a:lnTo>
                    <a:pt x="1940924" y="140745"/>
                  </a:lnTo>
                  <a:lnTo>
                    <a:pt x="1933066" y="140620"/>
                  </a:lnTo>
                  <a:lnTo>
                    <a:pt x="1925208" y="140507"/>
                  </a:lnTo>
                  <a:lnTo>
                    <a:pt x="1917350" y="140387"/>
                  </a:lnTo>
                  <a:lnTo>
                    <a:pt x="1909492" y="140267"/>
                  </a:lnTo>
                  <a:lnTo>
                    <a:pt x="1901634" y="140149"/>
                  </a:lnTo>
                  <a:lnTo>
                    <a:pt x="1893776" y="140023"/>
                  </a:lnTo>
                  <a:lnTo>
                    <a:pt x="1885918" y="139900"/>
                  </a:lnTo>
                  <a:lnTo>
                    <a:pt x="1878060" y="139773"/>
                  </a:lnTo>
                  <a:lnTo>
                    <a:pt x="1870202" y="139645"/>
                  </a:lnTo>
                  <a:lnTo>
                    <a:pt x="1862344" y="139516"/>
                  </a:lnTo>
                  <a:lnTo>
                    <a:pt x="1854486" y="139386"/>
                  </a:lnTo>
                  <a:lnTo>
                    <a:pt x="1846628" y="139255"/>
                  </a:lnTo>
                  <a:lnTo>
                    <a:pt x="1838770" y="139123"/>
                  </a:lnTo>
                  <a:lnTo>
                    <a:pt x="1830912" y="138991"/>
                  </a:lnTo>
                  <a:lnTo>
                    <a:pt x="1823054" y="138855"/>
                  </a:lnTo>
                  <a:lnTo>
                    <a:pt x="1815196" y="138705"/>
                  </a:lnTo>
                  <a:lnTo>
                    <a:pt x="1807338" y="138555"/>
                  </a:lnTo>
                  <a:lnTo>
                    <a:pt x="1799480" y="138403"/>
                  </a:lnTo>
                  <a:lnTo>
                    <a:pt x="1791622" y="138250"/>
                  </a:lnTo>
                  <a:lnTo>
                    <a:pt x="1783764" y="138096"/>
                  </a:lnTo>
                  <a:lnTo>
                    <a:pt x="1775906" y="137940"/>
                  </a:lnTo>
                  <a:lnTo>
                    <a:pt x="1768048" y="137784"/>
                  </a:lnTo>
                  <a:lnTo>
                    <a:pt x="1760190" y="137627"/>
                  </a:lnTo>
                  <a:lnTo>
                    <a:pt x="1752332" y="137468"/>
                  </a:lnTo>
                  <a:lnTo>
                    <a:pt x="1744474" y="137308"/>
                  </a:lnTo>
                  <a:lnTo>
                    <a:pt x="1736616" y="137147"/>
                  </a:lnTo>
                  <a:lnTo>
                    <a:pt x="1728758" y="136985"/>
                  </a:lnTo>
                  <a:lnTo>
                    <a:pt x="1720900" y="136834"/>
                  </a:lnTo>
                  <a:lnTo>
                    <a:pt x="1713042" y="136712"/>
                  </a:lnTo>
                  <a:lnTo>
                    <a:pt x="1705184" y="136588"/>
                  </a:lnTo>
                  <a:lnTo>
                    <a:pt x="1697326" y="136464"/>
                  </a:lnTo>
                  <a:lnTo>
                    <a:pt x="1689468" y="136339"/>
                  </a:lnTo>
                  <a:lnTo>
                    <a:pt x="1681610" y="136214"/>
                  </a:lnTo>
                  <a:lnTo>
                    <a:pt x="1673752" y="136045"/>
                  </a:lnTo>
                  <a:lnTo>
                    <a:pt x="1665894" y="135900"/>
                  </a:lnTo>
                  <a:lnTo>
                    <a:pt x="1658036" y="135753"/>
                  </a:lnTo>
                  <a:lnTo>
                    <a:pt x="1650178" y="135574"/>
                  </a:lnTo>
                  <a:lnTo>
                    <a:pt x="1642320" y="135409"/>
                  </a:lnTo>
                  <a:lnTo>
                    <a:pt x="1634462" y="135226"/>
                  </a:lnTo>
                  <a:lnTo>
                    <a:pt x="1626604" y="135042"/>
                  </a:lnTo>
                  <a:lnTo>
                    <a:pt x="1618746" y="134857"/>
                  </a:lnTo>
                  <a:lnTo>
                    <a:pt x="1610888" y="134670"/>
                  </a:lnTo>
                  <a:lnTo>
                    <a:pt x="1603030" y="134481"/>
                  </a:lnTo>
                  <a:lnTo>
                    <a:pt x="1595172" y="134291"/>
                  </a:lnTo>
                  <a:lnTo>
                    <a:pt x="1587314" y="134100"/>
                  </a:lnTo>
                  <a:lnTo>
                    <a:pt x="1579456" y="133965"/>
                  </a:lnTo>
                  <a:lnTo>
                    <a:pt x="1571598" y="133887"/>
                  </a:lnTo>
                  <a:lnTo>
                    <a:pt x="1563740" y="133772"/>
                  </a:lnTo>
                  <a:lnTo>
                    <a:pt x="1555882" y="133601"/>
                  </a:lnTo>
                  <a:lnTo>
                    <a:pt x="1548024" y="133428"/>
                  </a:lnTo>
                  <a:lnTo>
                    <a:pt x="1540166" y="133253"/>
                  </a:lnTo>
                  <a:lnTo>
                    <a:pt x="1532308" y="133077"/>
                  </a:lnTo>
                  <a:lnTo>
                    <a:pt x="1524450" y="132899"/>
                  </a:lnTo>
                  <a:lnTo>
                    <a:pt x="1516592" y="132719"/>
                  </a:lnTo>
                  <a:lnTo>
                    <a:pt x="1508734" y="132560"/>
                  </a:lnTo>
                  <a:lnTo>
                    <a:pt x="1500876" y="132405"/>
                  </a:lnTo>
                  <a:lnTo>
                    <a:pt x="1493018" y="132173"/>
                  </a:lnTo>
                  <a:lnTo>
                    <a:pt x="1485160" y="131990"/>
                  </a:lnTo>
                  <a:lnTo>
                    <a:pt x="1477302" y="131806"/>
                  </a:lnTo>
                  <a:lnTo>
                    <a:pt x="1469444" y="131621"/>
                  </a:lnTo>
                  <a:lnTo>
                    <a:pt x="1461586" y="131434"/>
                  </a:lnTo>
                  <a:lnTo>
                    <a:pt x="1453728" y="131247"/>
                  </a:lnTo>
                  <a:lnTo>
                    <a:pt x="1445870" y="131058"/>
                  </a:lnTo>
                  <a:lnTo>
                    <a:pt x="1438012" y="130867"/>
                  </a:lnTo>
                  <a:lnTo>
                    <a:pt x="1430154" y="130674"/>
                  </a:lnTo>
                  <a:lnTo>
                    <a:pt x="1422296" y="130525"/>
                  </a:lnTo>
                  <a:lnTo>
                    <a:pt x="1414438" y="130403"/>
                  </a:lnTo>
                  <a:lnTo>
                    <a:pt x="1406580" y="130236"/>
                  </a:lnTo>
                  <a:lnTo>
                    <a:pt x="1398722" y="129977"/>
                  </a:lnTo>
                  <a:lnTo>
                    <a:pt x="1390864" y="129715"/>
                  </a:lnTo>
                  <a:lnTo>
                    <a:pt x="1383006" y="129493"/>
                  </a:lnTo>
                  <a:lnTo>
                    <a:pt x="1375148" y="129290"/>
                  </a:lnTo>
                  <a:lnTo>
                    <a:pt x="1367290" y="129085"/>
                  </a:lnTo>
                  <a:lnTo>
                    <a:pt x="1359432" y="128879"/>
                  </a:lnTo>
                  <a:lnTo>
                    <a:pt x="1351574" y="128596"/>
                  </a:lnTo>
                  <a:lnTo>
                    <a:pt x="1343716" y="128468"/>
                  </a:lnTo>
                  <a:lnTo>
                    <a:pt x="1335858" y="128262"/>
                  </a:lnTo>
                  <a:lnTo>
                    <a:pt x="1328000" y="128068"/>
                  </a:lnTo>
                  <a:lnTo>
                    <a:pt x="1320142" y="127841"/>
                  </a:lnTo>
                  <a:lnTo>
                    <a:pt x="1312284" y="127578"/>
                  </a:lnTo>
                  <a:lnTo>
                    <a:pt x="1304426" y="127314"/>
                  </a:lnTo>
                  <a:lnTo>
                    <a:pt x="1296568" y="127200"/>
                  </a:lnTo>
                  <a:lnTo>
                    <a:pt x="1288710" y="127007"/>
                  </a:lnTo>
                  <a:lnTo>
                    <a:pt x="1280852" y="126931"/>
                  </a:lnTo>
                  <a:lnTo>
                    <a:pt x="1272994" y="126814"/>
                  </a:lnTo>
                  <a:lnTo>
                    <a:pt x="1265136" y="126618"/>
                  </a:lnTo>
                  <a:lnTo>
                    <a:pt x="1257278" y="126328"/>
                  </a:lnTo>
                  <a:lnTo>
                    <a:pt x="1249420" y="126161"/>
                  </a:lnTo>
                  <a:lnTo>
                    <a:pt x="1241562" y="125995"/>
                  </a:lnTo>
                  <a:lnTo>
                    <a:pt x="1233704" y="125828"/>
                  </a:lnTo>
                  <a:lnTo>
                    <a:pt x="1225846" y="125661"/>
                  </a:lnTo>
                  <a:lnTo>
                    <a:pt x="1217988" y="125492"/>
                  </a:lnTo>
                  <a:lnTo>
                    <a:pt x="1210130" y="125322"/>
                  </a:lnTo>
                  <a:lnTo>
                    <a:pt x="1202272" y="125151"/>
                  </a:lnTo>
                  <a:lnTo>
                    <a:pt x="1194414" y="124932"/>
                  </a:lnTo>
                  <a:lnTo>
                    <a:pt x="1186556" y="124711"/>
                  </a:lnTo>
                  <a:lnTo>
                    <a:pt x="1178698" y="124489"/>
                  </a:lnTo>
                  <a:lnTo>
                    <a:pt x="1170840" y="124263"/>
                  </a:lnTo>
                  <a:lnTo>
                    <a:pt x="1162982" y="124043"/>
                  </a:lnTo>
                  <a:lnTo>
                    <a:pt x="1155124" y="123810"/>
                  </a:lnTo>
                  <a:lnTo>
                    <a:pt x="1147266" y="123580"/>
                  </a:lnTo>
                  <a:lnTo>
                    <a:pt x="1139408" y="123380"/>
                  </a:lnTo>
                  <a:lnTo>
                    <a:pt x="1131550" y="123120"/>
                  </a:lnTo>
                  <a:lnTo>
                    <a:pt x="1123692" y="122882"/>
                  </a:lnTo>
                  <a:lnTo>
                    <a:pt x="1115834" y="122649"/>
                  </a:lnTo>
                  <a:lnTo>
                    <a:pt x="1107976" y="122417"/>
                  </a:lnTo>
                  <a:lnTo>
                    <a:pt x="1100118" y="122264"/>
                  </a:lnTo>
                  <a:lnTo>
                    <a:pt x="1092260" y="122117"/>
                  </a:lnTo>
                  <a:lnTo>
                    <a:pt x="1084402" y="121974"/>
                  </a:lnTo>
                  <a:lnTo>
                    <a:pt x="1076544" y="121807"/>
                  </a:lnTo>
                  <a:lnTo>
                    <a:pt x="1068686" y="121549"/>
                  </a:lnTo>
                  <a:lnTo>
                    <a:pt x="1060828" y="121360"/>
                  </a:lnTo>
                  <a:lnTo>
                    <a:pt x="1052970" y="121266"/>
                  </a:lnTo>
                  <a:lnTo>
                    <a:pt x="1045112" y="121172"/>
                  </a:lnTo>
                  <a:lnTo>
                    <a:pt x="1037254" y="121021"/>
                  </a:lnTo>
                  <a:lnTo>
                    <a:pt x="1029397" y="120785"/>
                  </a:lnTo>
                  <a:lnTo>
                    <a:pt x="1021539" y="120547"/>
                  </a:lnTo>
                  <a:lnTo>
                    <a:pt x="1013681" y="120306"/>
                  </a:lnTo>
                  <a:lnTo>
                    <a:pt x="1005823" y="120062"/>
                  </a:lnTo>
                  <a:lnTo>
                    <a:pt x="997965" y="119817"/>
                  </a:lnTo>
                  <a:lnTo>
                    <a:pt x="990107" y="119570"/>
                  </a:lnTo>
                  <a:lnTo>
                    <a:pt x="982249" y="119403"/>
                  </a:lnTo>
                  <a:lnTo>
                    <a:pt x="974391" y="119195"/>
                  </a:lnTo>
                  <a:lnTo>
                    <a:pt x="966533" y="118972"/>
                  </a:lnTo>
                  <a:lnTo>
                    <a:pt x="958675" y="118701"/>
                  </a:lnTo>
                  <a:lnTo>
                    <a:pt x="950817" y="118553"/>
                  </a:lnTo>
                  <a:lnTo>
                    <a:pt x="942959" y="118426"/>
                  </a:lnTo>
                  <a:lnTo>
                    <a:pt x="935101" y="118299"/>
                  </a:lnTo>
                  <a:lnTo>
                    <a:pt x="927243" y="118171"/>
                  </a:lnTo>
                  <a:lnTo>
                    <a:pt x="919385" y="118039"/>
                  </a:lnTo>
                  <a:lnTo>
                    <a:pt x="911527" y="117909"/>
                  </a:lnTo>
                  <a:lnTo>
                    <a:pt x="903669" y="117778"/>
                  </a:lnTo>
                  <a:lnTo>
                    <a:pt x="895811" y="117581"/>
                  </a:lnTo>
                  <a:lnTo>
                    <a:pt x="887953" y="117284"/>
                  </a:lnTo>
                  <a:lnTo>
                    <a:pt x="880095" y="117075"/>
                  </a:lnTo>
                  <a:lnTo>
                    <a:pt x="872237" y="116883"/>
                  </a:lnTo>
                  <a:lnTo>
                    <a:pt x="864379" y="116700"/>
                  </a:lnTo>
                  <a:lnTo>
                    <a:pt x="856521" y="116645"/>
                  </a:lnTo>
                  <a:lnTo>
                    <a:pt x="848663" y="116625"/>
                  </a:lnTo>
                  <a:lnTo>
                    <a:pt x="840805" y="116436"/>
                  </a:lnTo>
                  <a:lnTo>
                    <a:pt x="832947" y="116242"/>
                  </a:lnTo>
                  <a:lnTo>
                    <a:pt x="825089" y="116070"/>
                  </a:lnTo>
                  <a:lnTo>
                    <a:pt x="817231" y="116086"/>
                  </a:lnTo>
                  <a:lnTo>
                    <a:pt x="809373" y="115935"/>
                  </a:lnTo>
                  <a:lnTo>
                    <a:pt x="801515" y="115862"/>
                  </a:lnTo>
                  <a:lnTo>
                    <a:pt x="793657" y="115604"/>
                  </a:lnTo>
                  <a:lnTo>
                    <a:pt x="785799" y="115537"/>
                  </a:lnTo>
                  <a:lnTo>
                    <a:pt x="777941" y="115335"/>
                  </a:lnTo>
                  <a:lnTo>
                    <a:pt x="770083" y="115074"/>
                  </a:lnTo>
                  <a:lnTo>
                    <a:pt x="762225" y="114992"/>
                  </a:lnTo>
                  <a:lnTo>
                    <a:pt x="754367" y="114812"/>
                  </a:lnTo>
                  <a:lnTo>
                    <a:pt x="746509" y="114621"/>
                  </a:lnTo>
                  <a:lnTo>
                    <a:pt x="738651" y="114396"/>
                  </a:lnTo>
                  <a:lnTo>
                    <a:pt x="730793" y="114136"/>
                  </a:lnTo>
                  <a:lnTo>
                    <a:pt x="722935" y="114071"/>
                  </a:lnTo>
                  <a:lnTo>
                    <a:pt x="715077" y="113985"/>
                  </a:lnTo>
                  <a:lnTo>
                    <a:pt x="707219" y="113922"/>
                  </a:lnTo>
                  <a:lnTo>
                    <a:pt x="699361" y="113880"/>
                  </a:lnTo>
                  <a:lnTo>
                    <a:pt x="691503" y="113749"/>
                  </a:lnTo>
                  <a:lnTo>
                    <a:pt x="683645" y="113710"/>
                  </a:lnTo>
                  <a:lnTo>
                    <a:pt x="675787" y="113506"/>
                  </a:lnTo>
                  <a:lnTo>
                    <a:pt x="667929" y="113457"/>
                  </a:lnTo>
                  <a:lnTo>
                    <a:pt x="660071" y="113472"/>
                  </a:lnTo>
                  <a:lnTo>
                    <a:pt x="652213" y="113421"/>
                  </a:lnTo>
                  <a:lnTo>
                    <a:pt x="644355" y="113277"/>
                  </a:lnTo>
                  <a:lnTo>
                    <a:pt x="636497" y="113037"/>
                  </a:lnTo>
                  <a:lnTo>
                    <a:pt x="628639" y="112870"/>
                  </a:lnTo>
                  <a:lnTo>
                    <a:pt x="620781" y="112597"/>
                  </a:lnTo>
                  <a:lnTo>
                    <a:pt x="612923" y="112281"/>
                  </a:lnTo>
                  <a:lnTo>
                    <a:pt x="605065" y="112183"/>
                  </a:lnTo>
                  <a:lnTo>
                    <a:pt x="597207" y="112128"/>
                  </a:lnTo>
                  <a:lnTo>
                    <a:pt x="589349" y="112073"/>
                  </a:lnTo>
                  <a:lnTo>
                    <a:pt x="581491" y="112018"/>
                  </a:lnTo>
                  <a:lnTo>
                    <a:pt x="573633" y="111963"/>
                  </a:lnTo>
                  <a:lnTo>
                    <a:pt x="565775" y="111911"/>
                  </a:lnTo>
                  <a:lnTo>
                    <a:pt x="557917" y="111861"/>
                  </a:lnTo>
                  <a:lnTo>
                    <a:pt x="550059" y="111871"/>
                  </a:lnTo>
                  <a:lnTo>
                    <a:pt x="542201" y="111752"/>
                  </a:lnTo>
                  <a:lnTo>
                    <a:pt x="534343" y="111562"/>
                  </a:lnTo>
                  <a:lnTo>
                    <a:pt x="526485" y="111543"/>
                  </a:lnTo>
                  <a:lnTo>
                    <a:pt x="518627" y="111537"/>
                  </a:lnTo>
                  <a:lnTo>
                    <a:pt x="510769" y="111505"/>
                  </a:lnTo>
                  <a:lnTo>
                    <a:pt x="502911" y="111486"/>
                  </a:lnTo>
                  <a:lnTo>
                    <a:pt x="495053" y="111402"/>
                  </a:lnTo>
                  <a:lnTo>
                    <a:pt x="487195" y="111278"/>
                  </a:lnTo>
                  <a:lnTo>
                    <a:pt x="479337" y="111153"/>
                  </a:lnTo>
                  <a:lnTo>
                    <a:pt x="471479" y="111040"/>
                  </a:lnTo>
                  <a:lnTo>
                    <a:pt x="463621" y="111061"/>
                  </a:lnTo>
                  <a:lnTo>
                    <a:pt x="455763" y="111142"/>
                  </a:lnTo>
                  <a:lnTo>
                    <a:pt x="447905" y="111067"/>
                  </a:lnTo>
                  <a:lnTo>
                    <a:pt x="440047" y="111040"/>
                  </a:lnTo>
                  <a:lnTo>
                    <a:pt x="432189" y="111007"/>
                  </a:lnTo>
                  <a:lnTo>
                    <a:pt x="424331" y="110953"/>
                  </a:lnTo>
                  <a:lnTo>
                    <a:pt x="416473" y="110900"/>
                  </a:lnTo>
                  <a:lnTo>
                    <a:pt x="408615" y="110804"/>
                  </a:lnTo>
                  <a:lnTo>
                    <a:pt x="400757" y="110787"/>
                  </a:lnTo>
                  <a:lnTo>
                    <a:pt x="392899" y="110738"/>
                  </a:lnTo>
                  <a:lnTo>
                    <a:pt x="385041" y="110685"/>
                  </a:lnTo>
                  <a:lnTo>
                    <a:pt x="377183" y="110684"/>
                  </a:lnTo>
                  <a:lnTo>
                    <a:pt x="369325" y="110698"/>
                  </a:lnTo>
                  <a:lnTo>
                    <a:pt x="361467" y="110605"/>
                  </a:lnTo>
                  <a:lnTo>
                    <a:pt x="353609" y="110637"/>
                  </a:lnTo>
                  <a:lnTo>
                    <a:pt x="345751" y="110678"/>
                  </a:lnTo>
                  <a:lnTo>
                    <a:pt x="337893" y="110583"/>
                  </a:lnTo>
                  <a:lnTo>
                    <a:pt x="330035" y="110453"/>
                  </a:lnTo>
                  <a:lnTo>
                    <a:pt x="322177" y="110485"/>
                  </a:lnTo>
                  <a:lnTo>
                    <a:pt x="314319" y="110514"/>
                  </a:lnTo>
                  <a:lnTo>
                    <a:pt x="306461" y="110432"/>
                  </a:lnTo>
                  <a:lnTo>
                    <a:pt x="298603" y="110511"/>
                  </a:lnTo>
                  <a:lnTo>
                    <a:pt x="290745" y="110548"/>
                  </a:lnTo>
                  <a:lnTo>
                    <a:pt x="282887" y="110501"/>
                  </a:lnTo>
                  <a:lnTo>
                    <a:pt x="275029" y="110436"/>
                  </a:lnTo>
                  <a:lnTo>
                    <a:pt x="267171" y="110372"/>
                  </a:lnTo>
                  <a:lnTo>
                    <a:pt x="259313" y="110353"/>
                  </a:lnTo>
                  <a:lnTo>
                    <a:pt x="251455" y="110418"/>
                  </a:lnTo>
                  <a:lnTo>
                    <a:pt x="243597" y="110388"/>
                  </a:lnTo>
                  <a:lnTo>
                    <a:pt x="235739" y="110287"/>
                  </a:lnTo>
                  <a:lnTo>
                    <a:pt x="227881" y="110201"/>
                  </a:lnTo>
                  <a:lnTo>
                    <a:pt x="220023" y="110177"/>
                  </a:lnTo>
                  <a:lnTo>
                    <a:pt x="212165" y="110275"/>
                  </a:lnTo>
                  <a:lnTo>
                    <a:pt x="204307" y="110275"/>
                  </a:lnTo>
                  <a:lnTo>
                    <a:pt x="196449" y="110197"/>
                  </a:lnTo>
                  <a:lnTo>
                    <a:pt x="188591" y="110215"/>
                  </a:lnTo>
                  <a:lnTo>
                    <a:pt x="180733" y="110227"/>
                  </a:lnTo>
                  <a:lnTo>
                    <a:pt x="172875" y="110274"/>
                  </a:lnTo>
                  <a:lnTo>
                    <a:pt x="165017" y="110259"/>
                  </a:lnTo>
                  <a:lnTo>
                    <a:pt x="157159" y="110302"/>
                  </a:lnTo>
                  <a:lnTo>
                    <a:pt x="149301" y="110350"/>
                  </a:lnTo>
                  <a:lnTo>
                    <a:pt x="141443" y="110410"/>
                  </a:lnTo>
                  <a:lnTo>
                    <a:pt x="133585" y="110347"/>
                  </a:lnTo>
                  <a:lnTo>
                    <a:pt x="125727" y="110415"/>
                  </a:lnTo>
                  <a:lnTo>
                    <a:pt x="117869" y="110287"/>
                  </a:lnTo>
                  <a:lnTo>
                    <a:pt x="110011" y="110214"/>
                  </a:lnTo>
                  <a:lnTo>
                    <a:pt x="102153" y="110193"/>
                  </a:lnTo>
                  <a:lnTo>
                    <a:pt x="94295" y="110177"/>
                  </a:lnTo>
                  <a:lnTo>
                    <a:pt x="86437" y="110164"/>
                  </a:lnTo>
                  <a:lnTo>
                    <a:pt x="78579" y="110151"/>
                  </a:lnTo>
                  <a:lnTo>
                    <a:pt x="70721" y="110134"/>
                  </a:lnTo>
                  <a:lnTo>
                    <a:pt x="62863" y="110117"/>
                  </a:lnTo>
                  <a:lnTo>
                    <a:pt x="55005" y="110100"/>
                  </a:lnTo>
                  <a:lnTo>
                    <a:pt x="47147" y="110085"/>
                  </a:lnTo>
                  <a:lnTo>
                    <a:pt x="39289" y="110173"/>
                  </a:lnTo>
                  <a:lnTo>
                    <a:pt x="31431" y="110131"/>
                  </a:lnTo>
                  <a:lnTo>
                    <a:pt x="23573" y="110254"/>
                  </a:lnTo>
                  <a:lnTo>
                    <a:pt x="15715" y="110214"/>
                  </a:lnTo>
                  <a:lnTo>
                    <a:pt x="7857" y="110197"/>
                  </a:lnTo>
                  <a:lnTo>
                    <a:pt x="0" y="110218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186414" y="2946091"/>
              <a:ext cx="2035220" cy="52944"/>
            </a:xfrm>
            <a:custGeom>
              <a:avLst/>
              <a:pathLst>
                <a:path w="2035220" h="52944">
                  <a:moveTo>
                    <a:pt x="0" y="0"/>
                  </a:moveTo>
                  <a:lnTo>
                    <a:pt x="7857" y="901"/>
                  </a:lnTo>
                  <a:lnTo>
                    <a:pt x="15715" y="1951"/>
                  </a:lnTo>
                  <a:lnTo>
                    <a:pt x="23573" y="2823"/>
                  </a:lnTo>
                  <a:lnTo>
                    <a:pt x="31431" y="3376"/>
                  </a:lnTo>
                  <a:lnTo>
                    <a:pt x="39289" y="3934"/>
                  </a:lnTo>
                  <a:lnTo>
                    <a:pt x="47147" y="4566"/>
                  </a:lnTo>
                  <a:lnTo>
                    <a:pt x="55005" y="5287"/>
                  </a:lnTo>
                  <a:lnTo>
                    <a:pt x="62863" y="6138"/>
                  </a:lnTo>
                  <a:lnTo>
                    <a:pt x="70721" y="6461"/>
                  </a:lnTo>
                  <a:lnTo>
                    <a:pt x="78579" y="6784"/>
                  </a:lnTo>
                  <a:lnTo>
                    <a:pt x="86437" y="7148"/>
                  </a:lnTo>
                  <a:lnTo>
                    <a:pt x="94295" y="8468"/>
                  </a:lnTo>
                  <a:lnTo>
                    <a:pt x="102153" y="9860"/>
                  </a:lnTo>
                  <a:lnTo>
                    <a:pt x="110011" y="10968"/>
                  </a:lnTo>
                  <a:lnTo>
                    <a:pt x="117869" y="11543"/>
                  </a:lnTo>
                  <a:lnTo>
                    <a:pt x="125727" y="12117"/>
                  </a:lnTo>
                  <a:lnTo>
                    <a:pt x="133585" y="13035"/>
                  </a:lnTo>
                  <a:lnTo>
                    <a:pt x="141443" y="13911"/>
                  </a:lnTo>
                  <a:lnTo>
                    <a:pt x="149301" y="14428"/>
                  </a:lnTo>
                  <a:lnTo>
                    <a:pt x="157159" y="14943"/>
                  </a:lnTo>
                  <a:lnTo>
                    <a:pt x="165017" y="15301"/>
                  </a:lnTo>
                  <a:lnTo>
                    <a:pt x="172875" y="15445"/>
                  </a:lnTo>
                  <a:lnTo>
                    <a:pt x="180733" y="15979"/>
                  </a:lnTo>
                  <a:lnTo>
                    <a:pt x="188591" y="16520"/>
                  </a:lnTo>
                  <a:lnTo>
                    <a:pt x="196449" y="17070"/>
                  </a:lnTo>
                  <a:lnTo>
                    <a:pt x="204307" y="17348"/>
                  </a:lnTo>
                  <a:lnTo>
                    <a:pt x="212165" y="17836"/>
                  </a:lnTo>
                  <a:lnTo>
                    <a:pt x="220023" y="18581"/>
                  </a:lnTo>
                  <a:lnTo>
                    <a:pt x="227881" y="19249"/>
                  </a:lnTo>
                  <a:lnTo>
                    <a:pt x="235739" y="20013"/>
                  </a:lnTo>
                  <a:lnTo>
                    <a:pt x="243597" y="20514"/>
                  </a:lnTo>
                  <a:lnTo>
                    <a:pt x="251455" y="21016"/>
                  </a:lnTo>
                  <a:lnTo>
                    <a:pt x="259313" y="21774"/>
                  </a:lnTo>
                  <a:lnTo>
                    <a:pt x="267171" y="22532"/>
                  </a:lnTo>
                  <a:lnTo>
                    <a:pt x="275029" y="23290"/>
                  </a:lnTo>
                  <a:lnTo>
                    <a:pt x="282887" y="24044"/>
                  </a:lnTo>
                  <a:lnTo>
                    <a:pt x="290745" y="24795"/>
                  </a:lnTo>
                  <a:lnTo>
                    <a:pt x="298603" y="25542"/>
                  </a:lnTo>
                  <a:lnTo>
                    <a:pt x="306461" y="26189"/>
                  </a:lnTo>
                  <a:lnTo>
                    <a:pt x="314319" y="26507"/>
                  </a:lnTo>
                  <a:lnTo>
                    <a:pt x="322177" y="26731"/>
                  </a:lnTo>
                  <a:lnTo>
                    <a:pt x="330035" y="27267"/>
                  </a:lnTo>
                  <a:lnTo>
                    <a:pt x="337893" y="28073"/>
                  </a:lnTo>
                  <a:lnTo>
                    <a:pt x="345751" y="28884"/>
                  </a:lnTo>
                  <a:lnTo>
                    <a:pt x="353609" y="29239"/>
                  </a:lnTo>
                  <a:lnTo>
                    <a:pt x="361467" y="29480"/>
                  </a:lnTo>
                  <a:lnTo>
                    <a:pt x="369325" y="29951"/>
                  </a:lnTo>
                  <a:lnTo>
                    <a:pt x="377183" y="30450"/>
                  </a:lnTo>
                  <a:lnTo>
                    <a:pt x="385041" y="31159"/>
                  </a:lnTo>
                  <a:lnTo>
                    <a:pt x="392899" y="31878"/>
                  </a:lnTo>
                  <a:lnTo>
                    <a:pt x="400757" y="32614"/>
                  </a:lnTo>
                  <a:lnTo>
                    <a:pt x="408615" y="33272"/>
                  </a:lnTo>
                  <a:lnTo>
                    <a:pt x="416473" y="33699"/>
                  </a:lnTo>
                  <a:lnTo>
                    <a:pt x="424331" y="34270"/>
                  </a:lnTo>
                  <a:lnTo>
                    <a:pt x="432189" y="34398"/>
                  </a:lnTo>
                  <a:lnTo>
                    <a:pt x="440047" y="34659"/>
                  </a:lnTo>
                  <a:lnTo>
                    <a:pt x="447905" y="35311"/>
                  </a:lnTo>
                  <a:lnTo>
                    <a:pt x="455763" y="35604"/>
                  </a:lnTo>
                  <a:lnTo>
                    <a:pt x="463621" y="36076"/>
                  </a:lnTo>
                  <a:lnTo>
                    <a:pt x="471479" y="36319"/>
                  </a:lnTo>
                  <a:lnTo>
                    <a:pt x="479337" y="36594"/>
                  </a:lnTo>
                  <a:lnTo>
                    <a:pt x="487195" y="37308"/>
                  </a:lnTo>
                  <a:lnTo>
                    <a:pt x="495053" y="38027"/>
                  </a:lnTo>
                  <a:lnTo>
                    <a:pt x="502911" y="38293"/>
                  </a:lnTo>
                  <a:lnTo>
                    <a:pt x="510769" y="38546"/>
                  </a:lnTo>
                  <a:lnTo>
                    <a:pt x="518627" y="38690"/>
                  </a:lnTo>
                  <a:lnTo>
                    <a:pt x="526485" y="38797"/>
                  </a:lnTo>
                  <a:lnTo>
                    <a:pt x="534343" y="38931"/>
                  </a:lnTo>
                  <a:lnTo>
                    <a:pt x="542201" y="39356"/>
                  </a:lnTo>
                  <a:lnTo>
                    <a:pt x="550059" y="39826"/>
                  </a:lnTo>
                  <a:lnTo>
                    <a:pt x="557917" y="40288"/>
                  </a:lnTo>
                  <a:lnTo>
                    <a:pt x="565775" y="40810"/>
                  </a:lnTo>
                  <a:lnTo>
                    <a:pt x="573633" y="41424"/>
                  </a:lnTo>
                  <a:lnTo>
                    <a:pt x="581491" y="41557"/>
                  </a:lnTo>
                  <a:lnTo>
                    <a:pt x="589349" y="41679"/>
                  </a:lnTo>
                  <a:lnTo>
                    <a:pt x="597207" y="41746"/>
                  </a:lnTo>
                  <a:lnTo>
                    <a:pt x="605065" y="41829"/>
                  </a:lnTo>
                  <a:lnTo>
                    <a:pt x="612923" y="42038"/>
                  </a:lnTo>
                  <a:lnTo>
                    <a:pt x="620781" y="42615"/>
                  </a:lnTo>
                  <a:lnTo>
                    <a:pt x="628639" y="42995"/>
                  </a:lnTo>
                  <a:lnTo>
                    <a:pt x="636497" y="43115"/>
                  </a:lnTo>
                  <a:lnTo>
                    <a:pt x="644355" y="43330"/>
                  </a:lnTo>
                  <a:lnTo>
                    <a:pt x="652213" y="43725"/>
                  </a:lnTo>
                  <a:lnTo>
                    <a:pt x="660071" y="44222"/>
                  </a:lnTo>
                  <a:lnTo>
                    <a:pt x="667929" y="44326"/>
                  </a:lnTo>
                  <a:lnTo>
                    <a:pt x="675787" y="44774"/>
                  </a:lnTo>
                  <a:lnTo>
                    <a:pt x="683645" y="44712"/>
                  </a:lnTo>
                  <a:lnTo>
                    <a:pt x="691503" y="44713"/>
                  </a:lnTo>
                  <a:lnTo>
                    <a:pt x="699361" y="45145"/>
                  </a:lnTo>
                  <a:lnTo>
                    <a:pt x="707219" y="45577"/>
                  </a:lnTo>
                  <a:lnTo>
                    <a:pt x="715077" y="46011"/>
                  </a:lnTo>
                  <a:lnTo>
                    <a:pt x="722935" y="46444"/>
                  </a:lnTo>
                  <a:lnTo>
                    <a:pt x="730793" y="46876"/>
                  </a:lnTo>
                  <a:lnTo>
                    <a:pt x="738651" y="47170"/>
                  </a:lnTo>
                  <a:lnTo>
                    <a:pt x="746509" y="47264"/>
                  </a:lnTo>
                  <a:lnTo>
                    <a:pt x="754367" y="47321"/>
                  </a:lnTo>
                  <a:lnTo>
                    <a:pt x="762225" y="47386"/>
                  </a:lnTo>
                  <a:lnTo>
                    <a:pt x="770083" y="47740"/>
                  </a:lnTo>
                  <a:lnTo>
                    <a:pt x="777941" y="47827"/>
                  </a:lnTo>
                  <a:lnTo>
                    <a:pt x="785799" y="47930"/>
                  </a:lnTo>
                  <a:lnTo>
                    <a:pt x="793657" y="48410"/>
                  </a:lnTo>
                  <a:lnTo>
                    <a:pt x="801515" y="48831"/>
                  </a:lnTo>
                  <a:lnTo>
                    <a:pt x="809373" y="48940"/>
                  </a:lnTo>
                  <a:lnTo>
                    <a:pt x="817231" y="49045"/>
                  </a:lnTo>
                  <a:lnTo>
                    <a:pt x="825089" y="49095"/>
                  </a:lnTo>
                  <a:lnTo>
                    <a:pt x="832947" y="49056"/>
                  </a:lnTo>
                  <a:lnTo>
                    <a:pt x="840805" y="49374"/>
                  </a:lnTo>
                  <a:lnTo>
                    <a:pt x="848663" y="49535"/>
                  </a:lnTo>
                  <a:lnTo>
                    <a:pt x="856521" y="49681"/>
                  </a:lnTo>
                  <a:lnTo>
                    <a:pt x="864379" y="49957"/>
                  </a:lnTo>
                  <a:lnTo>
                    <a:pt x="872237" y="49809"/>
                  </a:lnTo>
                  <a:lnTo>
                    <a:pt x="880095" y="49906"/>
                  </a:lnTo>
                  <a:lnTo>
                    <a:pt x="887953" y="50003"/>
                  </a:lnTo>
                  <a:lnTo>
                    <a:pt x="895811" y="50112"/>
                  </a:lnTo>
                  <a:lnTo>
                    <a:pt x="903669" y="50223"/>
                  </a:lnTo>
                  <a:lnTo>
                    <a:pt x="911527" y="50334"/>
                  </a:lnTo>
                  <a:lnTo>
                    <a:pt x="919385" y="50453"/>
                  </a:lnTo>
                  <a:lnTo>
                    <a:pt x="927243" y="50567"/>
                  </a:lnTo>
                  <a:lnTo>
                    <a:pt x="935101" y="50652"/>
                  </a:lnTo>
                  <a:lnTo>
                    <a:pt x="942959" y="50479"/>
                  </a:lnTo>
                  <a:lnTo>
                    <a:pt x="950817" y="50706"/>
                  </a:lnTo>
                  <a:lnTo>
                    <a:pt x="958675" y="50910"/>
                  </a:lnTo>
                  <a:lnTo>
                    <a:pt x="966533" y="51077"/>
                  </a:lnTo>
                  <a:lnTo>
                    <a:pt x="974391" y="51037"/>
                  </a:lnTo>
                  <a:lnTo>
                    <a:pt x="982249" y="50998"/>
                  </a:lnTo>
                  <a:lnTo>
                    <a:pt x="990107" y="50763"/>
                  </a:lnTo>
                  <a:lnTo>
                    <a:pt x="997965" y="50994"/>
                  </a:lnTo>
                  <a:lnTo>
                    <a:pt x="1005823" y="51232"/>
                  </a:lnTo>
                  <a:lnTo>
                    <a:pt x="1013681" y="51238"/>
                  </a:lnTo>
                  <a:lnTo>
                    <a:pt x="1021539" y="51128"/>
                  </a:lnTo>
                  <a:lnTo>
                    <a:pt x="1029397" y="51152"/>
                  </a:lnTo>
                  <a:lnTo>
                    <a:pt x="1037254" y="51479"/>
                  </a:lnTo>
                  <a:lnTo>
                    <a:pt x="1045112" y="51806"/>
                  </a:lnTo>
                  <a:lnTo>
                    <a:pt x="1052970" y="52090"/>
                  </a:lnTo>
                  <a:lnTo>
                    <a:pt x="1060828" y="52258"/>
                  </a:lnTo>
                  <a:lnTo>
                    <a:pt x="1068686" y="52323"/>
                  </a:lnTo>
                  <a:lnTo>
                    <a:pt x="1076544" y="52378"/>
                  </a:lnTo>
                  <a:lnTo>
                    <a:pt x="1084402" y="52438"/>
                  </a:lnTo>
                  <a:lnTo>
                    <a:pt x="1092260" y="52496"/>
                  </a:lnTo>
                  <a:lnTo>
                    <a:pt x="1100118" y="52502"/>
                  </a:lnTo>
                  <a:lnTo>
                    <a:pt x="1107976" y="52595"/>
                  </a:lnTo>
                  <a:lnTo>
                    <a:pt x="1115834" y="52655"/>
                  </a:lnTo>
                  <a:lnTo>
                    <a:pt x="1123692" y="52718"/>
                  </a:lnTo>
                  <a:lnTo>
                    <a:pt x="1131550" y="52844"/>
                  </a:lnTo>
                  <a:lnTo>
                    <a:pt x="1139408" y="52863"/>
                  </a:lnTo>
                  <a:lnTo>
                    <a:pt x="1147266" y="52891"/>
                  </a:lnTo>
                  <a:lnTo>
                    <a:pt x="1155124" y="52944"/>
                  </a:lnTo>
                  <a:lnTo>
                    <a:pt x="1162982" y="52717"/>
                  </a:lnTo>
                  <a:lnTo>
                    <a:pt x="1170840" y="52422"/>
                  </a:lnTo>
                  <a:lnTo>
                    <a:pt x="1178698" y="52229"/>
                  </a:lnTo>
                  <a:lnTo>
                    <a:pt x="1186556" y="52130"/>
                  </a:lnTo>
                  <a:lnTo>
                    <a:pt x="1194414" y="51984"/>
                  </a:lnTo>
                  <a:lnTo>
                    <a:pt x="1202272" y="51946"/>
                  </a:lnTo>
                  <a:lnTo>
                    <a:pt x="1210130" y="51865"/>
                  </a:lnTo>
                  <a:lnTo>
                    <a:pt x="1217988" y="51912"/>
                  </a:lnTo>
                  <a:lnTo>
                    <a:pt x="1225846" y="52157"/>
                  </a:lnTo>
                  <a:lnTo>
                    <a:pt x="1233704" y="52041"/>
                  </a:lnTo>
                  <a:lnTo>
                    <a:pt x="1241562" y="51951"/>
                  </a:lnTo>
                  <a:lnTo>
                    <a:pt x="1249420" y="51968"/>
                  </a:lnTo>
                  <a:lnTo>
                    <a:pt x="1257278" y="51986"/>
                  </a:lnTo>
                  <a:lnTo>
                    <a:pt x="1265136" y="51830"/>
                  </a:lnTo>
                  <a:lnTo>
                    <a:pt x="1272994" y="51753"/>
                  </a:lnTo>
                  <a:lnTo>
                    <a:pt x="1280852" y="51838"/>
                  </a:lnTo>
                  <a:lnTo>
                    <a:pt x="1288710" y="51691"/>
                  </a:lnTo>
                  <a:lnTo>
                    <a:pt x="1296568" y="51549"/>
                  </a:lnTo>
                  <a:lnTo>
                    <a:pt x="1304426" y="51452"/>
                  </a:lnTo>
                  <a:lnTo>
                    <a:pt x="1312284" y="51629"/>
                  </a:lnTo>
                  <a:lnTo>
                    <a:pt x="1320142" y="51551"/>
                  </a:lnTo>
                  <a:lnTo>
                    <a:pt x="1328000" y="51547"/>
                  </a:lnTo>
                  <a:lnTo>
                    <a:pt x="1335858" y="51336"/>
                  </a:lnTo>
                  <a:lnTo>
                    <a:pt x="1343716" y="51240"/>
                  </a:lnTo>
                  <a:lnTo>
                    <a:pt x="1351574" y="51324"/>
                  </a:lnTo>
                  <a:lnTo>
                    <a:pt x="1359432" y="51207"/>
                  </a:lnTo>
                  <a:lnTo>
                    <a:pt x="1367290" y="50919"/>
                  </a:lnTo>
                  <a:lnTo>
                    <a:pt x="1375148" y="50629"/>
                  </a:lnTo>
                  <a:lnTo>
                    <a:pt x="1383006" y="50358"/>
                  </a:lnTo>
                  <a:lnTo>
                    <a:pt x="1390864" y="50530"/>
                  </a:lnTo>
                  <a:lnTo>
                    <a:pt x="1398722" y="50711"/>
                  </a:lnTo>
                  <a:lnTo>
                    <a:pt x="1406580" y="50582"/>
                  </a:lnTo>
                  <a:lnTo>
                    <a:pt x="1414438" y="50626"/>
                  </a:lnTo>
                  <a:lnTo>
                    <a:pt x="1422296" y="50480"/>
                  </a:lnTo>
                  <a:lnTo>
                    <a:pt x="1430154" y="50098"/>
                  </a:lnTo>
                  <a:lnTo>
                    <a:pt x="1438012" y="49658"/>
                  </a:lnTo>
                  <a:lnTo>
                    <a:pt x="1445870" y="49567"/>
                  </a:lnTo>
                  <a:lnTo>
                    <a:pt x="1453728" y="49587"/>
                  </a:lnTo>
                  <a:lnTo>
                    <a:pt x="1461586" y="49422"/>
                  </a:lnTo>
                  <a:lnTo>
                    <a:pt x="1469444" y="49143"/>
                  </a:lnTo>
                  <a:lnTo>
                    <a:pt x="1477302" y="48863"/>
                  </a:lnTo>
                  <a:lnTo>
                    <a:pt x="1485160" y="48582"/>
                  </a:lnTo>
                  <a:lnTo>
                    <a:pt x="1493018" y="48303"/>
                  </a:lnTo>
                  <a:lnTo>
                    <a:pt x="1500876" y="48009"/>
                  </a:lnTo>
                  <a:lnTo>
                    <a:pt x="1508734" y="47741"/>
                  </a:lnTo>
                  <a:lnTo>
                    <a:pt x="1516592" y="47462"/>
                  </a:lnTo>
                  <a:lnTo>
                    <a:pt x="1524450" y="47239"/>
                  </a:lnTo>
                  <a:lnTo>
                    <a:pt x="1532308" y="47188"/>
                  </a:lnTo>
                  <a:lnTo>
                    <a:pt x="1540166" y="46905"/>
                  </a:lnTo>
                  <a:lnTo>
                    <a:pt x="1548024" y="46784"/>
                  </a:lnTo>
                  <a:lnTo>
                    <a:pt x="1555882" y="46664"/>
                  </a:lnTo>
                  <a:lnTo>
                    <a:pt x="1563740" y="46630"/>
                  </a:lnTo>
                  <a:lnTo>
                    <a:pt x="1571598" y="46766"/>
                  </a:lnTo>
                  <a:lnTo>
                    <a:pt x="1579456" y="46641"/>
                  </a:lnTo>
                  <a:lnTo>
                    <a:pt x="1587314" y="46320"/>
                  </a:lnTo>
                  <a:lnTo>
                    <a:pt x="1595172" y="46059"/>
                  </a:lnTo>
                  <a:lnTo>
                    <a:pt x="1603030" y="45807"/>
                  </a:lnTo>
                  <a:lnTo>
                    <a:pt x="1610888" y="45519"/>
                  </a:lnTo>
                  <a:lnTo>
                    <a:pt x="1618746" y="45359"/>
                  </a:lnTo>
                  <a:lnTo>
                    <a:pt x="1626604" y="45210"/>
                  </a:lnTo>
                  <a:lnTo>
                    <a:pt x="1634462" y="45056"/>
                  </a:lnTo>
                  <a:lnTo>
                    <a:pt x="1642320" y="44899"/>
                  </a:lnTo>
                  <a:lnTo>
                    <a:pt x="1650178" y="44741"/>
                  </a:lnTo>
                  <a:lnTo>
                    <a:pt x="1658036" y="44583"/>
                  </a:lnTo>
                  <a:lnTo>
                    <a:pt x="1665894" y="44425"/>
                  </a:lnTo>
                  <a:lnTo>
                    <a:pt x="1673752" y="44266"/>
                  </a:lnTo>
                  <a:lnTo>
                    <a:pt x="1681610" y="44108"/>
                  </a:lnTo>
                  <a:lnTo>
                    <a:pt x="1689468" y="43954"/>
                  </a:lnTo>
                  <a:lnTo>
                    <a:pt x="1697326" y="43797"/>
                  </a:lnTo>
                  <a:lnTo>
                    <a:pt x="1705184" y="43509"/>
                  </a:lnTo>
                  <a:lnTo>
                    <a:pt x="1713042" y="43244"/>
                  </a:lnTo>
                  <a:lnTo>
                    <a:pt x="1720900" y="43039"/>
                  </a:lnTo>
                  <a:lnTo>
                    <a:pt x="1728758" y="42732"/>
                  </a:lnTo>
                  <a:lnTo>
                    <a:pt x="1736616" y="42427"/>
                  </a:lnTo>
                  <a:lnTo>
                    <a:pt x="1744474" y="42595"/>
                  </a:lnTo>
                  <a:lnTo>
                    <a:pt x="1752332" y="42628"/>
                  </a:lnTo>
                  <a:lnTo>
                    <a:pt x="1760190" y="42316"/>
                  </a:lnTo>
                  <a:lnTo>
                    <a:pt x="1768048" y="42002"/>
                  </a:lnTo>
                  <a:lnTo>
                    <a:pt x="1775906" y="41693"/>
                  </a:lnTo>
                  <a:lnTo>
                    <a:pt x="1783764" y="41385"/>
                  </a:lnTo>
                  <a:lnTo>
                    <a:pt x="1791622" y="41076"/>
                  </a:lnTo>
                  <a:lnTo>
                    <a:pt x="1799480" y="40852"/>
                  </a:lnTo>
                  <a:lnTo>
                    <a:pt x="1807338" y="40731"/>
                  </a:lnTo>
                  <a:lnTo>
                    <a:pt x="1815196" y="40262"/>
                  </a:lnTo>
                  <a:lnTo>
                    <a:pt x="1823054" y="40059"/>
                  </a:lnTo>
                  <a:lnTo>
                    <a:pt x="1830912" y="40119"/>
                  </a:lnTo>
                  <a:lnTo>
                    <a:pt x="1838770" y="40181"/>
                  </a:lnTo>
                  <a:lnTo>
                    <a:pt x="1846628" y="40248"/>
                  </a:lnTo>
                  <a:lnTo>
                    <a:pt x="1854486" y="40041"/>
                  </a:lnTo>
                  <a:lnTo>
                    <a:pt x="1862344" y="39739"/>
                  </a:lnTo>
                  <a:lnTo>
                    <a:pt x="1870202" y="39437"/>
                  </a:lnTo>
                  <a:lnTo>
                    <a:pt x="1878060" y="39133"/>
                  </a:lnTo>
                  <a:lnTo>
                    <a:pt x="1885918" y="39006"/>
                  </a:lnTo>
                  <a:lnTo>
                    <a:pt x="1893776" y="38965"/>
                  </a:lnTo>
                  <a:lnTo>
                    <a:pt x="1901634" y="38923"/>
                  </a:lnTo>
                  <a:lnTo>
                    <a:pt x="1909492" y="38882"/>
                  </a:lnTo>
                  <a:lnTo>
                    <a:pt x="1917350" y="38526"/>
                  </a:lnTo>
                  <a:lnTo>
                    <a:pt x="1925208" y="38157"/>
                  </a:lnTo>
                  <a:lnTo>
                    <a:pt x="1933066" y="37787"/>
                  </a:lnTo>
                  <a:lnTo>
                    <a:pt x="1940924" y="37419"/>
                  </a:lnTo>
                  <a:lnTo>
                    <a:pt x="1948782" y="37054"/>
                  </a:lnTo>
                  <a:lnTo>
                    <a:pt x="1956640" y="36687"/>
                  </a:lnTo>
                  <a:lnTo>
                    <a:pt x="1964498" y="36514"/>
                  </a:lnTo>
                  <a:lnTo>
                    <a:pt x="1972356" y="36376"/>
                  </a:lnTo>
                  <a:lnTo>
                    <a:pt x="1980214" y="35962"/>
                  </a:lnTo>
                  <a:lnTo>
                    <a:pt x="1988072" y="35809"/>
                  </a:lnTo>
                  <a:lnTo>
                    <a:pt x="1995930" y="35677"/>
                  </a:lnTo>
                  <a:lnTo>
                    <a:pt x="2003788" y="35547"/>
                  </a:lnTo>
                  <a:lnTo>
                    <a:pt x="2011646" y="35313"/>
                  </a:lnTo>
                  <a:lnTo>
                    <a:pt x="2019504" y="35261"/>
                  </a:lnTo>
                  <a:lnTo>
                    <a:pt x="2027362" y="35150"/>
                  </a:lnTo>
                  <a:lnTo>
                    <a:pt x="2035220" y="3503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186414" y="3056177"/>
              <a:ext cx="2035220" cy="32029"/>
            </a:xfrm>
            <a:custGeom>
              <a:avLst/>
              <a:pathLst>
                <a:path w="2035220" h="32029">
                  <a:moveTo>
                    <a:pt x="2035220" y="32029"/>
                  </a:moveTo>
                  <a:lnTo>
                    <a:pt x="2027362" y="31931"/>
                  </a:lnTo>
                  <a:lnTo>
                    <a:pt x="2019504" y="31805"/>
                  </a:lnTo>
                  <a:lnTo>
                    <a:pt x="2011646" y="31693"/>
                  </a:lnTo>
                  <a:lnTo>
                    <a:pt x="2003788" y="31582"/>
                  </a:lnTo>
                  <a:lnTo>
                    <a:pt x="1995930" y="31469"/>
                  </a:lnTo>
                  <a:lnTo>
                    <a:pt x="1988072" y="31355"/>
                  </a:lnTo>
                  <a:lnTo>
                    <a:pt x="1980214" y="31216"/>
                  </a:lnTo>
                  <a:lnTo>
                    <a:pt x="1972356" y="31092"/>
                  </a:lnTo>
                  <a:lnTo>
                    <a:pt x="1964498" y="30994"/>
                  </a:lnTo>
                  <a:lnTo>
                    <a:pt x="1956640" y="30893"/>
                  </a:lnTo>
                  <a:lnTo>
                    <a:pt x="1948782" y="30777"/>
                  </a:lnTo>
                  <a:lnTo>
                    <a:pt x="1940924" y="30659"/>
                  </a:lnTo>
                  <a:lnTo>
                    <a:pt x="1933066" y="30534"/>
                  </a:lnTo>
                  <a:lnTo>
                    <a:pt x="1925208" y="30422"/>
                  </a:lnTo>
                  <a:lnTo>
                    <a:pt x="1917350" y="30302"/>
                  </a:lnTo>
                  <a:lnTo>
                    <a:pt x="1909492" y="30181"/>
                  </a:lnTo>
                  <a:lnTo>
                    <a:pt x="1901634" y="30063"/>
                  </a:lnTo>
                  <a:lnTo>
                    <a:pt x="1893776" y="29937"/>
                  </a:lnTo>
                  <a:lnTo>
                    <a:pt x="1885918" y="29814"/>
                  </a:lnTo>
                  <a:lnTo>
                    <a:pt x="1878060" y="29687"/>
                  </a:lnTo>
                  <a:lnTo>
                    <a:pt x="1870202" y="29559"/>
                  </a:lnTo>
                  <a:lnTo>
                    <a:pt x="1862344" y="29430"/>
                  </a:lnTo>
                  <a:lnTo>
                    <a:pt x="1854486" y="29300"/>
                  </a:lnTo>
                  <a:lnTo>
                    <a:pt x="1846628" y="29169"/>
                  </a:lnTo>
                  <a:lnTo>
                    <a:pt x="1838770" y="29037"/>
                  </a:lnTo>
                  <a:lnTo>
                    <a:pt x="1830912" y="28905"/>
                  </a:lnTo>
                  <a:lnTo>
                    <a:pt x="1823054" y="28769"/>
                  </a:lnTo>
                  <a:lnTo>
                    <a:pt x="1815196" y="28620"/>
                  </a:lnTo>
                  <a:lnTo>
                    <a:pt x="1807338" y="28469"/>
                  </a:lnTo>
                  <a:lnTo>
                    <a:pt x="1799480" y="28317"/>
                  </a:lnTo>
                  <a:lnTo>
                    <a:pt x="1791622" y="28164"/>
                  </a:lnTo>
                  <a:lnTo>
                    <a:pt x="1783764" y="28010"/>
                  </a:lnTo>
                  <a:lnTo>
                    <a:pt x="1775906" y="27855"/>
                  </a:lnTo>
                  <a:lnTo>
                    <a:pt x="1768048" y="27698"/>
                  </a:lnTo>
                  <a:lnTo>
                    <a:pt x="1760190" y="27541"/>
                  </a:lnTo>
                  <a:lnTo>
                    <a:pt x="1752332" y="27382"/>
                  </a:lnTo>
                  <a:lnTo>
                    <a:pt x="1744474" y="27222"/>
                  </a:lnTo>
                  <a:lnTo>
                    <a:pt x="1736616" y="27061"/>
                  </a:lnTo>
                  <a:lnTo>
                    <a:pt x="1728758" y="26899"/>
                  </a:lnTo>
                  <a:lnTo>
                    <a:pt x="1720900" y="26748"/>
                  </a:lnTo>
                  <a:lnTo>
                    <a:pt x="1713042" y="26626"/>
                  </a:lnTo>
                  <a:lnTo>
                    <a:pt x="1705184" y="26502"/>
                  </a:lnTo>
                  <a:lnTo>
                    <a:pt x="1697326" y="26378"/>
                  </a:lnTo>
                  <a:lnTo>
                    <a:pt x="1689468" y="26253"/>
                  </a:lnTo>
                  <a:lnTo>
                    <a:pt x="1681610" y="26128"/>
                  </a:lnTo>
                  <a:lnTo>
                    <a:pt x="1673752" y="25959"/>
                  </a:lnTo>
                  <a:lnTo>
                    <a:pt x="1665894" y="25815"/>
                  </a:lnTo>
                  <a:lnTo>
                    <a:pt x="1658036" y="25667"/>
                  </a:lnTo>
                  <a:lnTo>
                    <a:pt x="1650178" y="25488"/>
                  </a:lnTo>
                  <a:lnTo>
                    <a:pt x="1642320" y="25323"/>
                  </a:lnTo>
                  <a:lnTo>
                    <a:pt x="1634462" y="25141"/>
                  </a:lnTo>
                  <a:lnTo>
                    <a:pt x="1626604" y="24956"/>
                  </a:lnTo>
                  <a:lnTo>
                    <a:pt x="1618746" y="24771"/>
                  </a:lnTo>
                  <a:lnTo>
                    <a:pt x="1610888" y="24584"/>
                  </a:lnTo>
                  <a:lnTo>
                    <a:pt x="1603030" y="24395"/>
                  </a:lnTo>
                  <a:lnTo>
                    <a:pt x="1595172" y="24206"/>
                  </a:lnTo>
                  <a:lnTo>
                    <a:pt x="1587314" y="24014"/>
                  </a:lnTo>
                  <a:lnTo>
                    <a:pt x="1579456" y="23879"/>
                  </a:lnTo>
                  <a:lnTo>
                    <a:pt x="1571598" y="23801"/>
                  </a:lnTo>
                  <a:lnTo>
                    <a:pt x="1563740" y="23686"/>
                  </a:lnTo>
                  <a:lnTo>
                    <a:pt x="1555882" y="23515"/>
                  </a:lnTo>
                  <a:lnTo>
                    <a:pt x="1548024" y="23342"/>
                  </a:lnTo>
                  <a:lnTo>
                    <a:pt x="1540166" y="23167"/>
                  </a:lnTo>
                  <a:lnTo>
                    <a:pt x="1532308" y="22991"/>
                  </a:lnTo>
                  <a:lnTo>
                    <a:pt x="1524450" y="22813"/>
                  </a:lnTo>
                  <a:lnTo>
                    <a:pt x="1516592" y="22633"/>
                  </a:lnTo>
                  <a:lnTo>
                    <a:pt x="1508734" y="22474"/>
                  </a:lnTo>
                  <a:lnTo>
                    <a:pt x="1500876" y="22319"/>
                  </a:lnTo>
                  <a:lnTo>
                    <a:pt x="1493018" y="22087"/>
                  </a:lnTo>
                  <a:lnTo>
                    <a:pt x="1485160" y="21904"/>
                  </a:lnTo>
                  <a:lnTo>
                    <a:pt x="1477302" y="21720"/>
                  </a:lnTo>
                  <a:lnTo>
                    <a:pt x="1469444" y="21535"/>
                  </a:lnTo>
                  <a:lnTo>
                    <a:pt x="1461586" y="21349"/>
                  </a:lnTo>
                  <a:lnTo>
                    <a:pt x="1453728" y="21161"/>
                  </a:lnTo>
                  <a:lnTo>
                    <a:pt x="1445870" y="20972"/>
                  </a:lnTo>
                  <a:lnTo>
                    <a:pt x="1438012" y="20781"/>
                  </a:lnTo>
                  <a:lnTo>
                    <a:pt x="1430154" y="20588"/>
                  </a:lnTo>
                  <a:lnTo>
                    <a:pt x="1422296" y="20439"/>
                  </a:lnTo>
                  <a:lnTo>
                    <a:pt x="1414438" y="20317"/>
                  </a:lnTo>
                  <a:lnTo>
                    <a:pt x="1406580" y="20150"/>
                  </a:lnTo>
                  <a:lnTo>
                    <a:pt x="1398722" y="19891"/>
                  </a:lnTo>
                  <a:lnTo>
                    <a:pt x="1390864" y="19629"/>
                  </a:lnTo>
                  <a:lnTo>
                    <a:pt x="1383006" y="19407"/>
                  </a:lnTo>
                  <a:lnTo>
                    <a:pt x="1375148" y="19204"/>
                  </a:lnTo>
                  <a:lnTo>
                    <a:pt x="1367290" y="19000"/>
                  </a:lnTo>
                  <a:lnTo>
                    <a:pt x="1359432" y="18794"/>
                  </a:lnTo>
                  <a:lnTo>
                    <a:pt x="1351574" y="18510"/>
                  </a:lnTo>
                  <a:lnTo>
                    <a:pt x="1343716" y="18382"/>
                  </a:lnTo>
                  <a:lnTo>
                    <a:pt x="1335858" y="18176"/>
                  </a:lnTo>
                  <a:lnTo>
                    <a:pt x="1328000" y="17982"/>
                  </a:lnTo>
                  <a:lnTo>
                    <a:pt x="1320142" y="17755"/>
                  </a:lnTo>
                  <a:lnTo>
                    <a:pt x="1312284" y="17492"/>
                  </a:lnTo>
                  <a:lnTo>
                    <a:pt x="1304426" y="17228"/>
                  </a:lnTo>
                  <a:lnTo>
                    <a:pt x="1296568" y="17114"/>
                  </a:lnTo>
                  <a:lnTo>
                    <a:pt x="1288710" y="16922"/>
                  </a:lnTo>
                  <a:lnTo>
                    <a:pt x="1280852" y="16845"/>
                  </a:lnTo>
                  <a:lnTo>
                    <a:pt x="1272994" y="16728"/>
                  </a:lnTo>
                  <a:lnTo>
                    <a:pt x="1265136" y="16532"/>
                  </a:lnTo>
                  <a:lnTo>
                    <a:pt x="1257278" y="16242"/>
                  </a:lnTo>
                  <a:lnTo>
                    <a:pt x="1249420" y="16075"/>
                  </a:lnTo>
                  <a:lnTo>
                    <a:pt x="1241562" y="15909"/>
                  </a:lnTo>
                  <a:lnTo>
                    <a:pt x="1233704" y="15743"/>
                  </a:lnTo>
                  <a:lnTo>
                    <a:pt x="1225846" y="15575"/>
                  </a:lnTo>
                  <a:lnTo>
                    <a:pt x="1217988" y="15406"/>
                  </a:lnTo>
                  <a:lnTo>
                    <a:pt x="1210130" y="15236"/>
                  </a:lnTo>
                  <a:lnTo>
                    <a:pt x="1202272" y="15065"/>
                  </a:lnTo>
                  <a:lnTo>
                    <a:pt x="1194414" y="14846"/>
                  </a:lnTo>
                  <a:lnTo>
                    <a:pt x="1186556" y="14625"/>
                  </a:lnTo>
                  <a:lnTo>
                    <a:pt x="1178698" y="14403"/>
                  </a:lnTo>
                  <a:lnTo>
                    <a:pt x="1170840" y="14177"/>
                  </a:lnTo>
                  <a:lnTo>
                    <a:pt x="1162982" y="13957"/>
                  </a:lnTo>
                  <a:lnTo>
                    <a:pt x="1155124" y="13724"/>
                  </a:lnTo>
                  <a:lnTo>
                    <a:pt x="1147266" y="13494"/>
                  </a:lnTo>
                  <a:lnTo>
                    <a:pt x="1139408" y="13294"/>
                  </a:lnTo>
                  <a:lnTo>
                    <a:pt x="1131550" y="13034"/>
                  </a:lnTo>
                  <a:lnTo>
                    <a:pt x="1123692" y="12796"/>
                  </a:lnTo>
                  <a:lnTo>
                    <a:pt x="1115834" y="12564"/>
                  </a:lnTo>
                  <a:lnTo>
                    <a:pt x="1107976" y="12331"/>
                  </a:lnTo>
                  <a:lnTo>
                    <a:pt x="1100118" y="12179"/>
                  </a:lnTo>
                  <a:lnTo>
                    <a:pt x="1092260" y="12031"/>
                  </a:lnTo>
                  <a:lnTo>
                    <a:pt x="1084402" y="11889"/>
                  </a:lnTo>
                  <a:lnTo>
                    <a:pt x="1076544" y="11721"/>
                  </a:lnTo>
                  <a:lnTo>
                    <a:pt x="1068686" y="11464"/>
                  </a:lnTo>
                  <a:lnTo>
                    <a:pt x="1060828" y="11274"/>
                  </a:lnTo>
                  <a:lnTo>
                    <a:pt x="1052970" y="11180"/>
                  </a:lnTo>
                  <a:lnTo>
                    <a:pt x="1045112" y="11086"/>
                  </a:lnTo>
                  <a:lnTo>
                    <a:pt x="1037254" y="10935"/>
                  </a:lnTo>
                  <a:lnTo>
                    <a:pt x="1029397" y="10699"/>
                  </a:lnTo>
                  <a:lnTo>
                    <a:pt x="1021539" y="10461"/>
                  </a:lnTo>
                  <a:lnTo>
                    <a:pt x="1013681" y="10220"/>
                  </a:lnTo>
                  <a:lnTo>
                    <a:pt x="1005823" y="9977"/>
                  </a:lnTo>
                  <a:lnTo>
                    <a:pt x="997965" y="9731"/>
                  </a:lnTo>
                  <a:lnTo>
                    <a:pt x="990107" y="9484"/>
                  </a:lnTo>
                  <a:lnTo>
                    <a:pt x="982249" y="9317"/>
                  </a:lnTo>
                  <a:lnTo>
                    <a:pt x="974391" y="9109"/>
                  </a:lnTo>
                  <a:lnTo>
                    <a:pt x="966533" y="8886"/>
                  </a:lnTo>
                  <a:lnTo>
                    <a:pt x="958675" y="8615"/>
                  </a:lnTo>
                  <a:lnTo>
                    <a:pt x="950817" y="8467"/>
                  </a:lnTo>
                  <a:lnTo>
                    <a:pt x="942959" y="8340"/>
                  </a:lnTo>
                  <a:lnTo>
                    <a:pt x="935101" y="8213"/>
                  </a:lnTo>
                  <a:lnTo>
                    <a:pt x="927243" y="8085"/>
                  </a:lnTo>
                  <a:lnTo>
                    <a:pt x="919385" y="7953"/>
                  </a:lnTo>
                  <a:lnTo>
                    <a:pt x="911527" y="7823"/>
                  </a:lnTo>
                  <a:lnTo>
                    <a:pt x="903669" y="7692"/>
                  </a:lnTo>
                  <a:lnTo>
                    <a:pt x="895811" y="7495"/>
                  </a:lnTo>
                  <a:lnTo>
                    <a:pt x="887953" y="7198"/>
                  </a:lnTo>
                  <a:lnTo>
                    <a:pt x="880095" y="6989"/>
                  </a:lnTo>
                  <a:lnTo>
                    <a:pt x="872237" y="6797"/>
                  </a:lnTo>
                  <a:lnTo>
                    <a:pt x="864379" y="6614"/>
                  </a:lnTo>
                  <a:lnTo>
                    <a:pt x="856521" y="6559"/>
                  </a:lnTo>
                  <a:lnTo>
                    <a:pt x="848663" y="6539"/>
                  </a:lnTo>
                  <a:lnTo>
                    <a:pt x="840805" y="6351"/>
                  </a:lnTo>
                  <a:lnTo>
                    <a:pt x="832947" y="6156"/>
                  </a:lnTo>
                  <a:lnTo>
                    <a:pt x="825089" y="5984"/>
                  </a:lnTo>
                  <a:lnTo>
                    <a:pt x="817231" y="6000"/>
                  </a:lnTo>
                  <a:lnTo>
                    <a:pt x="809373" y="5849"/>
                  </a:lnTo>
                  <a:lnTo>
                    <a:pt x="801515" y="5776"/>
                  </a:lnTo>
                  <a:lnTo>
                    <a:pt x="793657" y="5518"/>
                  </a:lnTo>
                  <a:lnTo>
                    <a:pt x="785799" y="5451"/>
                  </a:lnTo>
                  <a:lnTo>
                    <a:pt x="777941" y="5249"/>
                  </a:lnTo>
                  <a:lnTo>
                    <a:pt x="770083" y="4988"/>
                  </a:lnTo>
                  <a:lnTo>
                    <a:pt x="762225" y="4906"/>
                  </a:lnTo>
                  <a:lnTo>
                    <a:pt x="754367" y="4726"/>
                  </a:lnTo>
                  <a:lnTo>
                    <a:pt x="746509" y="4535"/>
                  </a:lnTo>
                  <a:lnTo>
                    <a:pt x="738651" y="4310"/>
                  </a:lnTo>
                  <a:lnTo>
                    <a:pt x="730793" y="4050"/>
                  </a:lnTo>
                  <a:lnTo>
                    <a:pt x="722935" y="3985"/>
                  </a:lnTo>
                  <a:lnTo>
                    <a:pt x="715077" y="3899"/>
                  </a:lnTo>
                  <a:lnTo>
                    <a:pt x="707219" y="3836"/>
                  </a:lnTo>
                  <a:lnTo>
                    <a:pt x="699361" y="3794"/>
                  </a:lnTo>
                  <a:lnTo>
                    <a:pt x="691503" y="3663"/>
                  </a:lnTo>
                  <a:lnTo>
                    <a:pt x="683645" y="3624"/>
                  </a:lnTo>
                  <a:lnTo>
                    <a:pt x="675787" y="3420"/>
                  </a:lnTo>
                  <a:lnTo>
                    <a:pt x="667929" y="3371"/>
                  </a:lnTo>
                  <a:lnTo>
                    <a:pt x="660071" y="3386"/>
                  </a:lnTo>
                  <a:lnTo>
                    <a:pt x="652213" y="3335"/>
                  </a:lnTo>
                  <a:lnTo>
                    <a:pt x="644355" y="3191"/>
                  </a:lnTo>
                  <a:lnTo>
                    <a:pt x="636497" y="2951"/>
                  </a:lnTo>
                  <a:lnTo>
                    <a:pt x="628639" y="2784"/>
                  </a:lnTo>
                  <a:lnTo>
                    <a:pt x="620781" y="2511"/>
                  </a:lnTo>
                  <a:lnTo>
                    <a:pt x="612923" y="2195"/>
                  </a:lnTo>
                  <a:lnTo>
                    <a:pt x="605065" y="2097"/>
                  </a:lnTo>
                  <a:lnTo>
                    <a:pt x="597207" y="2042"/>
                  </a:lnTo>
                  <a:lnTo>
                    <a:pt x="589349" y="1987"/>
                  </a:lnTo>
                  <a:lnTo>
                    <a:pt x="581491" y="1932"/>
                  </a:lnTo>
                  <a:lnTo>
                    <a:pt x="573633" y="1877"/>
                  </a:lnTo>
                  <a:lnTo>
                    <a:pt x="565775" y="1825"/>
                  </a:lnTo>
                  <a:lnTo>
                    <a:pt x="557917" y="1775"/>
                  </a:lnTo>
                  <a:lnTo>
                    <a:pt x="550059" y="1785"/>
                  </a:lnTo>
                  <a:lnTo>
                    <a:pt x="542201" y="1666"/>
                  </a:lnTo>
                  <a:lnTo>
                    <a:pt x="534343" y="1476"/>
                  </a:lnTo>
                  <a:lnTo>
                    <a:pt x="526485" y="1457"/>
                  </a:lnTo>
                  <a:lnTo>
                    <a:pt x="518627" y="1451"/>
                  </a:lnTo>
                  <a:lnTo>
                    <a:pt x="510769" y="1419"/>
                  </a:lnTo>
                  <a:lnTo>
                    <a:pt x="502911" y="1401"/>
                  </a:lnTo>
                  <a:lnTo>
                    <a:pt x="495053" y="1316"/>
                  </a:lnTo>
                  <a:lnTo>
                    <a:pt x="487195" y="1192"/>
                  </a:lnTo>
                  <a:lnTo>
                    <a:pt x="479337" y="1067"/>
                  </a:lnTo>
                  <a:lnTo>
                    <a:pt x="471479" y="954"/>
                  </a:lnTo>
                  <a:lnTo>
                    <a:pt x="463621" y="975"/>
                  </a:lnTo>
                  <a:lnTo>
                    <a:pt x="455763" y="1057"/>
                  </a:lnTo>
                  <a:lnTo>
                    <a:pt x="447905" y="981"/>
                  </a:lnTo>
                  <a:lnTo>
                    <a:pt x="440047" y="954"/>
                  </a:lnTo>
                  <a:lnTo>
                    <a:pt x="432189" y="921"/>
                  </a:lnTo>
                  <a:lnTo>
                    <a:pt x="424331" y="868"/>
                  </a:lnTo>
                  <a:lnTo>
                    <a:pt x="416473" y="815"/>
                  </a:lnTo>
                  <a:lnTo>
                    <a:pt x="408615" y="718"/>
                  </a:lnTo>
                  <a:lnTo>
                    <a:pt x="400757" y="702"/>
                  </a:lnTo>
                  <a:lnTo>
                    <a:pt x="392899" y="652"/>
                  </a:lnTo>
                  <a:lnTo>
                    <a:pt x="385041" y="599"/>
                  </a:lnTo>
                  <a:lnTo>
                    <a:pt x="377183" y="598"/>
                  </a:lnTo>
                  <a:lnTo>
                    <a:pt x="369325" y="612"/>
                  </a:lnTo>
                  <a:lnTo>
                    <a:pt x="361467" y="519"/>
                  </a:lnTo>
                  <a:lnTo>
                    <a:pt x="353609" y="551"/>
                  </a:lnTo>
                  <a:lnTo>
                    <a:pt x="345751" y="592"/>
                  </a:lnTo>
                  <a:lnTo>
                    <a:pt x="337893" y="497"/>
                  </a:lnTo>
                  <a:lnTo>
                    <a:pt x="330035" y="367"/>
                  </a:lnTo>
                  <a:lnTo>
                    <a:pt x="322177" y="399"/>
                  </a:lnTo>
                  <a:lnTo>
                    <a:pt x="314319" y="429"/>
                  </a:lnTo>
                  <a:lnTo>
                    <a:pt x="306461" y="346"/>
                  </a:lnTo>
                  <a:lnTo>
                    <a:pt x="298603" y="425"/>
                  </a:lnTo>
                  <a:lnTo>
                    <a:pt x="290745" y="462"/>
                  </a:lnTo>
                  <a:lnTo>
                    <a:pt x="282887" y="415"/>
                  </a:lnTo>
                  <a:lnTo>
                    <a:pt x="275029" y="351"/>
                  </a:lnTo>
                  <a:lnTo>
                    <a:pt x="267171" y="286"/>
                  </a:lnTo>
                  <a:lnTo>
                    <a:pt x="259313" y="267"/>
                  </a:lnTo>
                  <a:lnTo>
                    <a:pt x="251455" y="332"/>
                  </a:lnTo>
                  <a:lnTo>
                    <a:pt x="243597" y="302"/>
                  </a:lnTo>
                  <a:lnTo>
                    <a:pt x="235739" y="201"/>
                  </a:lnTo>
                  <a:lnTo>
                    <a:pt x="227881" y="115"/>
                  </a:lnTo>
                  <a:lnTo>
                    <a:pt x="220023" y="91"/>
                  </a:lnTo>
                  <a:lnTo>
                    <a:pt x="212165" y="189"/>
                  </a:lnTo>
                  <a:lnTo>
                    <a:pt x="204307" y="189"/>
                  </a:lnTo>
                  <a:lnTo>
                    <a:pt x="196449" y="111"/>
                  </a:lnTo>
                  <a:lnTo>
                    <a:pt x="188591" y="129"/>
                  </a:lnTo>
                  <a:lnTo>
                    <a:pt x="180733" y="141"/>
                  </a:lnTo>
                  <a:lnTo>
                    <a:pt x="172875" y="188"/>
                  </a:lnTo>
                  <a:lnTo>
                    <a:pt x="165017" y="173"/>
                  </a:lnTo>
                  <a:lnTo>
                    <a:pt x="157159" y="216"/>
                  </a:lnTo>
                  <a:lnTo>
                    <a:pt x="149301" y="264"/>
                  </a:lnTo>
                  <a:lnTo>
                    <a:pt x="141443" y="324"/>
                  </a:lnTo>
                  <a:lnTo>
                    <a:pt x="133585" y="261"/>
                  </a:lnTo>
                  <a:lnTo>
                    <a:pt x="125727" y="330"/>
                  </a:lnTo>
                  <a:lnTo>
                    <a:pt x="117869" y="201"/>
                  </a:lnTo>
                  <a:lnTo>
                    <a:pt x="110011" y="128"/>
                  </a:lnTo>
                  <a:lnTo>
                    <a:pt x="102153" y="107"/>
                  </a:lnTo>
                  <a:lnTo>
                    <a:pt x="94295" y="91"/>
                  </a:lnTo>
                  <a:lnTo>
                    <a:pt x="86437" y="78"/>
                  </a:lnTo>
                  <a:lnTo>
                    <a:pt x="78579" y="65"/>
                  </a:lnTo>
                  <a:lnTo>
                    <a:pt x="70721" y="48"/>
                  </a:lnTo>
                  <a:lnTo>
                    <a:pt x="62863" y="31"/>
                  </a:lnTo>
                  <a:lnTo>
                    <a:pt x="55005" y="14"/>
                  </a:lnTo>
                  <a:lnTo>
                    <a:pt x="47147" y="0"/>
                  </a:lnTo>
                  <a:lnTo>
                    <a:pt x="39289" y="87"/>
                  </a:lnTo>
                  <a:lnTo>
                    <a:pt x="31431" y="45"/>
                  </a:lnTo>
                  <a:lnTo>
                    <a:pt x="23573" y="169"/>
                  </a:lnTo>
                  <a:lnTo>
                    <a:pt x="15715" y="128"/>
                  </a:lnTo>
                  <a:lnTo>
                    <a:pt x="7857" y="111"/>
                  </a:lnTo>
                  <a:lnTo>
                    <a:pt x="0" y="13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g27"/>
            <p:cNvSpPr/>
            <p:nvPr/>
          </p:nvSpPr>
          <p:spPr>
            <a:xfrm>
              <a:off x="1186414" y="2430311"/>
              <a:ext cx="2035220" cy="674236"/>
            </a:xfrm>
            <a:custGeom>
              <a:avLst/>
              <a:pathLst>
                <a:path w="2035220" h="674236">
                  <a:moveTo>
                    <a:pt x="0" y="581789"/>
                  </a:moveTo>
                  <a:lnTo>
                    <a:pt x="7857" y="582064"/>
                  </a:lnTo>
                  <a:lnTo>
                    <a:pt x="15715" y="583214"/>
                  </a:lnTo>
                  <a:lnTo>
                    <a:pt x="23573" y="583990"/>
                  </a:lnTo>
                  <a:lnTo>
                    <a:pt x="31431" y="584459"/>
                  </a:lnTo>
                  <a:lnTo>
                    <a:pt x="39289" y="584751"/>
                  </a:lnTo>
                  <a:lnTo>
                    <a:pt x="47147" y="585382"/>
                  </a:lnTo>
                  <a:lnTo>
                    <a:pt x="55005" y="585874"/>
                  </a:lnTo>
                  <a:lnTo>
                    <a:pt x="62863" y="585816"/>
                  </a:lnTo>
                  <a:lnTo>
                    <a:pt x="70721" y="585840"/>
                  </a:lnTo>
                  <a:lnTo>
                    <a:pt x="78579" y="585758"/>
                  </a:lnTo>
                  <a:lnTo>
                    <a:pt x="86437" y="585794"/>
                  </a:lnTo>
                  <a:lnTo>
                    <a:pt x="94295" y="585677"/>
                  </a:lnTo>
                  <a:lnTo>
                    <a:pt x="102153" y="586261"/>
                  </a:lnTo>
                  <a:lnTo>
                    <a:pt x="110011" y="586721"/>
                  </a:lnTo>
                  <a:lnTo>
                    <a:pt x="117869" y="587604"/>
                  </a:lnTo>
                  <a:lnTo>
                    <a:pt x="125727" y="587792"/>
                  </a:lnTo>
                  <a:lnTo>
                    <a:pt x="133585" y="587856"/>
                  </a:lnTo>
                  <a:lnTo>
                    <a:pt x="141443" y="588189"/>
                  </a:lnTo>
                  <a:lnTo>
                    <a:pt x="149301" y="587826"/>
                  </a:lnTo>
                  <a:lnTo>
                    <a:pt x="157159" y="588180"/>
                  </a:lnTo>
                  <a:lnTo>
                    <a:pt x="165017" y="588098"/>
                  </a:lnTo>
                  <a:lnTo>
                    <a:pt x="172875" y="588106"/>
                  </a:lnTo>
                  <a:lnTo>
                    <a:pt x="180733" y="587766"/>
                  </a:lnTo>
                  <a:lnTo>
                    <a:pt x="188591" y="588187"/>
                  </a:lnTo>
                  <a:lnTo>
                    <a:pt x="196449" y="588189"/>
                  </a:lnTo>
                  <a:lnTo>
                    <a:pt x="204307" y="587882"/>
                  </a:lnTo>
                  <a:lnTo>
                    <a:pt x="212165" y="587790"/>
                  </a:lnTo>
                  <a:lnTo>
                    <a:pt x="220023" y="587241"/>
                  </a:lnTo>
                  <a:lnTo>
                    <a:pt x="227881" y="587301"/>
                  </a:lnTo>
                  <a:lnTo>
                    <a:pt x="235739" y="586640"/>
                  </a:lnTo>
                  <a:lnTo>
                    <a:pt x="243597" y="586427"/>
                  </a:lnTo>
                  <a:lnTo>
                    <a:pt x="251455" y="586022"/>
                  </a:lnTo>
                  <a:lnTo>
                    <a:pt x="259313" y="585626"/>
                  </a:lnTo>
                  <a:lnTo>
                    <a:pt x="267171" y="584985"/>
                  </a:lnTo>
                  <a:lnTo>
                    <a:pt x="275029" y="584447"/>
                  </a:lnTo>
                  <a:lnTo>
                    <a:pt x="282887" y="583629"/>
                  </a:lnTo>
                  <a:lnTo>
                    <a:pt x="290745" y="582610"/>
                  </a:lnTo>
                  <a:lnTo>
                    <a:pt x="298603" y="582321"/>
                  </a:lnTo>
                  <a:lnTo>
                    <a:pt x="306461" y="582006"/>
                  </a:lnTo>
                  <a:lnTo>
                    <a:pt x="314319" y="581724"/>
                  </a:lnTo>
                  <a:lnTo>
                    <a:pt x="322177" y="581412"/>
                  </a:lnTo>
                  <a:lnTo>
                    <a:pt x="330035" y="580995"/>
                  </a:lnTo>
                  <a:lnTo>
                    <a:pt x="337893" y="580739"/>
                  </a:lnTo>
                  <a:lnTo>
                    <a:pt x="345751" y="580346"/>
                  </a:lnTo>
                  <a:lnTo>
                    <a:pt x="353609" y="580073"/>
                  </a:lnTo>
                  <a:lnTo>
                    <a:pt x="361467" y="579029"/>
                  </a:lnTo>
                  <a:lnTo>
                    <a:pt x="369325" y="577985"/>
                  </a:lnTo>
                  <a:lnTo>
                    <a:pt x="377183" y="577223"/>
                  </a:lnTo>
                  <a:lnTo>
                    <a:pt x="385041" y="576458"/>
                  </a:lnTo>
                  <a:lnTo>
                    <a:pt x="392899" y="576117"/>
                  </a:lnTo>
                  <a:lnTo>
                    <a:pt x="400757" y="575086"/>
                  </a:lnTo>
                  <a:lnTo>
                    <a:pt x="408615" y="573348"/>
                  </a:lnTo>
                  <a:lnTo>
                    <a:pt x="416473" y="572817"/>
                  </a:lnTo>
                  <a:lnTo>
                    <a:pt x="424331" y="572404"/>
                  </a:lnTo>
                  <a:lnTo>
                    <a:pt x="432189" y="571507"/>
                  </a:lnTo>
                  <a:lnTo>
                    <a:pt x="440047" y="570612"/>
                  </a:lnTo>
                  <a:lnTo>
                    <a:pt x="447905" y="570218"/>
                  </a:lnTo>
                  <a:lnTo>
                    <a:pt x="455763" y="569032"/>
                  </a:lnTo>
                  <a:lnTo>
                    <a:pt x="463621" y="568228"/>
                  </a:lnTo>
                  <a:lnTo>
                    <a:pt x="471479" y="567027"/>
                  </a:lnTo>
                  <a:lnTo>
                    <a:pt x="479337" y="566245"/>
                  </a:lnTo>
                  <a:lnTo>
                    <a:pt x="487195" y="565906"/>
                  </a:lnTo>
                  <a:lnTo>
                    <a:pt x="495053" y="564643"/>
                  </a:lnTo>
                  <a:lnTo>
                    <a:pt x="502911" y="564291"/>
                  </a:lnTo>
                  <a:lnTo>
                    <a:pt x="510769" y="563048"/>
                  </a:lnTo>
                  <a:lnTo>
                    <a:pt x="518627" y="562788"/>
                  </a:lnTo>
                  <a:lnTo>
                    <a:pt x="526485" y="562706"/>
                  </a:lnTo>
                  <a:lnTo>
                    <a:pt x="534343" y="562246"/>
                  </a:lnTo>
                  <a:lnTo>
                    <a:pt x="542201" y="561543"/>
                  </a:lnTo>
                  <a:lnTo>
                    <a:pt x="550059" y="559776"/>
                  </a:lnTo>
                  <a:lnTo>
                    <a:pt x="557917" y="558319"/>
                  </a:lnTo>
                  <a:lnTo>
                    <a:pt x="565775" y="556962"/>
                  </a:lnTo>
                  <a:lnTo>
                    <a:pt x="573633" y="556022"/>
                  </a:lnTo>
                  <a:lnTo>
                    <a:pt x="581491" y="555144"/>
                  </a:lnTo>
                  <a:lnTo>
                    <a:pt x="589349" y="553724"/>
                  </a:lnTo>
                  <a:lnTo>
                    <a:pt x="597207" y="552283"/>
                  </a:lnTo>
                  <a:lnTo>
                    <a:pt x="605065" y="550650"/>
                  </a:lnTo>
                  <a:lnTo>
                    <a:pt x="612923" y="549287"/>
                  </a:lnTo>
                  <a:lnTo>
                    <a:pt x="620781" y="547841"/>
                  </a:lnTo>
                  <a:lnTo>
                    <a:pt x="628639" y="546335"/>
                  </a:lnTo>
                  <a:lnTo>
                    <a:pt x="636497" y="544707"/>
                  </a:lnTo>
                  <a:lnTo>
                    <a:pt x="644355" y="543462"/>
                  </a:lnTo>
                  <a:lnTo>
                    <a:pt x="652213" y="541910"/>
                  </a:lnTo>
                  <a:lnTo>
                    <a:pt x="660071" y="540227"/>
                  </a:lnTo>
                  <a:lnTo>
                    <a:pt x="667929" y="538759"/>
                  </a:lnTo>
                  <a:lnTo>
                    <a:pt x="675787" y="537160"/>
                  </a:lnTo>
                  <a:lnTo>
                    <a:pt x="683645" y="536522"/>
                  </a:lnTo>
                  <a:lnTo>
                    <a:pt x="691503" y="536011"/>
                  </a:lnTo>
                  <a:lnTo>
                    <a:pt x="699361" y="534291"/>
                  </a:lnTo>
                  <a:lnTo>
                    <a:pt x="707219" y="532477"/>
                  </a:lnTo>
                  <a:lnTo>
                    <a:pt x="715077" y="530621"/>
                  </a:lnTo>
                  <a:lnTo>
                    <a:pt x="722935" y="528740"/>
                  </a:lnTo>
                  <a:lnTo>
                    <a:pt x="730793" y="526848"/>
                  </a:lnTo>
                  <a:lnTo>
                    <a:pt x="738651" y="525051"/>
                  </a:lnTo>
                  <a:lnTo>
                    <a:pt x="746509" y="523131"/>
                  </a:lnTo>
                  <a:lnTo>
                    <a:pt x="754367" y="521191"/>
                  </a:lnTo>
                  <a:lnTo>
                    <a:pt x="762225" y="519230"/>
                  </a:lnTo>
                  <a:lnTo>
                    <a:pt x="770083" y="517329"/>
                  </a:lnTo>
                  <a:lnTo>
                    <a:pt x="777941" y="516145"/>
                  </a:lnTo>
                  <a:lnTo>
                    <a:pt x="785799" y="514642"/>
                  </a:lnTo>
                  <a:lnTo>
                    <a:pt x="793657" y="512705"/>
                  </a:lnTo>
                  <a:lnTo>
                    <a:pt x="801515" y="510766"/>
                  </a:lnTo>
                  <a:lnTo>
                    <a:pt x="809373" y="509689"/>
                  </a:lnTo>
                  <a:lnTo>
                    <a:pt x="817231" y="508267"/>
                  </a:lnTo>
                  <a:lnTo>
                    <a:pt x="825089" y="505611"/>
                  </a:lnTo>
                  <a:lnTo>
                    <a:pt x="832947" y="502920"/>
                  </a:lnTo>
                  <a:lnTo>
                    <a:pt x="840805" y="500653"/>
                  </a:lnTo>
                  <a:lnTo>
                    <a:pt x="848663" y="498644"/>
                  </a:lnTo>
                  <a:lnTo>
                    <a:pt x="856521" y="496722"/>
                  </a:lnTo>
                  <a:lnTo>
                    <a:pt x="864379" y="494783"/>
                  </a:lnTo>
                  <a:lnTo>
                    <a:pt x="872237" y="492833"/>
                  </a:lnTo>
                  <a:lnTo>
                    <a:pt x="880095" y="490694"/>
                  </a:lnTo>
                  <a:lnTo>
                    <a:pt x="887953" y="488543"/>
                  </a:lnTo>
                  <a:lnTo>
                    <a:pt x="895811" y="486791"/>
                  </a:lnTo>
                  <a:lnTo>
                    <a:pt x="903669" y="484571"/>
                  </a:lnTo>
                  <a:lnTo>
                    <a:pt x="911527" y="482124"/>
                  </a:lnTo>
                  <a:lnTo>
                    <a:pt x="919385" y="479653"/>
                  </a:lnTo>
                  <a:lnTo>
                    <a:pt x="927243" y="477157"/>
                  </a:lnTo>
                  <a:lnTo>
                    <a:pt x="935101" y="474724"/>
                  </a:lnTo>
                  <a:lnTo>
                    <a:pt x="942959" y="472358"/>
                  </a:lnTo>
                  <a:lnTo>
                    <a:pt x="950817" y="470320"/>
                  </a:lnTo>
                  <a:lnTo>
                    <a:pt x="958675" y="468297"/>
                  </a:lnTo>
                  <a:lnTo>
                    <a:pt x="966533" y="466295"/>
                  </a:lnTo>
                  <a:lnTo>
                    <a:pt x="974391" y="464259"/>
                  </a:lnTo>
                  <a:lnTo>
                    <a:pt x="982249" y="462213"/>
                  </a:lnTo>
                  <a:lnTo>
                    <a:pt x="990107" y="459650"/>
                  </a:lnTo>
                  <a:lnTo>
                    <a:pt x="997965" y="457523"/>
                  </a:lnTo>
                  <a:lnTo>
                    <a:pt x="1005823" y="454927"/>
                  </a:lnTo>
                  <a:lnTo>
                    <a:pt x="1013681" y="452307"/>
                  </a:lnTo>
                  <a:lnTo>
                    <a:pt x="1021539" y="449664"/>
                  </a:lnTo>
                  <a:lnTo>
                    <a:pt x="1029397" y="447223"/>
                  </a:lnTo>
                  <a:lnTo>
                    <a:pt x="1037254" y="444801"/>
                  </a:lnTo>
                  <a:lnTo>
                    <a:pt x="1045112" y="442360"/>
                  </a:lnTo>
                  <a:lnTo>
                    <a:pt x="1052970" y="439900"/>
                  </a:lnTo>
                  <a:lnTo>
                    <a:pt x="1060828" y="437428"/>
                  </a:lnTo>
                  <a:lnTo>
                    <a:pt x="1068686" y="435011"/>
                  </a:lnTo>
                  <a:lnTo>
                    <a:pt x="1076544" y="432408"/>
                  </a:lnTo>
                  <a:lnTo>
                    <a:pt x="1084402" y="429875"/>
                  </a:lnTo>
                  <a:lnTo>
                    <a:pt x="1092260" y="427323"/>
                  </a:lnTo>
                  <a:lnTo>
                    <a:pt x="1100118" y="424742"/>
                  </a:lnTo>
                  <a:lnTo>
                    <a:pt x="1107976" y="422149"/>
                  </a:lnTo>
                  <a:lnTo>
                    <a:pt x="1115834" y="419542"/>
                  </a:lnTo>
                  <a:lnTo>
                    <a:pt x="1123692" y="417125"/>
                  </a:lnTo>
                  <a:lnTo>
                    <a:pt x="1131550" y="414834"/>
                  </a:lnTo>
                  <a:lnTo>
                    <a:pt x="1139408" y="412296"/>
                  </a:lnTo>
                  <a:lnTo>
                    <a:pt x="1147266" y="409716"/>
                  </a:lnTo>
                  <a:lnTo>
                    <a:pt x="1155124" y="407137"/>
                  </a:lnTo>
                  <a:lnTo>
                    <a:pt x="1162982" y="404540"/>
                  </a:lnTo>
                  <a:lnTo>
                    <a:pt x="1170840" y="401926"/>
                  </a:lnTo>
                  <a:lnTo>
                    <a:pt x="1178698" y="399295"/>
                  </a:lnTo>
                  <a:lnTo>
                    <a:pt x="1186556" y="396648"/>
                  </a:lnTo>
                  <a:lnTo>
                    <a:pt x="1194414" y="393983"/>
                  </a:lnTo>
                  <a:lnTo>
                    <a:pt x="1202272" y="391301"/>
                  </a:lnTo>
                  <a:lnTo>
                    <a:pt x="1210130" y="388602"/>
                  </a:lnTo>
                  <a:lnTo>
                    <a:pt x="1217988" y="385887"/>
                  </a:lnTo>
                  <a:lnTo>
                    <a:pt x="1225846" y="383155"/>
                  </a:lnTo>
                  <a:lnTo>
                    <a:pt x="1233704" y="380406"/>
                  </a:lnTo>
                  <a:lnTo>
                    <a:pt x="1241562" y="376806"/>
                  </a:lnTo>
                  <a:lnTo>
                    <a:pt x="1249420" y="372974"/>
                  </a:lnTo>
                  <a:lnTo>
                    <a:pt x="1257278" y="370241"/>
                  </a:lnTo>
                  <a:lnTo>
                    <a:pt x="1265136" y="367888"/>
                  </a:lnTo>
                  <a:lnTo>
                    <a:pt x="1272994" y="365152"/>
                  </a:lnTo>
                  <a:lnTo>
                    <a:pt x="1280852" y="361610"/>
                  </a:lnTo>
                  <a:lnTo>
                    <a:pt x="1288710" y="358043"/>
                  </a:lnTo>
                  <a:lnTo>
                    <a:pt x="1296568" y="354452"/>
                  </a:lnTo>
                  <a:lnTo>
                    <a:pt x="1304426" y="351282"/>
                  </a:lnTo>
                  <a:lnTo>
                    <a:pt x="1312284" y="348214"/>
                  </a:lnTo>
                  <a:lnTo>
                    <a:pt x="1320142" y="345129"/>
                  </a:lnTo>
                  <a:lnTo>
                    <a:pt x="1328000" y="342027"/>
                  </a:lnTo>
                  <a:lnTo>
                    <a:pt x="1335858" y="338908"/>
                  </a:lnTo>
                  <a:lnTo>
                    <a:pt x="1343716" y="335773"/>
                  </a:lnTo>
                  <a:lnTo>
                    <a:pt x="1351574" y="332621"/>
                  </a:lnTo>
                  <a:lnTo>
                    <a:pt x="1359432" y="329452"/>
                  </a:lnTo>
                  <a:lnTo>
                    <a:pt x="1367290" y="326268"/>
                  </a:lnTo>
                  <a:lnTo>
                    <a:pt x="1375148" y="323067"/>
                  </a:lnTo>
                  <a:lnTo>
                    <a:pt x="1383006" y="319511"/>
                  </a:lnTo>
                  <a:lnTo>
                    <a:pt x="1390864" y="316233"/>
                  </a:lnTo>
                  <a:lnTo>
                    <a:pt x="1398722" y="312972"/>
                  </a:lnTo>
                  <a:lnTo>
                    <a:pt x="1406580" y="309695"/>
                  </a:lnTo>
                  <a:lnTo>
                    <a:pt x="1414438" y="306416"/>
                  </a:lnTo>
                  <a:lnTo>
                    <a:pt x="1422296" y="303097"/>
                  </a:lnTo>
                  <a:lnTo>
                    <a:pt x="1430154" y="299760"/>
                  </a:lnTo>
                  <a:lnTo>
                    <a:pt x="1438012" y="296512"/>
                  </a:lnTo>
                  <a:lnTo>
                    <a:pt x="1445870" y="293170"/>
                  </a:lnTo>
                  <a:lnTo>
                    <a:pt x="1453728" y="289813"/>
                  </a:lnTo>
                  <a:lnTo>
                    <a:pt x="1461586" y="286443"/>
                  </a:lnTo>
                  <a:lnTo>
                    <a:pt x="1469444" y="283058"/>
                  </a:lnTo>
                  <a:lnTo>
                    <a:pt x="1477302" y="279660"/>
                  </a:lnTo>
                  <a:lnTo>
                    <a:pt x="1485160" y="276249"/>
                  </a:lnTo>
                  <a:lnTo>
                    <a:pt x="1493018" y="272825"/>
                  </a:lnTo>
                  <a:lnTo>
                    <a:pt x="1500876" y="269387"/>
                  </a:lnTo>
                  <a:lnTo>
                    <a:pt x="1508734" y="265937"/>
                  </a:lnTo>
                  <a:lnTo>
                    <a:pt x="1516592" y="262475"/>
                  </a:lnTo>
                  <a:lnTo>
                    <a:pt x="1524450" y="259000"/>
                  </a:lnTo>
                  <a:lnTo>
                    <a:pt x="1532308" y="255514"/>
                  </a:lnTo>
                  <a:lnTo>
                    <a:pt x="1540166" y="252015"/>
                  </a:lnTo>
                  <a:lnTo>
                    <a:pt x="1548024" y="248506"/>
                  </a:lnTo>
                  <a:lnTo>
                    <a:pt x="1555882" y="244985"/>
                  </a:lnTo>
                  <a:lnTo>
                    <a:pt x="1563740" y="241453"/>
                  </a:lnTo>
                  <a:lnTo>
                    <a:pt x="1571598" y="237910"/>
                  </a:lnTo>
                  <a:lnTo>
                    <a:pt x="1579456" y="234357"/>
                  </a:lnTo>
                  <a:lnTo>
                    <a:pt x="1587314" y="230794"/>
                  </a:lnTo>
                  <a:lnTo>
                    <a:pt x="1595172" y="227221"/>
                  </a:lnTo>
                  <a:lnTo>
                    <a:pt x="1603030" y="223489"/>
                  </a:lnTo>
                  <a:lnTo>
                    <a:pt x="1610888" y="219283"/>
                  </a:lnTo>
                  <a:lnTo>
                    <a:pt x="1618746" y="215065"/>
                  </a:lnTo>
                  <a:lnTo>
                    <a:pt x="1626604" y="210836"/>
                  </a:lnTo>
                  <a:lnTo>
                    <a:pt x="1634462" y="206595"/>
                  </a:lnTo>
                  <a:lnTo>
                    <a:pt x="1642320" y="202343"/>
                  </a:lnTo>
                  <a:lnTo>
                    <a:pt x="1650178" y="198081"/>
                  </a:lnTo>
                  <a:lnTo>
                    <a:pt x="1658036" y="193926"/>
                  </a:lnTo>
                  <a:lnTo>
                    <a:pt x="1665894" y="190111"/>
                  </a:lnTo>
                  <a:lnTo>
                    <a:pt x="1673752" y="186289"/>
                  </a:lnTo>
                  <a:lnTo>
                    <a:pt x="1681610" y="182460"/>
                  </a:lnTo>
                  <a:lnTo>
                    <a:pt x="1689468" y="178624"/>
                  </a:lnTo>
                  <a:lnTo>
                    <a:pt x="1697326" y="174782"/>
                  </a:lnTo>
                  <a:lnTo>
                    <a:pt x="1705184" y="170935"/>
                  </a:lnTo>
                  <a:lnTo>
                    <a:pt x="1713042" y="167082"/>
                  </a:lnTo>
                  <a:lnTo>
                    <a:pt x="1720900" y="163224"/>
                  </a:lnTo>
                  <a:lnTo>
                    <a:pt x="1728758" y="159374"/>
                  </a:lnTo>
                  <a:lnTo>
                    <a:pt x="1736616" y="155530"/>
                  </a:lnTo>
                  <a:lnTo>
                    <a:pt x="1744474" y="151683"/>
                  </a:lnTo>
                  <a:lnTo>
                    <a:pt x="1752332" y="147832"/>
                  </a:lnTo>
                  <a:lnTo>
                    <a:pt x="1760190" y="143572"/>
                  </a:lnTo>
                  <a:lnTo>
                    <a:pt x="1768048" y="138913"/>
                  </a:lnTo>
                  <a:lnTo>
                    <a:pt x="1775906" y="134816"/>
                  </a:lnTo>
                  <a:lnTo>
                    <a:pt x="1783764" y="131352"/>
                  </a:lnTo>
                  <a:lnTo>
                    <a:pt x="1791622" y="127887"/>
                  </a:lnTo>
                  <a:lnTo>
                    <a:pt x="1799480" y="124420"/>
                  </a:lnTo>
                  <a:lnTo>
                    <a:pt x="1807338" y="120663"/>
                  </a:lnTo>
                  <a:lnTo>
                    <a:pt x="1815196" y="116765"/>
                  </a:lnTo>
                  <a:lnTo>
                    <a:pt x="1823054" y="112866"/>
                  </a:lnTo>
                  <a:lnTo>
                    <a:pt x="1830912" y="108968"/>
                  </a:lnTo>
                  <a:lnTo>
                    <a:pt x="1838770" y="105070"/>
                  </a:lnTo>
                  <a:lnTo>
                    <a:pt x="1846628" y="101155"/>
                  </a:lnTo>
                  <a:lnTo>
                    <a:pt x="1854486" y="96866"/>
                  </a:lnTo>
                  <a:lnTo>
                    <a:pt x="1862344" y="92580"/>
                  </a:lnTo>
                  <a:lnTo>
                    <a:pt x="1870202" y="88295"/>
                  </a:lnTo>
                  <a:lnTo>
                    <a:pt x="1878060" y="84014"/>
                  </a:lnTo>
                  <a:lnTo>
                    <a:pt x="1885918" y="79736"/>
                  </a:lnTo>
                  <a:lnTo>
                    <a:pt x="1893776" y="75462"/>
                  </a:lnTo>
                  <a:lnTo>
                    <a:pt x="1901634" y="71193"/>
                  </a:lnTo>
                  <a:lnTo>
                    <a:pt x="1909492" y="66928"/>
                  </a:lnTo>
                  <a:lnTo>
                    <a:pt x="1917350" y="62675"/>
                  </a:lnTo>
                  <a:lnTo>
                    <a:pt x="1925208" y="58430"/>
                  </a:lnTo>
                  <a:lnTo>
                    <a:pt x="1933066" y="54191"/>
                  </a:lnTo>
                  <a:lnTo>
                    <a:pt x="1940924" y="49959"/>
                  </a:lnTo>
                  <a:lnTo>
                    <a:pt x="1948782" y="45740"/>
                  </a:lnTo>
                  <a:lnTo>
                    <a:pt x="1956640" y="41534"/>
                  </a:lnTo>
                  <a:lnTo>
                    <a:pt x="1964498" y="37336"/>
                  </a:lnTo>
                  <a:lnTo>
                    <a:pt x="1972356" y="33147"/>
                  </a:lnTo>
                  <a:lnTo>
                    <a:pt x="1980214" y="28967"/>
                  </a:lnTo>
                  <a:lnTo>
                    <a:pt x="1988072" y="24796"/>
                  </a:lnTo>
                  <a:lnTo>
                    <a:pt x="1995930" y="20636"/>
                  </a:lnTo>
                  <a:lnTo>
                    <a:pt x="2003788" y="16486"/>
                  </a:lnTo>
                  <a:lnTo>
                    <a:pt x="2011646" y="12347"/>
                  </a:lnTo>
                  <a:lnTo>
                    <a:pt x="2019504" y="8219"/>
                  </a:lnTo>
                  <a:lnTo>
                    <a:pt x="2027362" y="4103"/>
                  </a:lnTo>
                  <a:lnTo>
                    <a:pt x="2035220" y="0"/>
                  </a:lnTo>
                  <a:lnTo>
                    <a:pt x="2035220" y="674236"/>
                  </a:lnTo>
                  <a:lnTo>
                    <a:pt x="2027362" y="674218"/>
                  </a:lnTo>
                  <a:lnTo>
                    <a:pt x="2019504" y="674205"/>
                  </a:lnTo>
                  <a:lnTo>
                    <a:pt x="2011646" y="674191"/>
                  </a:lnTo>
                  <a:lnTo>
                    <a:pt x="2003788" y="674177"/>
                  </a:lnTo>
                  <a:lnTo>
                    <a:pt x="1995930" y="674160"/>
                  </a:lnTo>
                  <a:lnTo>
                    <a:pt x="1988072" y="674143"/>
                  </a:lnTo>
                  <a:lnTo>
                    <a:pt x="1980214" y="674126"/>
                  </a:lnTo>
                  <a:lnTo>
                    <a:pt x="1972356" y="674108"/>
                  </a:lnTo>
                  <a:lnTo>
                    <a:pt x="1964498" y="674090"/>
                  </a:lnTo>
                  <a:lnTo>
                    <a:pt x="1956640" y="674071"/>
                  </a:lnTo>
                  <a:lnTo>
                    <a:pt x="1948782" y="674052"/>
                  </a:lnTo>
                  <a:lnTo>
                    <a:pt x="1940924" y="674033"/>
                  </a:lnTo>
                  <a:lnTo>
                    <a:pt x="1933066" y="674014"/>
                  </a:lnTo>
                  <a:lnTo>
                    <a:pt x="1925208" y="673995"/>
                  </a:lnTo>
                  <a:lnTo>
                    <a:pt x="1917350" y="673975"/>
                  </a:lnTo>
                  <a:lnTo>
                    <a:pt x="1909492" y="673954"/>
                  </a:lnTo>
                  <a:lnTo>
                    <a:pt x="1901634" y="673934"/>
                  </a:lnTo>
                  <a:lnTo>
                    <a:pt x="1893776" y="673913"/>
                  </a:lnTo>
                  <a:lnTo>
                    <a:pt x="1885918" y="673892"/>
                  </a:lnTo>
                  <a:lnTo>
                    <a:pt x="1878060" y="673870"/>
                  </a:lnTo>
                  <a:lnTo>
                    <a:pt x="1870202" y="673848"/>
                  </a:lnTo>
                  <a:lnTo>
                    <a:pt x="1862344" y="673827"/>
                  </a:lnTo>
                  <a:lnTo>
                    <a:pt x="1854486" y="673808"/>
                  </a:lnTo>
                  <a:lnTo>
                    <a:pt x="1846628" y="673789"/>
                  </a:lnTo>
                  <a:lnTo>
                    <a:pt x="1838770" y="673770"/>
                  </a:lnTo>
                  <a:lnTo>
                    <a:pt x="1830912" y="673750"/>
                  </a:lnTo>
                  <a:lnTo>
                    <a:pt x="1823054" y="673725"/>
                  </a:lnTo>
                  <a:lnTo>
                    <a:pt x="1815196" y="673699"/>
                  </a:lnTo>
                  <a:lnTo>
                    <a:pt x="1807338" y="673673"/>
                  </a:lnTo>
                  <a:lnTo>
                    <a:pt x="1799480" y="673646"/>
                  </a:lnTo>
                  <a:lnTo>
                    <a:pt x="1791622" y="673619"/>
                  </a:lnTo>
                  <a:lnTo>
                    <a:pt x="1783764" y="673591"/>
                  </a:lnTo>
                  <a:lnTo>
                    <a:pt x="1775906" y="673562"/>
                  </a:lnTo>
                  <a:lnTo>
                    <a:pt x="1768048" y="673532"/>
                  </a:lnTo>
                  <a:lnTo>
                    <a:pt x="1760190" y="673502"/>
                  </a:lnTo>
                  <a:lnTo>
                    <a:pt x="1752332" y="673474"/>
                  </a:lnTo>
                  <a:lnTo>
                    <a:pt x="1744474" y="673446"/>
                  </a:lnTo>
                  <a:lnTo>
                    <a:pt x="1736616" y="673416"/>
                  </a:lnTo>
                  <a:lnTo>
                    <a:pt x="1728758" y="673385"/>
                  </a:lnTo>
                  <a:lnTo>
                    <a:pt x="1720900" y="673354"/>
                  </a:lnTo>
                  <a:lnTo>
                    <a:pt x="1713042" y="673322"/>
                  </a:lnTo>
                  <a:lnTo>
                    <a:pt x="1705184" y="673294"/>
                  </a:lnTo>
                  <a:lnTo>
                    <a:pt x="1697326" y="673265"/>
                  </a:lnTo>
                  <a:lnTo>
                    <a:pt x="1689468" y="673234"/>
                  </a:lnTo>
                  <a:lnTo>
                    <a:pt x="1681610" y="673198"/>
                  </a:lnTo>
                  <a:lnTo>
                    <a:pt x="1673752" y="673162"/>
                  </a:lnTo>
                  <a:lnTo>
                    <a:pt x="1665894" y="673124"/>
                  </a:lnTo>
                  <a:lnTo>
                    <a:pt x="1658036" y="673087"/>
                  </a:lnTo>
                  <a:lnTo>
                    <a:pt x="1650178" y="673048"/>
                  </a:lnTo>
                  <a:lnTo>
                    <a:pt x="1642320" y="673009"/>
                  </a:lnTo>
                  <a:lnTo>
                    <a:pt x="1634462" y="672970"/>
                  </a:lnTo>
                  <a:lnTo>
                    <a:pt x="1626604" y="672932"/>
                  </a:lnTo>
                  <a:lnTo>
                    <a:pt x="1618746" y="672893"/>
                  </a:lnTo>
                  <a:lnTo>
                    <a:pt x="1610888" y="672853"/>
                  </a:lnTo>
                  <a:lnTo>
                    <a:pt x="1603030" y="672813"/>
                  </a:lnTo>
                  <a:lnTo>
                    <a:pt x="1595172" y="672771"/>
                  </a:lnTo>
                  <a:lnTo>
                    <a:pt x="1587314" y="672730"/>
                  </a:lnTo>
                  <a:lnTo>
                    <a:pt x="1579456" y="672687"/>
                  </a:lnTo>
                  <a:lnTo>
                    <a:pt x="1571598" y="672644"/>
                  </a:lnTo>
                  <a:lnTo>
                    <a:pt x="1563740" y="672600"/>
                  </a:lnTo>
                  <a:lnTo>
                    <a:pt x="1555882" y="672555"/>
                  </a:lnTo>
                  <a:lnTo>
                    <a:pt x="1548024" y="672510"/>
                  </a:lnTo>
                  <a:lnTo>
                    <a:pt x="1540166" y="672464"/>
                  </a:lnTo>
                  <a:lnTo>
                    <a:pt x="1532308" y="672423"/>
                  </a:lnTo>
                  <a:lnTo>
                    <a:pt x="1524450" y="672382"/>
                  </a:lnTo>
                  <a:lnTo>
                    <a:pt x="1516592" y="672340"/>
                  </a:lnTo>
                  <a:lnTo>
                    <a:pt x="1508734" y="672297"/>
                  </a:lnTo>
                  <a:lnTo>
                    <a:pt x="1500876" y="672254"/>
                  </a:lnTo>
                  <a:lnTo>
                    <a:pt x="1493018" y="672210"/>
                  </a:lnTo>
                  <a:lnTo>
                    <a:pt x="1485160" y="672165"/>
                  </a:lnTo>
                  <a:lnTo>
                    <a:pt x="1477302" y="672120"/>
                  </a:lnTo>
                  <a:lnTo>
                    <a:pt x="1469444" y="672074"/>
                  </a:lnTo>
                  <a:lnTo>
                    <a:pt x="1461586" y="672030"/>
                  </a:lnTo>
                  <a:lnTo>
                    <a:pt x="1453728" y="671984"/>
                  </a:lnTo>
                  <a:lnTo>
                    <a:pt x="1445870" y="671939"/>
                  </a:lnTo>
                  <a:lnTo>
                    <a:pt x="1438012" y="671892"/>
                  </a:lnTo>
                  <a:lnTo>
                    <a:pt x="1430154" y="671845"/>
                  </a:lnTo>
                  <a:lnTo>
                    <a:pt x="1422296" y="671797"/>
                  </a:lnTo>
                  <a:lnTo>
                    <a:pt x="1414438" y="671749"/>
                  </a:lnTo>
                  <a:lnTo>
                    <a:pt x="1406580" y="671699"/>
                  </a:lnTo>
                  <a:lnTo>
                    <a:pt x="1398722" y="671646"/>
                  </a:lnTo>
                  <a:lnTo>
                    <a:pt x="1390864" y="671589"/>
                  </a:lnTo>
                  <a:lnTo>
                    <a:pt x="1383006" y="671532"/>
                  </a:lnTo>
                  <a:lnTo>
                    <a:pt x="1375148" y="671473"/>
                  </a:lnTo>
                  <a:lnTo>
                    <a:pt x="1367290" y="671415"/>
                  </a:lnTo>
                  <a:lnTo>
                    <a:pt x="1359432" y="671359"/>
                  </a:lnTo>
                  <a:lnTo>
                    <a:pt x="1351574" y="671302"/>
                  </a:lnTo>
                  <a:lnTo>
                    <a:pt x="1343716" y="671244"/>
                  </a:lnTo>
                  <a:lnTo>
                    <a:pt x="1335858" y="671186"/>
                  </a:lnTo>
                  <a:lnTo>
                    <a:pt x="1328000" y="671127"/>
                  </a:lnTo>
                  <a:lnTo>
                    <a:pt x="1320142" y="671067"/>
                  </a:lnTo>
                  <a:lnTo>
                    <a:pt x="1312284" y="671006"/>
                  </a:lnTo>
                  <a:lnTo>
                    <a:pt x="1304426" y="670944"/>
                  </a:lnTo>
                  <a:lnTo>
                    <a:pt x="1296568" y="670881"/>
                  </a:lnTo>
                  <a:lnTo>
                    <a:pt x="1288710" y="670817"/>
                  </a:lnTo>
                  <a:lnTo>
                    <a:pt x="1280852" y="670753"/>
                  </a:lnTo>
                  <a:lnTo>
                    <a:pt x="1272994" y="670687"/>
                  </a:lnTo>
                  <a:lnTo>
                    <a:pt x="1265136" y="670621"/>
                  </a:lnTo>
                  <a:lnTo>
                    <a:pt x="1257278" y="670553"/>
                  </a:lnTo>
                  <a:lnTo>
                    <a:pt x="1249420" y="670485"/>
                  </a:lnTo>
                  <a:lnTo>
                    <a:pt x="1241562" y="670415"/>
                  </a:lnTo>
                  <a:lnTo>
                    <a:pt x="1233704" y="670345"/>
                  </a:lnTo>
                  <a:lnTo>
                    <a:pt x="1225846" y="670273"/>
                  </a:lnTo>
                  <a:lnTo>
                    <a:pt x="1217988" y="670201"/>
                  </a:lnTo>
                  <a:lnTo>
                    <a:pt x="1210130" y="670127"/>
                  </a:lnTo>
                  <a:lnTo>
                    <a:pt x="1202272" y="670052"/>
                  </a:lnTo>
                  <a:lnTo>
                    <a:pt x="1194414" y="669977"/>
                  </a:lnTo>
                  <a:lnTo>
                    <a:pt x="1186556" y="669900"/>
                  </a:lnTo>
                  <a:lnTo>
                    <a:pt x="1178698" y="669821"/>
                  </a:lnTo>
                  <a:lnTo>
                    <a:pt x="1170840" y="669741"/>
                  </a:lnTo>
                  <a:lnTo>
                    <a:pt x="1162982" y="669660"/>
                  </a:lnTo>
                  <a:lnTo>
                    <a:pt x="1155124" y="669550"/>
                  </a:lnTo>
                  <a:lnTo>
                    <a:pt x="1147266" y="669439"/>
                  </a:lnTo>
                  <a:lnTo>
                    <a:pt x="1139408" y="669341"/>
                  </a:lnTo>
                  <a:lnTo>
                    <a:pt x="1131550" y="669200"/>
                  </a:lnTo>
                  <a:lnTo>
                    <a:pt x="1123692" y="669062"/>
                  </a:lnTo>
                  <a:lnTo>
                    <a:pt x="1115834" y="668980"/>
                  </a:lnTo>
                  <a:lnTo>
                    <a:pt x="1107976" y="668868"/>
                  </a:lnTo>
                  <a:lnTo>
                    <a:pt x="1100118" y="668738"/>
                  </a:lnTo>
                  <a:lnTo>
                    <a:pt x="1092260" y="668637"/>
                  </a:lnTo>
                  <a:lnTo>
                    <a:pt x="1084402" y="668560"/>
                  </a:lnTo>
                  <a:lnTo>
                    <a:pt x="1076544" y="668482"/>
                  </a:lnTo>
                  <a:lnTo>
                    <a:pt x="1068686" y="668377"/>
                  </a:lnTo>
                  <a:lnTo>
                    <a:pt x="1060828" y="668253"/>
                  </a:lnTo>
                  <a:lnTo>
                    <a:pt x="1052970" y="668127"/>
                  </a:lnTo>
                  <a:lnTo>
                    <a:pt x="1045112" y="667999"/>
                  </a:lnTo>
                  <a:lnTo>
                    <a:pt x="1037254" y="667868"/>
                  </a:lnTo>
                  <a:lnTo>
                    <a:pt x="1029397" y="667735"/>
                  </a:lnTo>
                  <a:lnTo>
                    <a:pt x="1021539" y="667685"/>
                  </a:lnTo>
                  <a:lnTo>
                    <a:pt x="1013681" y="667635"/>
                  </a:lnTo>
                  <a:lnTo>
                    <a:pt x="1005823" y="667586"/>
                  </a:lnTo>
                  <a:lnTo>
                    <a:pt x="997965" y="667536"/>
                  </a:lnTo>
                  <a:lnTo>
                    <a:pt x="990107" y="667485"/>
                  </a:lnTo>
                  <a:lnTo>
                    <a:pt x="982249" y="667345"/>
                  </a:lnTo>
                  <a:lnTo>
                    <a:pt x="974391" y="667187"/>
                  </a:lnTo>
                  <a:lnTo>
                    <a:pt x="966533" y="667026"/>
                  </a:lnTo>
                  <a:lnTo>
                    <a:pt x="958675" y="666886"/>
                  </a:lnTo>
                  <a:lnTo>
                    <a:pt x="950817" y="666819"/>
                  </a:lnTo>
                  <a:lnTo>
                    <a:pt x="942959" y="666752"/>
                  </a:lnTo>
                  <a:lnTo>
                    <a:pt x="935101" y="666638"/>
                  </a:lnTo>
                  <a:lnTo>
                    <a:pt x="927243" y="666499"/>
                  </a:lnTo>
                  <a:lnTo>
                    <a:pt x="919385" y="666357"/>
                  </a:lnTo>
                  <a:lnTo>
                    <a:pt x="911527" y="666235"/>
                  </a:lnTo>
                  <a:lnTo>
                    <a:pt x="903669" y="666074"/>
                  </a:lnTo>
                  <a:lnTo>
                    <a:pt x="895811" y="665921"/>
                  </a:lnTo>
                  <a:lnTo>
                    <a:pt x="887953" y="665770"/>
                  </a:lnTo>
                  <a:lnTo>
                    <a:pt x="880095" y="665616"/>
                  </a:lnTo>
                  <a:lnTo>
                    <a:pt x="872237" y="665460"/>
                  </a:lnTo>
                  <a:lnTo>
                    <a:pt x="864379" y="665302"/>
                  </a:lnTo>
                  <a:lnTo>
                    <a:pt x="856521" y="665143"/>
                  </a:lnTo>
                  <a:lnTo>
                    <a:pt x="848663" y="664981"/>
                  </a:lnTo>
                  <a:lnTo>
                    <a:pt x="840805" y="664818"/>
                  </a:lnTo>
                  <a:lnTo>
                    <a:pt x="832947" y="664666"/>
                  </a:lnTo>
                  <a:lnTo>
                    <a:pt x="825089" y="664520"/>
                  </a:lnTo>
                  <a:lnTo>
                    <a:pt x="817231" y="664373"/>
                  </a:lnTo>
                  <a:lnTo>
                    <a:pt x="809373" y="664224"/>
                  </a:lnTo>
                  <a:lnTo>
                    <a:pt x="801515" y="664072"/>
                  </a:lnTo>
                  <a:lnTo>
                    <a:pt x="793657" y="663900"/>
                  </a:lnTo>
                  <a:lnTo>
                    <a:pt x="785799" y="663766"/>
                  </a:lnTo>
                  <a:lnTo>
                    <a:pt x="777941" y="663630"/>
                  </a:lnTo>
                  <a:lnTo>
                    <a:pt x="770083" y="663495"/>
                  </a:lnTo>
                  <a:lnTo>
                    <a:pt x="762225" y="663352"/>
                  </a:lnTo>
                  <a:lnTo>
                    <a:pt x="754367" y="663159"/>
                  </a:lnTo>
                  <a:lnTo>
                    <a:pt x="746509" y="662985"/>
                  </a:lnTo>
                  <a:lnTo>
                    <a:pt x="738651" y="662824"/>
                  </a:lnTo>
                  <a:lnTo>
                    <a:pt x="730793" y="662699"/>
                  </a:lnTo>
                  <a:lnTo>
                    <a:pt x="722935" y="662596"/>
                  </a:lnTo>
                  <a:lnTo>
                    <a:pt x="715077" y="662404"/>
                  </a:lnTo>
                  <a:lnTo>
                    <a:pt x="707219" y="662184"/>
                  </a:lnTo>
                  <a:lnTo>
                    <a:pt x="699361" y="661960"/>
                  </a:lnTo>
                  <a:lnTo>
                    <a:pt x="691503" y="661767"/>
                  </a:lnTo>
                  <a:lnTo>
                    <a:pt x="683645" y="661612"/>
                  </a:lnTo>
                  <a:lnTo>
                    <a:pt x="675787" y="661452"/>
                  </a:lnTo>
                  <a:lnTo>
                    <a:pt x="667929" y="661280"/>
                  </a:lnTo>
                  <a:lnTo>
                    <a:pt x="660071" y="661073"/>
                  </a:lnTo>
                  <a:lnTo>
                    <a:pt x="652213" y="660910"/>
                  </a:lnTo>
                  <a:lnTo>
                    <a:pt x="644355" y="660682"/>
                  </a:lnTo>
                  <a:lnTo>
                    <a:pt x="636497" y="660448"/>
                  </a:lnTo>
                  <a:lnTo>
                    <a:pt x="628639" y="660211"/>
                  </a:lnTo>
                  <a:lnTo>
                    <a:pt x="620781" y="659971"/>
                  </a:lnTo>
                  <a:lnTo>
                    <a:pt x="612923" y="659708"/>
                  </a:lnTo>
                  <a:lnTo>
                    <a:pt x="605065" y="659541"/>
                  </a:lnTo>
                  <a:lnTo>
                    <a:pt x="597207" y="659375"/>
                  </a:lnTo>
                  <a:lnTo>
                    <a:pt x="589349" y="659162"/>
                  </a:lnTo>
                  <a:lnTo>
                    <a:pt x="581491" y="658993"/>
                  </a:lnTo>
                  <a:lnTo>
                    <a:pt x="573633" y="658749"/>
                  </a:lnTo>
                  <a:lnTo>
                    <a:pt x="565775" y="658537"/>
                  </a:lnTo>
                  <a:lnTo>
                    <a:pt x="557917" y="658296"/>
                  </a:lnTo>
                  <a:lnTo>
                    <a:pt x="550059" y="658054"/>
                  </a:lnTo>
                  <a:lnTo>
                    <a:pt x="542201" y="657850"/>
                  </a:lnTo>
                  <a:lnTo>
                    <a:pt x="534343" y="657703"/>
                  </a:lnTo>
                  <a:lnTo>
                    <a:pt x="526485" y="657495"/>
                  </a:lnTo>
                  <a:lnTo>
                    <a:pt x="518627" y="657269"/>
                  </a:lnTo>
                  <a:lnTo>
                    <a:pt x="510769" y="657170"/>
                  </a:lnTo>
                  <a:lnTo>
                    <a:pt x="502911" y="657063"/>
                  </a:lnTo>
                  <a:lnTo>
                    <a:pt x="495053" y="656858"/>
                  </a:lnTo>
                  <a:lnTo>
                    <a:pt x="487195" y="656624"/>
                  </a:lnTo>
                  <a:lnTo>
                    <a:pt x="479337" y="656351"/>
                  </a:lnTo>
                  <a:lnTo>
                    <a:pt x="471479" y="656227"/>
                  </a:lnTo>
                  <a:lnTo>
                    <a:pt x="463621" y="656075"/>
                  </a:lnTo>
                  <a:lnTo>
                    <a:pt x="455763" y="655868"/>
                  </a:lnTo>
                  <a:lnTo>
                    <a:pt x="447905" y="655592"/>
                  </a:lnTo>
                  <a:lnTo>
                    <a:pt x="440047" y="655253"/>
                  </a:lnTo>
                  <a:lnTo>
                    <a:pt x="432189" y="655012"/>
                  </a:lnTo>
                  <a:lnTo>
                    <a:pt x="424331" y="654774"/>
                  </a:lnTo>
                  <a:lnTo>
                    <a:pt x="416473" y="654789"/>
                  </a:lnTo>
                  <a:lnTo>
                    <a:pt x="408615" y="654551"/>
                  </a:lnTo>
                  <a:lnTo>
                    <a:pt x="400757" y="654291"/>
                  </a:lnTo>
                  <a:lnTo>
                    <a:pt x="392899" y="654106"/>
                  </a:lnTo>
                  <a:lnTo>
                    <a:pt x="385041" y="653847"/>
                  </a:lnTo>
                  <a:lnTo>
                    <a:pt x="377183" y="653703"/>
                  </a:lnTo>
                  <a:lnTo>
                    <a:pt x="369325" y="653483"/>
                  </a:lnTo>
                  <a:lnTo>
                    <a:pt x="361467" y="653356"/>
                  </a:lnTo>
                  <a:lnTo>
                    <a:pt x="353609" y="653164"/>
                  </a:lnTo>
                  <a:lnTo>
                    <a:pt x="345751" y="652961"/>
                  </a:lnTo>
                  <a:lnTo>
                    <a:pt x="337893" y="652732"/>
                  </a:lnTo>
                  <a:lnTo>
                    <a:pt x="330035" y="652571"/>
                  </a:lnTo>
                  <a:lnTo>
                    <a:pt x="322177" y="652381"/>
                  </a:lnTo>
                  <a:lnTo>
                    <a:pt x="314319" y="652283"/>
                  </a:lnTo>
                  <a:lnTo>
                    <a:pt x="306461" y="652117"/>
                  </a:lnTo>
                  <a:lnTo>
                    <a:pt x="298603" y="651992"/>
                  </a:lnTo>
                  <a:lnTo>
                    <a:pt x="290745" y="651902"/>
                  </a:lnTo>
                  <a:lnTo>
                    <a:pt x="282887" y="651751"/>
                  </a:lnTo>
                  <a:lnTo>
                    <a:pt x="275029" y="651721"/>
                  </a:lnTo>
                  <a:lnTo>
                    <a:pt x="267171" y="651626"/>
                  </a:lnTo>
                  <a:lnTo>
                    <a:pt x="259313" y="651442"/>
                  </a:lnTo>
                  <a:lnTo>
                    <a:pt x="251455" y="651268"/>
                  </a:lnTo>
                  <a:lnTo>
                    <a:pt x="243597" y="651170"/>
                  </a:lnTo>
                  <a:lnTo>
                    <a:pt x="235739" y="651059"/>
                  </a:lnTo>
                  <a:lnTo>
                    <a:pt x="227881" y="650934"/>
                  </a:lnTo>
                  <a:lnTo>
                    <a:pt x="220023" y="650963"/>
                  </a:lnTo>
                  <a:lnTo>
                    <a:pt x="212165" y="650761"/>
                  </a:lnTo>
                  <a:lnTo>
                    <a:pt x="204307" y="650691"/>
                  </a:lnTo>
                  <a:lnTo>
                    <a:pt x="196449" y="650740"/>
                  </a:lnTo>
                  <a:lnTo>
                    <a:pt x="188591" y="650659"/>
                  </a:lnTo>
                  <a:lnTo>
                    <a:pt x="180733" y="650557"/>
                  </a:lnTo>
                  <a:lnTo>
                    <a:pt x="172875" y="650559"/>
                  </a:lnTo>
                  <a:lnTo>
                    <a:pt x="165017" y="650596"/>
                  </a:lnTo>
                  <a:lnTo>
                    <a:pt x="157159" y="650570"/>
                  </a:lnTo>
                  <a:lnTo>
                    <a:pt x="149301" y="650686"/>
                  </a:lnTo>
                  <a:lnTo>
                    <a:pt x="141443" y="650630"/>
                  </a:lnTo>
                  <a:lnTo>
                    <a:pt x="133585" y="650652"/>
                  </a:lnTo>
                  <a:lnTo>
                    <a:pt x="125727" y="650663"/>
                  </a:lnTo>
                  <a:lnTo>
                    <a:pt x="117869" y="650803"/>
                  </a:lnTo>
                  <a:lnTo>
                    <a:pt x="110011" y="650843"/>
                  </a:lnTo>
                  <a:lnTo>
                    <a:pt x="102153" y="650972"/>
                  </a:lnTo>
                  <a:lnTo>
                    <a:pt x="94295" y="651114"/>
                  </a:lnTo>
                  <a:lnTo>
                    <a:pt x="86437" y="651038"/>
                  </a:lnTo>
                  <a:lnTo>
                    <a:pt x="78579" y="651050"/>
                  </a:lnTo>
                  <a:lnTo>
                    <a:pt x="70721" y="651045"/>
                  </a:lnTo>
                  <a:lnTo>
                    <a:pt x="62863" y="651205"/>
                  </a:lnTo>
                  <a:lnTo>
                    <a:pt x="55005" y="651272"/>
                  </a:lnTo>
                  <a:lnTo>
                    <a:pt x="47147" y="651333"/>
                  </a:lnTo>
                  <a:lnTo>
                    <a:pt x="39289" y="651504"/>
                  </a:lnTo>
                  <a:lnTo>
                    <a:pt x="31431" y="651682"/>
                  </a:lnTo>
                  <a:lnTo>
                    <a:pt x="23573" y="651789"/>
                  </a:lnTo>
                  <a:lnTo>
                    <a:pt x="15715" y="651830"/>
                  </a:lnTo>
                  <a:lnTo>
                    <a:pt x="7857" y="651900"/>
                  </a:lnTo>
                  <a:lnTo>
                    <a:pt x="0" y="652034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186414" y="2430311"/>
              <a:ext cx="2035220" cy="588189"/>
            </a:xfrm>
            <a:custGeom>
              <a:avLst/>
              <a:pathLst>
                <a:path w="2035220" h="588189">
                  <a:moveTo>
                    <a:pt x="0" y="581789"/>
                  </a:moveTo>
                  <a:lnTo>
                    <a:pt x="7857" y="582064"/>
                  </a:lnTo>
                  <a:lnTo>
                    <a:pt x="15715" y="583214"/>
                  </a:lnTo>
                  <a:lnTo>
                    <a:pt x="23573" y="583990"/>
                  </a:lnTo>
                  <a:lnTo>
                    <a:pt x="31431" y="584459"/>
                  </a:lnTo>
                  <a:lnTo>
                    <a:pt x="39289" y="584751"/>
                  </a:lnTo>
                  <a:lnTo>
                    <a:pt x="47147" y="585382"/>
                  </a:lnTo>
                  <a:lnTo>
                    <a:pt x="55005" y="585874"/>
                  </a:lnTo>
                  <a:lnTo>
                    <a:pt x="62863" y="585816"/>
                  </a:lnTo>
                  <a:lnTo>
                    <a:pt x="70721" y="585840"/>
                  </a:lnTo>
                  <a:lnTo>
                    <a:pt x="78579" y="585758"/>
                  </a:lnTo>
                  <a:lnTo>
                    <a:pt x="86437" y="585794"/>
                  </a:lnTo>
                  <a:lnTo>
                    <a:pt x="94295" y="585677"/>
                  </a:lnTo>
                  <a:lnTo>
                    <a:pt x="102153" y="586261"/>
                  </a:lnTo>
                  <a:lnTo>
                    <a:pt x="110011" y="586721"/>
                  </a:lnTo>
                  <a:lnTo>
                    <a:pt x="117869" y="587604"/>
                  </a:lnTo>
                  <a:lnTo>
                    <a:pt x="125727" y="587792"/>
                  </a:lnTo>
                  <a:lnTo>
                    <a:pt x="133585" y="587856"/>
                  </a:lnTo>
                  <a:lnTo>
                    <a:pt x="141443" y="588189"/>
                  </a:lnTo>
                  <a:lnTo>
                    <a:pt x="149301" y="587826"/>
                  </a:lnTo>
                  <a:lnTo>
                    <a:pt x="157159" y="588180"/>
                  </a:lnTo>
                  <a:lnTo>
                    <a:pt x="165017" y="588098"/>
                  </a:lnTo>
                  <a:lnTo>
                    <a:pt x="172875" y="588106"/>
                  </a:lnTo>
                  <a:lnTo>
                    <a:pt x="180733" y="587766"/>
                  </a:lnTo>
                  <a:lnTo>
                    <a:pt x="188591" y="588187"/>
                  </a:lnTo>
                  <a:lnTo>
                    <a:pt x="196449" y="588189"/>
                  </a:lnTo>
                  <a:lnTo>
                    <a:pt x="204307" y="587882"/>
                  </a:lnTo>
                  <a:lnTo>
                    <a:pt x="212165" y="587790"/>
                  </a:lnTo>
                  <a:lnTo>
                    <a:pt x="220023" y="587241"/>
                  </a:lnTo>
                  <a:lnTo>
                    <a:pt x="227881" y="587301"/>
                  </a:lnTo>
                  <a:lnTo>
                    <a:pt x="235739" y="586640"/>
                  </a:lnTo>
                  <a:lnTo>
                    <a:pt x="243597" y="586427"/>
                  </a:lnTo>
                  <a:lnTo>
                    <a:pt x="251455" y="586022"/>
                  </a:lnTo>
                  <a:lnTo>
                    <a:pt x="259313" y="585626"/>
                  </a:lnTo>
                  <a:lnTo>
                    <a:pt x="267171" y="584985"/>
                  </a:lnTo>
                  <a:lnTo>
                    <a:pt x="275029" y="584447"/>
                  </a:lnTo>
                  <a:lnTo>
                    <a:pt x="282887" y="583629"/>
                  </a:lnTo>
                  <a:lnTo>
                    <a:pt x="290745" y="582610"/>
                  </a:lnTo>
                  <a:lnTo>
                    <a:pt x="298603" y="582321"/>
                  </a:lnTo>
                  <a:lnTo>
                    <a:pt x="306461" y="582006"/>
                  </a:lnTo>
                  <a:lnTo>
                    <a:pt x="314319" y="581724"/>
                  </a:lnTo>
                  <a:lnTo>
                    <a:pt x="322177" y="581412"/>
                  </a:lnTo>
                  <a:lnTo>
                    <a:pt x="330035" y="580995"/>
                  </a:lnTo>
                  <a:lnTo>
                    <a:pt x="337893" y="580739"/>
                  </a:lnTo>
                  <a:lnTo>
                    <a:pt x="345751" y="580346"/>
                  </a:lnTo>
                  <a:lnTo>
                    <a:pt x="353609" y="580073"/>
                  </a:lnTo>
                  <a:lnTo>
                    <a:pt x="361467" y="579029"/>
                  </a:lnTo>
                  <a:lnTo>
                    <a:pt x="369325" y="577985"/>
                  </a:lnTo>
                  <a:lnTo>
                    <a:pt x="377183" y="577223"/>
                  </a:lnTo>
                  <a:lnTo>
                    <a:pt x="385041" y="576458"/>
                  </a:lnTo>
                  <a:lnTo>
                    <a:pt x="392899" y="576117"/>
                  </a:lnTo>
                  <a:lnTo>
                    <a:pt x="400757" y="575086"/>
                  </a:lnTo>
                  <a:lnTo>
                    <a:pt x="408615" y="573348"/>
                  </a:lnTo>
                  <a:lnTo>
                    <a:pt x="416473" y="572817"/>
                  </a:lnTo>
                  <a:lnTo>
                    <a:pt x="424331" y="572404"/>
                  </a:lnTo>
                  <a:lnTo>
                    <a:pt x="432189" y="571507"/>
                  </a:lnTo>
                  <a:lnTo>
                    <a:pt x="440047" y="570612"/>
                  </a:lnTo>
                  <a:lnTo>
                    <a:pt x="447905" y="570218"/>
                  </a:lnTo>
                  <a:lnTo>
                    <a:pt x="455763" y="569032"/>
                  </a:lnTo>
                  <a:lnTo>
                    <a:pt x="463621" y="568228"/>
                  </a:lnTo>
                  <a:lnTo>
                    <a:pt x="471479" y="567027"/>
                  </a:lnTo>
                  <a:lnTo>
                    <a:pt x="479337" y="566245"/>
                  </a:lnTo>
                  <a:lnTo>
                    <a:pt x="487195" y="565906"/>
                  </a:lnTo>
                  <a:lnTo>
                    <a:pt x="495053" y="564643"/>
                  </a:lnTo>
                  <a:lnTo>
                    <a:pt x="502911" y="564291"/>
                  </a:lnTo>
                  <a:lnTo>
                    <a:pt x="510769" y="563048"/>
                  </a:lnTo>
                  <a:lnTo>
                    <a:pt x="518627" y="562788"/>
                  </a:lnTo>
                  <a:lnTo>
                    <a:pt x="526485" y="562706"/>
                  </a:lnTo>
                  <a:lnTo>
                    <a:pt x="534343" y="562246"/>
                  </a:lnTo>
                  <a:lnTo>
                    <a:pt x="542201" y="561543"/>
                  </a:lnTo>
                  <a:lnTo>
                    <a:pt x="550059" y="559776"/>
                  </a:lnTo>
                  <a:lnTo>
                    <a:pt x="557917" y="558319"/>
                  </a:lnTo>
                  <a:lnTo>
                    <a:pt x="565775" y="556962"/>
                  </a:lnTo>
                  <a:lnTo>
                    <a:pt x="573633" y="556022"/>
                  </a:lnTo>
                  <a:lnTo>
                    <a:pt x="581491" y="555144"/>
                  </a:lnTo>
                  <a:lnTo>
                    <a:pt x="589349" y="553724"/>
                  </a:lnTo>
                  <a:lnTo>
                    <a:pt x="597207" y="552283"/>
                  </a:lnTo>
                  <a:lnTo>
                    <a:pt x="605065" y="550650"/>
                  </a:lnTo>
                  <a:lnTo>
                    <a:pt x="612923" y="549287"/>
                  </a:lnTo>
                  <a:lnTo>
                    <a:pt x="620781" y="547841"/>
                  </a:lnTo>
                  <a:lnTo>
                    <a:pt x="628639" y="546335"/>
                  </a:lnTo>
                  <a:lnTo>
                    <a:pt x="636497" y="544707"/>
                  </a:lnTo>
                  <a:lnTo>
                    <a:pt x="644355" y="543462"/>
                  </a:lnTo>
                  <a:lnTo>
                    <a:pt x="652213" y="541910"/>
                  </a:lnTo>
                  <a:lnTo>
                    <a:pt x="660071" y="540227"/>
                  </a:lnTo>
                  <a:lnTo>
                    <a:pt x="667929" y="538759"/>
                  </a:lnTo>
                  <a:lnTo>
                    <a:pt x="675787" y="537160"/>
                  </a:lnTo>
                  <a:lnTo>
                    <a:pt x="683645" y="536522"/>
                  </a:lnTo>
                  <a:lnTo>
                    <a:pt x="691503" y="536011"/>
                  </a:lnTo>
                  <a:lnTo>
                    <a:pt x="699361" y="534291"/>
                  </a:lnTo>
                  <a:lnTo>
                    <a:pt x="707219" y="532477"/>
                  </a:lnTo>
                  <a:lnTo>
                    <a:pt x="715077" y="530621"/>
                  </a:lnTo>
                  <a:lnTo>
                    <a:pt x="722935" y="528740"/>
                  </a:lnTo>
                  <a:lnTo>
                    <a:pt x="730793" y="526848"/>
                  </a:lnTo>
                  <a:lnTo>
                    <a:pt x="738651" y="525051"/>
                  </a:lnTo>
                  <a:lnTo>
                    <a:pt x="746509" y="523131"/>
                  </a:lnTo>
                  <a:lnTo>
                    <a:pt x="754367" y="521191"/>
                  </a:lnTo>
                  <a:lnTo>
                    <a:pt x="762225" y="519230"/>
                  </a:lnTo>
                  <a:lnTo>
                    <a:pt x="770083" y="517329"/>
                  </a:lnTo>
                  <a:lnTo>
                    <a:pt x="777941" y="516145"/>
                  </a:lnTo>
                  <a:lnTo>
                    <a:pt x="785799" y="514642"/>
                  </a:lnTo>
                  <a:lnTo>
                    <a:pt x="793657" y="512705"/>
                  </a:lnTo>
                  <a:lnTo>
                    <a:pt x="801515" y="510766"/>
                  </a:lnTo>
                  <a:lnTo>
                    <a:pt x="809373" y="509689"/>
                  </a:lnTo>
                  <a:lnTo>
                    <a:pt x="817231" y="508267"/>
                  </a:lnTo>
                  <a:lnTo>
                    <a:pt x="825089" y="505611"/>
                  </a:lnTo>
                  <a:lnTo>
                    <a:pt x="832947" y="502920"/>
                  </a:lnTo>
                  <a:lnTo>
                    <a:pt x="840805" y="500653"/>
                  </a:lnTo>
                  <a:lnTo>
                    <a:pt x="848663" y="498644"/>
                  </a:lnTo>
                  <a:lnTo>
                    <a:pt x="856521" y="496722"/>
                  </a:lnTo>
                  <a:lnTo>
                    <a:pt x="864379" y="494783"/>
                  </a:lnTo>
                  <a:lnTo>
                    <a:pt x="872237" y="492833"/>
                  </a:lnTo>
                  <a:lnTo>
                    <a:pt x="880095" y="490694"/>
                  </a:lnTo>
                  <a:lnTo>
                    <a:pt x="887953" y="488543"/>
                  </a:lnTo>
                  <a:lnTo>
                    <a:pt x="895811" y="486791"/>
                  </a:lnTo>
                  <a:lnTo>
                    <a:pt x="903669" y="484571"/>
                  </a:lnTo>
                  <a:lnTo>
                    <a:pt x="911527" y="482124"/>
                  </a:lnTo>
                  <a:lnTo>
                    <a:pt x="919385" y="479653"/>
                  </a:lnTo>
                  <a:lnTo>
                    <a:pt x="927243" y="477157"/>
                  </a:lnTo>
                  <a:lnTo>
                    <a:pt x="935101" y="474724"/>
                  </a:lnTo>
                  <a:lnTo>
                    <a:pt x="942959" y="472358"/>
                  </a:lnTo>
                  <a:lnTo>
                    <a:pt x="950817" y="470320"/>
                  </a:lnTo>
                  <a:lnTo>
                    <a:pt x="958675" y="468297"/>
                  </a:lnTo>
                  <a:lnTo>
                    <a:pt x="966533" y="466295"/>
                  </a:lnTo>
                  <a:lnTo>
                    <a:pt x="974391" y="464259"/>
                  </a:lnTo>
                  <a:lnTo>
                    <a:pt x="982249" y="462213"/>
                  </a:lnTo>
                  <a:lnTo>
                    <a:pt x="990107" y="459650"/>
                  </a:lnTo>
                  <a:lnTo>
                    <a:pt x="997965" y="457523"/>
                  </a:lnTo>
                  <a:lnTo>
                    <a:pt x="1005823" y="454927"/>
                  </a:lnTo>
                  <a:lnTo>
                    <a:pt x="1013681" y="452307"/>
                  </a:lnTo>
                  <a:lnTo>
                    <a:pt x="1021539" y="449664"/>
                  </a:lnTo>
                  <a:lnTo>
                    <a:pt x="1029397" y="447223"/>
                  </a:lnTo>
                  <a:lnTo>
                    <a:pt x="1037254" y="444801"/>
                  </a:lnTo>
                  <a:lnTo>
                    <a:pt x="1045112" y="442360"/>
                  </a:lnTo>
                  <a:lnTo>
                    <a:pt x="1052970" y="439900"/>
                  </a:lnTo>
                  <a:lnTo>
                    <a:pt x="1060828" y="437428"/>
                  </a:lnTo>
                  <a:lnTo>
                    <a:pt x="1068686" y="435011"/>
                  </a:lnTo>
                  <a:lnTo>
                    <a:pt x="1076544" y="432408"/>
                  </a:lnTo>
                  <a:lnTo>
                    <a:pt x="1084402" y="429875"/>
                  </a:lnTo>
                  <a:lnTo>
                    <a:pt x="1092260" y="427323"/>
                  </a:lnTo>
                  <a:lnTo>
                    <a:pt x="1100118" y="424742"/>
                  </a:lnTo>
                  <a:lnTo>
                    <a:pt x="1107976" y="422149"/>
                  </a:lnTo>
                  <a:lnTo>
                    <a:pt x="1115834" y="419542"/>
                  </a:lnTo>
                  <a:lnTo>
                    <a:pt x="1123692" y="417125"/>
                  </a:lnTo>
                  <a:lnTo>
                    <a:pt x="1131550" y="414834"/>
                  </a:lnTo>
                  <a:lnTo>
                    <a:pt x="1139408" y="412296"/>
                  </a:lnTo>
                  <a:lnTo>
                    <a:pt x="1147266" y="409716"/>
                  </a:lnTo>
                  <a:lnTo>
                    <a:pt x="1155124" y="407137"/>
                  </a:lnTo>
                  <a:lnTo>
                    <a:pt x="1162982" y="404540"/>
                  </a:lnTo>
                  <a:lnTo>
                    <a:pt x="1170840" y="401926"/>
                  </a:lnTo>
                  <a:lnTo>
                    <a:pt x="1178698" y="399295"/>
                  </a:lnTo>
                  <a:lnTo>
                    <a:pt x="1186556" y="396648"/>
                  </a:lnTo>
                  <a:lnTo>
                    <a:pt x="1194414" y="393983"/>
                  </a:lnTo>
                  <a:lnTo>
                    <a:pt x="1202272" y="391301"/>
                  </a:lnTo>
                  <a:lnTo>
                    <a:pt x="1210130" y="388602"/>
                  </a:lnTo>
                  <a:lnTo>
                    <a:pt x="1217988" y="385887"/>
                  </a:lnTo>
                  <a:lnTo>
                    <a:pt x="1225846" y="383155"/>
                  </a:lnTo>
                  <a:lnTo>
                    <a:pt x="1233704" y="380406"/>
                  </a:lnTo>
                  <a:lnTo>
                    <a:pt x="1241562" y="376806"/>
                  </a:lnTo>
                  <a:lnTo>
                    <a:pt x="1249420" y="372974"/>
                  </a:lnTo>
                  <a:lnTo>
                    <a:pt x="1257278" y="370241"/>
                  </a:lnTo>
                  <a:lnTo>
                    <a:pt x="1265136" y="367888"/>
                  </a:lnTo>
                  <a:lnTo>
                    <a:pt x="1272994" y="365152"/>
                  </a:lnTo>
                  <a:lnTo>
                    <a:pt x="1280852" y="361610"/>
                  </a:lnTo>
                  <a:lnTo>
                    <a:pt x="1288710" y="358043"/>
                  </a:lnTo>
                  <a:lnTo>
                    <a:pt x="1296568" y="354452"/>
                  </a:lnTo>
                  <a:lnTo>
                    <a:pt x="1304426" y="351282"/>
                  </a:lnTo>
                  <a:lnTo>
                    <a:pt x="1312284" y="348214"/>
                  </a:lnTo>
                  <a:lnTo>
                    <a:pt x="1320142" y="345129"/>
                  </a:lnTo>
                  <a:lnTo>
                    <a:pt x="1328000" y="342027"/>
                  </a:lnTo>
                  <a:lnTo>
                    <a:pt x="1335858" y="338908"/>
                  </a:lnTo>
                  <a:lnTo>
                    <a:pt x="1343716" y="335773"/>
                  </a:lnTo>
                  <a:lnTo>
                    <a:pt x="1351574" y="332621"/>
                  </a:lnTo>
                  <a:lnTo>
                    <a:pt x="1359432" y="329452"/>
                  </a:lnTo>
                  <a:lnTo>
                    <a:pt x="1367290" y="326268"/>
                  </a:lnTo>
                  <a:lnTo>
                    <a:pt x="1375148" y="323067"/>
                  </a:lnTo>
                  <a:lnTo>
                    <a:pt x="1383006" y="319511"/>
                  </a:lnTo>
                  <a:lnTo>
                    <a:pt x="1390864" y="316233"/>
                  </a:lnTo>
                  <a:lnTo>
                    <a:pt x="1398722" y="312972"/>
                  </a:lnTo>
                  <a:lnTo>
                    <a:pt x="1406580" y="309695"/>
                  </a:lnTo>
                  <a:lnTo>
                    <a:pt x="1414438" y="306416"/>
                  </a:lnTo>
                  <a:lnTo>
                    <a:pt x="1422296" y="303097"/>
                  </a:lnTo>
                  <a:lnTo>
                    <a:pt x="1430154" y="299760"/>
                  </a:lnTo>
                  <a:lnTo>
                    <a:pt x="1438012" y="296512"/>
                  </a:lnTo>
                  <a:lnTo>
                    <a:pt x="1445870" y="293170"/>
                  </a:lnTo>
                  <a:lnTo>
                    <a:pt x="1453728" y="289813"/>
                  </a:lnTo>
                  <a:lnTo>
                    <a:pt x="1461586" y="286443"/>
                  </a:lnTo>
                  <a:lnTo>
                    <a:pt x="1469444" y="283058"/>
                  </a:lnTo>
                  <a:lnTo>
                    <a:pt x="1477302" y="279660"/>
                  </a:lnTo>
                  <a:lnTo>
                    <a:pt x="1485160" y="276249"/>
                  </a:lnTo>
                  <a:lnTo>
                    <a:pt x="1493018" y="272825"/>
                  </a:lnTo>
                  <a:lnTo>
                    <a:pt x="1500876" y="269387"/>
                  </a:lnTo>
                  <a:lnTo>
                    <a:pt x="1508734" y="265937"/>
                  </a:lnTo>
                  <a:lnTo>
                    <a:pt x="1516592" y="262475"/>
                  </a:lnTo>
                  <a:lnTo>
                    <a:pt x="1524450" y="259000"/>
                  </a:lnTo>
                  <a:lnTo>
                    <a:pt x="1532308" y="255514"/>
                  </a:lnTo>
                  <a:lnTo>
                    <a:pt x="1540166" y="252015"/>
                  </a:lnTo>
                  <a:lnTo>
                    <a:pt x="1548024" y="248506"/>
                  </a:lnTo>
                  <a:lnTo>
                    <a:pt x="1555882" y="244985"/>
                  </a:lnTo>
                  <a:lnTo>
                    <a:pt x="1563740" y="241453"/>
                  </a:lnTo>
                  <a:lnTo>
                    <a:pt x="1571598" y="237910"/>
                  </a:lnTo>
                  <a:lnTo>
                    <a:pt x="1579456" y="234357"/>
                  </a:lnTo>
                  <a:lnTo>
                    <a:pt x="1587314" y="230794"/>
                  </a:lnTo>
                  <a:lnTo>
                    <a:pt x="1595172" y="227221"/>
                  </a:lnTo>
                  <a:lnTo>
                    <a:pt x="1603030" y="223489"/>
                  </a:lnTo>
                  <a:lnTo>
                    <a:pt x="1610888" y="219283"/>
                  </a:lnTo>
                  <a:lnTo>
                    <a:pt x="1618746" y="215065"/>
                  </a:lnTo>
                  <a:lnTo>
                    <a:pt x="1626604" y="210836"/>
                  </a:lnTo>
                  <a:lnTo>
                    <a:pt x="1634462" y="206595"/>
                  </a:lnTo>
                  <a:lnTo>
                    <a:pt x="1642320" y="202343"/>
                  </a:lnTo>
                  <a:lnTo>
                    <a:pt x="1650178" y="198081"/>
                  </a:lnTo>
                  <a:lnTo>
                    <a:pt x="1658036" y="193926"/>
                  </a:lnTo>
                  <a:lnTo>
                    <a:pt x="1665894" y="190111"/>
                  </a:lnTo>
                  <a:lnTo>
                    <a:pt x="1673752" y="186289"/>
                  </a:lnTo>
                  <a:lnTo>
                    <a:pt x="1681610" y="182460"/>
                  </a:lnTo>
                  <a:lnTo>
                    <a:pt x="1689468" y="178624"/>
                  </a:lnTo>
                  <a:lnTo>
                    <a:pt x="1697326" y="174782"/>
                  </a:lnTo>
                  <a:lnTo>
                    <a:pt x="1705184" y="170935"/>
                  </a:lnTo>
                  <a:lnTo>
                    <a:pt x="1713042" y="167082"/>
                  </a:lnTo>
                  <a:lnTo>
                    <a:pt x="1720900" y="163224"/>
                  </a:lnTo>
                  <a:lnTo>
                    <a:pt x="1728758" y="159374"/>
                  </a:lnTo>
                  <a:lnTo>
                    <a:pt x="1736616" y="155530"/>
                  </a:lnTo>
                  <a:lnTo>
                    <a:pt x="1744474" y="151683"/>
                  </a:lnTo>
                  <a:lnTo>
                    <a:pt x="1752332" y="147832"/>
                  </a:lnTo>
                  <a:lnTo>
                    <a:pt x="1760190" y="143572"/>
                  </a:lnTo>
                  <a:lnTo>
                    <a:pt x="1768048" y="138913"/>
                  </a:lnTo>
                  <a:lnTo>
                    <a:pt x="1775906" y="134816"/>
                  </a:lnTo>
                  <a:lnTo>
                    <a:pt x="1783764" y="131352"/>
                  </a:lnTo>
                  <a:lnTo>
                    <a:pt x="1791622" y="127887"/>
                  </a:lnTo>
                  <a:lnTo>
                    <a:pt x="1799480" y="124420"/>
                  </a:lnTo>
                  <a:lnTo>
                    <a:pt x="1807338" y="120663"/>
                  </a:lnTo>
                  <a:lnTo>
                    <a:pt x="1815196" y="116765"/>
                  </a:lnTo>
                  <a:lnTo>
                    <a:pt x="1823054" y="112866"/>
                  </a:lnTo>
                  <a:lnTo>
                    <a:pt x="1830912" y="108968"/>
                  </a:lnTo>
                  <a:lnTo>
                    <a:pt x="1838770" y="105070"/>
                  </a:lnTo>
                  <a:lnTo>
                    <a:pt x="1846628" y="101155"/>
                  </a:lnTo>
                  <a:lnTo>
                    <a:pt x="1854486" y="96866"/>
                  </a:lnTo>
                  <a:lnTo>
                    <a:pt x="1862344" y="92580"/>
                  </a:lnTo>
                  <a:lnTo>
                    <a:pt x="1870202" y="88295"/>
                  </a:lnTo>
                  <a:lnTo>
                    <a:pt x="1878060" y="84014"/>
                  </a:lnTo>
                  <a:lnTo>
                    <a:pt x="1885918" y="79736"/>
                  </a:lnTo>
                  <a:lnTo>
                    <a:pt x="1893776" y="75462"/>
                  </a:lnTo>
                  <a:lnTo>
                    <a:pt x="1901634" y="71193"/>
                  </a:lnTo>
                  <a:lnTo>
                    <a:pt x="1909492" y="66928"/>
                  </a:lnTo>
                  <a:lnTo>
                    <a:pt x="1917350" y="62675"/>
                  </a:lnTo>
                  <a:lnTo>
                    <a:pt x="1925208" y="58430"/>
                  </a:lnTo>
                  <a:lnTo>
                    <a:pt x="1933066" y="54191"/>
                  </a:lnTo>
                  <a:lnTo>
                    <a:pt x="1940924" y="49959"/>
                  </a:lnTo>
                  <a:lnTo>
                    <a:pt x="1948782" y="45740"/>
                  </a:lnTo>
                  <a:lnTo>
                    <a:pt x="1956640" y="41534"/>
                  </a:lnTo>
                  <a:lnTo>
                    <a:pt x="1964498" y="37336"/>
                  </a:lnTo>
                  <a:lnTo>
                    <a:pt x="1972356" y="33147"/>
                  </a:lnTo>
                  <a:lnTo>
                    <a:pt x="1980214" y="28967"/>
                  </a:lnTo>
                  <a:lnTo>
                    <a:pt x="1988072" y="24796"/>
                  </a:lnTo>
                  <a:lnTo>
                    <a:pt x="1995930" y="20636"/>
                  </a:lnTo>
                  <a:lnTo>
                    <a:pt x="2003788" y="16486"/>
                  </a:lnTo>
                  <a:lnTo>
                    <a:pt x="2011646" y="12347"/>
                  </a:lnTo>
                  <a:lnTo>
                    <a:pt x="2019504" y="8219"/>
                  </a:lnTo>
                  <a:lnTo>
                    <a:pt x="2027362" y="4103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186414" y="3080869"/>
              <a:ext cx="2035220" cy="23678"/>
            </a:xfrm>
            <a:custGeom>
              <a:avLst/>
              <a:pathLst>
                <a:path w="2035220" h="23678">
                  <a:moveTo>
                    <a:pt x="2035220" y="23678"/>
                  </a:moveTo>
                  <a:lnTo>
                    <a:pt x="2027362" y="23661"/>
                  </a:lnTo>
                  <a:lnTo>
                    <a:pt x="2019504" y="23647"/>
                  </a:lnTo>
                  <a:lnTo>
                    <a:pt x="2011646" y="23634"/>
                  </a:lnTo>
                  <a:lnTo>
                    <a:pt x="2003788" y="23620"/>
                  </a:lnTo>
                  <a:lnTo>
                    <a:pt x="1995930" y="23603"/>
                  </a:lnTo>
                  <a:lnTo>
                    <a:pt x="1988072" y="23585"/>
                  </a:lnTo>
                  <a:lnTo>
                    <a:pt x="1980214" y="23568"/>
                  </a:lnTo>
                  <a:lnTo>
                    <a:pt x="1972356" y="23550"/>
                  </a:lnTo>
                  <a:lnTo>
                    <a:pt x="1964498" y="23532"/>
                  </a:lnTo>
                  <a:lnTo>
                    <a:pt x="1956640" y="23513"/>
                  </a:lnTo>
                  <a:lnTo>
                    <a:pt x="1948782" y="23495"/>
                  </a:lnTo>
                  <a:lnTo>
                    <a:pt x="1940924" y="23476"/>
                  </a:lnTo>
                  <a:lnTo>
                    <a:pt x="1933066" y="23456"/>
                  </a:lnTo>
                  <a:lnTo>
                    <a:pt x="1925208" y="23437"/>
                  </a:lnTo>
                  <a:lnTo>
                    <a:pt x="1917350" y="23417"/>
                  </a:lnTo>
                  <a:lnTo>
                    <a:pt x="1909492" y="23397"/>
                  </a:lnTo>
                  <a:lnTo>
                    <a:pt x="1901634" y="23376"/>
                  </a:lnTo>
                  <a:lnTo>
                    <a:pt x="1893776" y="23355"/>
                  </a:lnTo>
                  <a:lnTo>
                    <a:pt x="1885918" y="23334"/>
                  </a:lnTo>
                  <a:lnTo>
                    <a:pt x="1878060" y="23312"/>
                  </a:lnTo>
                  <a:lnTo>
                    <a:pt x="1870202" y="23290"/>
                  </a:lnTo>
                  <a:lnTo>
                    <a:pt x="1862344" y="23269"/>
                  </a:lnTo>
                  <a:lnTo>
                    <a:pt x="1854486" y="23250"/>
                  </a:lnTo>
                  <a:lnTo>
                    <a:pt x="1846628" y="23231"/>
                  </a:lnTo>
                  <a:lnTo>
                    <a:pt x="1838770" y="23212"/>
                  </a:lnTo>
                  <a:lnTo>
                    <a:pt x="1830912" y="23192"/>
                  </a:lnTo>
                  <a:lnTo>
                    <a:pt x="1823054" y="23167"/>
                  </a:lnTo>
                  <a:lnTo>
                    <a:pt x="1815196" y="23141"/>
                  </a:lnTo>
                  <a:lnTo>
                    <a:pt x="1807338" y="23115"/>
                  </a:lnTo>
                  <a:lnTo>
                    <a:pt x="1799480" y="23089"/>
                  </a:lnTo>
                  <a:lnTo>
                    <a:pt x="1791622" y="23061"/>
                  </a:lnTo>
                  <a:lnTo>
                    <a:pt x="1783764" y="23033"/>
                  </a:lnTo>
                  <a:lnTo>
                    <a:pt x="1775906" y="23004"/>
                  </a:lnTo>
                  <a:lnTo>
                    <a:pt x="1768048" y="22974"/>
                  </a:lnTo>
                  <a:lnTo>
                    <a:pt x="1760190" y="22944"/>
                  </a:lnTo>
                  <a:lnTo>
                    <a:pt x="1752332" y="22916"/>
                  </a:lnTo>
                  <a:lnTo>
                    <a:pt x="1744474" y="22888"/>
                  </a:lnTo>
                  <a:lnTo>
                    <a:pt x="1736616" y="22858"/>
                  </a:lnTo>
                  <a:lnTo>
                    <a:pt x="1728758" y="22827"/>
                  </a:lnTo>
                  <a:lnTo>
                    <a:pt x="1720900" y="22796"/>
                  </a:lnTo>
                  <a:lnTo>
                    <a:pt x="1713042" y="22765"/>
                  </a:lnTo>
                  <a:lnTo>
                    <a:pt x="1705184" y="22736"/>
                  </a:lnTo>
                  <a:lnTo>
                    <a:pt x="1697326" y="22707"/>
                  </a:lnTo>
                  <a:lnTo>
                    <a:pt x="1689468" y="22676"/>
                  </a:lnTo>
                  <a:lnTo>
                    <a:pt x="1681610" y="22640"/>
                  </a:lnTo>
                  <a:lnTo>
                    <a:pt x="1673752" y="22604"/>
                  </a:lnTo>
                  <a:lnTo>
                    <a:pt x="1665894" y="22567"/>
                  </a:lnTo>
                  <a:lnTo>
                    <a:pt x="1658036" y="22529"/>
                  </a:lnTo>
                  <a:lnTo>
                    <a:pt x="1650178" y="22490"/>
                  </a:lnTo>
                  <a:lnTo>
                    <a:pt x="1642320" y="22451"/>
                  </a:lnTo>
                  <a:lnTo>
                    <a:pt x="1634462" y="22413"/>
                  </a:lnTo>
                  <a:lnTo>
                    <a:pt x="1626604" y="22374"/>
                  </a:lnTo>
                  <a:lnTo>
                    <a:pt x="1618746" y="22335"/>
                  </a:lnTo>
                  <a:lnTo>
                    <a:pt x="1610888" y="22295"/>
                  </a:lnTo>
                  <a:lnTo>
                    <a:pt x="1603030" y="22255"/>
                  </a:lnTo>
                  <a:lnTo>
                    <a:pt x="1595172" y="22214"/>
                  </a:lnTo>
                  <a:lnTo>
                    <a:pt x="1587314" y="22172"/>
                  </a:lnTo>
                  <a:lnTo>
                    <a:pt x="1579456" y="22129"/>
                  </a:lnTo>
                  <a:lnTo>
                    <a:pt x="1571598" y="22086"/>
                  </a:lnTo>
                  <a:lnTo>
                    <a:pt x="1563740" y="22042"/>
                  </a:lnTo>
                  <a:lnTo>
                    <a:pt x="1555882" y="21998"/>
                  </a:lnTo>
                  <a:lnTo>
                    <a:pt x="1548024" y="21952"/>
                  </a:lnTo>
                  <a:lnTo>
                    <a:pt x="1540166" y="21906"/>
                  </a:lnTo>
                  <a:lnTo>
                    <a:pt x="1532308" y="21865"/>
                  </a:lnTo>
                  <a:lnTo>
                    <a:pt x="1524450" y="21824"/>
                  </a:lnTo>
                  <a:lnTo>
                    <a:pt x="1516592" y="21782"/>
                  </a:lnTo>
                  <a:lnTo>
                    <a:pt x="1508734" y="21739"/>
                  </a:lnTo>
                  <a:lnTo>
                    <a:pt x="1500876" y="21696"/>
                  </a:lnTo>
                  <a:lnTo>
                    <a:pt x="1493018" y="21652"/>
                  </a:lnTo>
                  <a:lnTo>
                    <a:pt x="1485160" y="21608"/>
                  </a:lnTo>
                  <a:lnTo>
                    <a:pt x="1477302" y="21562"/>
                  </a:lnTo>
                  <a:lnTo>
                    <a:pt x="1469444" y="21517"/>
                  </a:lnTo>
                  <a:lnTo>
                    <a:pt x="1461586" y="21472"/>
                  </a:lnTo>
                  <a:lnTo>
                    <a:pt x="1453728" y="21427"/>
                  </a:lnTo>
                  <a:lnTo>
                    <a:pt x="1445870" y="21381"/>
                  </a:lnTo>
                  <a:lnTo>
                    <a:pt x="1438012" y="21334"/>
                  </a:lnTo>
                  <a:lnTo>
                    <a:pt x="1430154" y="21287"/>
                  </a:lnTo>
                  <a:lnTo>
                    <a:pt x="1422296" y="21239"/>
                  </a:lnTo>
                  <a:lnTo>
                    <a:pt x="1414438" y="21191"/>
                  </a:lnTo>
                  <a:lnTo>
                    <a:pt x="1406580" y="21142"/>
                  </a:lnTo>
                  <a:lnTo>
                    <a:pt x="1398722" y="21088"/>
                  </a:lnTo>
                  <a:lnTo>
                    <a:pt x="1390864" y="21032"/>
                  </a:lnTo>
                  <a:lnTo>
                    <a:pt x="1383006" y="20974"/>
                  </a:lnTo>
                  <a:lnTo>
                    <a:pt x="1375148" y="20915"/>
                  </a:lnTo>
                  <a:lnTo>
                    <a:pt x="1367290" y="20857"/>
                  </a:lnTo>
                  <a:lnTo>
                    <a:pt x="1359432" y="20801"/>
                  </a:lnTo>
                  <a:lnTo>
                    <a:pt x="1351574" y="20744"/>
                  </a:lnTo>
                  <a:lnTo>
                    <a:pt x="1343716" y="20687"/>
                  </a:lnTo>
                  <a:lnTo>
                    <a:pt x="1335858" y="20628"/>
                  </a:lnTo>
                  <a:lnTo>
                    <a:pt x="1328000" y="20569"/>
                  </a:lnTo>
                  <a:lnTo>
                    <a:pt x="1320142" y="20509"/>
                  </a:lnTo>
                  <a:lnTo>
                    <a:pt x="1312284" y="20448"/>
                  </a:lnTo>
                  <a:lnTo>
                    <a:pt x="1304426" y="20386"/>
                  </a:lnTo>
                  <a:lnTo>
                    <a:pt x="1296568" y="20323"/>
                  </a:lnTo>
                  <a:lnTo>
                    <a:pt x="1288710" y="20259"/>
                  </a:lnTo>
                  <a:lnTo>
                    <a:pt x="1280852" y="20195"/>
                  </a:lnTo>
                  <a:lnTo>
                    <a:pt x="1272994" y="20129"/>
                  </a:lnTo>
                  <a:lnTo>
                    <a:pt x="1265136" y="20063"/>
                  </a:lnTo>
                  <a:lnTo>
                    <a:pt x="1257278" y="19995"/>
                  </a:lnTo>
                  <a:lnTo>
                    <a:pt x="1249420" y="19927"/>
                  </a:lnTo>
                  <a:lnTo>
                    <a:pt x="1241562" y="19857"/>
                  </a:lnTo>
                  <a:lnTo>
                    <a:pt x="1233704" y="19787"/>
                  </a:lnTo>
                  <a:lnTo>
                    <a:pt x="1225846" y="19715"/>
                  </a:lnTo>
                  <a:lnTo>
                    <a:pt x="1217988" y="19643"/>
                  </a:lnTo>
                  <a:lnTo>
                    <a:pt x="1210130" y="19569"/>
                  </a:lnTo>
                  <a:lnTo>
                    <a:pt x="1202272" y="19495"/>
                  </a:lnTo>
                  <a:lnTo>
                    <a:pt x="1194414" y="19419"/>
                  </a:lnTo>
                  <a:lnTo>
                    <a:pt x="1186556" y="19342"/>
                  </a:lnTo>
                  <a:lnTo>
                    <a:pt x="1178698" y="19263"/>
                  </a:lnTo>
                  <a:lnTo>
                    <a:pt x="1170840" y="19183"/>
                  </a:lnTo>
                  <a:lnTo>
                    <a:pt x="1162982" y="19102"/>
                  </a:lnTo>
                  <a:lnTo>
                    <a:pt x="1155124" y="18992"/>
                  </a:lnTo>
                  <a:lnTo>
                    <a:pt x="1147266" y="18882"/>
                  </a:lnTo>
                  <a:lnTo>
                    <a:pt x="1139408" y="18783"/>
                  </a:lnTo>
                  <a:lnTo>
                    <a:pt x="1131550" y="18642"/>
                  </a:lnTo>
                  <a:lnTo>
                    <a:pt x="1123692" y="18504"/>
                  </a:lnTo>
                  <a:lnTo>
                    <a:pt x="1115834" y="18422"/>
                  </a:lnTo>
                  <a:lnTo>
                    <a:pt x="1107976" y="18310"/>
                  </a:lnTo>
                  <a:lnTo>
                    <a:pt x="1100118" y="18180"/>
                  </a:lnTo>
                  <a:lnTo>
                    <a:pt x="1092260" y="18080"/>
                  </a:lnTo>
                  <a:lnTo>
                    <a:pt x="1084402" y="18003"/>
                  </a:lnTo>
                  <a:lnTo>
                    <a:pt x="1076544" y="17925"/>
                  </a:lnTo>
                  <a:lnTo>
                    <a:pt x="1068686" y="17820"/>
                  </a:lnTo>
                  <a:lnTo>
                    <a:pt x="1060828" y="17696"/>
                  </a:lnTo>
                  <a:lnTo>
                    <a:pt x="1052970" y="17569"/>
                  </a:lnTo>
                  <a:lnTo>
                    <a:pt x="1045112" y="17441"/>
                  </a:lnTo>
                  <a:lnTo>
                    <a:pt x="1037254" y="17310"/>
                  </a:lnTo>
                  <a:lnTo>
                    <a:pt x="1029397" y="17177"/>
                  </a:lnTo>
                  <a:lnTo>
                    <a:pt x="1021539" y="17127"/>
                  </a:lnTo>
                  <a:lnTo>
                    <a:pt x="1013681" y="17078"/>
                  </a:lnTo>
                  <a:lnTo>
                    <a:pt x="1005823" y="17028"/>
                  </a:lnTo>
                  <a:lnTo>
                    <a:pt x="997965" y="16978"/>
                  </a:lnTo>
                  <a:lnTo>
                    <a:pt x="990107" y="16927"/>
                  </a:lnTo>
                  <a:lnTo>
                    <a:pt x="982249" y="16787"/>
                  </a:lnTo>
                  <a:lnTo>
                    <a:pt x="974391" y="16629"/>
                  </a:lnTo>
                  <a:lnTo>
                    <a:pt x="966533" y="16468"/>
                  </a:lnTo>
                  <a:lnTo>
                    <a:pt x="958675" y="16328"/>
                  </a:lnTo>
                  <a:lnTo>
                    <a:pt x="950817" y="16261"/>
                  </a:lnTo>
                  <a:lnTo>
                    <a:pt x="942959" y="16194"/>
                  </a:lnTo>
                  <a:lnTo>
                    <a:pt x="935101" y="16080"/>
                  </a:lnTo>
                  <a:lnTo>
                    <a:pt x="927243" y="15941"/>
                  </a:lnTo>
                  <a:lnTo>
                    <a:pt x="919385" y="15800"/>
                  </a:lnTo>
                  <a:lnTo>
                    <a:pt x="911527" y="15677"/>
                  </a:lnTo>
                  <a:lnTo>
                    <a:pt x="903669" y="15516"/>
                  </a:lnTo>
                  <a:lnTo>
                    <a:pt x="895811" y="15363"/>
                  </a:lnTo>
                  <a:lnTo>
                    <a:pt x="887953" y="15212"/>
                  </a:lnTo>
                  <a:lnTo>
                    <a:pt x="880095" y="15058"/>
                  </a:lnTo>
                  <a:lnTo>
                    <a:pt x="872237" y="14902"/>
                  </a:lnTo>
                  <a:lnTo>
                    <a:pt x="864379" y="14744"/>
                  </a:lnTo>
                  <a:lnTo>
                    <a:pt x="856521" y="14585"/>
                  </a:lnTo>
                  <a:lnTo>
                    <a:pt x="848663" y="14424"/>
                  </a:lnTo>
                  <a:lnTo>
                    <a:pt x="840805" y="14260"/>
                  </a:lnTo>
                  <a:lnTo>
                    <a:pt x="832947" y="14108"/>
                  </a:lnTo>
                  <a:lnTo>
                    <a:pt x="825089" y="13962"/>
                  </a:lnTo>
                  <a:lnTo>
                    <a:pt x="817231" y="13815"/>
                  </a:lnTo>
                  <a:lnTo>
                    <a:pt x="809373" y="13666"/>
                  </a:lnTo>
                  <a:lnTo>
                    <a:pt x="801515" y="13514"/>
                  </a:lnTo>
                  <a:lnTo>
                    <a:pt x="793657" y="13343"/>
                  </a:lnTo>
                  <a:lnTo>
                    <a:pt x="785799" y="13208"/>
                  </a:lnTo>
                  <a:lnTo>
                    <a:pt x="777941" y="13072"/>
                  </a:lnTo>
                  <a:lnTo>
                    <a:pt x="770083" y="12938"/>
                  </a:lnTo>
                  <a:lnTo>
                    <a:pt x="762225" y="12794"/>
                  </a:lnTo>
                  <a:lnTo>
                    <a:pt x="754367" y="12602"/>
                  </a:lnTo>
                  <a:lnTo>
                    <a:pt x="746509" y="12427"/>
                  </a:lnTo>
                  <a:lnTo>
                    <a:pt x="738651" y="12266"/>
                  </a:lnTo>
                  <a:lnTo>
                    <a:pt x="730793" y="12141"/>
                  </a:lnTo>
                  <a:lnTo>
                    <a:pt x="722935" y="12039"/>
                  </a:lnTo>
                  <a:lnTo>
                    <a:pt x="715077" y="11846"/>
                  </a:lnTo>
                  <a:lnTo>
                    <a:pt x="707219" y="11626"/>
                  </a:lnTo>
                  <a:lnTo>
                    <a:pt x="699361" y="11402"/>
                  </a:lnTo>
                  <a:lnTo>
                    <a:pt x="691503" y="11209"/>
                  </a:lnTo>
                  <a:lnTo>
                    <a:pt x="683645" y="11054"/>
                  </a:lnTo>
                  <a:lnTo>
                    <a:pt x="675787" y="10894"/>
                  </a:lnTo>
                  <a:lnTo>
                    <a:pt x="667929" y="10723"/>
                  </a:lnTo>
                  <a:lnTo>
                    <a:pt x="660071" y="10516"/>
                  </a:lnTo>
                  <a:lnTo>
                    <a:pt x="652213" y="10352"/>
                  </a:lnTo>
                  <a:lnTo>
                    <a:pt x="644355" y="10124"/>
                  </a:lnTo>
                  <a:lnTo>
                    <a:pt x="636497" y="9891"/>
                  </a:lnTo>
                  <a:lnTo>
                    <a:pt x="628639" y="9654"/>
                  </a:lnTo>
                  <a:lnTo>
                    <a:pt x="620781" y="9414"/>
                  </a:lnTo>
                  <a:lnTo>
                    <a:pt x="612923" y="9150"/>
                  </a:lnTo>
                  <a:lnTo>
                    <a:pt x="605065" y="8983"/>
                  </a:lnTo>
                  <a:lnTo>
                    <a:pt x="597207" y="8817"/>
                  </a:lnTo>
                  <a:lnTo>
                    <a:pt x="589349" y="8604"/>
                  </a:lnTo>
                  <a:lnTo>
                    <a:pt x="581491" y="8436"/>
                  </a:lnTo>
                  <a:lnTo>
                    <a:pt x="573633" y="8191"/>
                  </a:lnTo>
                  <a:lnTo>
                    <a:pt x="565775" y="7979"/>
                  </a:lnTo>
                  <a:lnTo>
                    <a:pt x="557917" y="7739"/>
                  </a:lnTo>
                  <a:lnTo>
                    <a:pt x="550059" y="7496"/>
                  </a:lnTo>
                  <a:lnTo>
                    <a:pt x="542201" y="7292"/>
                  </a:lnTo>
                  <a:lnTo>
                    <a:pt x="534343" y="7145"/>
                  </a:lnTo>
                  <a:lnTo>
                    <a:pt x="526485" y="6938"/>
                  </a:lnTo>
                  <a:lnTo>
                    <a:pt x="518627" y="6711"/>
                  </a:lnTo>
                  <a:lnTo>
                    <a:pt x="510769" y="6612"/>
                  </a:lnTo>
                  <a:lnTo>
                    <a:pt x="502911" y="6505"/>
                  </a:lnTo>
                  <a:lnTo>
                    <a:pt x="495053" y="6300"/>
                  </a:lnTo>
                  <a:lnTo>
                    <a:pt x="487195" y="6066"/>
                  </a:lnTo>
                  <a:lnTo>
                    <a:pt x="479337" y="5793"/>
                  </a:lnTo>
                  <a:lnTo>
                    <a:pt x="471479" y="5669"/>
                  </a:lnTo>
                  <a:lnTo>
                    <a:pt x="463621" y="5517"/>
                  </a:lnTo>
                  <a:lnTo>
                    <a:pt x="455763" y="5310"/>
                  </a:lnTo>
                  <a:lnTo>
                    <a:pt x="447905" y="5034"/>
                  </a:lnTo>
                  <a:lnTo>
                    <a:pt x="440047" y="4695"/>
                  </a:lnTo>
                  <a:lnTo>
                    <a:pt x="432189" y="4454"/>
                  </a:lnTo>
                  <a:lnTo>
                    <a:pt x="424331" y="4216"/>
                  </a:lnTo>
                  <a:lnTo>
                    <a:pt x="416473" y="4231"/>
                  </a:lnTo>
                  <a:lnTo>
                    <a:pt x="408615" y="3993"/>
                  </a:lnTo>
                  <a:lnTo>
                    <a:pt x="400757" y="3733"/>
                  </a:lnTo>
                  <a:lnTo>
                    <a:pt x="392899" y="3548"/>
                  </a:lnTo>
                  <a:lnTo>
                    <a:pt x="385041" y="3290"/>
                  </a:lnTo>
                  <a:lnTo>
                    <a:pt x="377183" y="3145"/>
                  </a:lnTo>
                  <a:lnTo>
                    <a:pt x="369325" y="2925"/>
                  </a:lnTo>
                  <a:lnTo>
                    <a:pt x="361467" y="2798"/>
                  </a:lnTo>
                  <a:lnTo>
                    <a:pt x="353609" y="2606"/>
                  </a:lnTo>
                  <a:lnTo>
                    <a:pt x="345751" y="2403"/>
                  </a:lnTo>
                  <a:lnTo>
                    <a:pt x="337893" y="2174"/>
                  </a:lnTo>
                  <a:lnTo>
                    <a:pt x="330035" y="2014"/>
                  </a:lnTo>
                  <a:lnTo>
                    <a:pt x="322177" y="1823"/>
                  </a:lnTo>
                  <a:lnTo>
                    <a:pt x="314319" y="1725"/>
                  </a:lnTo>
                  <a:lnTo>
                    <a:pt x="306461" y="1559"/>
                  </a:lnTo>
                  <a:lnTo>
                    <a:pt x="298603" y="1434"/>
                  </a:lnTo>
                  <a:lnTo>
                    <a:pt x="290745" y="1344"/>
                  </a:lnTo>
                  <a:lnTo>
                    <a:pt x="282887" y="1193"/>
                  </a:lnTo>
                  <a:lnTo>
                    <a:pt x="275029" y="1163"/>
                  </a:lnTo>
                  <a:lnTo>
                    <a:pt x="267171" y="1068"/>
                  </a:lnTo>
                  <a:lnTo>
                    <a:pt x="259313" y="884"/>
                  </a:lnTo>
                  <a:lnTo>
                    <a:pt x="251455" y="710"/>
                  </a:lnTo>
                  <a:lnTo>
                    <a:pt x="243597" y="612"/>
                  </a:lnTo>
                  <a:lnTo>
                    <a:pt x="235739" y="501"/>
                  </a:lnTo>
                  <a:lnTo>
                    <a:pt x="227881" y="376"/>
                  </a:lnTo>
                  <a:lnTo>
                    <a:pt x="220023" y="405"/>
                  </a:lnTo>
                  <a:lnTo>
                    <a:pt x="212165" y="203"/>
                  </a:lnTo>
                  <a:lnTo>
                    <a:pt x="204307" y="133"/>
                  </a:lnTo>
                  <a:lnTo>
                    <a:pt x="196449" y="183"/>
                  </a:lnTo>
                  <a:lnTo>
                    <a:pt x="188591" y="101"/>
                  </a:lnTo>
                  <a:lnTo>
                    <a:pt x="180733" y="0"/>
                  </a:lnTo>
                  <a:lnTo>
                    <a:pt x="172875" y="1"/>
                  </a:lnTo>
                  <a:lnTo>
                    <a:pt x="165017" y="39"/>
                  </a:lnTo>
                  <a:lnTo>
                    <a:pt x="157159" y="12"/>
                  </a:lnTo>
                  <a:lnTo>
                    <a:pt x="149301" y="128"/>
                  </a:lnTo>
                  <a:lnTo>
                    <a:pt x="141443" y="72"/>
                  </a:lnTo>
                  <a:lnTo>
                    <a:pt x="133585" y="94"/>
                  </a:lnTo>
                  <a:lnTo>
                    <a:pt x="125727" y="105"/>
                  </a:lnTo>
                  <a:lnTo>
                    <a:pt x="117869" y="245"/>
                  </a:lnTo>
                  <a:lnTo>
                    <a:pt x="110011" y="285"/>
                  </a:lnTo>
                  <a:lnTo>
                    <a:pt x="102153" y="414"/>
                  </a:lnTo>
                  <a:lnTo>
                    <a:pt x="94295" y="556"/>
                  </a:lnTo>
                  <a:lnTo>
                    <a:pt x="86437" y="480"/>
                  </a:lnTo>
                  <a:lnTo>
                    <a:pt x="78579" y="492"/>
                  </a:lnTo>
                  <a:lnTo>
                    <a:pt x="70721" y="487"/>
                  </a:lnTo>
                  <a:lnTo>
                    <a:pt x="62863" y="647"/>
                  </a:lnTo>
                  <a:lnTo>
                    <a:pt x="55005" y="715"/>
                  </a:lnTo>
                  <a:lnTo>
                    <a:pt x="47147" y="775"/>
                  </a:lnTo>
                  <a:lnTo>
                    <a:pt x="39289" y="947"/>
                  </a:lnTo>
                  <a:lnTo>
                    <a:pt x="31431" y="1124"/>
                  </a:lnTo>
                  <a:lnTo>
                    <a:pt x="23573" y="1231"/>
                  </a:lnTo>
                  <a:lnTo>
                    <a:pt x="15715" y="1273"/>
                  </a:lnTo>
                  <a:lnTo>
                    <a:pt x="7857" y="1342"/>
                  </a:lnTo>
                  <a:lnTo>
                    <a:pt x="0" y="147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186414" y="2743930"/>
              <a:ext cx="2035220" cy="298100"/>
            </a:xfrm>
            <a:custGeom>
              <a:avLst/>
              <a:pathLst>
                <a:path w="2035220" h="298100">
                  <a:moveTo>
                    <a:pt x="0" y="298100"/>
                  </a:moveTo>
                  <a:lnTo>
                    <a:pt x="7857" y="297668"/>
                  </a:lnTo>
                  <a:lnTo>
                    <a:pt x="15715" y="297146"/>
                  </a:lnTo>
                  <a:lnTo>
                    <a:pt x="23573" y="296646"/>
                  </a:lnTo>
                  <a:lnTo>
                    <a:pt x="31431" y="296200"/>
                  </a:lnTo>
                  <a:lnTo>
                    <a:pt x="39289" y="295672"/>
                  </a:lnTo>
                  <a:lnTo>
                    <a:pt x="47147" y="295243"/>
                  </a:lnTo>
                  <a:lnTo>
                    <a:pt x="55005" y="294718"/>
                  </a:lnTo>
                  <a:lnTo>
                    <a:pt x="62863" y="294253"/>
                  </a:lnTo>
                  <a:lnTo>
                    <a:pt x="70721" y="293722"/>
                  </a:lnTo>
                  <a:lnTo>
                    <a:pt x="78579" y="293228"/>
                  </a:lnTo>
                  <a:lnTo>
                    <a:pt x="86437" y="292733"/>
                  </a:lnTo>
                  <a:lnTo>
                    <a:pt x="94295" y="292244"/>
                  </a:lnTo>
                  <a:lnTo>
                    <a:pt x="102153" y="291740"/>
                  </a:lnTo>
                  <a:lnTo>
                    <a:pt x="110011" y="291165"/>
                  </a:lnTo>
                  <a:lnTo>
                    <a:pt x="117869" y="290698"/>
                  </a:lnTo>
                  <a:lnTo>
                    <a:pt x="125727" y="290186"/>
                  </a:lnTo>
                  <a:lnTo>
                    <a:pt x="133585" y="289624"/>
                  </a:lnTo>
                  <a:lnTo>
                    <a:pt x="141443" y="289073"/>
                  </a:lnTo>
                  <a:lnTo>
                    <a:pt x="149301" y="288516"/>
                  </a:lnTo>
                  <a:lnTo>
                    <a:pt x="157159" y="287961"/>
                  </a:lnTo>
                  <a:lnTo>
                    <a:pt x="165017" y="287411"/>
                  </a:lnTo>
                  <a:lnTo>
                    <a:pt x="172875" y="286849"/>
                  </a:lnTo>
                  <a:lnTo>
                    <a:pt x="180733" y="286336"/>
                  </a:lnTo>
                  <a:lnTo>
                    <a:pt x="188591" y="285715"/>
                  </a:lnTo>
                  <a:lnTo>
                    <a:pt x="196449" y="285155"/>
                  </a:lnTo>
                  <a:lnTo>
                    <a:pt x="204307" y="284635"/>
                  </a:lnTo>
                  <a:lnTo>
                    <a:pt x="212165" y="284080"/>
                  </a:lnTo>
                  <a:lnTo>
                    <a:pt x="220023" y="283512"/>
                  </a:lnTo>
                  <a:lnTo>
                    <a:pt x="227881" y="282921"/>
                  </a:lnTo>
                  <a:lnTo>
                    <a:pt x="235739" y="282311"/>
                  </a:lnTo>
                  <a:lnTo>
                    <a:pt x="243597" y="281718"/>
                  </a:lnTo>
                  <a:lnTo>
                    <a:pt x="251455" y="281097"/>
                  </a:lnTo>
                  <a:lnTo>
                    <a:pt x="259313" y="280508"/>
                  </a:lnTo>
                  <a:lnTo>
                    <a:pt x="267171" y="279909"/>
                  </a:lnTo>
                  <a:lnTo>
                    <a:pt x="275029" y="279321"/>
                  </a:lnTo>
                  <a:lnTo>
                    <a:pt x="282887" y="278707"/>
                  </a:lnTo>
                  <a:lnTo>
                    <a:pt x="290745" y="278104"/>
                  </a:lnTo>
                  <a:lnTo>
                    <a:pt x="298603" y="277458"/>
                  </a:lnTo>
                  <a:lnTo>
                    <a:pt x="306461" y="276859"/>
                  </a:lnTo>
                  <a:lnTo>
                    <a:pt x="314319" y="276273"/>
                  </a:lnTo>
                  <a:lnTo>
                    <a:pt x="322177" y="275685"/>
                  </a:lnTo>
                  <a:lnTo>
                    <a:pt x="330035" y="275008"/>
                  </a:lnTo>
                  <a:lnTo>
                    <a:pt x="337893" y="274254"/>
                  </a:lnTo>
                  <a:lnTo>
                    <a:pt x="345751" y="273708"/>
                  </a:lnTo>
                  <a:lnTo>
                    <a:pt x="353609" y="273005"/>
                  </a:lnTo>
                  <a:lnTo>
                    <a:pt x="361467" y="272241"/>
                  </a:lnTo>
                  <a:lnTo>
                    <a:pt x="369325" y="271569"/>
                  </a:lnTo>
                  <a:lnTo>
                    <a:pt x="377183" y="270977"/>
                  </a:lnTo>
                  <a:lnTo>
                    <a:pt x="385041" y="270377"/>
                  </a:lnTo>
                  <a:lnTo>
                    <a:pt x="392899" y="269768"/>
                  </a:lnTo>
                  <a:lnTo>
                    <a:pt x="400757" y="269182"/>
                  </a:lnTo>
                  <a:lnTo>
                    <a:pt x="408615" y="268441"/>
                  </a:lnTo>
                  <a:lnTo>
                    <a:pt x="416473" y="267802"/>
                  </a:lnTo>
                  <a:lnTo>
                    <a:pt x="424331" y="267090"/>
                  </a:lnTo>
                  <a:lnTo>
                    <a:pt x="432189" y="266327"/>
                  </a:lnTo>
                  <a:lnTo>
                    <a:pt x="440047" y="265660"/>
                  </a:lnTo>
                  <a:lnTo>
                    <a:pt x="447905" y="264810"/>
                  </a:lnTo>
                  <a:lnTo>
                    <a:pt x="455763" y="264065"/>
                  </a:lnTo>
                  <a:lnTo>
                    <a:pt x="463621" y="263322"/>
                  </a:lnTo>
                  <a:lnTo>
                    <a:pt x="471479" y="262670"/>
                  </a:lnTo>
                  <a:lnTo>
                    <a:pt x="479337" y="261995"/>
                  </a:lnTo>
                  <a:lnTo>
                    <a:pt x="487195" y="261236"/>
                  </a:lnTo>
                  <a:lnTo>
                    <a:pt x="495053" y="260486"/>
                  </a:lnTo>
                  <a:lnTo>
                    <a:pt x="502911" y="259854"/>
                  </a:lnTo>
                  <a:lnTo>
                    <a:pt x="510769" y="259123"/>
                  </a:lnTo>
                  <a:lnTo>
                    <a:pt x="518627" y="258375"/>
                  </a:lnTo>
                  <a:lnTo>
                    <a:pt x="526485" y="257642"/>
                  </a:lnTo>
                  <a:lnTo>
                    <a:pt x="534343" y="256793"/>
                  </a:lnTo>
                  <a:lnTo>
                    <a:pt x="542201" y="256136"/>
                  </a:lnTo>
                  <a:lnTo>
                    <a:pt x="550059" y="255332"/>
                  </a:lnTo>
                  <a:lnTo>
                    <a:pt x="557917" y="254441"/>
                  </a:lnTo>
                  <a:lnTo>
                    <a:pt x="565775" y="253644"/>
                  </a:lnTo>
                  <a:lnTo>
                    <a:pt x="573633" y="252948"/>
                  </a:lnTo>
                  <a:lnTo>
                    <a:pt x="581491" y="252213"/>
                  </a:lnTo>
                  <a:lnTo>
                    <a:pt x="589349" y="251369"/>
                  </a:lnTo>
                  <a:lnTo>
                    <a:pt x="597207" y="250517"/>
                  </a:lnTo>
                  <a:lnTo>
                    <a:pt x="605065" y="249686"/>
                  </a:lnTo>
                  <a:lnTo>
                    <a:pt x="612923" y="248924"/>
                  </a:lnTo>
                  <a:lnTo>
                    <a:pt x="620781" y="248103"/>
                  </a:lnTo>
                  <a:lnTo>
                    <a:pt x="628639" y="247308"/>
                  </a:lnTo>
                  <a:lnTo>
                    <a:pt x="636497" y="246413"/>
                  </a:lnTo>
                  <a:lnTo>
                    <a:pt x="644355" y="245569"/>
                  </a:lnTo>
                  <a:lnTo>
                    <a:pt x="652213" y="244798"/>
                  </a:lnTo>
                  <a:lnTo>
                    <a:pt x="660071" y="244022"/>
                  </a:lnTo>
                  <a:lnTo>
                    <a:pt x="667929" y="243160"/>
                  </a:lnTo>
                  <a:lnTo>
                    <a:pt x="675787" y="242208"/>
                  </a:lnTo>
                  <a:lnTo>
                    <a:pt x="683645" y="241309"/>
                  </a:lnTo>
                  <a:lnTo>
                    <a:pt x="691503" y="240539"/>
                  </a:lnTo>
                  <a:lnTo>
                    <a:pt x="699361" y="239730"/>
                  </a:lnTo>
                  <a:lnTo>
                    <a:pt x="707219" y="238853"/>
                  </a:lnTo>
                  <a:lnTo>
                    <a:pt x="715077" y="237987"/>
                  </a:lnTo>
                  <a:lnTo>
                    <a:pt x="722935" y="237166"/>
                  </a:lnTo>
                  <a:lnTo>
                    <a:pt x="730793" y="236404"/>
                  </a:lnTo>
                  <a:lnTo>
                    <a:pt x="738651" y="235530"/>
                  </a:lnTo>
                  <a:lnTo>
                    <a:pt x="746509" y="234659"/>
                  </a:lnTo>
                  <a:lnTo>
                    <a:pt x="754367" y="233803"/>
                  </a:lnTo>
                  <a:lnTo>
                    <a:pt x="762225" y="232972"/>
                  </a:lnTo>
                  <a:lnTo>
                    <a:pt x="770083" y="232040"/>
                  </a:lnTo>
                  <a:lnTo>
                    <a:pt x="777941" y="231344"/>
                  </a:lnTo>
                  <a:lnTo>
                    <a:pt x="785799" y="230484"/>
                  </a:lnTo>
                  <a:lnTo>
                    <a:pt x="793657" y="229509"/>
                  </a:lnTo>
                  <a:lnTo>
                    <a:pt x="801515" y="228478"/>
                  </a:lnTo>
                  <a:lnTo>
                    <a:pt x="809373" y="227559"/>
                  </a:lnTo>
                  <a:lnTo>
                    <a:pt x="817231" y="226763"/>
                  </a:lnTo>
                  <a:lnTo>
                    <a:pt x="825089" y="225692"/>
                  </a:lnTo>
                  <a:lnTo>
                    <a:pt x="832947" y="224620"/>
                  </a:lnTo>
                  <a:lnTo>
                    <a:pt x="840805" y="223501"/>
                  </a:lnTo>
                  <a:lnTo>
                    <a:pt x="848663" y="222563"/>
                  </a:lnTo>
                  <a:lnTo>
                    <a:pt x="856521" y="221622"/>
                  </a:lnTo>
                  <a:lnTo>
                    <a:pt x="864379" y="220498"/>
                  </a:lnTo>
                  <a:lnTo>
                    <a:pt x="872237" y="219525"/>
                  </a:lnTo>
                  <a:lnTo>
                    <a:pt x="880095" y="218559"/>
                  </a:lnTo>
                  <a:lnTo>
                    <a:pt x="887953" y="217580"/>
                  </a:lnTo>
                  <a:lnTo>
                    <a:pt x="895811" y="216586"/>
                  </a:lnTo>
                  <a:lnTo>
                    <a:pt x="903669" y="215625"/>
                  </a:lnTo>
                  <a:lnTo>
                    <a:pt x="911527" y="214539"/>
                  </a:lnTo>
                  <a:lnTo>
                    <a:pt x="919385" y="213431"/>
                  </a:lnTo>
                  <a:lnTo>
                    <a:pt x="927243" y="212341"/>
                  </a:lnTo>
                  <a:lnTo>
                    <a:pt x="935101" y="211311"/>
                  </a:lnTo>
                  <a:lnTo>
                    <a:pt x="942959" y="210264"/>
                  </a:lnTo>
                  <a:lnTo>
                    <a:pt x="950817" y="209115"/>
                  </a:lnTo>
                  <a:lnTo>
                    <a:pt x="958675" y="208094"/>
                  </a:lnTo>
                  <a:lnTo>
                    <a:pt x="966533" y="207085"/>
                  </a:lnTo>
                  <a:lnTo>
                    <a:pt x="974391" y="205968"/>
                  </a:lnTo>
                  <a:lnTo>
                    <a:pt x="982249" y="204829"/>
                  </a:lnTo>
                  <a:lnTo>
                    <a:pt x="990107" y="203794"/>
                  </a:lnTo>
                  <a:lnTo>
                    <a:pt x="997965" y="202813"/>
                  </a:lnTo>
                  <a:lnTo>
                    <a:pt x="1005823" y="201745"/>
                  </a:lnTo>
                  <a:lnTo>
                    <a:pt x="1013681" y="200626"/>
                  </a:lnTo>
                  <a:lnTo>
                    <a:pt x="1021539" y="199388"/>
                  </a:lnTo>
                  <a:lnTo>
                    <a:pt x="1029397" y="198136"/>
                  </a:lnTo>
                  <a:lnTo>
                    <a:pt x="1037254" y="196906"/>
                  </a:lnTo>
                  <a:lnTo>
                    <a:pt x="1045112" y="195536"/>
                  </a:lnTo>
                  <a:lnTo>
                    <a:pt x="1052970" y="194225"/>
                  </a:lnTo>
                  <a:lnTo>
                    <a:pt x="1060828" y="193045"/>
                  </a:lnTo>
                  <a:lnTo>
                    <a:pt x="1068686" y="191935"/>
                  </a:lnTo>
                  <a:lnTo>
                    <a:pt x="1076544" y="190609"/>
                  </a:lnTo>
                  <a:lnTo>
                    <a:pt x="1084402" y="189451"/>
                  </a:lnTo>
                  <a:lnTo>
                    <a:pt x="1092260" y="188373"/>
                  </a:lnTo>
                  <a:lnTo>
                    <a:pt x="1100118" y="187471"/>
                  </a:lnTo>
                  <a:lnTo>
                    <a:pt x="1107976" y="186279"/>
                  </a:lnTo>
                  <a:lnTo>
                    <a:pt x="1115834" y="185180"/>
                  </a:lnTo>
                  <a:lnTo>
                    <a:pt x="1123692" y="183923"/>
                  </a:lnTo>
                  <a:lnTo>
                    <a:pt x="1131550" y="182808"/>
                  </a:lnTo>
                  <a:lnTo>
                    <a:pt x="1139408" y="181718"/>
                  </a:lnTo>
                  <a:lnTo>
                    <a:pt x="1147266" y="180476"/>
                  </a:lnTo>
                  <a:lnTo>
                    <a:pt x="1155124" y="179332"/>
                  </a:lnTo>
                  <a:lnTo>
                    <a:pt x="1162982" y="177975"/>
                  </a:lnTo>
                  <a:lnTo>
                    <a:pt x="1170840" y="176678"/>
                  </a:lnTo>
                  <a:lnTo>
                    <a:pt x="1178698" y="175703"/>
                  </a:lnTo>
                  <a:lnTo>
                    <a:pt x="1186556" y="174520"/>
                  </a:lnTo>
                  <a:lnTo>
                    <a:pt x="1194414" y="173369"/>
                  </a:lnTo>
                  <a:lnTo>
                    <a:pt x="1202272" y="172300"/>
                  </a:lnTo>
                  <a:lnTo>
                    <a:pt x="1210130" y="170987"/>
                  </a:lnTo>
                  <a:lnTo>
                    <a:pt x="1217988" y="169529"/>
                  </a:lnTo>
                  <a:lnTo>
                    <a:pt x="1225846" y="168111"/>
                  </a:lnTo>
                  <a:lnTo>
                    <a:pt x="1233704" y="166844"/>
                  </a:lnTo>
                  <a:lnTo>
                    <a:pt x="1241562" y="165545"/>
                  </a:lnTo>
                  <a:lnTo>
                    <a:pt x="1249420" y="164135"/>
                  </a:lnTo>
                  <a:lnTo>
                    <a:pt x="1257278" y="162828"/>
                  </a:lnTo>
                  <a:lnTo>
                    <a:pt x="1265136" y="161526"/>
                  </a:lnTo>
                  <a:lnTo>
                    <a:pt x="1272994" y="160226"/>
                  </a:lnTo>
                  <a:lnTo>
                    <a:pt x="1280852" y="159186"/>
                  </a:lnTo>
                  <a:lnTo>
                    <a:pt x="1288710" y="157900"/>
                  </a:lnTo>
                  <a:lnTo>
                    <a:pt x="1296568" y="156225"/>
                  </a:lnTo>
                  <a:lnTo>
                    <a:pt x="1304426" y="154953"/>
                  </a:lnTo>
                  <a:lnTo>
                    <a:pt x="1312284" y="153715"/>
                  </a:lnTo>
                  <a:lnTo>
                    <a:pt x="1320142" y="152388"/>
                  </a:lnTo>
                  <a:lnTo>
                    <a:pt x="1328000" y="150973"/>
                  </a:lnTo>
                  <a:lnTo>
                    <a:pt x="1335858" y="149729"/>
                  </a:lnTo>
                  <a:lnTo>
                    <a:pt x="1343716" y="148349"/>
                  </a:lnTo>
                  <a:lnTo>
                    <a:pt x="1351574" y="146966"/>
                  </a:lnTo>
                  <a:lnTo>
                    <a:pt x="1359432" y="145492"/>
                  </a:lnTo>
                  <a:lnTo>
                    <a:pt x="1367290" y="144208"/>
                  </a:lnTo>
                  <a:lnTo>
                    <a:pt x="1375148" y="142779"/>
                  </a:lnTo>
                  <a:lnTo>
                    <a:pt x="1383006" y="141363"/>
                  </a:lnTo>
                  <a:lnTo>
                    <a:pt x="1390864" y="139796"/>
                  </a:lnTo>
                  <a:lnTo>
                    <a:pt x="1398722" y="138398"/>
                  </a:lnTo>
                  <a:lnTo>
                    <a:pt x="1406580" y="137103"/>
                  </a:lnTo>
                  <a:lnTo>
                    <a:pt x="1414438" y="135714"/>
                  </a:lnTo>
                  <a:lnTo>
                    <a:pt x="1422296" y="134172"/>
                  </a:lnTo>
                  <a:lnTo>
                    <a:pt x="1430154" y="132656"/>
                  </a:lnTo>
                  <a:lnTo>
                    <a:pt x="1438012" y="131196"/>
                  </a:lnTo>
                  <a:lnTo>
                    <a:pt x="1445870" y="129770"/>
                  </a:lnTo>
                  <a:lnTo>
                    <a:pt x="1453728" y="128431"/>
                  </a:lnTo>
                  <a:lnTo>
                    <a:pt x="1461586" y="126952"/>
                  </a:lnTo>
                  <a:lnTo>
                    <a:pt x="1469444" y="125202"/>
                  </a:lnTo>
                  <a:lnTo>
                    <a:pt x="1477302" y="123626"/>
                  </a:lnTo>
                  <a:lnTo>
                    <a:pt x="1485160" y="121895"/>
                  </a:lnTo>
                  <a:lnTo>
                    <a:pt x="1493018" y="120276"/>
                  </a:lnTo>
                  <a:lnTo>
                    <a:pt x="1500876" y="118824"/>
                  </a:lnTo>
                  <a:lnTo>
                    <a:pt x="1508734" y="117363"/>
                  </a:lnTo>
                  <a:lnTo>
                    <a:pt x="1516592" y="115671"/>
                  </a:lnTo>
                  <a:lnTo>
                    <a:pt x="1524450" y="114075"/>
                  </a:lnTo>
                  <a:lnTo>
                    <a:pt x="1532308" y="112572"/>
                  </a:lnTo>
                  <a:lnTo>
                    <a:pt x="1540166" y="110828"/>
                  </a:lnTo>
                  <a:lnTo>
                    <a:pt x="1548024" y="109299"/>
                  </a:lnTo>
                  <a:lnTo>
                    <a:pt x="1555882" y="107658"/>
                  </a:lnTo>
                  <a:lnTo>
                    <a:pt x="1563740" y="105989"/>
                  </a:lnTo>
                  <a:lnTo>
                    <a:pt x="1571598" y="104623"/>
                  </a:lnTo>
                  <a:lnTo>
                    <a:pt x="1579456" y="103088"/>
                  </a:lnTo>
                  <a:lnTo>
                    <a:pt x="1587314" y="101380"/>
                  </a:lnTo>
                  <a:lnTo>
                    <a:pt x="1595172" y="99765"/>
                  </a:lnTo>
                  <a:lnTo>
                    <a:pt x="1603030" y="98127"/>
                  </a:lnTo>
                  <a:lnTo>
                    <a:pt x="1610888" y="96421"/>
                  </a:lnTo>
                  <a:lnTo>
                    <a:pt x="1618746" y="94707"/>
                  </a:lnTo>
                  <a:lnTo>
                    <a:pt x="1626604" y="92965"/>
                  </a:lnTo>
                  <a:lnTo>
                    <a:pt x="1634462" y="91233"/>
                  </a:lnTo>
                  <a:lnTo>
                    <a:pt x="1642320" y="89655"/>
                  </a:lnTo>
                  <a:lnTo>
                    <a:pt x="1650178" y="87910"/>
                  </a:lnTo>
                  <a:lnTo>
                    <a:pt x="1658036" y="86097"/>
                  </a:lnTo>
                  <a:lnTo>
                    <a:pt x="1665894" y="84078"/>
                  </a:lnTo>
                  <a:lnTo>
                    <a:pt x="1673752" y="82282"/>
                  </a:lnTo>
                  <a:lnTo>
                    <a:pt x="1681610" y="80657"/>
                  </a:lnTo>
                  <a:lnTo>
                    <a:pt x="1689468" y="78847"/>
                  </a:lnTo>
                  <a:lnTo>
                    <a:pt x="1697326" y="77242"/>
                  </a:lnTo>
                  <a:lnTo>
                    <a:pt x="1705184" y="75608"/>
                  </a:lnTo>
                  <a:lnTo>
                    <a:pt x="1713042" y="73949"/>
                  </a:lnTo>
                  <a:lnTo>
                    <a:pt x="1720900" y="72224"/>
                  </a:lnTo>
                  <a:lnTo>
                    <a:pt x="1728758" y="70678"/>
                  </a:lnTo>
                  <a:lnTo>
                    <a:pt x="1736616" y="69096"/>
                  </a:lnTo>
                  <a:lnTo>
                    <a:pt x="1744474" y="67608"/>
                  </a:lnTo>
                  <a:lnTo>
                    <a:pt x="1752332" y="66121"/>
                  </a:lnTo>
                  <a:lnTo>
                    <a:pt x="1760190" y="64449"/>
                  </a:lnTo>
                  <a:lnTo>
                    <a:pt x="1768048" y="62616"/>
                  </a:lnTo>
                  <a:lnTo>
                    <a:pt x="1775906" y="60746"/>
                  </a:lnTo>
                  <a:lnTo>
                    <a:pt x="1783764" y="58656"/>
                  </a:lnTo>
                  <a:lnTo>
                    <a:pt x="1791622" y="57034"/>
                  </a:lnTo>
                  <a:lnTo>
                    <a:pt x="1799480" y="55437"/>
                  </a:lnTo>
                  <a:lnTo>
                    <a:pt x="1807338" y="53536"/>
                  </a:lnTo>
                  <a:lnTo>
                    <a:pt x="1815196" y="51649"/>
                  </a:lnTo>
                  <a:lnTo>
                    <a:pt x="1823054" y="49847"/>
                  </a:lnTo>
                  <a:lnTo>
                    <a:pt x="1830912" y="48171"/>
                  </a:lnTo>
                  <a:lnTo>
                    <a:pt x="1838770" y="46369"/>
                  </a:lnTo>
                  <a:lnTo>
                    <a:pt x="1846628" y="44562"/>
                  </a:lnTo>
                  <a:lnTo>
                    <a:pt x="1854486" y="42918"/>
                  </a:lnTo>
                  <a:lnTo>
                    <a:pt x="1862344" y="41005"/>
                  </a:lnTo>
                  <a:lnTo>
                    <a:pt x="1870202" y="39204"/>
                  </a:lnTo>
                  <a:lnTo>
                    <a:pt x="1878060" y="37385"/>
                  </a:lnTo>
                  <a:lnTo>
                    <a:pt x="1885918" y="35620"/>
                  </a:lnTo>
                  <a:lnTo>
                    <a:pt x="1893776" y="33810"/>
                  </a:lnTo>
                  <a:lnTo>
                    <a:pt x="1901634" y="31988"/>
                  </a:lnTo>
                  <a:lnTo>
                    <a:pt x="1909492" y="30241"/>
                  </a:lnTo>
                  <a:lnTo>
                    <a:pt x="1917350" y="28441"/>
                  </a:lnTo>
                  <a:lnTo>
                    <a:pt x="1925208" y="26508"/>
                  </a:lnTo>
                  <a:lnTo>
                    <a:pt x="1933066" y="24738"/>
                  </a:lnTo>
                  <a:lnTo>
                    <a:pt x="1940924" y="23028"/>
                  </a:lnTo>
                  <a:lnTo>
                    <a:pt x="1948782" y="21099"/>
                  </a:lnTo>
                  <a:lnTo>
                    <a:pt x="1956640" y="19199"/>
                  </a:lnTo>
                  <a:lnTo>
                    <a:pt x="1964498" y="17297"/>
                  </a:lnTo>
                  <a:lnTo>
                    <a:pt x="1972356" y="15389"/>
                  </a:lnTo>
                  <a:lnTo>
                    <a:pt x="1980214" y="13714"/>
                  </a:lnTo>
                  <a:lnTo>
                    <a:pt x="1988072" y="11924"/>
                  </a:lnTo>
                  <a:lnTo>
                    <a:pt x="1995930" y="10414"/>
                  </a:lnTo>
                  <a:lnTo>
                    <a:pt x="2003788" y="8609"/>
                  </a:lnTo>
                  <a:lnTo>
                    <a:pt x="2011646" y="6406"/>
                  </a:lnTo>
                  <a:lnTo>
                    <a:pt x="2019504" y="4105"/>
                  </a:lnTo>
                  <a:lnTo>
                    <a:pt x="2027362" y="2055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1186414" y="2858900"/>
              <a:ext cx="2035220" cy="207877"/>
            </a:xfrm>
            <a:custGeom>
              <a:avLst/>
              <a:pathLst>
                <a:path w="2035220" h="207877">
                  <a:moveTo>
                    <a:pt x="0" y="207877"/>
                  </a:moveTo>
                  <a:lnTo>
                    <a:pt x="7857" y="207533"/>
                  </a:lnTo>
                  <a:lnTo>
                    <a:pt x="15715" y="207260"/>
                  </a:lnTo>
                  <a:lnTo>
                    <a:pt x="23573" y="206996"/>
                  </a:lnTo>
                  <a:lnTo>
                    <a:pt x="31431" y="206692"/>
                  </a:lnTo>
                  <a:lnTo>
                    <a:pt x="39289" y="206433"/>
                  </a:lnTo>
                  <a:lnTo>
                    <a:pt x="47147" y="206115"/>
                  </a:lnTo>
                  <a:lnTo>
                    <a:pt x="55005" y="205836"/>
                  </a:lnTo>
                  <a:lnTo>
                    <a:pt x="62863" y="205478"/>
                  </a:lnTo>
                  <a:lnTo>
                    <a:pt x="70721" y="205175"/>
                  </a:lnTo>
                  <a:lnTo>
                    <a:pt x="78579" y="204889"/>
                  </a:lnTo>
                  <a:lnTo>
                    <a:pt x="86437" y="204576"/>
                  </a:lnTo>
                  <a:lnTo>
                    <a:pt x="94295" y="204179"/>
                  </a:lnTo>
                  <a:lnTo>
                    <a:pt x="102153" y="203934"/>
                  </a:lnTo>
                  <a:lnTo>
                    <a:pt x="110011" y="203557"/>
                  </a:lnTo>
                  <a:lnTo>
                    <a:pt x="117869" y="203194"/>
                  </a:lnTo>
                  <a:lnTo>
                    <a:pt x="125727" y="202878"/>
                  </a:lnTo>
                  <a:lnTo>
                    <a:pt x="133585" y="202504"/>
                  </a:lnTo>
                  <a:lnTo>
                    <a:pt x="141443" y="202167"/>
                  </a:lnTo>
                  <a:lnTo>
                    <a:pt x="149301" y="201916"/>
                  </a:lnTo>
                  <a:lnTo>
                    <a:pt x="157159" y="201606"/>
                  </a:lnTo>
                  <a:lnTo>
                    <a:pt x="165017" y="201224"/>
                  </a:lnTo>
                  <a:lnTo>
                    <a:pt x="172875" y="200892"/>
                  </a:lnTo>
                  <a:lnTo>
                    <a:pt x="180733" y="200471"/>
                  </a:lnTo>
                  <a:lnTo>
                    <a:pt x="188591" y="200070"/>
                  </a:lnTo>
                  <a:lnTo>
                    <a:pt x="196449" y="199687"/>
                  </a:lnTo>
                  <a:lnTo>
                    <a:pt x="204307" y="199408"/>
                  </a:lnTo>
                  <a:lnTo>
                    <a:pt x="212165" y="199022"/>
                  </a:lnTo>
                  <a:lnTo>
                    <a:pt x="220023" y="198694"/>
                  </a:lnTo>
                  <a:lnTo>
                    <a:pt x="227881" y="198403"/>
                  </a:lnTo>
                  <a:lnTo>
                    <a:pt x="235739" y="198056"/>
                  </a:lnTo>
                  <a:lnTo>
                    <a:pt x="243597" y="197646"/>
                  </a:lnTo>
                  <a:lnTo>
                    <a:pt x="251455" y="197258"/>
                  </a:lnTo>
                  <a:lnTo>
                    <a:pt x="259313" y="196847"/>
                  </a:lnTo>
                  <a:lnTo>
                    <a:pt x="267171" y="196526"/>
                  </a:lnTo>
                  <a:lnTo>
                    <a:pt x="275029" y="196210"/>
                  </a:lnTo>
                  <a:lnTo>
                    <a:pt x="282887" y="195779"/>
                  </a:lnTo>
                  <a:lnTo>
                    <a:pt x="290745" y="195464"/>
                  </a:lnTo>
                  <a:lnTo>
                    <a:pt x="298603" y="195094"/>
                  </a:lnTo>
                  <a:lnTo>
                    <a:pt x="306461" y="194718"/>
                  </a:lnTo>
                  <a:lnTo>
                    <a:pt x="314319" y="194323"/>
                  </a:lnTo>
                  <a:lnTo>
                    <a:pt x="322177" y="193994"/>
                  </a:lnTo>
                  <a:lnTo>
                    <a:pt x="330035" y="193685"/>
                  </a:lnTo>
                  <a:lnTo>
                    <a:pt x="337893" y="193267"/>
                  </a:lnTo>
                  <a:lnTo>
                    <a:pt x="345751" y="192895"/>
                  </a:lnTo>
                  <a:lnTo>
                    <a:pt x="353609" y="192474"/>
                  </a:lnTo>
                  <a:lnTo>
                    <a:pt x="361467" y="192013"/>
                  </a:lnTo>
                  <a:lnTo>
                    <a:pt x="369325" y="191571"/>
                  </a:lnTo>
                  <a:lnTo>
                    <a:pt x="377183" y="191120"/>
                  </a:lnTo>
                  <a:lnTo>
                    <a:pt x="385041" y="190710"/>
                  </a:lnTo>
                  <a:lnTo>
                    <a:pt x="392899" y="190164"/>
                  </a:lnTo>
                  <a:lnTo>
                    <a:pt x="400757" y="189719"/>
                  </a:lnTo>
                  <a:lnTo>
                    <a:pt x="408615" y="189344"/>
                  </a:lnTo>
                  <a:lnTo>
                    <a:pt x="416473" y="188854"/>
                  </a:lnTo>
                  <a:lnTo>
                    <a:pt x="424331" y="188354"/>
                  </a:lnTo>
                  <a:lnTo>
                    <a:pt x="432189" y="187898"/>
                  </a:lnTo>
                  <a:lnTo>
                    <a:pt x="440047" y="187457"/>
                  </a:lnTo>
                  <a:lnTo>
                    <a:pt x="447905" y="186931"/>
                  </a:lnTo>
                  <a:lnTo>
                    <a:pt x="455763" y="186523"/>
                  </a:lnTo>
                  <a:lnTo>
                    <a:pt x="463621" y="186117"/>
                  </a:lnTo>
                  <a:lnTo>
                    <a:pt x="471479" y="185681"/>
                  </a:lnTo>
                  <a:lnTo>
                    <a:pt x="479337" y="185273"/>
                  </a:lnTo>
                  <a:lnTo>
                    <a:pt x="487195" y="184844"/>
                  </a:lnTo>
                  <a:lnTo>
                    <a:pt x="495053" y="184350"/>
                  </a:lnTo>
                  <a:lnTo>
                    <a:pt x="502911" y="183880"/>
                  </a:lnTo>
                  <a:lnTo>
                    <a:pt x="510769" y="183418"/>
                  </a:lnTo>
                  <a:lnTo>
                    <a:pt x="518627" y="182932"/>
                  </a:lnTo>
                  <a:lnTo>
                    <a:pt x="526485" y="182355"/>
                  </a:lnTo>
                  <a:lnTo>
                    <a:pt x="534343" y="181963"/>
                  </a:lnTo>
                  <a:lnTo>
                    <a:pt x="542201" y="181519"/>
                  </a:lnTo>
                  <a:lnTo>
                    <a:pt x="550059" y="181134"/>
                  </a:lnTo>
                  <a:lnTo>
                    <a:pt x="557917" y="180662"/>
                  </a:lnTo>
                  <a:lnTo>
                    <a:pt x="565775" y="180208"/>
                  </a:lnTo>
                  <a:lnTo>
                    <a:pt x="573633" y="179668"/>
                  </a:lnTo>
                  <a:lnTo>
                    <a:pt x="581491" y="179214"/>
                  </a:lnTo>
                  <a:lnTo>
                    <a:pt x="589349" y="178731"/>
                  </a:lnTo>
                  <a:lnTo>
                    <a:pt x="597207" y="178078"/>
                  </a:lnTo>
                  <a:lnTo>
                    <a:pt x="605065" y="177466"/>
                  </a:lnTo>
                  <a:lnTo>
                    <a:pt x="612923" y="176871"/>
                  </a:lnTo>
                  <a:lnTo>
                    <a:pt x="620781" y="176383"/>
                  </a:lnTo>
                  <a:lnTo>
                    <a:pt x="628639" y="175808"/>
                  </a:lnTo>
                  <a:lnTo>
                    <a:pt x="636497" y="175238"/>
                  </a:lnTo>
                  <a:lnTo>
                    <a:pt x="644355" y="174720"/>
                  </a:lnTo>
                  <a:lnTo>
                    <a:pt x="652213" y="174153"/>
                  </a:lnTo>
                  <a:lnTo>
                    <a:pt x="660071" y="173611"/>
                  </a:lnTo>
                  <a:lnTo>
                    <a:pt x="667929" y="173059"/>
                  </a:lnTo>
                  <a:lnTo>
                    <a:pt x="675787" y="172493"/>
                  </a:lnTo>
                  <a:lnTo>
                    <a:pt x="683645" y="171933"/>
                  </a:lnTo>
                  <a:lnTo>
                    <a:pt x="691503" y="171428"/>
                  </a:lnTo>
                  <a:lnTo>
                    <a:pt x="699361" y="170829"/>
                  </a:lnTo>
                  <a:lnTo>
                    <a:pt x="707219" y="170304"/>
                  </a:lnTo>
                  <a:lnTo>
                    <a:pt x="715077" y="169713"/>
                  </a:lnTo>
                  <a:lnTo>
                    <a:pt x="722935" y="169086"/>
                  </a:lnTo>
                  <a:lnTo>
                    <a:pt x="730793" y="168515"/>
                  </a:lnTo>
                  <a:lnTo>
                    <a:pt x="738651" y="167909"/>
                  </a:lnTo>
                  <a:lnTo>
                    <a:pt x="746509" y="167366"/>
                  </a:lnTo>
                  <a:lnTo>
                    <a:pt x="754367" y="166781"/>
                  </a:lnTo>
                  <a:lnTo>
                    <a:pt x="762225" y="166252"/>
                  </a:lnTo>
                  <a:lnTo>
                    <a:pt x="770083" y="165656"/>
                  </a:lnTo>
                  <a:lnTo>
                    <a:pt x="777941" y="165044"/>
                  </a:lnTo>
                  <a:lnTo>
                    <a:pt x="785799" y="164378"/>
                  </a:lnTo>
                  <a:lnTo>
                    <a:pt x="793657" y="163662"/>
                  </a:lnTo>
                  <a:lnTo>
                    <a:pt x="801515" y="163116"/>
                  </a:lnTo>
                  <a:lnTo>
                    <a:pt x="809373" y="162548"/>
                  </a:lnTo>
                  <a:lnTo>
                    <a:pt x="817231" y="161911"/>
                  </a:lnTo>
                  <a:lnTo>
                    <a:pt x="825089" y="161338"/>
                  </a:lnTo>
                  <a:lnTo>
                    <a:pt x="832947" y="160712"/>
                  </a:lnTo>
                  <a:lnTo>
                    <a:pt x="840805" y="160109"/>
                  </a:lnTo>
                  <a:lnTo>
                    <a:pt x="848663" y="159480"/>
                  </a:lnTo>
                  <a:lnTo>
                    <a:pt x="856521" y="158909"/>
                  </a:lnTo>
                  <a:lnTo>
                    <a:pt x="864379" y="158242"/>
                  </a:lnTo>
                  <a:lnTo>
                    <a:pt x="872237" y="157575"/>
                  </a:lnTo>
                  <a:lnTo>
                    <a:pt x="880095" y="156855"/>
                  </a:lnTo>
                  <a:lnTo>
                    <a:pt x="887953" y="156204"/>
                  </a:lnTo>
                  <a:lnTo>
                    <a:pt x="895811" y="155536"/>
                  </a:lnTo>
                  <a:lnTo>
                    <a:pt x="903669" y="154734"/>
                  </a:lnTo>
                  <a:lnTo>
                    <a:pt x="911527" y="154112"/>
                  </a:lnTo>
                  <a:lnTo>
                    <a:pt x="919385" y="153305"/>
                  </a:lnTo>
                  <a:lnTo>
                    <a:pt x="927243" y="152574"/>
                  </a:lnTo>
                  <a:lnTo>
                    <a:pt x="935101" y="151969"/>
                  </a:lnTo>
                  <a:lnTo>
                    <a:pt x="942959" y="151224"/>
                  </a:lnTo>
                  <a:lnTo>
                    <a:pt x="950817" y="150496"/>
                  </a:lnTo>
                  <a:lnTo>
                    <a:pt x="958675" y="149838"/>
                  </a:lnTo>
                  <a:lnTo>
                    <a:pt x="966533" y="149265"/>
                  </a:lnTo>
                  <a:lnTo>
                    <a:pt x="974391" y="148464"/>
                  </a:lnTo>
                  <a:lnTo>
                    <a:pt x="982249" y="147833"/>
                  </a:lnTo>
                  <a:lnTo>
                    <a:pt x="990107" y="147137"/>
                  </a:lnTo>
                  <a:lnTo>
                    <a:pt x="997965" y="146458"/>
                  </a:lnTo>
                  <a:lnTo>
                    <a:pt x="1005823" y="145793"/>
                  </a:lnTo>
                  <a:lnTo>
                    <a:pt x="1013681" y="145035"/>
                  </a:lnTo>
                  <a:lnTo>
                    <a:pt x="1021539" y="144264"/>
                  </a:lnTo>
                  <a:lnTo>
                    <a:pt x="1029397" y="143329"/>
                  </a:lnTo>
                  <a:lnTo>
                    <a:pt x="1037254" y="142525"/>
                  </a:lnTo>
                  <a:lnTo>
                    <a:pt x="1045112" y="141842"/>
                  </a:lnTo>
                  <a:lnTo>
                    <a:pt x="1052970" y="141133"/>
                  </a:lnTo>
                  <a:lnTo>
                    <a:pt x="1060828" y="140453"/>
                  </a:lnTo>
                  <a:lnTo>
                    <a:pt x="1068686" y="139710"/>
                  </a:lnTo>
                  <a:lnTo>
                    <a:pt x="1076544" y="138927"/>
                  </a:lnTo>
                  <a:lnTo>
                    <a:pt x="1084402" y="138145"/>
                  </a:lnTo>
                  <a:lnTo>
                    <a:pt x="1092260" y="137330"/>
                  </a:lnTo>
                  <a:lnTo>
                    <a:pt x="1100118" y="136440"/>
                  </a:lnTo>
                  <a:lnTo>
                    <a:pt x="1107976" y="135660"/>
                  </a:lnTo>
                  <a:lnTo>
                    <a:pt x="1115834" y="134746"/>
                  </a:lnTo>
                  <a:lnTo>
                    <a:pt x="1123692" y="134051"/>
                  </a:lnTo>
                  <a:lnTo>
                    <a:pt x="1131550" y="133222"/>
                  </a:lnTo>
                  <a:lnTo>
                    <a:pt x="1139408" y="132390"/>
                  </a:lnTo>
                  <a:lnTo>
                    <a:pt x="1147266" y="131634"/>
                  </a:lnTo>
                  <a:lnTo>
                    <a:pt x="1155124" y="130815"/>
                  </a:lnTo>
                  <a:lnTo>
                    <a:pt x="1162982" y="130023"/>
                  </a:lnTo>
                  <a:lnTo>
                    <a:pt x="1170840" y="129173"/>
                  </a:lnTo>
                  <a:lnTo>
                    <a:pt x="1178698" y="128208"/>
                  </a:lnTo>
                  <a:lnTo>
                    <a:pt x="1186556" y="127422"/>
                  </a:lnTo>
                  <a:lnTo>
                    <a:pt x="1194414" y="126574"/>
                  </a:lnTo>
                  <a:lnTo>
                    <a:pt x="1202272" y="125789"/>
                  </a:lnTo>
                  <a:lnTo>
                    <a:pt x="1210130" y="124822"/>
                  </a:lnTo>
                  <a:lnTo>
                    <a:pt x="1217988" y="123898"/>
                  </a:lnTo>
                  <a:lnTo>
                    <a:pt x="1225846" y="123002"/>
                  </a:lnTo>
                  <a:lnTo>
                    <a:pt x="1233704" y="122165"/>
                  </a:lnTo>
                  <a:lnTo>
                    <a:pt x="1241562" y="121209"/>
                  </a:lnTo>
                  <a:lnTo>
                    <a:pt x="1249420" y="120394"/>
                  </a:lnTo>
                  <a:lnTo>
                    <a:pt x="1257278" y="119464"/>
                  </a:lnTo>
                  <a:lnTo>
                    <a:pt x="1265136" y="118521"/>
                  </a:lnTo>
                  <a:lnTo>
                    <a:pt x="1272994" y="117678"/>
                  </a:lnTo>
                  <a:lnTo>
                    <a:pt x="1280852" y="116891"/>
                  </a:lnTo>
                  <a:lnTo>
                    <a:pt x="1288710" y="115946"/>
                  </a:lnTo>
                  <a:lnTo>
                    <a:pt x="1296568" y="114897"/>
                  </a:lnTo>
                  <a:lnTo>
                    <a:pt x="1304426" y="114066"/>
                  </a:lnTo>
                  <a:lnTo>
                    <a:pt x="1312284" y="113140"/>
                  </a:lnTo>
                  <a:lnTo>
                    <a:pt x="1320142" y="112115"/>
                  </a:lnTo>
                  <a:lnTo>
                    <a:pt x="1328000" y="111287"/>
                  </a:lnTo>
                  <a:lnTo>
                    <a:pt x="1335858" y="110320"/>
                  </a:lnTo>
                  <a:lnTo>
                    <a:pt x="1343716" y="109477"/>
                  </a:lnTo>
                  <a:lnTo>
                    <a:pt x="1351574" y="108567"/>
                  </a:lnTo>
                  <a:lnTo>
                    <a:pt x="1359432" y="107606"/>
                  </a:lnTo>
                  <a:lnTo>
                    <a:pt x="1367290" y="106586"/>
                  </a:lnTo>
                  <a:lnTo>
                    <a:pt x="1375148" y="105703"/>
                  </a:lnTo>
                  <a:lnTo>
                    <a:pt x="1383006" y="104810"/>
                  </a:lnTo>
                  <a:lnTo>
                    <a:pt x="1390864" y="103816"/>
                  </a:lnTo>
                  <a:lnTo>
                    <a:pt x="1398722" y="102737"/>
                  </a:lnTo>
                  <a:lnTo>
                    <a:pt x="1406580" y="101595"/>
                  </a:lnTo>
                  <a:lnTo>
                    <a:pt x="1414438" y="100611"/>
                  </a:lnTo>
                  <a:lnTo>
                    <a:pt x="1422296" y="99601"/>
                  </a:lnTo>
                  <a:lnTo>
                    <a:pt x="1430154" y="98548"/>
                  </a:lnTo>
                  <a:lnTo>
                    <a:pt x="1438012" y="97545"/>
                  </a:lnTo>
                  <a:lnTo>
                    <a:pt x="1445870" y="96535"/>
                  </a:lnTo>
                  <a:lnTo>
                    <a:pt x="1453728" y="95521"/>
                  </a:lnTo>
                  <a:lnTo>
                    <a:pt x="1461586" y="94540"/>
                  </a:lnTo>
                  <a:lnTo>
                    <a:pt x="1469444" y="93541"/>
                  </a:lnTo>
                  <a:lnTo>
                    <a:pt x="1477302" y="92505"/>
                  </a:lnTo>
                  <a:lnTo>
                    <a:pt x="1485160" y="91513"/>
                  </a:lnTo>
                  <a:lnTo>
                    <a:pt x="1493018" y="90376"/>
                  </a:lnTo>
                  <a:lnTo>
                    <a:pt x="1500876" y="89225"/>
                  </a:lnTo>
                  <a:lnTo>
                    <a:pt x="1508734" y="88133"/>
                  </a:lnTo>
                  <a:lnTo>
                    <a:pt x="1516592" y="87022"/>
                  </a:lnTo>
                  <a:lnTo>
                    <a:pt x="1524450" y="85945"/>
                  </a:lnTo>
                  <a:lnTo>
                    <a:pt x="1532308" y="84824"/>
                  </a:lnTo>
                  <a:lnTo>
                    <a:pt x="1540166" y="83615"/>
                  </a:lnTo>
                  <a:lnTo>
                    <a:pt x="1548024" y="82589"/>
                  </a:lnTo>
                  <a:lnTo>
                    <a:pt x="1555882" y="81537"/>
                  </a:lnTo>
                  <a:lnTo>
                    <a:pt x="1563740" y="80476"/>
                  </a:lnTo>
                  <a:lnTo>
                    <a:pt x="1571598" y="79308"/>
                  </a:lnTo>
                  <a:lnTo>
                    <a:pt x="1579456" y="78094"/>
                  </a:lnTo>
                  <a:lnTo>
                    <a:pt x="1587314" y="76832"/>
                  </a:lnTo>
                  <a:lnTo>
                    <a:pt x="1595172" y="75742"/>
                  </a:lnTo>
                  <a:lnTo>
                    <a:pt x="1603030" y="74533"/>
                  </a:lnTo>
                  <a:lnTo>
                    <a:pt x="1610888" y="73435"/>
                  </a:lnTo>
                  <a:lnTo>
                    <a:pt x="1618746" y="72118"/>
                  </a:lnTo>
                  <a:lnTo>
                    <a:pt x="1626604" y="71120"/>
                  </a:lnTo>
                  <a:lnTo>
                    <a:pt x="1634462" y="69926"/>
                  </a:lnTo>
                  <a:lnTo>
                    <a:pt x="1642320" y="68488"/>
                  </a:lnTo>
                  <a:lnTo>
                    <a:pt x="1650178" y="67155"/>
                  </a:lnTo>
                  <a:lnTo>
                    <a:pt x="1658036" y="65978"/>
                  </a:lnTo>
                  <a:lnTo>
                    <a:pt x="1665894" y="64613"/>
                  </a:lnTo>
                  <a:lnTo>
                    <a:pt x="1673752" y="63185"/>
                  </a:lnTo>
                  <a:lnTo>
                    <a:pt x="1681610" y="62099"/>
                  </a:lnTo>
                  <a:lnTo>
                    <a:pt x="1689468" y="60874"/>
                  </a:lnTo>
                  <a:lnTo>
                    <a:pt x="1697326" y="59767"/>
                  </a:lnTo>
                  <a:lnTo>
                    <a:pt x="1705184" y="58607"/>
                  </a:lnTo>
                  <a:lnTo>
                    <a:pt x="1713042" y="57544"/>
                  </a:lnTo>
                  <a:lnTo>
                    <a:pt x="1720900" y="56298"/>
                  </a:lnTo>
                  <a:lnTo>
                    <a:pt x="1728758" y="54986"/>
                  </a:lnTo>
                  <a:lnTo>
                    <a:pt x="1736616" y="53671"/>
                  </a:lnTo>
                  <a:lnTo>
                    <a:pt x="1744474" y="52323"/>
                  </a:lnTo>
                  <a:lnTo>
                    <a:pt x="1752332" y="51067"/>
                  </a:lnTo>
                  <a:lnTo>
                    <a:pt x="1760190" y="49855"/>
                  </a:lnTo>
                  <a:lnTo>
                    <a:pt x="1768048" y="48439"/>
                  </a:lnTo>
                  <a:lnTo>
                    <a:pt x="1775906" y="47202"/>
                  </a:lnTo>
                  <a:lnTo>
                    <a:pt x="1783764" y="45759"/>
                  </a:lnTo>
                  <a:lnTo>
                    <a:pt x="1791622" y="44440"/>
                  </a:lnTo>
                  <a:lnTo>
                    <a:pt x="1799480" y="43111"/>
                  </a:lnTo>
                  <a:lnTo>
                    <a:pt x="1807338" y="41656"/>
                  </a:lnTo>
                  <a:lnTo>
                    <a:pt x="1815196" y="40225"/>
                  </a:lnTo>
                  <a:lnTo>
                    <a:pt x="1823054" y="38888"/>
                  </a:lnTo>
                  <a:lnTo>
                    <a:pt x="1830912" y="37528"/>
                  </a:lnTo>
                  <a:lnTo>
                    <a:pt x="1838770" y="36219"/>
                  </a:lnTo>
                  <a:lnTo>
                    <a:pt x="1846628" y="34951"/>
                  </a:lnTo>
                  <a:lnTo>
                    <a:pt x="1854486" y="33522"/>
                  </a:lnTo>
                  <a:lnTo>
                    <a:pt x="1862344" y="32054"/>
                  </a:lnTo>
                  <a:lnTo>
                    <a:pt x="1870202" y="30650"/>
                  </a:lnTo>
                  <a:lnTo>
                    <a:pt x="1878060" y="29228"/>
                  </a:lnTo>
                  <a:lnTo>
                    <a:pt x="1885918" y="27783"/>
                  </a:lnTo>
                  <a:lnTo>
                    <a:pt x="1893776" y="26457"/>
                  </a:lnTo>
                  <a:lnTo>
                    <a:pt x="1901634" y="25122"/>
                  </a:lnTo>
                  <a:lnTo>
                    <a:pt x="1909492" y="23726"/>
                  </a:lnTo>
                  <a:lnTo>
                    <a:pt x="1917350" y="22314"/>
                  </a:lnTo>
                  <a:lnTo>
                    <a:pt x="1925208" y="20876"/>
                  </a:lnTo>
                  <a:lnTo>
                    <a:pt x="1933066" y="19415"/>
                  </a:lnTo>
                  <a:lnTo>
                    <a:pt x="1940924" y="17980"/>
                  </a:lnTo>
                  <a:lnTo>
                    <a:pt x="1948782" y="16389"/>
                  </a:lnTo>
                  <a:lnTo>
                    <a:pt x="1956640" y="14798"/>
                  </a:lnTo>
                  <a:lnTo>
                    <a:pt x="1964498" y="13352"/>
                  </a:lnTo>
                  <a:lnTo>
                    <a:pt x="1972356" y="12041"/>
                  </a:lnTo>
                  <a:lnTo>
                    <a:pt x="1980214" y="10728"/>
                  </a:lnTo>
                  <a:lnTo>
                    <a:pt x="1988072" y="9078"/>
                  </a:lnTo>
                  <a:lnTo>
                    <a:pt x="1995930" y="7420"/>
                  </a:lnTo>
                  <a:lnTo>
                    <a:pt x="2003788" y="5832"/>
                  </a:lnTo>
                  <a:lnTo>
                    <a:pt x="2011646" y="4376"/>
                  </a:lnTo>
                  <a:lnTo>
                    <a:pt x="2019504" y="2993"/>
                  </a:lnTo>
                  <a:lnTo>
                    <a:pt x="2027362" y="1679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1186414" y="3042032"/>
              <a:ext cx="2035220" cy="52017"/>
            </a:xfrm>
            <a:custGeom>
              <a:avLst/>
              <a:pathLst>
                <a:path w="2035220" h="52017">
                  <a:moveTo>
                    <a:pt x="0" y="0"/>
                  </a:moveTo>
                  <a:lnTo>
                    <a:pt x="7857" y="352"/>
                  </a:lnTo>
                  <a:lnTo>
                    <a:pt x="15715" y="766"/>
                  </a:lnTo>
                  <a:lnTo>
                    <a:pt x="23573" y="1151"/>
                  </a:lnTo>
                  <a:lnTo>
                    <a:pt x="31431" y="1555"/>
                  </a:lnTo>
                  <a:lnTo>
                    <a:pt x="39289" y="1995"/>
                  </a:lnTo>
                  <a:lnTo>
                    <a:pt x="47147" y="2395"/>
                  </a:lnTo>
                  <a:lnTo>
                    <a:pt x="55005" y="2739"/>
                  </a:lnTo>
                  <a:lnTo>
                    <a:pt x="62863" y="3114"/>
                  </a:lnTo>
                  <a:lnTo>
                    <a:pt x="70721" y="3518"/>
                  </a:lnTo>
                  <a:lnTo>
                    <a:pt x="78579" y="3884"/>
                  </a:lnTo>
                  <a:lnTo>
                    <a:pt x="86437" y="4290"/>
                  </a:lnTo>
                  <a:lnTo>
                    <a:pt x="94295" y="4721"/>
                  </a:lnTo>
                  <a:lnTo>
                    <a:pt x="102153" y="5148"/>
                  </a:lnTo>
                  <a:lnTo>
                    <a:pt x="110011" y="5505"/>
                  </a:lnTo>
                  <a:lnTo>
                    <a:pt x="117869" y="5913"/>
                  </a:lnTo>
                  <a:lnTo>
                    <a:pt x="125727" y="6242"/>
                  </a:lnTo>
                  <a:lnTo>
                    <a:pt x="133585" y="6558"/>
                  </a:lnTo>
                  <a:lnTo>
                    <a:pt x="141443" y="6852"/>
                  </a:lnTo>
                  <a:lnTo>
                    <a:pt x="149301" y="7217"/>
                  </a:lnTo>
                  <a:lnTo>
                    <a:pt x="157159" y="7611"/>
                  </a:lnTo>
                  <a:lnTo>
                    <a:pt x="165017" y="8031"/>
                  </a:lnTo>
                  <a:lnTo>
                    <a:pt x="172875" y="8387"/>
                  </a:lnTo>
                  <a:lnTo>
                    <a:pt x="180733" y="8733"/>
                  </a:lnTo>
                  <a:lnTo>
                    <a:pt x="188591" y="9128"/>
                  </a:lnTo>
                  <a:lnTo>
                    <a:pt x="196449" y="9442"/>
                  </a:lnTo>
                  <a:lnTo>
                    <a:pt x="204307" y="9818"/>
                  </a:lnTo>
                  <a:lnTo>
                    <a:pt x="212165" y="10124"/>
                  </a:lnTo>
                  <a:lnTo>
                    <a:pt x="220023" y="10489"/>
                  </a:lnTo>
                  <a:lnTo>
                    <a:pt x="227881" y="10840"/>
                  </a:lnTo>
                  <a:lnTo>
                    <a:pt x="235739" y="11154"/>
                  </a:lnTo>
                  <a:lnTo>
                    <a:pt x="243597" y="11518"/>
                  </a:lnTo>
                  <a:lnTo>
                    <a:pt x="251455" y="11968"/>
                  </a:lnTo>
                  <a:lnTo>
                    <a:pt x="259313" y="12298"/>
                  </a:lnTo>
                  <a:lnTo>
                    <a:pt x="267171" y="12597"/>
                  </a:lnTo>
                  <a:lnTo>
                    <a:pt x="275029" y="12908"/>
                  </a:lnTo>
                  <a:lnTo>
                    <a:pt x="282887" y="13201"/>
                  </a:lnTo>
                  <a:lnTo>
                    <a:pt x="290745" y="13524"/>
                  </a:lnTo>
                  <a:lnTo>
                    <a:pt x="298603" y="13805"/>
                  </a:lnTo>
                  <a:lnTo>
                    <a:pt x="306461" y="14117"/>
                  </a:lnTo>
                  <a:lnTo>
                    <a:pt x="314319" y="14470"/>
                  </a:lnTo>
                  <a:lnTo>
                    <a:pt x="322177" y="14770"/>
                  </a:lnTo>
                  <a:lnTo>
                    <a:pt x="330035" y="15094"/>
                  </a:lnTo>
                  <a:lnTo>
                    <a:pt x="337893" y="15421"/>
                  </a:lnTo>
                  <a:lnTo>
                    <a:pt x="345751" y="15802"/>
                  </a:lnTo>
                  <a:lnTo>
                    <a:pt x="353609" y="16114"/>
                  </a:lnTo>
                  <a:lnTo>
                    <a:pt x="361467" y="16431"/>
                  </a:lnTo>
                  <a:lnTo>
                    <a:pt x="369325" y="16717"/>
                  </a:lnTo>
                  <a:lnTo>
                    <a:pt x="377183" y="16988"/>
                  </a:lnTo>
                  <a:lnTo>
                    <a:pt x="385041" y="17243"/>
                  </a:lnTo>
                  <a:lnTo>
                    <a:pt x="392899" y="17595"/>
                  </a:lnTo>
                  <a:lnTo>
                    <a:pt x="400757" y="17905"/>
                  </a:lnTo>
                  <a:lnTo>
                    <a:pt x="408615" y="18232"/>
                  </a:lnTo>
                  <a:lnTo>
                    <a:pt x="416473" y="18513"/>
                  </a:lnTo>
                  <a:lnTo>
                    <a:pt x="424331" y="18803"/>
                  </a:lnTo>
                  <a:lnTo>
                    <a:pt x="432189" y="19090"/>
                  </a:lnTo>
                  <a:lnTo>
                    <a:pt x="440047" y="19366"/>
                  </a:lnTo>
                  <a:lnTo>
                    <a:pt x="447905" y="19659"/>
                  </a:lnTo>
                  <a:lnTo>
                    <a:pt x="455763" y="19946"/>
                  </a:lnTo>
                  <a:lnTo>
                    <a:pt x="463621" y="20240"/>
                  </a:lnTo>
                  <a:lnTo>
                    <a:pt x="471479" y="20498"/>
                  </a:lnTo>
                  <a:lnTo>
                    <a:pt x="479337" y="20770"/>
                  </a:lnTo>
                  <a:lnTo>
                    <a:pt x="487195" y="21067"/>
                  </a:lnTo>
                  <a:lnTo>
                    <a:pt x="495053" y="21361"/>
                  </a:lnTo>
                  <a:lnTo>
                    <a:pt x="502911" y="21631"/>
                  </a:lnTo>
                  <a:lnTo>
                    <a:pt x="510769" y="21891"/>
                  </a:lnTo>
                  <a:lnTo>
                    <a:pt x="518627" y="22192"/>
                  </a:lnTo>
                  <a:lnTo>
                    <a:pt x="526485" y="22457"/>
                  </a:lnTo>
                  <a:lnTo>
                    <a:pt x="534343" y="22759"/>
                  </a:lnTo>
                  <a:lnTo>
                    <a:pt x="542201" y="23009"/>
                  </a:lnTo>
                  <a:lnTo>
                    <a:pt x="550059" y="23247"/>
                  </a:lnTo>
                  <a:lnTo>
                    <a:pt x="557917" y="23517"/>
                  </a:lnTo>
                  <a:lnTo>
                    <a:pt x="565775" y="23774"/>
                  </a:lnTo>
                  <a:lnTo>
                    <a:pt x="573633" y="24034"/>
                  </a:lnTo>
                  <a:lnTo>
                    <a:pt x="581491" y="24338"/>
                  </a:lnTo>
                  <a:lnTo>
                    <a:pt x="589349" y="24522"/>
                  </a:lnTo>
                  <a:lnTo>
                    <a:pt x="597207" y="24778"/>
                  </a:lnTo>
                  <a:lnTo>
                    <a:pt x="605065" y="25070"/>
                  </a:lnTo>
                  <a:lnTo>
                    <a:pt x="612923" y="25317"/>
                  </a:lnTo>
                  <a:lnTo>
                    <a:pt x="620781" y="25585"/>
                  </a:lnTo>
                  <a:lnTo>
                    <a:pt x="628639" y="25799"/>
                  </a:lnTo>
                  <a:lnTo>
                    <a:pt x="636497" y="26052"/>
                  </a:lnTo>
                  <a:lnTo>
                    <a:pt x="644355" y="26261"/>
                  </a:lnTo>
                  <a:lnTo>
                    <a:pt x="652213" y="26482"/>
                  </a:lnTo>
                  <a:lnTo>
                    <a:pt x="660071" y="26739"/>
                  </a:lnTo>
                  <a:lnTo>
                    <a:pt x="667929" y="26987"/>
                  </a:lnTo>
                  <a:lnTo>
                    <a:pt x="675787" y="27226"/>
                  </a:lnTo>
                  <a:lnTo>
                    <a:pt x="683645" y="27443"/>
                  </a:lnTo>
                  <a:lnTo>
                    <a:pt x="691503" y="27681"/>
                  </a:lnTo>
                  <a:lnTo>
                    <a:pt x="699361" y="27939"/>
                  </a:lnTo>
                  <a:lnTo>
                    <a:pt x="707219" y="28223"/>
                  </a:lnTo>
                  <a:lnTo>
                    <a:pt x="715077" y="28479"/>
                  </a:lnTo>
                  <a:lnTo>
                    <a:pt x="722935" y="28747"/>
                  </a:lnTo>
                  <a:lnTo>
                    <a:pt x="730793" y="28990"/>
                  </a:lnTo>
                  <a:lnTo>
                    <a:pt x="738651" y="29180"/>
                  </a:lnTo>
                  <a:lnTo>
                    <a:pt x="746509" y="29343"/>
                  </a:lnTo>
                  <a:lnTo>
                    <a:pt x="754367" y="29597"/>
                  </a:lnTo>
                  <a:lnTo>
                    <a:pt x="762225" y="29810"/>
                  </a:lnTo>
                  <a:lnTo>
                    <a:pt x="770083" y="29978"/>
                  </a:lnTo>
                  <a:lnTo>
                    <a:pt x="777941" y="30244"/>
                  </a:lnTo>
                  <a:lnTo>
                    <a:pt x="785799" y="30491"/>
                  </a:lnTo>
                  <a:lnTo>
                    <a:pt x="793657" y="30710"/>
                  </a:lnTo>
                  <a:lnTo>
                    <a:pt x="801515" y="30971"/>
                  </a:lnTo>
                  <a:lnTo>
                    <a:pt x="809373" y="31225"/>
                  </a:lnTo>
                  <a:lnTo>
                    <a:pt x="817231" y="31431"/>
                  </a:lnTo>
                  <a:lnTo>
                    <a:pt x="825089" y="31637"/>
                  </a:lnTo>
                  <a:lnTo>
                    <a:pt x="832947" y="31838"/>
                  </a:lnTo>
                  <a:lnTo>
                    <a:pt x="840805" y="32018"/>
                  </a:lnTo>
                  <a:lnTo>
                    <a:pt x="848663" y="32248"/>
                  </a:lnTo>
                  <a:lnTo>
                    <a:pt x="856521" y="32493"/>
                  </a:lnTo>
                  <a:lnTo>
                    <a:pt x="864379" y="32711"/>
                  </a:lnTo>
                  <a:lnTo>
                    <a:pt x="872237" y="32936"/>
                  </a:lnTo>
                  <a:lnTo>
                    <a:pt x="880095" y="33072"/>
                  </a:lnTo>
                  <a:lnTo>
                    <a:pt x="887953" y="33266"/>
                  </a:lnTo>
                  <a:lnTo>
                    <a:pt x="895811" y="33474"/>
                  </a:lnTo>
                  <a:lnTo>
                    <a:pt x="903669" y="33650"/>
                  </a:lnTo>
                  <a:lnTo>
                    <a:pt x="911527" y="33833"/>
                  </a:lnTo>
                  <a:lnTo>
                    <a:pt x="919385" y="34001"/>
                  </a:lnTo>
                  <a:lnTo>
                    <a:pt x="927243" y="34195"/>
                  </a:lnTo>
                  <a:lnTo>
                    <a:pt x="935101" y="34334"/>
                  </a:lnTo>
                  <a:lnTo>
                    <a:pt x="942959" y="34523"/>
                  </a:lnTo>
                  <a:lnTo>
                    <a:pt x="950817" y="34743"/>
                  </a:lnTo>
                  <a:lnTo>
                    <a:pt x="958675" y="34906"/>
                  </a:lnTo>
                  <a:lnTo>
                    <a:pt x="966533" y="35079"/>
                  </a:lnTo>
                  <a:lnTo>
                    <a:pt x="974391" y="35252"/>
                  </a:lnTo>
                  <a:lnTo>
                    <a:pt x="982249" y="35408"/>
                  </a:lnTo>
                  <a:lnTo>
                    <a:pt x="990107" y="35578"/>
                  </a:lnTo>
                  <a:lnTo>
                    <a:pt x="997965" y="35755"/>
                  </a:lnTo>
                  <a:lnTo>
                    <a:pt x="1005823" y="35959"/>
                  </a:lnTo>
                  <a:lnTo>
                    <a:pt x="1013681" y="36142"/>
                  </a:lnTo>
                  <a:lnTo>
                    <a:pt x="1021539" y="36321"/>
                  </a:lnTo>
                  <a:lnTo>
                    <a:pt x="1029397" y="36491"/>
                  </a:lnTo>
                  <a:lnTo>
                    <a:pt x="1037254" y="36699"/>
                  </a:lnTo>
                  <a:lnTo>
                    <a:pt x="1045112" y="36907"/>
                  </a:lnTo>
                  <a:lnTo>
                    <a:pt x="1052970" y="37098"/>
                  </a:lnTo>
                  <a:lnTo>
                    <a:pt x="1060828" y="37257"/>
                  </a:lnTo>
                  <a:lnTo>
                    <a:pt x="1068686" y="37417"/>
                  </a:lnTo>
                  <a:lnTo>
                    <a:pt x="1076544" y="37564"/>
                  </a:lnTo>
                  <a:lnTo>
                    <a:pt x="1084402" y="37752"/>
                  </a:lnTo>
                  <a:lnTo>
                    <a:pt x="1092260" y="37931"/>
                  </a:lnTo>
                  <a:lnTo>
                    <a:pt x="1100118" y="38079"/>
                  </a:lnTo>
                  <a:lnTo>
                    <a:pt x="1107976" y="38275"/>
                  </a:lnTo>
                  <a:lnTo>
                    <a:pt x="1115834" y="38427"/>
                  </a:lnTo>
                  <a:lnTo>
                    <a:pt x="1123692" y="38598"/>
                  </a:lnTo>
                  <a:lnTo>
                    <a:pt x="1131550" y="38766"/>
                  </a:lnTo>
                  <a:lnTo>
                    <a:pt x="1139408" y="38933"/>
                  </a:lnTo>
                  <a:lnTo>
                    <a:pt x="1147266" y="39094"/>
                  </a:lnTo>
                  <a:lnTo>
                    <a:pt x="1155124" y="39265"/>
                  </a:lnTo>
                  <a:lnTo>
                    <a:pt x="1162982" y="39429"/>
                  </a:lnTo>
                  <a:lnTo>
                    <a:pt x="1170840" y="39583"/>
                  </a:lnTo>
                  <a:lnTo>
                    <a:pt x="1178698" y="39719"/>
                  </a:lnTo>
                  <a:lnTo>
                    <a:pt x="1186556" y="39880"/>
                  </a:lnTo>
                  <a:lnTo>
                    <a:pt x="1194414" y="40050"/>
                  </a:lnTo>
                  <a:lnTo>
                    <a:pt x="1202272" y="40188"/>
                  </a:lnTo>
                  <a:lnTo>
                    <a:pt x="1210130" y="40344"/>
                  </a:lnTo>
                  <a:lnTo>
                    <a:pt x="1217988" y="40513"/>
                  </a:lnTo>
                  <a:lnTo>
                    <a:pt x="1225846" y="40647"/>
                  </a:lnTo>
                  <a:lnTo>
                    <a:pt x="1233704" y="40818"/>
                  </a:lnTo>
                  <a:lnTo>
                    <a:pt x="1241562" y="40986"/>
                  </a:lnTo>
                  <a:lnTo>
                    <a:pt x="1249420" y="41163"/>
                  </a:lnTo>
                  <a:lnTo>
                    <a:pt x="1257278" y="41312"/>
                  </a:lnTo>
                  <a:lnTo>
                    <a:pt x="1265136" y="41450"/>
                  </a:lnTo>
                  <a:lnTo>
                    <a:pt x="1272994" y="41606"/>
                  </a:lnTo>
                  <a:lnTo>
                    <a:pt x="1280852" y="41748"/>
                  </a:lnTo>
                  <a:lnTo>
                    <a:pt x="1288710" y="41879"/>
                  </a:lnTo>
                  <a:lnTo>
                    <a:pt x="1296568" y="42033"/>
                  </a:lnTo>
                  <a:lnTo>
                    <a:pt x="1304426" y="42157"/>
                  </a:lnTo>
                  <a:lnTo>
                    <a:pt x="1312284" y="42317"/>
                  </a:lnTo>
                  <a:lnTo>
                    <a:pt x="1320142" y="42469"/>
                  </a:lnTo>
                  <a:lnTo>
                    <a:pt x="1328000" y="42632"/>
                  </a:lnTo>
                  <a:lnTo>
                    <a:pt x="1335858" y="42767"/>
                  </a:lnTo>
                  <a:lnTo>
                    <a:pt x="1343716" y="42891"/>
                  </a:lnTo>
                  <a:lnTo>
                    <a:pt x="1351574" y="43046"/>
                  </a:lnTo>
                  <a:lnTo>
                    <a:pt x="1359432" y="43194"/>
                  </a:lnTo>
                  <a:lnTo>
                    <a:pt x="1367290" y="43341"/>
                  </a:lnTo>
                  <a:lnTo>
                    <a:pt x="1375148" y="43481"/>
                  </a:lnTo>
                  <a:lnTo>
                    <a:pt x="1383006" y="43609"/>
                  </a:lnTo>
                  <a:lnTo>
                    <a:pt x="1390864" y="43717"/>
                  </a:lnTo>
                  <a:lnTo>
                    <a:pt x="1398722" y="43837"/>
                  </a:lnTo>
                  <a:lnTo>
                    <a:pt x="1406580" y="43966"/>
                  </a:lnTo>
                  <a:lnTo>
                    <a:pt x="1414438" y="44095"/>
                  </a:lnTo>
                  <a:lnTo>
                    <a:pt x="1422296" y="44207"/>
                  </a:lnTo>
                  <a:lnTo>
                    <a:pt x="1430154" y="44312"/>
                  </a:lnTo>
                  <a:lnTo>
                    <a:pt x="1438012" y="44440"/>
                  </a:lnTo>
                  <a:lnTo>
                    <a:pt x="1445870" y="44570"/>
                  </a:lnTo>
                  <a:lnTo>
                    <a:pt x="1453728" y="44700"/>
                  </a:lnTo>
                  <a:lnTo>
                    <a:pt x="1461586" y="44821"/>
                  </a:lnTo>
                  <a:lnTo>
                    <a:pt x="1469444" y="44927"/>
                  </a:lnTo>
                  <a:lnTo>
                    <a:pt x="1477302" y="45055"/>
                  </a:lnTo>
                  <a:lnTo>
                    <a:pt x="1485160" y="45165"/>
                  </a:lnTo>
                  <a:lnTo>
                    <a:pt x="1493018" y="45293"/>
                  </a:lnTo>
                  <a:lnTo>
                    <a:pt x="1500876" y="45424"/>
                  </a:lnTo>
                  <a:lnTo>
                    <a:pt x="1508734" y="45540"/>
                  </a:lnTo>
                  <a:lnTo>
                    <a:pt x="1516592" y="45648"/>
                  </a:lnTo>
                  <a:lnTo>
                    <a:pt x="1524450" y="45761"/>
                  </a:lnTo>
                  <a:lnTo>
                    <a:pt x="1532308" y="45880"/>
                  </a:lnTo>
                  <a:lnTo>
                    <a:pt x="1540166" y="45995"/>
                  </a:lnTo>
                  <a:lnTo>
                    <a:pt x="1548024" y="46104"/>
                  </a:lnTo>
                  <a:lnTo>
                    <a:pt x="1555882" y="46232"/>
                  </a:lnTo>
                  <a:lnTo>
                    <a:pt x="1563740" y="46351"/>
                  </a:lnTo>
                  <a:lnTo>
                    <a:pt x="1571598" y="46476"/>
                  </a:lnTo>
                  <a:lnTo>
                    <a:pt x="1579456" y="46604"/>
                  </a:lnTo>
                  <a:lnTo>
                    <a:pt x="1587314" y="46730"/>
                  </a:lnTo>
                  <a:lnTo>
                    <a:pt x="1595172" y="46841"/>
                  </a:lnTo>
                  <a:lnTo>
                    <a:pt x="1603030" y="46954"/>
                  </a:lnTo>
                  <a:lnTo>
                    <a:pt x="1610888" y="47071"/>
                  </a:lnTo>
                  <a:lnTo>
                    <a:pt x="1618746" y="47195"/>
                  </a:lnTo>
                  <a:lnTo>
                    <a:pt x="1626604" y="47305"/>
                  </a:lnTo>
                  <a:lnTo>
                    <a:pt x="1634462" y="47421"/>
                  </a:lnTo>
                  <a:lnTo>
                    <a:pt x="1642320" y="47522"/>
                  </a:lnTo>
                  <a:lnTo>
                    <a:pt x="1650178" y="47614"/>
                  </a:lnTo>
                  <a:lnTo>
                    <a:pt x="1658036" y="47723"/>
                  </a:lnTo>
                  <a:lnTo>
                    <a:pt x="1665894" y="47827"/>
                  </a:lnTo>
                  <a:lnTo>
                    <a:pt x="1673752" y="47899"/>
                  </a:lnTo>
                  <a:lnTo>
                    <a:pt x="1681610" y="47991"/>
                  </a:lnTo>
                  <a:lnTo>
                    <a:pt x="1689468" y="48087"/>
                  </a:lnTo>
                  <a:lnTo>
                    <a:pt x="1697326" y="48191"/>
                  </a:lnTo>
                  <a:lnTo>
                    <a:pt x="1705184" y="48298"/>
                  </a:lnTo>
                  <a:lnTo>
                    <a:pt x="1713042" y="48385"/>
                  </a:lnTo>
                  <a:lnTo>
                    <a:pt x="1720900" y="48486"/>
                  </a:lnTo>
                  <a:lnTo>
                    <a:pt x="1728758" y="48577"/>
                  </a:lnTo>
                  <a:lnTo>
                    <a:pt x="1736616" y="48652"/>
                  </a:lnTo>
                  <a:lnTo>
                    <a:pt x="1744474" y="48727"/>
                  </a:lnTo>
                  <a:lnTo>
                    <a:pt x="1752332" y="48814"/>
                  </a:lnTo>
                  <a:lnTo>
                    <a:pt x="1760190" y="48913"/>
                  </a:lnTo>
                  <a:lnTo>
                    <a:pt x="1768048" y="49009"/>
                  </a:lnTo>
                  <a:lnTo>
                    <a:pt x="1775906" y="49114"/>
                  </a:lnTo>
                  <a:lnTo>
                    <a:pt x="1783764" y="49200"/>
                  </a:lnTo>
                  <a:lnTo>
                    <a:pt x="1791622" y="49307"/>
                  </a:lnTo>
                  <a:lnTo>
                    <a:pt x="1799480" y="49410"/>
                  </a:lnTo>
                  <a:lnTo>
                    <a:pt x="1807338" y="49502"/>
                  </a:lnTo>
                  <a:lnTo>
                    <a:pt x="1815196" y="49586"/>
                  </a:lnTo>
                  <a:lnTo>
                    <a:pt x="1823054" y="49671"/>
                  </a:lnTo>
                  <a:lnTo>
                    <a:pt x="1830912" y="49758"/>
                  </a:lnTo>
                  <a:lnTo>
                    <a:pt x="1838770" y="49853"/>
                  </a:lnTo>
                  <a:lnTo>
                    <a:pt x="1846628" y="49951"/>
                  </a:lnTo>
                  <a:lnTo>
                    <a:pt x="1854486" y="50040"/>
                  </a:lnTo>
                  <a:lnTo>
                    <a:pt x="1862344" y="50124"/>
                  </a:lnTo>
                  <a:lnTo>
                    <a:pt x="1870202" y="50209"/>
                  </a:lnTo>
                  <a:lnTo>
                    <a:pt x="1878060" y="50305"/>
                  </a:lnTo>
                  <a:lnTo>
                    <a:pt x="1885918" y="50402"/>
                  </a:lnTo>
                  <a:lnTo>
                    <a:pt x="1893776" y="50493"/>
                  </a:lnTo>
                  <a:lnTo>
                    <a:pt x="1901634" y="50589"/>
                  </a:lnTo>
                  <a:lnTo>
                    <a:pt x="1909492" y="50689"/>
                  </a:lnTo>
                  <a:lnTo>
                    <a:pt x="1917350" y="50790"/>
                  </a:lnTo>
                  <a:lnTo>
                    <a:pt x="1925208" y="50884"/>
                  </a:lnTo>
                  <a:lnTo>
                    <a:pt x="1933066" y="50973"/>
                  </a:lnTo>
                  <a:lnTo>
                    <a:pt x="1940924" y="51053"/>
                  </a:lnTo>
                  <a:lnTo>
                    <a:pt x="1948782" y="51144"/>
                  </a:lnTo>
                  <a:lnTo>
                    <a:pt x="1956640" y="51224"/>
                  </a:lnTo>
                  <a:lnTo>
                    <a:pt x="1964498" y="51304"/>
                  </a:lnTo>
                  <a:lnTo>
                    <a:pt x="1972356" y="51385"/>
                  </a:lnTo>
                  <a:lnTo>
                    <a:pt x="1980214" y="51471"/>
                  </a:lnTo>
                  <a:lnTo>
                    <a:pt x="1988072" y="51557"/>
                  </a:lnTo>
                  <a:lnTo>
                    <a:pt x="1995930" y="51643"/>
                  </a:lnTo>
                  <a:lnTo>
                    <a:pt x="2003788" y="51720"/>
                  </a:lnTo>
                  <a:lnTo>
                    <a:pt x="2011646" y="51796"/>
                  </a:lnTo>
                  <a:lnTo>
                    <a:pt x="2019504" y="51877"/>
                  </a:lnTo>
                  <a:lnTo>
                    <a:pt x="2027362" y="51947"/>
                  </a:lnTo>
                  <a:lnTo>
                    <a:pt x="2035220" y="52017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1186414" y="3017231"/>
              <a:ext cx="2035220" cy="39825"/>
            </a:xfrm>
            <a:custGeom>
              <a:avLst/>
              <a:pathLst>
                <a:path w="2035220" h="39825">
                  <a:moveTo>
                    <a:pt x="0" y="0"/>
                  </a:moveTo>
                  <a:lnTo>
                    <a:pt x="7857" y="202"/>
                  </a:lnTo>
                  <a:lnTo>
                    <a:pt x="15715" y="414"/>
                  </a:lnTo>
                  <a:lnTo>
                    <a:pt x="23573" y="690"/>
                  </a:lnTo>
                  <a:lnTo>
                    <a:pt x="31431" y="831"/>
                  </a:lnTo>
                  <a:lnTo>
                    <a:pt x="39289" y="1013"/>
                  </a:lnTo>
                  <a:lnTo>
                    <a:pt x="47147" y="1141"/>
                  </a:lnTo>
                  <a:lnTo>
                    <a:pt x="55005" y="1236"/>
                  </a:lnTo>
                  <a:lnTo>
                    <a:pt x="62863" y="1524"/>
                  </a:lnTo>
                  <a:lnTo>
                    <a:pt x="70721" y="1812"/>
                  </a:lnTo>
                  <a:lnTo>
                    <a:pt x="78579" y="1980"/>
                  </a:lnTo>
                  <a:lnTo>
                    <a:pt x="86437" y="2099"/>
                  </a:lnTo>
                  <a:lnTo>
                    <a:pt x="94295" y="2237"/>
                  </a:lnTo>
                  <a:lnTo>
                    <a:pt x="102153" y="2385"/>
                  </a:lnTo>
                  <a:lnTo>
                    <a:pt x="110011" y="2520"/>
                  </a:lnTo>
                  <a:lnTo>
                    <a:pt x="117869" y="2574"/>
                  </a:lnTo>
                  <a:lnTo>
                    <a:pt x="125727" y="2890"/>
                  </a:lnTo>
                  <a:lnTo>
                    <a:pt x="133585" y="3126"/>
                  </a:lnTo>
                  <a:lnTo>
                    <a:pt x="141443" y="3357"/>
                  </a:lnTo>
                  <a:lnTo>
                    <a:pt x="149301" y="3586"/>
                  </a:lnTo>
                  <a:lnTo>
                    <a:pt x="157159" y="3797"/>
                  </a:lnTo>
                  <a:lnTo>
                    <a:pt x="165017" y="3941"/>
                  </a:lnTo>
                  <a:lnTo>
                    <a:pt x="172875" y="4155"/>
                  </a:lnTo>
                  <a:lnTo>
                    <a:pt x="180733" y="4286"/>
                  </a:lnTo>
                  <a:lnTo>
                    <a:pt x="188591" y="4562"/>
                  </a:lnTo>
                  <a:lnTo>
                    <a:pt x="196449" y="4789"/>
                  </a:lnTo>
                  <a:lnTo>
                    <a:pt x="204307" y="5062"/>
                  </a:lnTo>
                  <a:lnTo>
                    <a:pt x="212165" y="5197"/>
                  </a:lnTo>
                  <a:lnTo>
                    <a:pt x="220023" y="5393"/>
                  </a:lnTo>
                  <a:lnTo>
                    <a:pt x="227881" y="5685"/>
                  </a:lnTo>
                  <a:lnTo>
                    <a:pt x="235739" y="5973"/>
                  </a:lnTo>
                  <a:lnTo>
                    <a:pt x="243597" y="6156"/>
                  </a:lnTo>
                  <a:lnTo>
                    <a:pt x="251455" y="6378"/>
                  </a:lnTo>
                  <a:lnTo>
                    <a:pt x="259313" y="6571"/>
                  </a:lnTo>
                  <a:lnTo>
                    <a:pt x="267171" y="6721"/>
                  </a:lnTo>
                  <a:lnTo>
                    <a:pt x="275029" y="6894"/>
                  </a:lnTo>
                  <a:lnTo>
                    <a:pt x="282887" y="7098"/>
                  </a:lnTo>
                  <a:lnTo>
                    <a:pt x="290745" y="7288"/>
                  </a:lnTo>
                  <a:lnTo>
                    <a:pt x="298603" y="7490"/>
                  </a:lnTo>
                  <a:lnTo>
                    <a:pt x="306461" y="7665"/>
                  </a:lnTo>
                  <a:lnTo>
                    <a:pt x="314319" y="7896"/>
                  </a:lnTo>
                  <a:lnTo>
                    <a:pt x="322177" y="8109"/>
                  </a:lnTo>
                  <a:lnTo>
                    <a:pt x="330035" y="8273"/>
                  </a:lnTo>
                  <a:lnTo>
                    <a:pt x="337893" y="8446"/>
                  </a:lnTo>
                  <a:lnTo>
                    <a:pt x="345751" y="8546"/>
                  </a:lnTo>
                  <a:lnTo>
                    <a:pt x="353609" y="8738"/>
                  </a:lnTo>
                  <a:lnTo>
                    <a:pt x="361467" y="8884"/>
                  </a:lnTo>
                  <a:lnTo>
                    <a:pt x="369325" y="9063"/>
                  </a:lnTo>
                  <a:lnTo>
                    <a:pt x="377183" y="9182"/>
                  </a:lnTo>
                  <a:lnTo>
                    <a:pt x="385041" y="9436"/>
                  </a:lnTo>
                  <a:lnTo>
                    <a:pt x="392899" y="9649"/>
                  </a:lnTo>
                  <a:lnTo>
                    <a:pt x="400757" y="9793"/>
                  </a:lnTo>
                  <a:lnTo>
                    <a:pt x="408615" y="9979"/>
                  </a:lnTo>
                  <a:lnTo>
                    <a:pt x="416473" y="10158"/>
                  </a:lnTo>
                  <a:lnTo>
                    <a:pt x="424331" y="10295"/>
                  </a:lnTo>
                  <a:lnTo>
                    <a:pt x="432189" y="10453"/>
                  </a:lnTo>
                  <a:lnTo>
                    <a:pt x="440047" y="10552"/>
                  </a:lnTo>
                  <a:lnTo>
                    <a:pt x="447905" y="10683"/>
                  </a:lnTo>
                  <a:lnTo>
                    <a:pt x="455763" y="10836"/>
                  </a:lnTo>
                  <a:lnTo>
                    <a:pt x="463621" y="10998"/>
                  </a:lnTo>
                  <a:lnTo>
                    <a:pt x="471479" y="11147"/>
                  </a:lnTo>
                  <a:lnTo>
                    <a:pt x="479337" y="11324"/>
                  </a:lnTo>
                  <a:lnTo>
                    <a:pt x="487195" y="11555"/>
                  </a:lnTo>
                  <a:lnTo>
                    <a:pt x="495053" y="11721"/>
                  </a:lnTo>
                  <a:lnTo>
                    <a:pt x="502911" y="11953"/>
                  </a:lnTo>
                  <a:lnTo>
                    <a:pt x="510769" y="12142"/>
                  </a:lnTo>
                  <a:lnTo>
                    <a:pt x="518627" y="12203"/>
                  </a:lnTo>
                  <a:lnTo>
                    <a:pt x="526485" y="12383"/>
                  </a:lnTo>
                  <a:lnTo>
                    <a:pt x="534343" y="12521"/>
                  </a:lnTo>
                  <a:lnTo>
                    <a:pt x="542201" y="12631"/>
                  </a:lnTo>
                  <a:lnTo>
                    <a:pt x="550059" y="12745"/>
                  </a:lnTo>
                  <a:lnTo>
                    <a:pt x="557917" y="12828"/>
                  </a:lnTo>
                  <a:lnTo>
                    <a:pt x="565775" y="13000"/>
                  </a:lnTo>
                  <a:lnTo>
                    <a:pt x="573633" y="13171"/>
                  </a:lnTo>
                  <a:lnTo>
                    <a:pt x="581491" y="13333"/>
                  </a:lnTo>
                  <a:lnTo>
                    <a:pt x="589349" y="13539"/>
                  </a:lnTo>
                  <a:lnTo>
                    <a:pt x="597207" y="13700"/>
                  </a:lnTo>
                  <a:lnTo>
                    <a:pt x="605065" y="13848"/>
                  </a:lnTo>
                  <a:lnTo>
                    <a:pt x="612923" y="14052"/>
                  </a:lnTo>
                  <a:lnTo>
                    <a:pt x="620781" y="14234"/>
                  </a:lnTo>
                  <a:lnTo>
                    <a:pt x="628639" y="14415"/>
                  </a:lnTo>
                  <a:lnTo>
                    <a:pt x="636497" y="14603"/>
                  </a:lnTo>
                  <a:lnTo>
                    <a:pt x="644355" y="14788"/>
                  </a:lnTo>
                  <a:lnTo>
                    <a:pt x="652213" y="14967"/>
                  </a:lnTo>
                  <a:lnTo>
                    <a:pt x="660071" y="15144"/>
                  </a:lnTo>
                  <a:lnTo>
                    <a:pt x="667929" y="15361"/>
                  </a:lnTo>
                  <a:lnTo>
                    <a:pt x="675787" y="15543"/>
                  </a:lnTo>
                  <a:lnTo>
                    <a:pt x="683645" y="15684"/>
                  </a:lnTo>
                  <a:lnTo>
                    <a:pt x="691503" y="15938"/>
                  </a:lnTo>
                  <a:lnTo>
                    <a:pt x="699361" y="16086"/>
                  </a:lnTo>
                  <a:lnTo>
                    <a:pt x="707219" y="16248"/>
                  </a:lnTo>
                  <a:lnTo>
                    <a:pt x="715077" y="16358"/>
                  </a:lnTo>
                  <a:lnTo>
                    <a:pt x="722935" y="16460"/>
                  </a:lnTo>
                  <a:lnTo>
                    <a:pt x="730793" y="16519"/>
                  </a:lnTo>
                  <a:lnTo>
                    <a:pt x="738651" y="16572"/>
                  </a:lnTo>
                  <a:lnTo>
                    <a:pt x="746509" y="16887"/>
                  </a:lnTo>
                  <a:lnTo>
                    <a:pt x="754367" y="16992"/>
                  </a:lnTo>
                  <a:lnTo>
                    <a:pt x="762225" y="17124"/>
                  </a:lnTo>
                  <a:lnTo>
                    <a:pt x="770083" y="17190"/>
                  </a:lnTo>
                  <a:lnTo>
                    <a:pt x="777941" y="17370"/>
                  </a:lnTo>
                  <a:lnTo>
                    <a:pt x="785799" y="17581"/>
                  </a:lnTo>
                  <a:lnTo>
                    <a:pt x="793657" y="17780"/>
                  </a:lnTo>
                  <a:lnTo>
                    <a:pt x="801515" y="17894"/>
                  </a:lnTo>
                  <a:lnTo>
                    <a:pt x="809373" y="18034"/>
                  </a:lnTo>
                  <a:lnTo>
                    <a:pt x="817231" y="18162"/>
                  </a:lnTo>
                  <a:lnTo>
                    <a:pt x="825089" y="18341"/>
                  </a:lnTo>
                  <a:lnTo>
                    <a:pt x="832947" y="18573"/>
                  </a:lnTo>
                  <a:lnTo>
                    <a:pt x="840805" y="18694"/>
                  </a:lnTo>
                  <a:lnTo>
                    <a:pt x="848663" y="18914"/>
                  </a:lnTo>
                  <a:lnTo>
                    <a:pt x="856521" y="19058"/>
                  </a:lnTo>
                  <a:lnTo>
                    <a:pt x="864379" y="19215"/>
                  </a:lnTo>
                  <a:lnTo>
                    <a:pt x="872237" y="19405"/>
                  </a:lnTo>
                  <a:lnTo>
                    <a:pt x="880095" y="19584"/>
                  </a:lnTo>
                  <a:lnTo>
                    <a:pt x="887953" y="19696"/>
                  </a:lnTo>
                  <a:lnTo>
                    <a:pt x="895811" y="19891"/>
                  </a:lnTo>
                  <a:lnTo>
                    <a:pt x="903669" y="20051"/>
                  </a:lnTo>
                  <a:lnTo>
                    <a:pt x="911527" y="20244"/>
                  </a:lnTo>
                  <a:lnTo>
                    <a:pt x="919385" y="20386"/>
                  </a:lnTo>
                  <a:lnTo>
                    <a:pt x="927243" y="20453"/>
                  </a:lnTo>
                  <a:lnTo>
                    <a:pt x="935101" y="20597"/>
                  </a:lnTo>
                  <a:lnTo>
                    <a:pt x="942959" y="20726"/>
                  </a:lnTo>
                  <a:lnTo>
                    <a:pt x="950817" y="20904"/>
                  </a:lnTo>
                  <a:lnTo>
                    <a:pt x="958675" y="21087"/>
                  </a:lnTo>
                  <a:lnTo>
                    <a:pt x="966533" y="21299"/>
                  </a:lnTo>
                  <a:lnTo>
                    <a:pt x="974391" y="21456"/>
                  </a:lnTo>
                  <a:lnTo>
                    <a:pt x="982249" y="21616"/>
                  </a:lnTo>
                  <a:lnTo>
                    <a:pt x="990107" y="21782"/>
                  </a:lnTo>
                  <a:lnTo>
                    <a:pt x="997965" y="22021"/>
                  </a:lnTo>
                  <a:lnTo>
                    <a:pt x="1005823" y="22199"/>
                  </a:lnTo>
                  <a:lnTo>
                    <a:pt x="1013681" y="22305"/>
                  </a:lnTo>
                  <a:lnTo>
                    <a:pt x="1021539" y="22485"/>
                  </a:lnTo>
                  <a:lnTo>
                    <a:pt x="1029397" y="22650"/>
                  </a:lnTo>
                  <a:lnTo>
                    <a:pt x="1037254" y="22855"/>
                  </a:lnTo>
                  <a:lnTo>
                    <a:pt x="1045112" y="22956"/>
                  </a:lnTo>
                  <a:lnTo>
                    <a:pt x="1052970" y="23105"/>
                  </a:lnTo>
                  <a:lnTo>
                    <a:pt x="1060828" y="23301"/>
                  </a:lnTo>
                  <a:lnTo>
                    <a:pt x="1068686" y="23489"/>
                  </a:lnTo>
                  <a:lnTo>
                    <a:pt x="1076544" y="23676"/>
                  </a:lnTo>
                  <a:lnTo>
                    <a:pt x="1084402" y="23870"/>
                  </a:lnTo>
                  <a:lnTo>
                    <a:pt x="1092260" y="24019"/>
                  </a:lnTo>
                  <a:lnTo>
                    <a:pt x="1100118" y="24157"/>
                  </a:lnTo>
                  <a:lnTo>
                    <a:pt x="1107976" y="24272"/>
                  </a:lnTo>
                  <a:lnTo>
                    <a:pt x="1115834" y="24403"/>
                  </a:lnTo>
                  <a:lnTo>
                    <a:pt x="1123692" y="24503"/>
                  </a:lnTo>
                  <a:lnTo>
                    <a:pt x="1131550" y="24648"/>
                  </a:lnTo>
                  <a:lnTo>
                    <a:pt x="1139408" y="24850"/>
                  </a:lnTo>
                  <a:lnTo>
                    <a:pt x="1147266" y="25013"/>
                  </a:lnTo>
                  <a:lnTo>
                    <a:pt x="1155124" y="25194"/>
                  </a:lnTo>
                  <a:lnTo>
                    <a:pt x="1162982" y="25306"/>
                  </a:lnTo>
                  <a:lnTo>
                    <a:pt x="1170840" y="25447"/>
                  </a:lnTo>
                  <a:lnTo>
                    <a:pt x="1178698" y="25543"/>
                  </a:lnTo>
                  <a:lnTo>
                    <a:pt x="1186556" y="25667"/>
                  </a:lnTo>
                  <a:lnTo>
                    <a:pt x="1194414" y="25802"/>
                  </a:lnTo>
                  <a:lnTo>
                    <a:pt x="1202272" y="25975"/>
                  </a:lnTo>
                  <a:lnTo>
                    <a:pt x="1210130" y="26119"/>
                  </a:lnTo>
                  <a:lnTo>
                    <a:pt x="1217988" y="26312"/>
                  </a:lnTo>
                  <a:lnTo>
                    <a:pt x="1225846" y="26494"/>
                  </a:lnTo>
                  <a:lnTo>
                    <a:pt x="1233704" y="26696"/>
                  </a:lnTo>
                  <a:lnTo>
                    <a:pt x="1241562" y="26856"/>
                  </a:lnTo>
                  <a:lnTo>
                    <a:pt x="1249420" y="26970"/>
                  </a:lnTo>
                  <a:lnTo>
                    <a:pt x="1257278" y="27151"/>
                  </a:lnTo>
                  <a:lnTo>
                    <a:pt x="1265136" y="27358"/>
                  </a:lnTo>
                  <a:lnTo>
                    <a:pt x="1272994" y="27502"/>
                  </a:lnTo>
                  <a:lnTo>
                    <a:pt x="1280852" y="27752"/>
                  </a:lnTo>
                  <a:lnTo>
                    <a:pt x="1288710" y="27903"/>
                  </a:lnTo>
                  <a:lnTo>
                    <a:pt x="1296568" y="28075"/>
                  </a:lnTo>
                  <a:lnTo>
                    <a:pt x="1304426" y="28167"/>
                  </a:lnTo>
                  <a:lnTo>
                    <a:pt x="1312284" y="28332"/>
                  </a:lnTo>
                  <a:lnTo>
                    <a:pt x="1320142" y="28497"/>
                  </a:lnTo>
                  <a:lnTo>
                    <a:pt x="1328000" y="28670"/>
                  </a:lnTo>
                  <a:lnTo>
                    <a:pt x="1335858" y="28831"/>
                  </a:lnTo>
                  <a:lnTo>
                    <a:pt x="1343716" y="29011"/>
                  </a:lnTo>
                  <a:lnTo>
                    <a:pt x="1351574" y="29147"/>
                  </a:lnTo>
                  <a:lnTo>
                    <a:pt x="1359432" y="29230"/>
                  </a:lnTo>
                  <a:lnTo>
                    <a:pt x="1367290" y="29377"/>
                  </a:lnTo>
                  <a:lnTo>
                    <a:pt x="1375148" y="29481"/>
                  </a:lnTo>
                  <a:lnTo>
                    <a:pt x="1383006" y="29591"/>
                  </a:lnTo>
                  <a:lnTo>
                    <a:pt x="1390864" y="29833"/>
                  </a:lnTo>
                  <a:lnTo>
                    <a:pt x="1398722" y="29899"/>
                  </a:lnTo>
                  <a:lnTo>
                    <a:pt x="1406580" y="30077"/>
                  </a:lnTo>
                  <a:lnTo>
                    <a:pt x="1414438" y="30213"/>
                  </a:lnTo>
                  <a:lnTo>
                    <a:pt x="1422296" y="30344"/>
                  </a:lnTo>
                  <a:lnTo>
                    <a:pt x="1430154" y="30437"/>
                  </a:lnTo>
                  <a:lnTo>
                    <a:pt x="1438012" y="30560"/>
                  </a:lnTo>
                  <a:lnTo>
                    <a:pt x="1445870" y="30735"/>
                  </a:lnTo>
                  <a:lnTo>
                    <a:pt x="1453728" y="30905"/>
                  </a:lnTo>
                  <a:lnTo>
                    <a:pt x="1461586" y="31073"/>
                  </a:lnTo>
                  <a:lnTo>
                    <a:pt x="1469444" y="31227"/>
                  </a:lnTo>
                  <a:lnTo>
                    <a:pt x="1477302" y="31413"/>
                  </a:lnTo>
                  <a:lnTo>
                    <a:pt x="1485160" y="31551"/>
                  </a:lnTo>
                  <a:lnTo>
                    <a:pt x="1493018" y="31640"/>
                  </a:lnTo>
                  <a:lnTo>
                    <a:pt x="1500876" y="31743"/>
                  </a:lnTo>
                  <a:lnTo>
                    <a:pt x="1508734" y="31884"/>
                  </a:lnTo>
                  <a:lnTo>
                    <a:pt x="1516592" y="31994"/>
                  </a:lnTo>
                  <a:lnTo>
                    <a:pt x="1524450" y="32119"/>
                  </a:lnTo>
                  <a:lnTo>
                    <a:pt x="1532308" y="32295"/>
                  </a:lnTo>
                  <a:lnTo>
                    <a:pt x="1540166" y="32480"/>
                  </a:lnTo>
                  <a:lnTo>
                    <a:pt x="1548024" y="32596"/>
                  </a:lnTo>
                  <a:lnTo>
                    <a:pt x="1555882" y="32644"/>
                  </a:lnTo>
                  <a:lnTo>
                    <a:pt x="1563740" y="32820"/>
                  </a:lnTo>
                  <a:lnTo>
                    <a:pt x="1571598" y="32968"/>
                  </a:lnTo>
                  <a:lnTo>
                    <a:pt x="1579456" y="33105"/>
                  </a:lnTo>
                  <a:lnTo>
                    <a:pt x="1587314" y="33174"/>
                  </a:lnTo>
                  <a:lnTo>
                    <a:pt x="1595172" y="33270"/>
                  </a:lnTo>
                  <a:lnTo>
                    <a:pt x="1603030" y="33437"/>
                  </a:lnTo>
                  <a:lnTo>
                    <a:pt x="1610888" y="33601"/>
                  </a:lnTo>
                  <a:lnTo>
                    <a:pt x="1618746" y="33765"/>
                  </a:lnTo>
                  <a:lnTo>
                    <a:pt x="1626604" y="33923"/>
                  </a:lnTo>
                  <a:lnTo>
                    <a:pt x="1634462" y="34084"/>
                  </a:lnTo>
                  <a:lnTo>
                    <a:pt x="1642320" y="34189"/>
                  </a:lnTo>
                  <a:lnTo>
                    <a:pt x="1650178" y="34315"/>
                  </a:lnTo>
                  <a:lnTo>
                    <a:pt x="1658036" y="34471"/>
                  </a:lnTo>
                  <a:lnTo>
                    <a:pt x="1665894" y="34568"/>
                  </a:lnTo>
                  <a:lnTo>
                    <a:pt x="1673752" y="34629"/>
                  </a:lnTo>
                  <a:lnTo>
                    <a:pt x="1681610" y="34783"/>
                  </a:lnTo>
                  <a:lnTo>
                    <a:pt x="1689468" y="34870"/>
                  </a:lnTo>
                  <a:lnTo>
                    <a:pt x="1697326" y="34976"/>
                  </a:lnTo>
                  <a:lnTo>
                    <a:pt x="1705184" y="35113"/>
                  </a:lnTo>
                  <a:lnTo>
                    <a:pt x="1713042" y="35258"/>
                  </a:lnTo>
                  <a:lnTo>
                    <a:pt x="1720900" y="35402"/>
                  </a:lnTo>
                  <a:lnTo>
                    <a:pt x="1728758" y="35517"/>
                  </a:lnTo>
                  <a:lnTo>
                    <a:pt x="1736616" y="35664"/>
                  </a:lnTo>
                  <a:lnTo>
                    <a:pt x="1744474" y="35759"/>
                  </a:lnTo>
                  <a:lnTo>
                    <a:pt x="1752332" y="35854"/>
                  </a:lnTo>
                  <a:lnTo>
                    <a:pt x="1760190" y="35964"/>
                  </a:lnTo>
                  <a:lnTo>
                    <a:pt x="1768048" y="36055"/>
                  </a:lnTo>
                  <a:lnTo>
                    <a:pt x="1775906" y="36146"/>
                  </a:lnTo>
                  <a:lnTo>
                    <a:pt x="1783764" y="36278"/>
                  </a:lnTo>
                  <a:lnTo>
                    <a:pt x="1791622" y="36430"/>
                  </a:lnTo>
                  <a:lnTo>
                    <a:pt x="1799480" y="36562"/>
                  </a:lnTo>
                  <a:lnTo>
                    <a:pt x="1807338" y="36665"/>
                  </a:lnTo>
                  <a:lnTo>
                    <a:pt x="1815196" y="36791"/>
                  </a:lnTo>
                  <a:lnTo>
                    <a:pt x="1823054" y="36875"/>
                  </a:lnTo>
                  <a:lnTo>
                    <a:pt x="1830912" y="36996"/>
                  </a:lnTo>
                  <a:lnTo>
                    <a:pt x="1838770" y="37106"/>
                  </a:lnTo>
                  <a:lnTo>
                    <a:pt x="1846628" y="37244"/>
                  </a:lnTo>
                  <a:lnTo>
                    <a:pt x="1854486" y="37358"/>
                  </a:lnTo>
                  <a:lnTo>
                    <a:pt x="1862344" y="37481"/>
                  </a:lnTo>
                  <a:lnTo>
                    <a:pt x="1870202" y="37560"/>
                  </a:lnTo>
                  <a:lnTo>
                    <a:pt x="1878060" y="37707"/>
                  </a:lnTo>
                  <a:lnTo>
                    <a:pt x="1885918" y="37830"/>
                  </a:lnTo>
                  <a:lnTo>
                    <a:pt x="1893776" y="37996"/>
                  </a:lnTo>
                  <a:lnTo>
                    <a:pt x="1901634" y="38128"/>
                  </a:lnTo>
                  <a:lnTo>
                    <a:pt x="1909492" y="38228"/>
                  </a:lnTo>
                  <a:lnTo>
                    <a:pt x="1917350" y="38363"/>
                  </a:lnTo>
                  <a:lnTo>
                    <a:pt x="1925208" y="38512"/>
                  </a:lnTo>
                  <a:lnTo>
                    <a:pt x="1933066" y="38603"/>
                  </a:lnTo>
                  <a:lnTo>
                    <a:pt x="1940924" y="38658"/>
                  </a:lnTo>
                  <a:lnTo>
                    <a:pt x="1948782" y="38754"/>
                  </a:lnTo>
                  <a:lnTo>
                    <a:pt x="1956640" y="38848"/>
                  </a:lnTo>
                  <a:lnTo>
                    <a:pt x="1964498" y="38916"/>
                  </a:lnTo>
                  <a:lnTo>
                    <a:pt x="1972356" y="39052"/>
                  </a:lnTo>
                  <a:lnTo>
                    <a:pt x="1980214" y="39241"/>
                  </a:lnTo>
                  <a:lnTo>
                    <a:pt x="1988072" y="39344"/>
                  </a:lnTo>
                  <a:lnTo>
                    <a:pt x="1995930" y="39383"/>
                  </a:lnTo>
                  <a:lnTo>
                    <a:pt x="2003788" y="39425"/>
                  </a:lnTo>
                  <a:lnTo>
                    <a:pt x="2011646" y="39533"/>
                  </a:lnTo>
                  <a:lnTo>
                    <a:pt x="2019504" y="39667"/>
                  </a:lnTo>
                  <a:lnTo>
                    <a:pt x="2027362" y="39784"/>
                  </a:lnTo>
                  <a:lnTo>
                    <a:pt x="2035220" y="39825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1186414" y="3057906"/>
              <a:ext cx="2035220" cy="7258"/>
            </a:xfrm>
            <a:custGeom>
              <a:avLst/>
              <a:pathLst>
                <a:path w="2035220" h="7258">
                  <a:moveTo>
                    <a:pt x="0" y="105"/>
                  </a:moveTo>
                  <a:lnTo>
                    <a:pt x="7857" y="158"/>
                  </a:lnTo>
                  <a:lnTo>
                    <a:pt x="15715" y="70"/>
                  </a:lnTo>
                  <a:lnTo>
                    <a:pt x="23573" y="0"/>
                  </a:lnTo>
                  <a:lnTo>
                    <a:pt x="31431" y="91"/>
                  </a:lnTo>
                  <a:lnTo>
                    <a:pt x="39289" y="162"/>
                  </a:lnTo>
                  <a:lnTo>
                    <a:pt x="47147" y="260"/>
                  </a:lnTo>
                  <a:lnTo>
                    <a:pt x="55005" y="211"/>
                  </a:lnTo>
                  <a:lnTo>
                    <a:pt x="62863" y="298"/>
                  </a:lnTo>
                  <a:lnTo>
                    <a:pt x="70721" y="392"/>
                  </a:lnTo>
                  <a:lnTo>
                    <a:pt x="78579" y="404"/>
                  </a:lnTo>
                  <a:lnTo>
                    <a:pt x="86437" y="532"/>
                  </a:lnTo>
                  <a:lnTo>
                    <a:pt x="94295" y="615"/>
                  </a:lnTo>
                  <a:lnTo>
                    <a:pt x="102153" y="610"/>
                  </a:lnTo>
                  <a:lnTo>
                    <a:pt x="110011" y="688"/>
                  </a:lnTo>
                  <a:lnTo>
                    <a:pt x="117869" y="635"/>
                  </a:lnTo>
                  <a:lnTo>
                    <a:pt x="125727" y="649"/>
                  </a:lnTo>
                  <a:lnTo>
                    <a:pt x="133585" y="725"/>
                  </a:lnTo>
                  <a:lnTo>
                    <a:pt x="141443" y="701"/>
                  </a:lnTo>
                  <a:lnTo>
                    <a:pt x="149301" y="688"/>
                  </a:lnTo>
                  <a:lnTo>
                    <a:pt x="157159" y="677"/>
                  </a:lnTo>
                  <a:lnTo>
                    <a:pt x="165017" y="752"/>
                  </a:lnTo>
                  <a:lnTo>
                    <a:pt x="172875" y="835"/>
                  </a:lnTo>
                  <a:lnTo>
                    <a:pt x="180733" y="928"/>
                  </a:lnTo>
                  <a:lnTo>
                    <a:pt x="188591" y="970"/>
                  </a:lnTo>
                  <a:lnTo>
                    <a:pt x="196449" y="937"/>
                  </a:lnTo>
                  <a:lnTo>
                    <a:pt x="204307" y="857"/>
                  </a:lnTo>
                  <a:lnTo>
                    <a:pt x="212165" y="915"/>
                  </a:lnTo>
                  <a:lnTo>
                    <a:pt x="220023" y="1079"/>
                  </a:lnTo>
                  <a:lnTo>
                    <a:pt x="227881" y="1090"/>
                  </a:lnTo>
                  <a:lnTo>
                    <a:pt x="235739" y="1131"/>
                  </a:lnTo>
                  <a:lnTo>
                    <a:pt x="243597" y="1053"/>
                  </a:lnTo>
                  <a:lnTo>
                    <a:pt x="251455" y="1167"/>
                  </a:lnTo>
                  <a:lnTo>
                    <a:pt x="259313" y="1308"/>
                  </a:lnTo>
                  <a:lnTo>
                    <a:pt x="267171" y="1323"/>
                  </a:lnTo>
                  <a:lnTo>
                    <a:pt x="275029" y="1381"/>
                  </a:lnTo>
                  <a:lnTo>
                    <a:pt x="282887" y="1476"/>
                  </a:lnTo>
                  <a:lnTo>
                    <a:pt x="290745" y="1479"/>
                  </a:lnTo>
                  <a:lnTo>
                    <a:pt x="298603" y="1434"/>
                  </a:lnTo>
                  <a:lnTo>
                    <a:pt x="306461" y="1497"/>
                  </a:lnTo>
                  <a:lnTo>
                    <a:pt x="314319" y="1490"/>
                  </a:lnTo>
                  <a:lnTo>
                    <a:pt x="322177" y="1576"/>
                  </a:lnTo>
                  <a:lnTo>
                    <a:pt x="330035" y="1555"/>
                  </a:lnTo>
                  <a:lnTo>
                    <a:pt x="337893" y="1553"/>
                  </a:lnTo>
                  <a:lnTo>
                    <a:pt x="345751" y="1676"/>
                  </a:lnTo>
                  <a:lnTo>
                    <a:pt x="353609" y="1789"/>
                  </a:lnTo>
                  <a:lnTo>
                    <a:pt x="361467" y="1764"/>
                  </a:lnTo>
                  <a:lnTo>
                    <a:pt x="369325" y="1831"/>
                  </a:lnTo>
                  <a:lnTo>
                    <a:pt x="377183" y="1901"/>
                  </a:lnTo>
                  <a:lnTo>
                    <a:pt x="385041" y="1953"/>
                  </a:lnTo>
                  <a:lnTo>
                    <a:pt x="392899" y="2004"/>
                  </a:lnTo>
                  <a:lnTo>
                    <a:pt x="400757" y="1967"/>
                  </a:lnTo>
                  <a:lnTo>
                    <a:pt x="408615" y="2006"/>
                  </a:lnTo>
                  <a:lnTo>
                    <a:pt x="416473" y="2011"/>
                  </a:lnTo>
                  <a:lnTo>
                    <a:pt x="424331" y="2022"/>
                  </a:lnTo>
                  <a:lnTo>
                    <a:pt x="432189" y="2108"/>
                  </a:lnTo>
                  <a:lnTo>
                    <a:pt x="440047" y="2122"/>
                  </a:lnTo>
                  <a:lnTo>
                    <a:pt x="447905" y="2136"/>
                  </a:lnTo>
                  <a:lnTo>
                    <a:pt x="455763" y="2148"/>
                  </a:lnTo>
                  <a:lnTo>
                    <a:pt x="463621" y="2171"/>
                  </a:lnTo>
                  <a:lnTo>
                    <a:pt x="471479" y="2256"/>
                  </a:lnTo>
                  <a:lnTo>
                    <a:pt x="479337" y="2333"/>
                  </a:lnTo>
                  <a:lnTo>
                    <a:pt x="487195" y="2375"/>
                  </a:lnTo>
                  <a:lnTo>
                    <a:pt x="495053" y="2460"/>
                  </a:lnTo>
                  <a:lnTo>
                    <a:pt x="502911" y="2448"/>
                  </a:lnTo>
                  <a:lnTo>
                    <a:pt x="510769" y="2489"/>
                  </a:lnTo>
                  <a:lnTo>
                    <a:pt x="518627" y="2484"/>
                  </a:lnTo>
                  <a:lnTo>
                    <a:pt x="526485" y="2474"/>
                  </a:lnTo>
                  <a:lnTo>
                    <a:pt x="534343" y="2433"/>
                  </a:lnTo>
                  <a:lnTo>
                    <a:pt x="542201" y="2372"/>
                  </a:lnTo>
                  <a:lnTo>
                    <a:pt x="550059" y="2326"/>
                  </a:lnTo>
                  <a:lnTo>
                    <a:pt x="557917" y="2390"/>
                  </a:lnTo>
                  <a:lnTo>
                    <a:pt x="565775" y="2337"/>
                  </a:lnTo>
                  <a:lnTo>
                    <a:pt x="573633" y="2329"/>
                  </a:lnTo>
                  <a:lnTo>
                    <a:pt x="581491" y="2415"/>
                  </a:lnTo>
                  <a:lnTo>
                    <a:pt x="589349" y="2388"/>
                  </a:lnTo>
                  <a:lnTo>
                    <a:pt x="597207" y="2284"/>
                  </a:lnTo>
                  <a:lnTo>
                    <a:pt x="605065" y="2307"/>
                  </a:lnTo>
                  <a:lnTo>
                    <a:pt x="612923" y="2307"/>
                  </a:lnTo>
                  <a:lnTo>
                    <a:pt x="620781" y="2412"/>
                  </a:lnTo>
                  <a:lnTo>
                    <a:pt x="628639" y="2514"/>
                  </a:lnTo>
                  <a:lnTo>
                    <a:pt x="636497" y="2507"/>
                  </a:lnTo>
                  <a:lnTo>
                    <a:pt x="644355" y="2533"/>
                  </a:lnTo>
                  <a:lnTo>
                    <a:pt x="652213" y="2525"/>
                  </a:lnTo>
                  <a:lnTo>
                    <a:pt x="660071" y="2577"/>
                  </a:lnTo>
                  <a:lnTo>
                    <a:pt x="667929" y="2585"/>
                  </a:lnTo>
                  <a:lnTo>
                    <a:pt x="675787" y="2621"/>
                  </a:lnTo>
                  <a:lnTo>
                    <a:pt x="683645" y="2607"/>
                  </a:lnTo>
                  <a:lnTo>
                    <a:pt x="691503" y="2685"/>
                  </a:lnTo>
                  <a:lnTo>
                    <a:pt x="699361" y="2718"/>
                  </a:lnTo>
                  <a:lnTo>
                    <a:pt x="707219" y="2814"/>
                  </a:lnTo>
                  <a:lnTo>
                    <a:pt x="715077" y="2917"/>
                  </a:lnTo>
                  <a:lnTo>
                    <a:pt x="722935" y="2892"/>
                  </a:lnTo>
                  <a:lnTo>
                    <a:pt x="730793" y="2883"/>
                  </a:lnTo>
                  <a:lnTo>
                    <a:pt x="738651" y="2930"/>
                  </a:lnTo>
                  <a:lnTo>
                    <a:pt x="746509" y="2983"/>
                  </a:lnTo>
                  <a:lnTo>
                    <a:pt x="754367" y="3006"/>
                  </a:lnTo>
                  <a:lnTo>
                    <a:pt x="762225" y="3180"/>
                  </a:lnTo>
                  <a:lnTo>
                    <a:pt x="770083" y="3246"/>
                  </a:lnTo>
                  <a:lnTo>
                    <a:pt x="777941" y="3322"/>
                  </a:lnTo>
                  <a:lnTo>
                    <a:pt x="785799" y="3207"/>
                  </a:lnTo>
                  <a:lnTo>
                    <a:pt x="793657" y="3162"/>
                  </a:lnTo>
                  <a:lnTo>
                    <a:pt x="801515" y="3186"/>
                  </a:lnTo>
                  <a:lnTo>
                    <a:pt x="809373" y="3265"/>
                  </a:lnTo>
                  <a:lnTo>
                    <a:pt x="817231" y="3368"/>
                  </a:lnTo>
                  <a:lnTo>
                    <a:pt x="825089" y="3365"/>
                  </a:lnTo>
                  <a:lnTo>
                    <a:pt x="832947" y="3509"/>
                  </a:lnTo>
                  <a:lnTo>
                    <a:pt x="840805" y="3471"/>
                  </a:lnTo>
                  <a:lnTo>
                    <a:pt x="848663" y="3471"/>
                  </a:lnTo>
                  <a:lnTo>
                    <a:pt x="856521" y="3581"/>
                  </a:lnTo>
                  <a:lnTo>
                    <a:pt x="864379" y="3724"/>
                  </a:lnTo>
                  <a:lnTo>
                    <a:pt x="872237" y="3701"/>
                  </a:lnTo>
                  <a:lnTo>
                    <a:pt x="880095" y="3721"/>
                  </a:lnTo>
                  <a:lnTo>
                    <a:pt x="887953" y="3743"/>
                  </a:lnTo>
                  <a:lnTo>
                    <a:pt x="895811" y="3751"/>
                  </a:lnTo>
                  <a:lnTo>
                    <a:pt x="903669" y="3723"/>
                  </a:lnTo>
                  <a:lnTo>
                    <a:pt x="911527" y="3724"/>
                  </a:lnTo>
                  <a:lnTo>
                    <a:pt x="919385" y="3700"/>
                  </a:lnTo>
                  <a:lnTo>
                    <a:pt x="927243" y="3737"/>
                  </a:lnTo>
                  <a:lnTo>
                    <a:pt x="935101" y="3714"/>
                  </a:lnTo>
                  <a:lnTo>
                    <a:pt x="942959" y="3687"/>
                  </a:lnTo>
                  <a:lnTo>
                    <a:pt x="950817" y="3784"/>
                  </a:lnTo>
                  <a:lnTo>
                    <a:pt x="958675" y="3760"/>
                  </a:lnTo>
                  <a:lnTo>
                    <a:pt x="966533" y="3747"/>
                  </a:lnTo>
                  <a:lnTo>
                    <a:pt x="974391" y="3783"/>
                  </a:lnTo>
                  <a:lnTo>
                    <a:pt x="982249" y="3812"/>
                  </a:lnTo>
                  <a:lnTo>
                    <a:pt x="990107" y="3905"/>
                  </a:lnTo>
                  <a:lnTo>
                    <a:pt x="997965" y="3957"/>
                  </a:lnTo>
                  <a:lnTo>
                    <a:pt x="1005823" y="4007"/>
                  </a:lnTo>
                  <a:lnTo>
                    <a:pt x="1013681" y="4083"/>
                  </a:lnTo>
                  <a:lnTo>
                    <a:pt x="1021539" y="4068"/>
                  </a:lnTo>
                  <a:lnTo>
                    <a:pt x="1029397" y="4121"/>
                  </a:lnTo>
                  <a:lnTo>
                    <a:pt x="1037254" y="4185"/>
                  </a:lnTo>
                  <a:lnTo>
                    <a:pt x="1045112" y="4196"/>
                  </a:lnTo>
                  <a:lnTo>
                    <a:pt x="1052970" y="4222"/>
                  </a:lnTo>
                  <a:lnTo>
                    <a:pt x="1060828" y="4252"/>
                  </a:lnTo>
                  <a:lnTo>
                    <a:pt x="1068686" y="4170"/>
                  </a:lnTo>
                  <a:lnTo>
                    <a:pt x="1076544" y="4227"/>
                  </a:lnTo>
                  <a:lnTo>
                    <a:pt x="1084402" y="4206"/>
                  </a:lnTo>
                  <a:lnTo>
                    <a:pt x="1092260" y="4256"/>
                  </a:lnTo>
                  <a:lnTo>
                    <a:pt x="1100118" y="4314"/>
                  </a:lnTo>
                  <a:lnTo>
                    <a:pt x="1107976" y="4336"/>
                  </a:lnTo>
                  <a:lnTo>
                    <a:pt x="1115834" y="4330"/>
                  </a:lnTo>
                  <a:lnTo>
                    <a:pt x="1123692" y="4419"/>
                  </a:lnTo>
                  <a:lnTo>
                    <a:pt x="1131550" y="4512"/>
                  </a:lnTo>
                  <a:lnTo>
                    <a:pt x="1139408" y="4452"/>
                  </a:lnTo>
                  <a:lnTo>
                    <a:pt x="1147266" y="4380"/>
                  </a:lnTo>
                  <a:lnTo>
                    <a:pt x="1155124" y="4287"/>
                  </a:lnTo>
                  <a:lnTo>
                    <a:pt x="1162982" y="4246"/>
                  </a:lnTo>
                  <a:lnTo>
                    <a:pt x="1170840" y="4287"/>
                  </a:lnTo>
                  <a:lnTo>
                    <a:pt x="1178698" y="4433"/>
                  </a:lnTo>
                  <a:lnTo>
                    <a:pt x="1186556" y="4451"/>
                  </a:lnTo>
                  <a:lnTo>
                    <a:pt x="1194414" y="4464"/>
                  </a:lnTo>
                  <a:lnTo>
                    <a:pt x="1202272" y="4526"/>
                  </a:lnTo>
                  <a:lnTo>
                    <a:pt x="1210130" y="4591"/>
                  </a:lnTo>
                  <a:lnTo>
                    <a:pt x="1217988" y="4624"/>
                  </a:lnTo>
                  <a:lnTo>
                    <a:pt x="1225846" y="4608"/>
                  </a:lnTo>
                  <a:lnTo>
                    <a:pt x="1233704" y="4588"/>
                  </a:lnTo>
                  <a:lnTo>
                    <a:pt x="1241562" y="4538"/>
                  </a:lnTo>
                  <a:lnTo>
                    <a:pt x="1249420" y="4607"/>
                  </a:lnTo>
                  <a:lnTo>
                    <a:pt x="1257278" y="4701"/>
                  </a:lnTo>
                  <a:lnTo>
                    <a:pt x="1265136" y="4699"/>
                  </a:lnTo>
                  <a:lnTo>
                    <a:pt x="1272994" y="4677"/>
                  </a:lnTo>
                  <a:lnTo>
                    <a:pt x="1280852" y="4639"/>
                  </a:lnTo>
                  <a:lnTo>
                    <a:pt x="1288710" y="4714"/>
                  </a:lnTo>
                  <a:lnTo>
                    <a:pt x="1296568" y="4769"/>
                  </a:lnTo>
                  <a:lnTo>
                    <a:pt x="1304426" y="4777"/>
                  </a:lnTo>
                  <a:lnTo>
                    <a:pt x="1312284" y="4791"/>
                  </a:lnTo>
                  <a:lnTo>
                    <a:pt x="1320142" y="4822"/>
                  </a:lnTo>
                  <a:lnTo>
                    <a:pt x="1328000" y="4804"/>
                  </a:lnTo>
                  <a:lnTo>
                    <a:pt x="1335858" y="4800"/>
                  </a:lnTo>
                  <a:lnTo>
                    <a:pt x="1343716" y="4795"/>
                  </a:lnTo>
                  <a:lnTo>
                    <a:pt x="1351574" y="4816"/>
                  </a:lnTo>
                  <a:lnTo>
                    <a:pt x="1359432" y="4848"/>
                  </a:lnTo>
                  <a:lnTo>
                    <a:pt x="1367290" y="4855"/>
                  </a:lnTo>
                  <a:lnTo>
                    <a:pt x="1375148" y="4803"/>
                  </a:lnTo>
                  <a:lnTo>
                    <a:pt x="1383006" y="4834"/>
                  </a:lnTo>
                  <a:lnTo>
                    <a:pt x="1390864" y="4876"/>
                  </a:lnTo>
                  <a:lnTo>
                    <a:pt x="1398722" y="4857"/>
                  </a:lnTo>
                  <a:lnTo>
                    <a:pt x="1406580" y="4895"/>
                  </a:lnTo>
                  <a:lnTo>
                    <a:pt x="1414438" y="4831"/>
                  </a:lnTo>
                  <a:lnTo>
                    <a:pt x="1422296" y="4795"/>
                  </a:lnTo>
                  <a:lnTo>
                    <a:pt x="1430154" y="4745"/>
                  </a:lnTo>
                  <a:lnTo>
                    <a:pt x="1438012" y="4791"/>
                  </a:lnTo>
                  <a:lnTo>
                    <a:pt x="1445870" y="4842"/>
                  </a:lnTo>
                  <a:lnTo>
                    <a:pt x="1453728" y="4839"/>
                  </a:lnTo>
                  <a:lnTo>
                    <a:pt x="1461586" y="4851"/>
                  </a:lnTo>
                  <a:lnTo>
                    <a:pt x="1469444" y="4932"/>
                  </a:lnTo>
                  <a:lnTo>
                    <a:pt x="1477302" y="4974"/>
                  </a:lnTo>
                  <a:lnTo>
                    <a:pt x="1485160" y="4944"/>
                  </a:lnTo>
                  <a:lnTo>
                    <a:pt x="1493018" y="4929"/>
                  </a:lnTo>
                  <a:lnTo>
                    <a:pt x="1500876" y="4935"/>
                  </a:lnTo>
                  <a:lnTo>
                    <a:pt x="1508734" y="4994"/>
                  </a:lnTo>
                  <a:lnTo>
                    <a:pt x="1516592" y="5026"/>
                  </a:lnTo>
                  <a:lnTo>
                    <a:pt x="1524450" y="5051"/>
                  </a:lnTo>
                  <a:lnTo>
                    <a:pt x="1532308" y="5090"/>
                  </a:lnTo>
                  <a:lnTo>
                    <a:pt x="1540166" y="5087"/>
                  </a:lnTo>
                  <a:lnTo>
                    <a:pt x="1548024" y="5107"/>
                  </a:lnTo>
                  <a:lnTo>
                    <a:pt x="1555882" y="5110"/>
                  </a:lnTo>
                  <a:lnTo>
                    <a:pt x="1563740" y="5087"/>
                  </a:lnTo>
                  <a:lnTo>
                    <a:pt x="1571598" y="5097"/>
                  </a:lnTo>
                  <a:lnTo>
                    <a:pt x="1579456" y="5113"/>
                  </a:lnTo>
                  <a:lnTo>
                    <a:pt x="1587314" y="5138"/>
                  </a:lnTo>
                  <a:lnTo>
                    <a:pt x="1595172" y="5180"/>
                  </a:lnTo>
                  <a:lnTo>
                    <a:pt x="1603030" y="5234"/>
                  </a:lnTo>
                  <a:lnTo>
                    <a:pt x="1610888" y="5255"/>
                  </a:lnTo>
                  <a:lnTo>
                    <a:pt x="1618746" y="5260"/>
                  </a:lnTo>
                  <a:lnTo>
                    <a:pt x="1626604" y="5347"/>
                  </a:lnTo>
                  <a:lnTo>
                    <a:pt x="1634462" y="5360"/>
                  </a:lnTo>
                  <a:lnTo>
                    <a:pt x="1642320" y="5397"/>
                  </a:lnTo>
                  <a:lnTo>
                    <a:pt x="1650178" y="5418"/>
                  </a:lnTo>
                  <a:lnTo>
                    <a:pt x="1658036" y="5413"/>
                  </a:lnTo>
                  <a:lnTo>
                    <a:pt x="1665894" y="5427"/>
                  </a:lnTo>
                  <a:lnTo>
                    <a:pt x="1673752" y="5449"/>
                  </a:lnTo>
                  <a:lnTo>
                    <a:pt x="1681610" y="5490"/>
                  </a:lnTo>
                  <a:lnTo>
                    <a:pt x="1689468" y="5453"/>
                  </a:lnTo>
                  <a:lnTo>
                    <a:pt x="1697326" y="5464"/>
                  </a:lnTo>
                  <a:lnTo>
                    <a:pt x="1705184" y="5499"/>
                  </a:lnTo>
                  <a:lnTo>
                    <a:pt x="1713042" y="5567"/>
                  </a:lnTo>
                  <a:lnTo>
                    <a:pt x="1720900" y="5635"/>
                  </a:lnTo>
                  <a:lnTo>
                    <a:pt x="1728758" y="5688"/>
                  </a:lnTo>
                  <a:lnTo>
                    <a:pt x="1736616" y="5756"/>
                  </a:lnTo>
                  <a:lnTo>
                    <a:pt x="1744474" y="5823"/>
                  </a:lnTo>
                  <a:lnTo>
                    <a:pt x="1752332" y="5890"/>
                  </a:lnTo>
                  <a:lnTo>
                    <a:pt x="1760190" y="5944"/>
                  </a:lnTo>
                  <a:lnTo>
                    <a:pt x="1768048" y="5996"/>
                  </a:lnTo>
                  <a:lnTo>
                    <a:pt x="1775906" y="6040"/>
                  </a:lnTo>
                  <a:lnTo>
                    <a:pt x="1783764" y="6084"/>
                  </a:lnTo>
                  <a:lnTo>
                    <a:pt x="1791622" y="6128"/>
                  </a:lnTo>
                  <a:lnTo>
                    <a:pt x="1799480" y="6178"/>
                  </a:lnTo>
                  <a:lnTo>
                    <a:pt x="1807338" y="6230"/>
                  </a:lnTo>
                  <a:lnTo>
                    <a:pt x="1815196" y="6282"/>
                  </a:lnTo>
                  <a:lnTo>
                    <a:pt x="1823054" y="6277"/>
                  </a:lnTo>
                  <a:lnTo>
                    <a:pt x="1830912" y="6267"/>
                  </a:lnTo>
                  <a:lnTo>
                    <a:pt x="1838770" y="6281"/>
                  </a:lnTo>
                  <a:lnTo>
                    <a:pt x="1846628" y="6339"/>
                  </a:lnTo>
                  <a:lnTo>
                    <a:pt x="1854486" y="6400"/>
                  </a:lnTo>
                  <a:lnTo>
                    <a:pt x="1862344" y="6442"/>
                  </a:lnTo>
                  <a:lnTo>
                    <a:pt x="1870202" y="6481"/>
                  </a:lnTo>
                  <a:lnTo>
                    <a:pt x="1878060" y="6560"/>
                  </a:lnTo>
                  <a:lnTo>
                    <a:pt x="1885918" y="6639"/>
                  </a:lnTo>
                  <a:lnTo>
                    <a:pt x="1893776" y="6717"/>
                  </a:lnTo>
                  <a:lnTo>
                    <a:pt x="1901634" y="6790"/>
                  </a:lnTo>
                  <a:lnTo>
                    <a:pt x="1909492" y="6854"/>
                  </a:lnTo>
                  <a:lnTo>
                    <a:pt x="1917350" y="6918"/>
                  </a:lnTo>
                  <a:lnTo>
                    <a:pt x="1925208" y="6982"/>
                  </a:lnTo>
                  <a:lnTo>
                    <a:pt x="1933066" y="7045"/>
                  </a:lnTo>
                  <a:lnTo>
                    <a:pt x="1940924" y="7109"/>
                  </a:lnTo>
                  <a:lnTo>
                    <a:pt x="1948782" y="7161"/>
                  </a:lnTo>
                  <a:lnTo>
                    <a:pt x="1956640" y="7223"/>
                  </a:lnTo>
                  <a:lnTo>
                    <a:pt x="1964498" y="7254"/>
                  </a:lnTo>
                  <a:lnTo>
                    <a:pt x="1972356" y="7258"/>
                  </a:lnTo>
                  <a:lnTo>
                    <a:pt x="1980214" y="7214"/>
                  </a:lnTo>
                  <a:lnTo>
                    <a:pt x="1988072" y="7214"/>
                  </a:lnTo>
                  <a:lnTo>
                    <a:pt x="1995930" y="7168"/>
                  </a:lnTo>
                  <a:lnTo>
                    <a:pt x="2003788" y="7103"/>
                  </a:lnTo>
                  <a:lnTo>
                    <a:pt x="2011646" y="7049"/>
                  </a:lnTo>
                  <a:lnTo>
                    <a:pt x="2019504" y="6995"/>
                  </a:lnTo>
                  <a:lnTo>
                    <a:pt x="2027362" y="6950"/>
                  </a:lnTo>
                  <a:lnTo>
                    <a:pt x="2035220" y="6978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1084653" y="2396548"/>
              <a:ext cx="2238742" cy="742778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1084653" y="3322206"/>
              <a:ext cx="2238742" cy="7427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1084653" y="4031223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1084653" y="3806647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1084653" y="3582071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1084653" y="3357495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1102983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1622827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2142671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2662515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3182359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6"/>
            <p:cNvSpPr/>
            <p:nvPr/>
          </p:nvSpPr>
          <p:spPr>
            <a:xfrm>
              <a:off x="1186414" y="4015685"/>
              <a:ext cx="2035220" cy="11058"/>
            </a:xfrm>
            <a:custGeom>
              <a:avLst/>
              <a:pathLst>
                <a:path w="2035220" h="11058">
                  <a:moveTo>
                    <a:pt x="0" y="0"/>
                  </a:moveTo>
                  <a:lnTo>
                    <a:pt x="7857" y="36"/>
                  </a:lnTo>
                  <a:lnTo>
                    <a:pt x="15715" y="90"/>
                  </a:lnTo>
                  <a:lnTo>
                    <a:pt x="23573" y="131"/>
                  </a:lnTo>
                  <a:lnTo>
                    <a:pt x="31431" y="176"/>
                  </a:lnTo>
                  <a:lnTo>
                    <a:pt x="39289" y="215"/>
                  </a:lnTo>
                  <a:lnTo>
                    <a:pt x="47147" y="254"/>
                  </a:lnTo>
                  <a:lnTo>
                    <a:pt x="55005" y="311"/>
                  </a:lnTo>
                  <a:lnTo>
                    <a:pt x="62863" y="372"/>
                  </a:lnTo>
                  <a:lnTo>
                    <a:pt x="70721" y="418"/>
                  </a:lnTo>
                  <a:lnTo>
                    <a:pt x="78579" y="458"/>
                  </a:lnTo>
                  <a:lnTo>
                    <a:pt x="86437" y="493"/>
                  </a:lnTo>
                  <a:lnTo>
                    <a:pt x="94295" y="511"/>
                  </a:lnTo>
                  <a:lnTo>
                    <a:pt x="102153" y="578"/>
                  </a:lnTo>
                  <a:lnTo>
                    <a:pt x="110011" y="620"/>
                  </a:lnTo>
                  <a:lnTo>
                    <a:pt x="117869" y="676"/>
                  </a:lnTo>
                  <a:lnTo>
                    <a:pt x="125727" y="724"/>
                  </a:lnTo>
                  <a:lnTo>
                    <a:pt x="133585" y="753"/>
                  </a:lnTo>
                  <a:lnTo>
                    <a:pt x="141443" y="778"/>
                  </a:lnTo>
                  <a:lnTo>
                    <a:pt x="149301" y="814"/>
                  </a:lnTo>
                  <a:lnTo>
                    <a:pt x="157159" y="856"/>
                  </a:lnTo>
                  <a:lnTo>
                    <a:pt x="165017" y="892"/>
                  </a:lnTo>
                  <a:lnTo>
                    <a:pt x="172875" y="931"/>
                  </a:lnTo>
                  <a:lnTo>
                    <a:pt x="180733" y="953"/>
                  </a:lnTo>
                  <a:lnTo>
                    <a:pt x="188591" y="975"/>
                  </a:lnTo>
                  <a:lnTo>
                    <a:pt x="196449" y="1006"/>
                  </a:lnTo>
                  <a:lnTo>
                    <a:pt x="204307" y="1048"/>
                  </a:lnTo>
                  <a:lnTo>
                    <a:pt x="212165" y="1080"/>
                  </a:lnTo>
                  <a:lnTo>
                    <a:pt x="220023" y="1151"/>
                  </a:lnTo>
                  <a:lnTo>
                    <a:pt x="227881" y="1199"/>
                  </a:lnTo>
                  <a:lnTo>
                    <a:pt x="235739" y="1246"/>
                  </a:lnTo>
                  <a:lnTo>
                    <a:pt x="243597" y="1275"/>
                  </a:lnTo>
                  <a:lnTo>
                    <a:pt x="251455" y="1311"/>
                  </a:lnTo>
                  <a:lnTo>
                    <a:pt x="259313" y="1351"/>
                  </a:lnTo>
                  <a:lnTo>
                    <a:pt x="267171" y="1397"/>
                  </a:lnTo>
                  <a:lnTo>
                    <a:pt x="275029" y="1434"/>
                  </a:lnTo>
                  <a:lnTo>
                    <a:pt x="282887" y="1463"/>
                  </a:lnTo>
                  <a:lnTo>
                    <a:pt x="290745" y="1501"/>
                  </a:lnTo>
                  <a:lnTo>
                    <a:pt x="298603" y="1542"/>
                  </a:lnTo>
                  <a:lnTo>
                    <a:pt x="306461" y="1594"/>
                  </a:lnTo>
                  <a:lnTo>
                    <a:pt x="314319" y="1650"/>
                  </a:lnTo>
                  <a:lnTo>
                    <a:pt x="322177" y="1671"/>
                  </a:lnTo>
                  <a:lnTo>
                    <a:pt x="330035" y="1713"/>
                  </a:lnTo>
                  <a:lnTo>
                    <a:pt x="337893" y="1747"/>
                  </a:lnTo>
                  <a:lnTo>
                    <a:pt x="345751" y="1768"/>
                  </a:lnTo>
                  <a:lnTo>
                    <a:pt x="353609" y="1795"/>
                  </a:lnTo>
                  <a:lnTo>
                    <a:pt x="361467" y="1832"/>
                  </a:lnTo>
                  <a:lnTo>
                    <a:pt x="369325" y="1868"/>
                  </a:lnTo>
                  <a:lnTo>
                    <a:pt x="377183" y="1904"/>
                  </a:lnTo>
                  <a:lnTo>
                    <a:pt x="385041" y="1940"/>
                  </a:lnTo>
                  <a:lnTo>
                    <a:pt x="392899" y="1956"/>
                  </a:lnTo>
                  <a:lnTo>
                    <a:pt x="400757" y="1992"/>
                  </a:lnTo>
                  <a:lnTo>
                    <a:pt x="408615" y="2040"/>
                  </a:lnTo>
                  <a:lnTo>
                    <a:pt x="416473" y="2065"/>
                  </a:lnTo>
                  <a:lnTo>
                    <a:pt x="424331" y="2077"/>
                  </a:lnTo>
                  <a:lnTo>
                    <a:pt x="432189" y="2116"/>
                  </a:lnTo>
                  <a:lnTo>
                    <a:pt x="440047" y="2148"/>
                  </a:lnTo>
                  <a:lnTo>
                    <a:pt x="447905" y="2158"/>
                  </a:lnTo>
                  <a:lnTo>
                    <a:pt x="455763" y="2165"/>
                  </a:lnTo>
                  <a:lnTo>
                    <a:pt x="463621" y="2172"/>
                  </a:lnTo>
                  <a:lnTo>
                    <a:pt x="471479" y="2173"/>
                  </a:lnTo>
                  <a:lnTo>
                    <a:pt x="479337" y="2176"/>
                  </a:lnTo>
                  <a:lnTo>
                    <a:pt x="487195" y="2198"/>
                  </a:lnTo>
                  <a:lnTo>
                    <a:pt x="495053" y="2211"/>
                  </a:lnTo>
                  <a:lnTo>
                    <a:pt x="502911" y="2217"/>
                  </a:lnTo>
                  <a:lnTo>
                    <a:pt x="510769" y="2229"/>
                  </a:lnTo>
                  <a:lnTo>
                    <a:pt x="518627" y="2261"/>
                  </a:lnTo>
                  <a:lnTo>
                    <a:pt x="526485" y="2272"/>
                  </a:lnTo>
                  <a:lnTo>
                    <a:pt x="534343" y="2296"/>
                  </a:lnTo>
                  <a:lnTo>
                    <a:pt x="542201" y="2333"/>
                  </a:lnTo>
                  <a:lnTo>
                    <a:pt x="550059" y="2371"/>
                  </a:lnTo>
                  <a:lnTo>
                    <a:pt x="557917" y="2402"/>
                  </a:lnTo>
                  <a:lnTo>
                    <a:pt x="565775" y="2402"/>
                  </a:lnTo>
                  <a:lnTo>
                    <a:pt x="573633" y="2411"/>
                  </a:lnTo>
                  <a:lnTo>
                    <a:pt x="581491" y="2428"/>
                  </a:lnTo>
                  <a:lnTo>
                    <a:pt x="589349" y="2421"/>
                  </a:lnTo>
                  <a:lnTo>
                    <a:pt x="597207" y="2436"/>
                  </a:lnTo>
                  <a:lnTo>
                    <a:pt x="605065" y="2456"/>
                  </a:lnTo>
                  <a:lnTo>
                    <a:pt x="612923" y="2475"/>
                  </a:lnTo>
                  <a:lnTo>
                    <a:pt x="620781" y="2497"/>
                  </a:lnTo>
                  <a:lnTo>
                    <a:pt x="628639" y="2511"/>
                  </a:lnTo>
                  <a:lnTo>
                    <a:pt x="636497" y="2537"/>
                  </a:lnTo>
                  <a:lnTo>
                    <a:pt x="644355" y="2551"/>
                  </a:lnTo>
                  <a:lnTo>
                    <a:pt x="652213" y="2551"/>
                  </a:lnTo>
                  <a:lnTo>
                    <a:pt x="660071" y="2563"/>
                  </a:lnTo>
                  <a:lnTo>
                    <a:pt x="667929" y="2573"/>
                  </a:lnTo>
                  <a:lnTo>
                    <a:pt x="675787" y="2583"/>
                  </a:lnTo>
                  <a:lnTo>
                    <a:pt x="683645" y="2596"/>
                  </a:lnTo>
                  <a:lnTo>
                    <a:pt x="691503" y="2629"/>
                  </a:lnTo>
                  <a:lnTo>
                    <a:pt x="699361" y="2649"/>
                  </a:lnTo>
                  <a:lnTo>
                    <a:pt x="707219" y="2642"/>
                  </a:lnTo>
                  <a:lnTo>
                    <a:pt x="715077" y="2637"/>
                  </a:lnTo>
                  <a:lnTo>
                    <a:pt x="722935" y="2647"/>
                  </a:lnTo>
                  <a:lnTo>
                    <a:pt x="730793" y="2654"/>
                  </a:lnTo>
                  <a:lnTo>
                    <a:pt x="738651" y="2645"/>
                  </a:lnTo>
                  <a:lnTo>
                    <a:pt x="746509" y="2635"/>
                  </a:lnTo>
                  <a:lnTo>
                    <a:pt x="754367" y="2626"/>
                  </a:lnTo>
                  <a:lnTo>
                    <a:pt x="762225" y="2617"/>
                  </a:lnTo>
                  <a:lnTo>
                    <a:pt x="770083" y="2608"/>
                  </a:lnTo>
                  <a:lnTo>
                    <a:pt x="777941" y="2604"/>
                  </a:lnTo>
                  <a:lnTo>
                    <a:pt x="785799" y="2618"/>
                  </a:lnTo>
                  <a:lnTo>
                    <a:pt x="793657" y="2610"/>
                  </a:lnTo>
                  <a:lnTo>
                    <a:pt x="801515" y="2599"/>
                  </a:lnTo>
                  <a:lnTo>
                    <a:pt x="809373" y="2601"/>
                  </a:lnTo>
                  <a:lnTo>
                    <a:pt x="817231" y="2609"/>
                  </a:lnTo>
                  <a:lnTo>
                    <a:pt x="825089" y="2617"/>
                  </a:lnTo>
                  <a:lnTo>
                    <a:pt x="832947" y="2629"/>
                  </a:lnTo>
                  <a:lnTo>
                    <a:pt x="840805" y="2670"/>
                  </a:lnTo>
                  <a:lnTo>
                    <a:pt x="848663" y="2660"/>
                  </a:lnTo>
                  <a:lnTo>
                    <a:pt x="856521" y="2659"/>
                  </a:lnTo>
                  <a:lnTo>
                    <a:pt x="864379" y="2678"/>
                  </a:lnTo>
                  <a:lnTo>
                    <a:pt x="872237" y="2686"/>
                  </a:lnTo>
                  <a:lnTo>
                    <a:pt x="880095" y="2681"/>
                  </a:lnTo>
                  <a:lnTo>
                    <a:pt x="887953" y="2676"/>
                  </a:lnTo>
                  <a:lnTo>
                    <a:pt x="895811" y="2676"/>
                  </a:lnTo>
                  <a:lnTo>
                    <a:pt x="903669" y="2697"/>
                  </a:lnTo>
                  <a:lnTo>
                    <a:pt x="911527" y="2703"/>
                  </a:lnTo>
                  <a:lnTo>
                    <a:pt x="919385" y="2689"/>
                  </a:lnTo>
                  <a:lnTo>
                    <a:pt x="927243" y="2675"/>
                  </a:lnTo>
                  <a:lnTo>
                    <a:pt x="935101" y="2670"/>
                  </a:lnTo>
                  <a:lnTo>
                    <a:pt x="942959" y="2674"/>
                  </a:lnTo>
                  <a:lnTo>
                    <a:pt x="950817" y="2678"/>
                  </a:lnTo>
                  <a:lnTo>
                    <a:pt x="958675" y="2679"/>
                  </a:lnTo>
                  <a:lnTo>
                    <a:pt x="966533" y="2669"/>
                  </a:lnTo>
                  <a:lnTo>
                    <a:pt x="974391" y="2659"/>
                  </a:lnTo>
                  <a:lnTo>
                    <a:pt x="982249" y="2649"/>
                  </a:lnTo>
                  <a:lnTo>
                    <a:pt x="990107" y="2664"/>
                  </a:lnTo>
                  <a:lnTo>
                    <a:pt x="997965" y="2658"/>
                  </a:lnTo>
                  <a:lnTo>
                    <a:pt x="1005823" y="2662"/>
                  </a:lnTo>
                  <a:lnTo>
                    <a:pt x="1013681" y="2673"/>
                  </a:lnTo>
                  <a:lnTo>
                    <a:pt x="1021539" y="2680"/>
                  </a:lnTo>
                  <a:lnTo>
                    <a:pt x="1029397" y="2694"/>
                  </a:lnTo>
                  <a:lnTo>
                    <a:pt x="1037254" y="2696"/>
                  </a:lnTo>
                  <a:lnTo>
                    <a:pt x="1045112" y="2673"/>
                  </a:lnTo>
                  <a:lnTo>
                    <a:pt x="1052970" y="2659"/>
                  </a:lnTo>
                  <a:lnTo>
                    <a:pt x="1060828" y="2643"/>
                  </a:lnTo>
                  <a:lnTo>
                    <a:pt x="1068686" y="2635"/>
                  </a:lnTo>
                  <a:lnTo>
                    <a:pt x="1076544" y="2646"/>
                  </a:lnTo>
                  <a:lnTo>
                    <a:pt x="1084402" y="2658"/>
                  </a:lnTo>
                  <a:lnTo>
                    <a:pt x="1092260" y="2669"/>
                  </a:lnTo>
                  <a:lnTo>
                    <a:pt x="1100118" y="2671"/>
                  </a:lnTo>
                  <a:lnTo>
                    <a:pt x="1107976" y="2682"/>
                  </a:lnTo>
                  <a:lnTo>
                    <a:pt x="1115834" y="2693"/>
                  </a:lnTo>
                  <a:lnTo>
                    <a:pt x="1123692" y="2700"/>
                  </a:lnTo>
                  <a:lnTo>
                    <a:pt x="1131550" y="2705"/>
                  </a:lnTo>
                  <a:lnTo>
                    <a:pt x="1139408" y="2707"/>
                  </a:lnTo>
                  <a:lnTo>
                    <a:pt x="1147266" y="2718"/>
                  </a:lnTo>
                  <a:lnTo>
                    <a:pt x="1155124" y="2704"/>
                  </a:lnTo>
                  <a:lnTo>
                    <a:pt x="1162982" y="2686"/>
                  </a:lnTo>
                  <a:lnTo>
                    <a:pt x="1170840" y="2688"/>
                  </a:lnTo>
                  <a:lnTo>
                    <a:pt x="1178698" y="2690"/>
                  </a:lnTo>
                  <a:lnTo>
                    <a:pt x="1186556" y="2685"/>
                  </a:lnTo>
                  <a:lnTo>
                    <a:pt x="1194414" y="2679"/>
                  </a:lnTo>
                  <a:lnTo>
                    <a:pt x="1202272" y="2695"/>
                  </a:lnTo>
                  <a:lnTo>
                    <a:pt x="1210130" y="2695"/>
                  </a:lnTo>
                  <a:lnTo>
                    <a:pt x="1217988" y="2689"/>
                  </a:lnTo>
                  <a:lnTo>
                    <a:pt x="1225846" y="2693"/>
                  </a:lnTo>
                  <a:lnTo>
                    <a:pt x="1233704" y="2665"/>
                  </a:lnTo>
                  <a:lnTo>
                    <a:pt x="1241562" y="2654"/>
                  </a:lnTo>
                  <a:lnTo>
                    <a:pt x="1249420" y="2635"/>
                  </a:lnTo>
                  <a:lnTo>
                    <a:pt x="1257278" y="2619"/>
                  </a:lnTo>
                  <a:lnTo>
                    <a:pt x="1265136" y="2614"/>
                  </a:lnTo>
                  <a:lnTo>
                    <a:pt x="1272994" y="2613"/>
                  </a:lnTo>
                  <a:lnTo>
                    <a:pt x="1280852" y="2603"/>
                  </a:lnTo>
                  <a:lnTo>
                    <a:pt x="1288710" y="2593"/>
                  </a:lnTo>
                  <a:lnTo>
                    <a:pt x="1296568" y="2582"/>
                  </a:lnTo>
                  <a:lnTo>
                    <a:pt x="1304426" y="2572"/>
                  </a:lnTo>
                  <a:lnTo>
                    <a:pt x="1312284" y="2561"/>
                  </a:lnTo>
                  <a:lnTo>
                    <a:pt x="1320142" y="2551"/>
                  </a:lnTo>
                  <a:lnTo>
                    <a:pt x="1328000" y="2540"/>
                  </a:lnTo>
                  <a:lnTo>
                    <a:pt x="1335858" y="2524"/>
                  </a:lnTo>
                  <a:lnTo>
                    <a:pt x="1343716" y="2511"/>
                  </a:lnTo>
                  <a:lnTo>
                    <a:pt x="1351574" y="2503"/>
                  </a:lnTo>
                  <a:lnTo>
                    <a:pt x="1359432" y="2495"/>
                  </a:lnTo>
                  <a:lnTo>
                    <a:pt x="1367290" y="2488"/>
                  </a:lnTo>
                  <a:lnTo>
                    <a:pt x="1375148" y="2478"/>
                  </a:lnTo>
                  <a:lnTo>
                    <a:pt x="1383006" y="2468"/>
                  </a:lnTo>
                  <a:lnTo>
                    <a:pt x="1390864" y="2457"/>
                  </a:lnTo>
                  <a:lnTo>
                    <a:pt x="1398722" y="2447"/>
                  </a:lnTo>
                  <a:lnTo>
                    <a:pt x="1406580" y="2424"/>
                  </a:lnTo>
                  <a:lnTo>
                    <a:pt x="1414438" y="2427"/>
                  </a:lnTo>
                  <a:lnTo>
                    <a:pt x="1422296" y="2416"/>
                  </a:lnTo>
                  <a:lnTo>
                    <a:pt x="1430154" y="2406"/>
                  </a:lnTo>
                  <a:lnTo>
                    <a:pt x="1438012" y="2391"/>
                  </a:lnTo>
                  <a:lnTo>
                    <a:pt x="1445870" y="2379"/>
                  </a:lnTo>
                  <a:lnTo>
                    <a:pt x="1453728" y="2365"/>
                  </a:lnTo>
                  <a:lnTo>
                    <a:pt x="1461586" y="2346"/>
                  </a:lnTo>
                  <a:lnTo>
                    <a:pt x="1469444" y="2327"/>
                  </a:lnTo>
                  <a:lnTo>
                    <a:pt x="1477302" y="2298"/>
                  </a:lnTo>
                  <a:lnTo>
                    <a:pt x="1485160" y="2279"/>
                  </a:lnTo>
                  <a:lnTo>
                    <a:pt x="1493018" y="2270"/>
                  </a:lnTo>
                  <a:lnTo>
                    <a:pt x="1500876" y="2251"/>
                  </a:lnTo>
                  <a:lnTo>
                    <a:pt x="1508734" y="2231"/>
                  </a:lnTo>
                  <a:lnTo>
                    <a:pt x="1516592" y="2206"/>
                  </a:lnTo>
                  <a:lnTo>
                    <a:pt x="1524450" y="2190"/>
                  </a:lnTo>
                  <a:lnTo>
                    <a:pt x="1532308" y="2174"/>
                  </a:lnTo>
                  <a:lnTo>
                    <a:pt x="1540166" y="2169"/>
                  </a:lnTo>
                  <a:lnTo>
                    <a:pt x="1548024" y="2166"/>
                  </a:lnTo>
                  <a:lnTo>
                    <a:pt x="1555882" y="2148"/>
                  </a:lnTo>
                  <a:lnTo>
                    <a:pt x="1563740" y="2124"/>
                  </a:lnTo>
                  <a:lnTo>
                    <a:pt x="1571598" y="2113"/>
                  </a:lnTo>
                  <a:lnTo>
                    <a:pt x="1579456" y="2102"/>
                  </a:lnTo>
                  <a:lnTo>
                    <a:pt x="1587314" y="2091"/>
                  </a:lnTo>
                  <a:lnTo>
                    <a:pt x="1595172" y="2062"/>
                  </a:lnTo>
                  <a:lnTo>
                    <a:pt x="1603030" y="2029"/>
                  </a:lnTo>
                  <a:lnTo>
                    <a:pt x="1610888" y="1996"/>
                  </a:lnTo>
                  <a:lnTo>
                    <a:pt x="1618746" y="1965"/>
                  </a:lnTo>
                  <a:lnTo>
                    <a:pt x="1626604" y="1953"/>
                  </a:lnTo>
                  <a:lnTo>
                    <a:pt x="1634462" y="1949"/>
                  </a:lnTo>
                  <a:lnTo>
                    <a:pt x="1642320" y="1921"/>
                  </a:lnTo>
                  <a:lnTo>
                    <a:pt x="1650178" y="1890"/>
                  </a:lnTo>
                  <a:lnTo>
                    <a:pt x="1658036" y="1871"/>
                  </a:lnTo>
                  <a:lnTo>
                    <a:pt x="1665894" y="1841"/>
                  </a:lnTo>
                  <a:lnTo>
                    <a:pt x="1673752" y="1821"/>
                  </a:lnTo>
                  <a:lnTo>
                    <a:pt x="1681610" y="1801"/>
                  </a:lnTo>
                  <a:lnTo>
                    <a:pt x="1689468" y="1781"/>
                  </a:lnTo>
                  <a:lnTo>
                    <a:pt x="1697326" y="1762"/>
                  </a:lnTo>
                  <a:lnTo>
                    <a:pt x="1705184" y="1742"/>
                  </a:lnTo>
                  <a:lnTo>
                    <a:pt x="1713042" y="1722"/>
                  </a:lnTo>
                  <a:lnTo>
                    <a:pt x="1720900" y="1704"/>
                  </a:lnTo>
                  <a:lnTo>
                    <a:pt x="1728758" y="1687"/>
                  </a:lnTo>
                  <a:lnTo>
                    <a:pt x="1736616" y="1669"/>
                  </a:lnTo>
                  <a:lnTo>
                    <a:pt x="1744474" y="1652"/>
                  </a:lnTo>
                  <a:lnTo>
                    <a:pt x="1752332" y="1634"/>
                  </a:lnTo>
                  <a:lnTo>
                    <a:pt x="1760190" y="1617"/>
                  </a:lnTo>
                  <a:lnTo>
                    <a:pt x="1768048" y="1600"/>
                  </a:lnTo>
                  <a:lnTo>
                    <a:pt x="1775906" y="1583"/>
                  </a:lnTo>
                  <a:lnTo>
                    <a:pt x="1783764" y="1567"/>
                  </a:lnTo>
                  <a:lnTo>
                    <a:pt x="1791622" y="1548"/>
                  </a:lnTo>
                  <a:lnTo>
                    <a:pt x="1799480" y="1531"/>
                  </a:lnTo>
                  <a:lnTo>
                    <a:pt x="1807338" y="1525"/>
                  </a:lnTo>
                  <a:lnTo>
                    <a:pt x="1815196" y="1518"/>
                  </a:lnTo>
                  <a:lnTo>
                    <a:pt x="1823054" y="1512"/>
                  </a:lnTo>
                  <a:lnTo>
                    <a:pt x="1830912" y="1503"/>
                  </a:lnTo>
                  <a:lnTo>
                    <a:pt x="1838770" y="1500"/>
                  </a:lnTo>
                  <a:lnTo>
                    <a:pt x="1846628" y="1494"/>
                  </a:lnTo>
                  <a:lnTo>
                    <a:pt x="1854486" y="1475"/>
                  </a:lnTo>
                  <a:lnTo>
                    <a:pt x="1862344" y="1458"/>
                  </a:lnTo>
                  <a:lnTo>
                    <a:pt x="1870202" y="1447"/>
                  </a:lnTo>
                  <a:lnTo>
                    <a:pt x="1878060" y="1436"/>
                  </a:lnTo>
                  <a:lnTo>
                    <a:pt x="1885918" y="1424"/>
                  </a:lnTo>
                  <a:lnTo>
                    <a:pt x="1893776" y="1413"/>
                  </a:lnTo>
                  <a:lnTo>
                    <a:pt x="1901634" y="1401"/>
                  </a:lnTo>
                  <a:lnTo>
                    <a:pt x="1909492" y="1390"/>
                  </a:lnTo>
                  <a:lnTo>
                    <a:pt x="1917350" y="1374"/>
                  </a:lnTo>
                  <a:lnTo>
                    <a:pt x="1925208" y="1348"/>
                  </a:lnTo>
                  <a:lnTo>
                    <a:pt x="1933066" y="1321"/>
                  </a:lnTo>
                  <a:lnTo>
                    <a:pt x="1940924" y="1295"/>
                  </a:lnTo>
                  <a:lnTo>
                    <a:pt x="1948782" y="1269"/>
                  </a:lnTo>
                  <a:lnTo>
                    <a:pt x="1956640" y="1243"/>
                  </a:lnTo>
                  <a:lnTo>
                    <a:pt x="1964498" y="1217"/>
                  </a:lnTo>
                  <a:lnTo>
                    <a:pt x="1972356" y="1190"/>
                  </a:lnTo>
                  <a:lnTo>
                    <a:pt x="1980214" y="1164"/>
                  </a:lnTo>
                  <a:lnTo>
                    <a:pt x="1988072" y="1138"/>
                  </a:lnTo>
                  <a:lnTo>
                    <a:pt x="1995930" y="1111"/>
                  </a:lnTo>
                  <a:lnTo>
                    <a:pt x="2003788" y="1085"/>
                  </a:lnTo>
                  <a:lnTo>
                    <a:pt x="2011646" y="1059"/>
                  </a:lnTo>
                  <a:lnTo>
                    <a:pt x="2019504" y="1047"/>
                  </a:lnTo>
                  <a:lnTo>
                    <a:pt x="2027362" y="1036"/>
                  </a:lnTo>
                  <a:lnTo>
                    <a:pt x="2035220" y="1026"/>
                  </a:lnTo>
                  <a:lnTo>
                    <a:pt x="2035220" y="11058"/>
                  </a:lnTo>
                  <a:lnTo>
                    <a:pt x="2027362" y="11038"/>
                  </a:lnTo>
                  <a:lnTo>
                    <a:pt x="2019504" y="11018"/>
                  </a:lnTo>
                  <a:lnTo>
                    <a:pt x="2011646" y="10998"/>
                  </a:lnTo>
                  <a:lnTo>
                    <a:pt x="2003788" y="10978"/>
                  </a:lnTo>
                  <a:lnTo>
                    <a:pt x="1995930" y="10961"/>
                  </a:lnTo>
                  <a:lnTo>
                    <a:pt x="1988072" y="10944"/>
                  </a:lnTo>
                  <a:lnTo>
                    <a:pt x="1980214" y="10927"/>
                  </a:lnTo>
                  <a:lnTo>
                    <a:pt x="1972356" y="10909"/>
                  </a:lnTo>
                  <a:lnTo>
                    <a:pt x="1964498" y="10892"/>
                  </a:lnTo>
                  <a:lnTo>
                    <a:pt x="1956640" y="10875"/>
                  </a:lnTo>
                  <a:lnTo>
                    <a:pt x="1948782" y="10857"/>
                  </a:lnTo>
                  <a:lnTo>
                    <a:pt x="1940924" y="10840"/>
                  </a:lnTo>
                  <a:lnTo>
                    <a:pt x="1933066" y="10822"/>
                  </a:lnTo>
                  <a:lnTo>
                    <a:pt x="1925208" y="10803"/>
                  </a:lnTo>
                  <a:lnTo>
                    <a:pt x="1917350" y="10787"/>
                  </a:lnTo>
                  <a:lnTo>
                    <a:pt x="1909492" y="10768"/>
                  </a:lnTo>
                  <a:lnTo>
                    <a:pt x="1901634" y="10749"/>
                  </a:lnTo>
                  <a:lnTo>
                    <a:pt x="1893776" y="10729"/>
                  </a:lnTo>
                  <a:lnTo>
                    <a:pt x="1885918" y="10710"/>
                  </a:lnTo>
                  <a:lnTo>
                    <a:pt x="1878060" y="10690"/>
                  </a:lnTo>
                  <a:lnTo>
                    <a:pt x="1870202" y="10671"/>
                  </a:lnTo>
                  <a:lnTo>
                    <a:pt x="1862344" y="10651"/>
                  </a:lnTo>
                  <a:lnTo>
                    <a:pt x="1854486" y="10631"/>
                  </a:lnTo>
                  <a:lnTo>
                    <a:pt x="1846628" y="10611"/>
                  </a:lnTo>
                  <a:lnTo>
                    <a:pt x="1838770" y="10591"/>
                  </a:lnTo>
                  <a:lnTo>
                    <a:pt x="1830912" y="10572"/>
                  </a:lnTo>
                  <a:lnTo>
                    <a:pt x="1823054" y="10552"/>
                  </a:lnTo>
                  <a:lnTo>
                    <a:pt x="1815196" y="10532"/>
                  </a:lnTo>
                  <a:lnTo>
                    <a:pt x="1807338" y="10511"/>
                  </a:lnTo>
                  <a:lnTo>
                    <a:pt x="1799480" y="10491"/>
                  </a:lnTo>
                  <a:lnTo>
                    <a:pt x="1791622" y="10473"/>
                  </a:lnTo>
                  <a:lnTo>
                    <a:pt x="1783764" y="10456"/>
                  </a:lnTo>
                  <a:lnTo>
                    <a:pt x="1775906" y="10435"/>
                  </a:lnTo>
                  <a:lnTo>
                    <a:pt x="1768048" y="10412"/>
                  </a:lnTo>
                  <a:lnTo>
                    <a:pt x="1760190" y="10389"/>
                  </a:lnTo>
                  <a:lnTo>
                    <a:pt x="1752332" y="10367"/>
                  </a:lnTo>
                  <a:lnTo>
                    <a:pt x="1744474" y="10346"/>
                  </a:lnTo>
                  <a:lnTo>
                    <a:pt x="1736616" y="10326"/>
                  </a:lnTo>
                  <a:lnTo>
                    <a:pt x="1728758" y="10305"/>
                  </a:lnTo>
                  <a:lnTo>
                    <a:pt x="1720900" y="10283"/>
                  </a:lnTo>
                  <a:lnTo>
                    <a:pt x="1713042" y="10262"/>
                  </a:lnTo>
                  <a:lnTo>
                    <a:pt x="1705184" y="10241"/>
                  </a:lnTo>
                  <a:lnTo>
                    <a:pt x="1697326" y="10224"/>
                  </a:lnTo>
                  <a:lnTo>
                    <a:pt x="1689468" y="10207"/>
                  </a:lnTo>
                  <a:lnTo>
                    <a:pt x="1681610" y="10185"/>
                  </a:lnTo>
                  <a:lnTo>
                    <a:pt x="1673752" y="10160"/>
                  </a:lnTo>
                  <a:lnTo>
                    <a:pt x="1665894" y="10135"/>
                  </a:lnTo>
                  <a:lnTo>
                    <a:pt x="1658036" y="10112"/>
                  </a:lnTo>
                  <a:lnTo>
                    <a:pt x="1650178" y="10092"/>
                  </a:lnTo>
                  <a:lnTo>
                    <a:pt x="1642320" y="10071"/>
                  </a:lnTo>
                  <a:lnTo>
                    <a:pt x="1634462" y="10050"/>
                  </a:lnTo>
                  <a:lnTo>
                    <a:pt x="1626604" y="10029"/>
                  </a:lnTo>
                  <a:lnTo>
                    <a:pt x="1618746" y="10008"/>
                  </a:lnTo>
                  <a:lnTo>
                    <a:pt x="1610888" y="9989"/>
                  </a:lnTo>
                  <a:lnTo>
                    <a:pt x="1603030" y="9974"/>
                  </a:lnTo>
                  <a:lnTo>
                    <a:pt x="1595172" y="9952"/>
                  </a:lnTo>
                  <a:lnTo>
                    <a:pt x="1587314" y="9930"/>
                  </a:lnTo>
                  <a:lnTo>
                    <a:pt x="1579456" y="9914"/>
                  </a:lnTo>
                  <a:lnTo>
                    <a:pt x="1571598" y="9898"/>
                  </a:lnTo>
                  <a:lnTo>
                    <a:pt x="1563740" y="9883"/>
                  </a:lnTo>
                  <a:lnTo>
                    <a:pt x="1555882" y="9863"/>
                  </a:lnTo>
                  <a:lnTo>
                    <a:pt x="1548024" y="9839"/>
                  </a:lnTo>
                  <a:lnTo>
                    <a:pt x="1540166" y="9815"/>
                  </a:lnTo>
                  <a:lnTo>
                    <a:pt x="1532308" y="9791"/>
                  </a:lnTo>
                  <a:lnTo>
                    <a:pt x="1524450" y="9767"/>
                  </a:lnTo>
                  <a:lnTo>
                    <a:pt x="1516592" y="9742"/>
                  </a:lnTo>
                  <a:lnTo>
                    <a:pt x="1508734" y="9717"/>
                  </a:lnTo>
                  <a:lnTo>
                    <a:pt x="1500876" y="9691"/>
                  </a:lnTo>
                  <a:lnTo>
                    <a:pt x="1493018" y="9660"/>
                  </a:lnTo>
                  <a:lnTo>
                    <a:pt x="1485160" y="9638"/>
                  </a:lnTo>
                  <a:lnTo>
                    <a:pt x="1477302" y="9617"/>
                  </a:lnTo>
                  <a:lnTo>
                    <a:pt x="1469444" y="9593"/>
                  </a:lnTo>
                  <a:lnTo>
                    <a:pt x="1461586" y="9573"/>
                  </a:lnTo>
                  <a:lnTo>
                    <a:pt x="1453728" y="9555"/>
                  </a:lnTo>
                  <a:lnTo>
                    <a:pt x="1445870" y="9537"/>
                  </a:lnTo>
                  <a:lnTo>
                    <a:pt x="1438012" y="9516"/>
                  </a:lnTo>
                  <a:lnTo>
                    <a:pt x="1430154" y="9496"/>
                  </a:lnTo>
                  <a:lnTo>
                    <a:pt x="1422296" y="9476"/>
                  </a:lnTo>
                  <a:lnTo>
                    <a:pt x="1414438" y="9455"/>
                  </a:lnTo>
                  <a:lnTo>
                    <a:pt x="1406580" y="9435"/>
                  </a:lnTo>
                  <a:lnTo>
                    <a:pt x="1398722" y="9414"/>
                  </a:lnTo>
                  <a:lnTo>
                    <a:pt x="1390864" y="9391"/>
                  </a:lnTo>
                  <a:lnTo>
                    <a:pt x="1383006" y="9366"/>
                  </a:lnTo>
                  <a:lnTo>
                    <a:pt x="1375148" y="9344"/>
                  </a:lnTo>
                  <a:lnTo>
                    <a:pt x="1367290" y="9318"/>
                  </a:lnTo>
                  <a:lnTo>
                    <a:pt x="1359432" y="9296"/>
                  </a:lnTo>
                  <a:lnTo>
                    <a:pt x="1351574" y="9279"/>
                  </a:lnTo>
                  <a:lnTo>
                    <a:pt x="1343716" y="9261"/>
                  </a:lnTo>
                  <a:lnTo>
                    <a:pt x="1335858" y="9240"/>
                  </a:lnTo>
                  <a:lnTo>
                    <a:pt x="1328000" y="9219"/>
                  </a:lnTo>
                  <a:lnTo>
                    <a:pt x="1320142" y="9197"/>
                  </a:lnTo>
                  <a:lnTo>
                    <a:pt x="1312284" y="9176"/>
                  </a:lnTo>
                  <a:lnTo>
                    <a:pt x="1304426" y="9154"/>
                  </a:lnTo>
                  <a:lnTo>
                    <a:pt x="1296568" y="9133"/>
                  </a:lnTo>
                  <a:lnTo>
                    <a:pt x="1288710" y="9115"/>
                  </a:lnTo>
                  <a:lnTo>
                    <a:pt x="1280852" y="9097"/>
                  </a:lnTo>
                  <a:lnTo>
                    <a:pt x="1272994" y="9076"/>
                  </a:lnTo>
                  <a:lnTo>
                    <a:pt x="1265136" y="9054"/>
                  </a:lnTo>
                  <a:lnTo>
                    <a:pt x="1257278" y="9032"/>
                  </a:lnTo>
                  <a:lnTo>
                    <a:pt x="1249420" y="9005"/>
                  </a:lnTo>
                  <a:lnTo>
                    <a:pt x="1241562" y="8979"/>
                  </a:lnTo>
                  <a:lnTo>
                    <a:pt x="1233704" y="8952"/>
                  </a:lnTo>
                  <a:lnTo>
                    <a:pt x="1225846" y="8920"/>
                  </a:lnTo>
                  <a:lnTo>
                    <a:pt x="1217988" y="8887"/>
                  </a:lnTo>
                  <a:lnTo>
                    <a:pt x="1210130" y="8856"/>
                  </a:lnTo>
                  <a:lnTo>
                    <a:pt x="1202272" y="8825"/>
                  </a:lnTo>
                  <a:lnTo>
                    <a:pt x="1194414" y="8795"/>
                  </a:lnTo>
                  <a:lnTo>
                    <a:pt x="1186556" y="8768"/>
                  </a:lnTo>
                  <a:lnTo>
                    <a:pt x="1178698" y="8753"/>
                  </a:lnTo>
                  <a:lnTo>
                    <a:pt x="1170840" y="8725"/>
                  </a:lnTo>
                  <a:lnTo>
                    <a:pt x="1162982" y="8698"/>
                  </a:lnTo>
                  <a:lnTo>
                    <a:pt x="1155124" y="8674"/>
                  </a:lnTo>
                  <a:lnTo>
                    <a:pt x="1147266" y="8656"/>
                  </a:lnTo>
                  <a:lnTo>
                    <a:pt x="1139408" y="8639"/>
                  </a:lnTo>
                  <a:lnTo>
                    <a:pt x="1131550" y="8627"/>
                  </a:lnTo>
                  <a:lnTo>
                    <a:pt x="1123692" y="8606"/>
                  </a:lnTo>
                  <a:lnTo>
                    <a:pt x="1115834" y="8588"/>
                  </a:lnTo>
                  <a:lnTo>
                    <a:pt x="1107976" y="8567"/>
                  </a:lnTo>
                  <a:lnTo>
                    <a:pt x="1100118" y="8548"/>
                  </a:lnTo>
                  <a:lnTo>
                    <a:pt x="1092260" y="8529"/>
                  </a:lnTo>
                  <a:lnTo>
                    <a:pt x="1084402" y="8512"/>
                  </a:lnTo>
                  <a:lnTo>
                    <a:pt x="1076544" y="8489"/>
                  </a:lnTo>
                  <a:lnTo>
                    <a:pt x="1068686" y="8463"/>
                  </a:lnTo>
                  <a:lnTo>
                    <a:pt x="1060828" y="8438"/>
                  </a:lnTo>
                  <a:lnTo>
                    <a:pt x="1052970" y="8425"/>
                  </a:lnTo>
                  <a:lnTo>
                    <a:pt x="1045112" y="8401"/>
                  </a:lnTo>
                  <a:lnTo>
                    <a:pt x="1037254" y="8384"/>
                  </a:lnTo>
                  <a:lnTo>
                    <a:pt x="1029397" y="8366"/>
                  </a:lnTo>
                  <a:lnTo>
                    <a:pt x="1021539" y="8342"/>
                  </a:lnTo>
                  <a:lnTo>
                    <a:pt x="1013681" y="8318"/>
                  </a:lnTo>
                  <a:lnTo>
                    <a:pt x="1005823" y="8293"/>
                  </a:lnTo>
                  <a:lnTo>
                    <a:pt x="997965" y="8274"/>
                  </a:lnTo>
                  <a:lnTo>
                    <a:pt x="990107" y="8249"/>
                  </a:lnTo>
                  <a:lnTo>
                    <a:pt x="982249" y="8233"/>
                  </a:lnTo>
                  <a:lnTo>
                    <a:pt x="974391" y="8217"/>
                  </a:lnTo>
                  <a:lnTo>
                    <a:pt x="966533" y="8200"/>
                  </a:lnTo>
                  <a:lnTo>
                    <a:pt x="958675" y="8179"/>
                  </a:lnTo>
                  <a:lnTo>
                    <a:pt x="950817" y="8167"/>
                  </a:lnTo>
                  <a:lnTo>
                    <a:pt x="942959" y="8151"/>
                  </a:lnTo>
                  <a:lnTo>
                    <a:pt x="935101" y="8130"/>
                  </a:lnTo>
                  <a:lnTo>
                    <a:pt x="927243" y="8107"/>
                  </a:lnTo>
                  <a:lnTo>
                    <a:pt x="919385" y="8080"/>
                  </a:lnTo>
                  <a:lnTo>
                    <a:pt x="911527" y="8047"/>
                  </a:lnTo>
                  <a:lnTo>
                    <a:pt x="903669" y="8007"/>
                  </a:lnTo>
                  <a:lnTo>
                    <a:pt x="895811" y="7979"/>
                  </a:lnTo>
                  <a:lnTo>
                    <a:pt x="887953" y="7946"/>
                  </a:lnTo>
                  <a:lnTo>
                    <a:pt x="880095" y="7935"/>
                  </a:lnTo>
                  <a:lnTo>
                    <a:pt x="872237" y="7929"/>
                  </a:lnTo>
                  <a:lnTo>
                    <a:pt x="864379" y="7924"/>
                  </a:lnTo>
                  <a:lnTo>
                    <a:pt x="856521" y="7923"/>
                  </a:lnTo>
                  <a:lnTo>
                    <a:pt x="848663" y="7911"/>
                  </a:lnTo>
                  <a:lnTo>
                    <a:pt x="840805" y="7905"/>
                  </a:lnTo>
                  <a:lnTo>
                    <a:pt x="832947" y="7899"/>
                  </a:lnTo>
                  <a:lnTo>
                    <a:pt x="825089" y="7883"/>
                  </a:lnTo>
                  <a:lnTo>
                    <a:pt x="817231" y="7863"/>
                  </a:lnTo>
                  <a:lnTo>
                    <a:pt x="809373" y="7830"/>
                  </a:lnTo>
                  <a:lnTo>
                    <a:pt x="801515" y="7794"/>
                  </a:lnTo>
                  <a:lnTo>
                    <a:pt x="793657" y="7784"/>
                  </a:lnTo>
                  <a:lnTo>
                    <a:pt x="785799" y="7774"/>
                  </a:lnTo>
                  <a:lnTo>
                    <a:pt x="777941" y="7762"/>
                  </a:lnTo>
                  <a:lnTo>
                    <a:pt x="770083" y="7746"/>
                  </a:lnTo>
                  <a:lnTo>
                    <a:pt x="762225" y="7714"/>
                  </a:lnTo>
                  <a:lnTo>
                    <a:pt x="754367" y="7683"/>
                  </a:lnTo>
                  <a:lnTo>
                    <a:pt x="746509" y="7651"/>
                  </a:lnTo>
                  <a:lnTo>
                    <a:pt x="738651" y="7643"/>
                  </a:lnTo>
                  <a:lnTo>
                    <a:pt x="730793" y="7611"/>
                  </a:lnTo>
                  <a:lnTo>
                    <a:pt x="722935" y="7578"/>
                  </a:lnTo>
                  <a:lnTo>
                    <a:pt x="715077" y="7565"/>
                  </a:lnTo>
                  <a:lnTo>
                    <a:pt x="707219" y="7564"/>
                  </a:lnTo>
                  <a:lnTo>
                    <a:pt x="699361" y="7541"/>
                  </a:lnTo>
                  <a:lnTo>
                    <a:pt x="691503" y="7519"/>
                  </a:lnTo>
                  <a:lnTo>
                    <a:pt x="683645" y="7504"/>
                  </a:lnTo>
                  <a:lnTo>
                    <a:pt x="675787" y="7491"/>
                  </a:lnTo>
                  <a:lnTo>
                    <a:pt x="667929" y="7477"/>
                  </a:lnTo>
                  <a:lnTo>
                    <a:pt x="660071" y="7465"/>
                  </a:lnTo>
                  <a:lnTo>
                    <a:pt x="652213" y="7447"/>
                  </a:lnTo>
                  <a:lnTo>
                    <a:pt x="644355" y="7429"/>
                  </a:lnTo>
                  <a:lnTo>
                    <a:pt x="636497" y="7423"/>
                  </a:lnTo>
                  <a:lnTo>
                    <a:pt x="628639" y="7412"/>
                  </a:lnTo>
                  <a:lnTo>
                    <a:pt x="620781" y="7402"/>
                  </a:lnTo>
                  <a:lnTo>
                    <a:pt x="612923" y="7396"/>
                  </a:lnTo>
                  <a:lnTo>
                    <a:pt x="605065" y="7378"/>
                  </a:lnTo>
                  <a:lnTo>
                    <a:pt x="597207" y="7357"/>
                  </a:lnTo>
                  <a:lnTo>
                    <a:pt x="589349" y="7336"/>
                  </a:lnTo>
                  <a:lnTo>
                    <a:pt x="581491" y="7315"/>
                  </a:lnTo>
                  <a:lnTo>
                    <a:pt x="573633" y="7299"/>
                  </a:lnTo>
                  <a:lnTo>
                    <a:pt x="565775" y="7294"/>
                  </a:lnTo>
                  <a:lnTo>
                    <a:pt x="557917" y="7288"/>
                  </a:lnTo>
                  <a:lnTo>
                    <a:pt x="550059" y="7279"/>
                  </a:lnTo>
                  <a:lnTo>
                    <a:pt x="542201" y="7266"/>
                  </a:lnTo>
                  <a:lnTo>
                    <a:pt x="534343" y="7252"/>
                  </a:lnTo>
                  <a:lnTo>
                    <a:pt x="526485" y="7246"/>
                  </a:lnTo>
                  <a:lnTo>
                    <a:pt x="518627" y="7226"/>
                  </a:lnTo>
                  <a:lnTo>
                    <a:pt x="510769" y="7212"/>
                  </a:lnTo>
                  <a:lnTo>
                    <a:pt x="502911" y="7198"/>
                  </a:lnTo>
                  <a:lnTo>
                    <a:pt x="495053" y="7188"/>
                  </a:lnTo>
                  <a:lnTo>
                    <a:pt x="487195" y="7200"/>
                  </a:lnTo>
                  <a:lnTo>
                    <a:pt x="479337" y="7211"/>
                  </a:lnTo>
                  <a:lnTo>
                    <a:pt x="471479" y="7207"/>
                  </a:lnTo>
                  <a:lnTo>
                    <a:pt x="463621" y="7187"/>
                  </a:lnTo>
                  <a:lnTo>
                    <a:pt x="455763" y="7171"/>
                  </a:lnTo>
                  <a:lnTo>
                    <a:pt x="447905" y="7195"/>
                  </a:lnTo>
                  <a:lnTo>
                    <a:pt x="440047" y="7190"/>
                  </a:lnTo>
                  <a:lnTo>
                    <a:pt x="432189" y="7166"/>
                  </a:lnTo>
                  <a:lnTo>
                    <a:pt x="424331" y="7150"/>
                  </a:lnTo>
                  <a:lnTo>
                    <a:pt x="416473" y="7140"/>
                  </a:lnTo>
                  <a:lnTo>
                    <a:pt x="408615" y="7118"/>
                  </a:lnTo>
                  <a:lnTo>
                    <a:pt x="400757" y="7095"/>
                  </a:lnTo>
                  <a:lnTo>
                    <a:pt x="392899" y="7110"/>
                  </a:lnTo>
                  <a:lnTo>
                    <a:pt x="385041" y="7102"/>
                  </a:lnTo>
                  <a:lnTo>
                    <a:pt x="377183" y="7087"/>
                  </a:lnTo>
                  <a:lnTo>
                    <a:pt x="369325" y="7083"/>
                  </a:lnTo>
                  <a:lnTo>
                    <a:pt x="361467" y="7093"/>
                  </a:lnTo>
                  <a:lnTo>
                    <a:pt x="353609" y="7096"/>
                  </a:lnTo>
                  <a:lnTo>
                    <a:pt x="345751" y="7100"/>
                  </a:lnTo>
                  <a:lnTo>
                    <a:pt x="337893" y="7097"/>
                  </a:lnTo>
                  <a:lnTo>
                    <a:pt x="330035" y="7080"/>
                  </a:lnTo>
                  <a:lnTo>
                    <a:pt x="322177" y="7070"/>
                  </a:lnTo>
                  <a:lnTo>
                    <a:pt x="314319" y="7062"/>
                  </a:lnTo>
                  <a:lnTo>
                    <a:pt x="306461" y="7056"/>
                  </a:lnTo>
                  <a:lnTo>
                    <a:pt x="298603" y="7061"/>
                  </a:lnTo>
                  <a:lnTo>
                    <a:pt x="290745" y="7055"/>
                  </a:lnTo>
                  <a:lnTo>
                    <a:pt x="282887" y="7056"/>
                  </a:lnTo>
                  <a:lnTo>
                    <a:pt x="275029" y="7043"/>
                  </a:lnTo>
                  <a:lnTo>
                    <a:pt x="267171" y="7028"/>
                  </a:lnTo>
                  <a:lnTo>
                    <a:pt x="259313" y="7013"/>
                  </a:lnTo>
                  <a:lnTo>
                    <a:pt x="251455" y="6998"/>
                  </a:lnTo>
                  <a:lnTo>
                    <a:pt x="243597" y="6992"/>
                  </a:lnTo>
                  <a:lnTo>
                    <a:pt x="235739" y="6993"/>
                  </a:lnTo>
                  <a:lnTo>
                    <a:pt x="227881" y="6977"/>
                  </a:lnTo>
                  <a:lnTo>
                    <a:pt x="220023" y="6951"/>
                  </a:lnTo>
                  <a:lnTo>
                    <a:pt x="212165" y="6926"/>
                  </a:lnTo>
                  <a:lnTo>
                    <a:pt x="204307" y="6915"/>
                  </a:lnTo>
                  <a:lnTo>
                    <a:pt x="196449" y="6935"/>
                  </a:lnTo>
                  <a:lnTo>
                    <a:pt x="188591" y="6929"/>
                  </a:lnTo>
                  <a:lnTo>
                    <a:pt x="180733" y="6936"/>
                  </a:lnTo>
                  <a:lnTo>
                    <a:pt x="172875" y="6944"/>
                  </a:lnTo>
                  <a:lnTo>
                    <a:pt x="165017" y="6952"/>
                  </a:lnTo>
                  <a:lnTo>
                    <a:pt x="157159" y="6960"/>
                  </a:lnTo>
                  <a:lnTo>
                    <a:pt x="149301" y="6963"/>
                  </a:lnTo>
                  <a:lnTo>
                    <a:pt x="141443" y="6955"/>
                  </a:lnTo>
                  <a:lnTo>
                    <a:pt x="133585" y="6948"/>
                  </a:lnTo>
                  <a:lnTo>
                    <a:pt x="125727" y="6962"/>
                  </a:lnTo>
                  <a:lnTo>
                    <a:pt x="117869" y="6957"/>
                  </a:lnTo>
                  <a:lnTo>
                    <a:pt x="110011" y="6955"/>
                  </a:lnTo>
                  <a:lnTo>
                    <a:pt x="102153" y="6963"/>
                  </a:lnTo>
                  <a:lnTo>
                    <a:pt x="94295" y="6958"/>
                  </a:lnTo>
                  <a:lnTo>
                    <a:pt x="86437" y="6961"/>
                  </a:lnTo>
                  <a:lnTo>
                    <a:pt x="78579" y="6964"/>
                  </a:lnTo>
                  <a:lnTo>
                    <a:pt x="70721" y="6968"/>
                  </a:lnTo>
                  <a:lnTo>
                    <a:pt x="62863" y="6958"/>
                  </a:lnTo>
                  <a:lnTo>
                    <a:pt x="55005" y="6947"/>
                  </a:lnTo>
                  <a:lnTo>
                    <a:pt x="47147" y="6937"/>
                  </a:lnTo>
                  <a:lnTo>
                    <a:pt x="39289" y="6927"/>
                  </a:lnTo>
                  <a:lnTo>
                    <a:pt x="31431" y="6920"/>
                  </a:lnTo>
                  <a:lnTo>
                    <a:pt x="23573" y="6920"/>
                  </a:lnTo>
                  <a:lnTo>
                    <a:pt x="15715" y="6920"/>
                  </a:lnTo>
                  <a:lnTo>
                    <a:pt x="7857" y="6936"/>
                  </a:lnTo>
                  <a:lnTo>
                    <a:pt x="0" y="6938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1186414" y="4015685"/>
              <a:ext cx="2035220" cy="2718"/>
            </a:xfrm>
            <a:custGeom>
              <a:avLst/>
              <a:pathLst>
                <a:path w="2035220" h="2718">
                  <a:moveTo>
                    <a:pt x="0" y="0"/>
                  </a:moveTo>
                  <a:lnTo>
                    <a:pt x="7857" y="36"/>
                  </a:lnTo>
                  <a:lnTo>
                    <a:pt x="15715" y="90"/>
                  </a:lnTo>
                  <a:lnTo>
                    <a:pt x="23573" y="131"/>
                  </a:lnTo>
                  <a:lnTo>
                    <a:pt x="31431" y="176"/>
                  </a:lnTo>
                  <a:lnTo>
                    <a:pt x="39289" y="215"/>
                  </a:lnTo>
                  <a:lnTo>
                    <a:pt x="47147" y="254"/>
                  </a:lnTo>
                  <a:lnTo>
                    <a:pt x="55005" y="311"/>
                  </a:lnTo>
                  <a:lnTo>
                    <a:pt x="62863" y="372"/>
                  </a:lnTo>
                  <a:lnTo>
                    <a:pt x="70721" y="418"/>
                  </a:lnTo>
                  <a:lnTo>
                    <a:pt x="78579" y="458"/>
                  </a:lnTo>
                  <a:lnTo>
                    <a:pt x="86437" y="493"/>
                  </a:lnTo>
                  <a:lnTo>
                    <a:pt x="94295" y="511"/>
                  </a:lnTo>
                  <a:lnTo>
                    <a:pt x="102153" y="578"/>
                  </a:lnTo>
                  <a:lnTo>
                    <a:pt x="110011" y="620"/>
                  </a:lnTo>
                  <a:lnTo>
                    <a:pt x="117869" y="676"/>
                  </a:lnTo>
                  <a:lnTo>
                    <a:pt x="125727" y="724"/>
                  </a:lnTo>
                  <a:lnTo>
                    <a:pt x="133585" y="753"/>
                  </a:lnTo>
                  <a:lnTo>
                    <a:pt x="141443" y="778"/>
                  </a:lnTo>
                  <a:lnTo>
                    <a:pt x="149301" y="814"/>
                  </a:lnTo>
                  <a:lnTo>
                    <a:pt x="157159" y="856"/>
                  </a:lnTo>
                  <a:lnTo>
                    <a:pt x="165017" y="892"/>
                  </a:lnTo>
                  <a:lnTo>
                    <a:pt x="172875" y="931"/>
                  </a:lnTo>
                  <a:lnTo>
                    <a:pt x="180733" y="953"/>
                  </a:lnTo>
                  <a:lnTo>
                    <a:pt x="188591" y="975"/>
                  </a:lnTo>
                  <a:lnTo>
                    <a:pt x="196449" y="1006"/>
                  </a:lnTo>
                  <a:lnTo>
                    <a:pt x="204307" y="1048"/>
                  </a:lnTo>
                  <a:lnTo>
                    <a:pt x="212165" y="1080"/>
                  </a:lnTo>
                  <a:lnTo>
                    <a:pt x="220023" y="1151"/>
                  </a:lnTo>
                  <a:lnTo>
                    <a:pt x="227881" y="1199"/>
                  </a:lnTo>
                  <a:lnTo>
                    <a:pt x="235739" y="1246"/>
                  </a:lnTo>
                  <a:lnTo>
                    <a:pt x="243597" y="1275"/>
                  </a:lnTo>
                  <a:lnTo>
                    <a:pt x="251455" y="1311"/>
                  </a:lnTo>
                  <a:lnTo>
                    <a:pt x="259313" y="1351"/>
                  </a:lnTo>
                  <a:lnTo>
                    <a:pt x="267171" y="1397"/>
                  </a:lnTo>
                  <a:lnTo>
                    <a:pt x="275029" y="1434"/>
                  </a:lnTo>
                  <a:lnTo>
                    <a:pt x="282887" y="1463"/>
                  </a:lnTo>
                  <a:lnTo>
                    <a:pt x="290745" y="1501"/>
                  </a:lnTo>
                  <a:lnTo>
                    <a:pt x="298603" y="1542"/>
                  </a:lnTo>
                  <a:lnTo>
                    <a:pt x="306461" y="1594"/>
                  </a:lnTo>
                  <a:lnTo>
                    <a:pt x="314319" y="1650"/>
                  </a:lnTo>
                  <a:lnTo>
                    <a:pt x="322177" y="1671"/>
                  </a:lnTo>
                  <a:lnTo>
                    <a:pt x="330035" y="1713"/>
                  </a:lnTo>
                  <a:lnTo>
                    <a:pt x="337893" y="1747"/>
                  </a:lnTo>
                  <a:lnTo>
                    <a:pt x="345751" y="1768"/>
                  </a:lnTo>
                  <a:lnTo>
                    <a:pt x="353609" y="1795"/>
                  </a:lnTo>
                  <a:lnTo>
                    <a:pt x="361467" y="1832"/>
                  </a:lnTo>
                  <a:lnTo>
                    <a:pt x="369325" y="1868"/>
                  </a:lnTo>
                  <a:lnTo>
                    <a:pt x="377183" y="1904"/>
                  </a:lnTo>
                  <a:lnTo>
                    <a:pt x="385041" y="1940"/>
                  </a:lnTo>
                  <a:lnTo>
                    <a:pt x="392899" y="1956"/>
                  </a:lnTo>
                  <a:lnTo>
                    <a:pt x="400757" y="1992"/>
                  </a:lnTo>
                  <a:lnTo>
                    <a:pt x="408615" y="2040"/>
                  </a:lnTo>
                  <a:lnTo>
                    <a:pt x="416473" y="2065"/>
                  </a:lnTo>
                  <a:lnTo>
                    <a:pt x="424331" y="2077"/>
                  </a:lnTo>
                  <a:lnTo>
                    <a:pt x="432189" y="2116"/>
                  </a:lnTo>
                  <a:lnTo>
                    <a:pt x="440047" y="2148"/>
                  </a:lnTo>
                  <a:lnTo>
                    <a:pt x="447905" y="2158"/>
                  </a:lnTo>
                  <a:lnTo>
                    <a:pt x="455763" y="2165"/>
                  </a:lnTo>
                  <a:lnTo>
                    <a:pt x="463621" y="2172"/>
                  </a:lnTo>
                  <a:lnTo>
                    <a:pt x="471479" y="2173"/>
                  </a:lnTo>
                  <a:lnTo>
                    <a:pt x="479337" y="2176"/>
                  </a:lnTo>
                  <a:lnTo>
                    <a:pt x="487195" y="2198"/>
                  </a:lnTo>
                  <a:lnTo>
                    <a:pt x="495053" y="2211"/>
                  </a:lnTo>
                  <a:lnTo>
                    <a:pt x="502911" y="2217"/>
                  </a:lnTo>
                  <a:lnTo>
                    <a:pt x="510769" y="2229"/>
                  </a:lnTo>
                  <a:lnTo>
                    <a:pt x="518627" y="2261"/>
                  </a:lnTo>
                  <a:lnTo>
                    <a:pt x="526485" y="2272"/>
                  </a:lnTo>
                  <a:lnTo>
                    <a:pt x="534343" y="2296"/>
                  </a:lnTo>
                  <a:lnTo>
                    <a:pt x="542201" y="2333"/>
                  </a:lnTo>
                  <a:lnTo>
                    <a:pt x="550059" y="2371"/>
                  </a:lnTo>
                  <a:lnTo>
                    <a:pt x="557917" y="2402"/>
                  </a:lnTo>
                  <a:lnTo>
                    <a:pt x="565775" y="2402"/>
                  </a:lnTo>
                  <a:lnTo>
                    <a:pt x="573633" y="2411"/>
                  </a:lnTo>
                  <a:lnTo>
                    <a:pt x="581491" y="2428"/>
                  </a:lnTo>
                  <a:lnTo>
                    <a:pt x="589349" y="2421"/>
                  </a:lnTo>
                  <a:lnTo>
                    <a:pt x="597207" y="2436"/>
                  </a:lnTo>
                  <a:lnTo>
                    <a:pt x="605065" y="2456"/>
                  </a:lnTo>
                  <a:lnTo>
                    <a:pt x="612923" y="2475"/>
                  </a:lnTo>
                  <a:lnTo>
                    <a:pt x="620781" y="2497"/>
                  </a:lnTo>
                  <a:lnTo>
                    <a:pt x="628639" y="2511"/>
                  </a:lnTo>
                  <a:lnTo>
                    <a:pt x="636497" y="2537"/>
                  </a:lnTo>
                  <a:lnTo>
                    <a:pt x="644355" y="2551"/>
                  </a:lnTo>
                  <a:lnTo>
                    <a:pt x="652213" y="2551"/>
                  </a:lnTo>
                  <a:lnTo>
                    <a:pt x="660071" y="2563"/>
                  </a:lnTo>
                  <a:lnTo>
                    <a:pt x="667929" y="2573"/>
                  </a:lnTo>
                  <a:lnTo>
                    <a:pt x="675787" y="2583"/>
                  </a:lnTo>
                  <a:lnTo>
                    <a:pt x="683645" y="2596"/>
                  </a:lnTo>
                  <a:lnTo>
                    <a:pt x="691503" y="2629"/>
                  </a:lnTo>
                  <a:lnTo>
                    <a:pt x="699361" y="2649"/>
                  </a:lnTo>
                  <a:lnTo>
                    <a:pt x="707219" y="2642"/>
                  </a:lnTo>
                  <a:lnTo>
                    <a:pt x="715077" y="2637"/>
                  </a:lnTo>
                  <a:lnTo>
                    <a:pt x="722935" y="2647"/>
                  </a:lnTo>
                  <a:lnTo>
                    <a:pt x="730793" y="2654"/>
                  </a:lnTo>
                  <a:lnTo>
                    <a:pt x="738651" y="2645"/>
                  </a:lnTo>
                  <a:lnTo>
                    <a:pt x="746509" y="2635"/>
                  </a:lnTo>
                  <a:lnTo>
                    <a:pt x="754367" y="2626"/>
                  </a:lnTo>
                  <a:lnTo>
                    <a:pt x="762225" y="2617"/>
                  </a:lnTo>
                  <a:lnTo>
                    <a:pt x="770083" y="2608"/>
                  </a:lnTo>
                  <a:lnTo>
                    <a:pt x="777941" y="2604"/>
                  </a:lnTo>
                  <a:lnTo>
                    <a:pt x="785799" y="2618"/>
                  </a:lnTo>
                  <a:lnTo>
                    <a:pt x="793657" y="2610"/>
                  </a:lnTo>
                  <a:lnTo>
                    <a:pt x="801515" y="2599"/>
                  </a:lnTo>
                  <a:lnTo>
                    <a:pt x="809373" y="2601"/>
                  </a:lnTo>
                  <a:lnTo>
                    <a:pt x="817231" y="2609"/>
                  </a:lnTo>
                  <a:lnTo>
                    <a:pt x="825089" y="2617"/>
                  </a:lnTo>
                  <a:lnTo>
                    <a:pt x="832947" y="2629"/>
                  </a:lnTo>
                  <a:lnTo>
                    <a:pt x="840805" y="2670"/>
                  </a:lnTo>
                  <a:lnTo>
                    <a:pt x="848663" y="2660"/>
                  </a:lnTo>
                  <a:lnTo>
                    <a:pt x="856521" y="2659"/>
                  </a:lnTo>
                  <a:lnTo>
                    <a:pt x="864379" y="2678"/>
                  </a:lnTo>
                  <a:lnTo>
                    <a:pt x="872237" y="2686"/>
                  </a:lnTo>
                  <a:lnTo>
                    <a:pt x="880095" y="2681"/>
                  </a:lnTo>
                  <a:lnTo>
                    <a:pt x="887953" y="2676"/>
                  </a:lnTo>
                  <a:lnTo>
                    <a:pt x="895811" y="2676"/>
                  </a:lnTo>
                  <a:lnTo>
                    <a:pt x="903669" y="2697"/>
                  </a:lnTo>
                  <a:lnTo>
                    <a:pt x="911527" y="2703"/>
                  </a:lnTo>
                  <a:lnTo>
                    <a:pt x="919385" y="2689"/>
                  </a:lnTo>
                  <a:lnTo>
                    <a:pt x="927243" y="2675"/>
                  </a:lnTo>
                  <a:lnTo>
                    <a:pt x="935101" y="2670"/>
                  </a:lnTo>
                  <a:lnTo>
                    <a:pt x="942959" y="2674"/>
                  </a:lnTo>
                  <a:lnTo>
                    <a:pt x="950817" y="2678"/>
                  </a:lnTo>
                  <a:lnTo>
                    <a:pt x="958675" y="2679"/>
                  </a:lnTo>
                  <a:lnTo>
                    <a:pt x="966533" y="2669"/>
                  </a:lnTo>
                  <a:lnTo>
                    <a:pt x="974391" y="2659"/>
                  </a:lnTo>
                  <a:lnTo>
                    <a:pt x="982249" y="2649"/>
                  </a:lnTo>
                  <a:lnTo>
                    <a:pt x="990107" y="2664"/>
                  </a:lnTo>
                  <a:lnTo>
                    <a:pt x="997965" y="2658"/>
                  </a:lnTo>
                  <a:lnTo>
                    <a:pt x="1005823" y="2662"/>
                  </a:lnTo>
                  <a:lnTo>
                    <a:pt x="1013681" y="2673"/>
                  </a:lnTo>
                  <a:lnTo>
                    <a:pt x="1021539" y="2680"/>
                  </a:lnTo>
                  <a:lnTo>
                    <a:pt x="1029397" y="2694"/>
                  </a:lnTo>
                  <a:lnTo>
                    <a:pt x="1037254" y="2696"/>
                  </a:lnTo>
                  <a:lnTo>
                    <a:pt x="1045112" y="2673"/>
                  </a:lnTo>
                  <a:lnTo>
                    <a:pt x="1052970" y="2659"/>
                  </a:lnTo>
                  <a:lnTo>
                    <a:pt x="1060828" y="2643"/>
                  </a:lnTo>
                  <a:lnTo>
                    <a:pt x="1068686" y="2635"/>
                  </a:lnTo>
                  <a:lnTo>
                    <a:pt x="1076544" y="2646"/>
                  </a:lnTo>
                  <a:lnTo>
                    <a:pt x="1084402" y="2658"/>
                  </a:lnTo>
                  <a:lnTo>
                    <a:pt x="1092260" y="2669"/>
                  </a:lnTo>
                  <a:lnTo>
                    <a:pt x="1100118" y="2671"/>
                  </a:lnTo>
                  <a:lnTo>
                    <a:pt x="1107976" y="2682"/>
                  </a:lnTo>
                  <a:lnTo>
                    <a:pt x="1115834" y="2693"/>
                  </a:lnTo>
                  <a:lnTo>
                    <a:pt x="1123692" y="2700"/>
                  </a:lnTo>
                  <a:lnTo>
                    <a:pt x="1131550" y="2705"/>
                  </a:lnTo>
                  <a:lnTo>
                    <a:pt x="1139408" y="2707"/>
                  </a:lnTo>
                  <a:lnTo>
                    <a:pt x="1147266" y="2718"/>
                  </a:lnTo>
                  <a:lnTo>
                    <a:pt x="1155124" y="2704"/>
                  </a:lnTo>
                  <a:lnTo>
                    <a:pt x="1162982" y="2686"/>
                  </a:lnTo>
                  <a:lnTo>
                    <a:pt x="1170840" y="2688"/>
                  </a:lnTo>
                  <a:lnTo>
                    <a:pt x="1178698" y="2690"/>
                  </a:lnTo>
                  <a:lnTo>
                    <a:pt x="1186556" y="2685"/>
                  </a:lnTo>
                  <a:lnTo>
                    <a:pt x="1194414" y="2679"/>
                  </a:lnTo>
                  <a:lnTo>
                    <a:pt x="1202272" y="2695"/>
                  </a:lnTo>
                  <a:lnTo>
                    <a:pt x="1210130" y="2695"/>
                  </a:lnTo>
                  <a:lnTo>
                    <a:pt x="1217988" y="2689"/>
                  </a:lnTo>
                  <a:lnTo>
                    <a:pt x="1225846" y="2693"/>
                  </a:lnTo>
                  <a:lnTo>
                    <a:pt x="1233704" y="2665"/>
                  </a:lnTo>
                  <a:lnTo>
                    <a:pt x="1241562" y="2654"/>
                  </a:lnTo>
                  <a:lnTo>
                    <a:pt x="1249420" y="2635"/>
                  </a:lnTo>
                  <a:lnTo>
                    <a:pt x="1257278" y="2619"/>
                  </a:lnTo>
                  <a:lnTo>
                    <a:pt x="1265136" y="2614"/>
                  </a:lnTo>
                  <a:lnTo>
                    <a:pt x="1272994" y="2613"/>
                  </a:lnTo>
                  <a:lnTo>
                    <a:pt x="1280852" y="2603"/>
                  </a:lnTo>
                  <a:lnTo>
                    <a:pt x="1288710" y="2593"/>
                  </a:lnTo>
                  <a:lnTo>
                    <a:pt x="1296568" y="2582"/>
                  </a:lnTo>
                  <a:lnTo>
                    <a:pt x="1304426" y="2572"/>
                  </a:lnTo>
                  <a:lnTo>
                    <a:pt x="1312284" y="2561"/>
                  </a:lnTo>
                  <a:lnTo>
                    <a:pt x="1320142" y="2551"/>
                  </a:lnTo>
                  <a:lnTo>
                    <a:pt x="1328000" y="2540"/>
                  </a:lnTo>
                  <a:lnTo>
                    <a:pt x="1335858" y="2524"/>
                  </a:lnTo>
                  <a:lnTo>
                    <a:pt x="1343716" y="2511"/>
                  </a:lnTo>
                  <a:lnTo>
                    <a:pt x="1351574" y="2503"/>
                  </a:lnTo>
                  <a:lnTo>
                    <a:pt x="1359432" y="2495"/>
                  </a:lnTo>
                  <a:lnTo>
                    <a:pt x="1367290" y="2488"/>
                  </a:lnTo>
                  <a:lnTo>
                    <a:pt x="1375148" y="2478"/>
                  </a:lnTo>
                  <a:lnTo>
                    <a:pt x="1383006" y="2468"/>
                  </a:lnTo>
                  <a:lnTo>
                    <a:pt x="1390864" y="2457"/>
                  </a:lnTo>
                  <a:lnTo>
                    <a:pt x="1398722" y="2447"/>
                  </a:lnTo>
                  <a:lnTo>
                    <a:pt x="1406580" y="2424"/>
                  </a:lnTo>
                  <a:lnTo>
                    <a:pt x="1414438" y="2427"/>
                  </a:lnTo>
                  <a:lnTo>
                    <a:pt x="1422296" y="2416"/>
                  </a:lnTo>
                  <a:lnTo>
                    <a:pt x="1430154" y="2406"/>
                  </a:lnTo>
                  <a:lnTo>
                    <a:pt x="1438012" y="2391"/>
                  </a:lnTo>
                  <a:lnTo>
                    <a:pt x="1445870" y="2379"/>
                  </a:lnTo>
                  <a:lnTo>
                    <a:pt x="1453728" y="2365"/>
                  </a:lnTo>
                  <a:lnTo>
                    <a:pt x="1461586" y="2346"/>
                  </a:lnTo>
                  <a:lnTo>
                    <a:pt x="1469444" y="2327"/>
                  </a:lnTo>
                  <a:lnTo>
                    <a:pt x="1477302" y="2298"/>
                  </a:lnTo>
                  <a:lnTo>
                    <a:pt x="1485160" y="2279"/>
                  </a:lnTo>
                  <a:lnTo>
                    <a:pt x="1493018" y="2270"/>
                  </a:lnTo>
                  <a:lnTo>
                    <a:pt x="1500876" y="2251"/>
                  </a:lnTo>
                  <a:lnTo>
                    <a:pt x="1508734" y="2231"/>
                  </a:lnTo>
                  <a:lnTo>
                    <a:pt x="1516592" y="2206"/>
                  </a:lnTo>
                  <a:lnTo>
                    <a:pt x="1524450" y="2190"/>
                  </a:lnTo>
                  <a:lnTo>
                    <a:pt x="1532308" y="2174"/>
                  </a:lnTo>
                  <a:lnTo>
                    <a:pt x="1540166" y="2169"/>
                  </a:lnTo>
                  <a:lnTo>
                    <a:pt x="1548024" y="2166"/>
                  </a:lnTo>
                  <a:lnTo>
                    <a:pt x="1555882" y="2148"/>
                  </a:lnTo>
                  <a:lnTo>
                    <a:pt x="1563740" y="2124"/>
                  </a:lnTo>
                  <a:lnTo>
                    <a:pt x="1571598" y="2113"/>
                  </a:lnTo>
                  <a:lnTo>
                    <a:pt x="1579456" y="2102"/>
                  </a:lnTo>
                  <a:lnTo>
                    <a:pt x="1587314" y="2091"/>
                  </a:lnTo>
                  <a:lnTo>
                    <a:pt x="1595172" y="2062"/>
                  </a:lnTo>
                  <a:lnTo>
                    <a:pt x="1603030" y="2029"/>
                  </a:lnTo>
                  <a:lnTo>
                    <a:pt x="1610888" y="1996"/>
                  </a:lnTo>
                  <a:lnTo>
                    <a:pt x="1618746" y="1965"/>
                  </a:lnTo>
                  <a:lnTo>
                    <a:pt x="1626604" y="1953"/>
                  </a:lnTo>
                  <a:lnTo>
                    <a:pt x="1634462" y="1949"/>
                  </a:lnTo>
                  <a:lnTo>
                    <a:pt x="1642320" y="1921"/>
                  </a:lnTo>
                  <a:lnTo>
                    <a:pt x="1650178" y="1890"/>
                  </a:lnTo>
                  <a:lnTo>
                    <a:pt x="1658036" y="1871"/>
                  </a:lnTo>
                  <a:lnTo>
                    <a:pt x="1665894" y="1841"/>
                  </a:lnTo>
                  <a:lnTo>
                    <a:pt x="1673752" y="1821"/>
                  </a:lnTo>
                  <a:lnTo>
                    <a:pt x="1681610" y="1801"/>
                  </a:lnTo>
                  <a:lnTo>
                    <a:pt x="1689468" y="1781"/>
                  </a:lnTo>
                  <a:lnTo>
                    <a:pt x="1697326" y="1762"/>
                  </a:lnTo>
                  <a:lnTo>
                    <a:pt x="1705184" y="1742"/>
                  </a:lnTo>
                  <a:lnTo>
                    <a:pt x="1713042" y="1722"/>
                  </a:lnTo>
                  <a:lnTo>
                    <a:pt x="1720900" y="1704"/>
                  </a:lnTo>
                  <a:lnTo>
                    <a:pt x="1728758" y="1687"/>
                  </a:lnTo>
                  <a:lnTo>
                    <a:pt x="1736616" y="1669"/>
                  </a:lnTo>
                  <a:lnTo>
                    <a:pt x="1744474" y="1652"/>
                  </a:lnTo>
                  <a:lnTo>
                    <a:pt x="1752332" y="1634"/>
                  </a:lnTo>
                  <a:lnTo>
                    <a:pt x="1760190" y="1617"/>
                  </a:lnTo>
                  <a:lnTo>
                    <a:pt x="1768048" y="1600"/>
                  </a:lnTo>
                  <a:lnTo>
                    <a:pt x="1775906" y="1583"/>
                  </a:lnTo>
                  <a:lnTo>
                    <a:pt x="1783764" y="1567"/>
                  </a:lnTo>
                  <a:lnTo>
                    <a:pt x="1791622" y="1548"/>
                  </a:lnTo>
                  <a:lnTo>
                    <a:pt x="1799480" y="1531"/>
                  </a:lnTo>
                  <a:lnTo>
                    <a:pt x="1807338" y="1525"/>
                  </a:lnTo>
                  <a:lnTo>
                    <a:pt x="1815196" y="1518"/>
                  </a:lnTo>
                  <a:lnTo>
                    <a:pt x="1823054" y="1512"/>
                  </a:lnTo>
                  <a:lnTo>
                    <a:pt x="1830912" y="1503"/>
                  </a:lnTo>
                  <a:lnTo>
                    <a:pt x="1838770" y="1500"/>
                  </a:lnTo>
                  <a:lnTo>
                    <a:pt x="1846628" y="1494"/>
                  </a:lnTo>
                  <a:lnTo>
                    <a:pt x="1854486" y="1475"/>
                  </a:lnTo>
                  <a:lnTo>
                    <a:pt x="1862344" y="1458"/>
                  </a:lnTo>
                  <a:lnTo>
                    <a:pt x="1870202" y="1447"/>
                  </a:lnTo>
                  <a:lnTo>
                    <a:pt x="1878060" y="1436"/>
                  </a:lnTo>
                  <a:lnTo>
                    <a:pt x="1885918" y="1424"/>
                  </a:lnTo>
                  <a:lnTo>
                    <a:pt x="1893776" y="1413"/>
                  </a:lnTo>
                  <a:lnTo>
                    <a:pt x="1901634" y="1401"/>
                  </a:lnTo>
                  <a:lnTo>
                    <a:pt x="1909492" y="1390"/>
                  </a:lnTo>
                  <a:lnTo>
                    <a:pt x="1917350" y="1374"/>
                  </a:lnTo>
                  <a:lnTo>
                    <a:pt x="1925208" y="1348"/>
                  </a:lnTo>
                  <a:lnTo>
                    <a:pt x="1933066" y="1321"/>
                  </a:lnTo>
                  <a:lnTo>
                    <a:pt x="1940924" y="1295"/>
                  </a:lnTo>
                  <a:lnTo>
                    <a:pt x="1948782" y="1269"/>
                  </a:lnTo>
                  <a:lnTo>
                    <a:pt x="1956640" y="1243"/>
                  </a:lnTo>
                  <a:lnTo>
                    <a:pt x="1964498" y="1217"/>
                  </a:lnTo>
                  <a:lnTo>
                    <a:pt x="1972356" y="1190"/>
                  </a:lnTo>
                  <a:lnTo>
                    <a:pt x="1980214" y="1164"/>
                  </a:lnTo>
                  <a:lnTo>
                    <a:pt x="1988072" y="1138"/>
                  </a:lnTo>
                  <a:lnTo>
                    <a:pt x="1995930" y="1111"/>
                  </a:lnTo>
                  <a:lnTo>
                    <a:pt x="2003788" y="1085"/>
                  </a:lnTo>
                  <a:lnTo>
                    <a:pt x="2011646" y="1059"/>
                  </a:lnTo>
                  <a:lnTo>
                    <a:pt x="2019504" y="1047"/>
                  </a:lnTo>
                  <a:lnTo>
                    <a:pt x="2027362" y="1036"/>
                  </a:lnTo>
                  <a:lnTo>
                    <a:pt x="2035220" y="10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1186414" y="4022600"/>
              <a:ext cx="2035220" cy="4143"/>
            </a:xfrm>
            <a:custGeom>
              <a:avLst/>
              <a:pathLst>
                <a:path w="2035220" h="4143">
                  <a:moveTo>
                    <a:pt x="2035220" y="4143"/>
                  </a:moveTo>
                  <a:lnTo>
                    <a:pt x="2027362" y="4123"/>
                  </a:lnTo>
                  <a:lnTo>
                    <a:pt x="2019504" y="4103"/>
                  </a:lnTo>
                  <a:lnTo>
                    <a:pt x="2011646" y="4082"/>
                  </a:lnTo>
                  <a:lnTo>
                    <a:pt x="2003788" y="4063"/>
                  </a:lnTo>
                  <a:lnTo>
                    <a:pt x="1995930" y="4046"/>
                  </a:lnTo>
                  <a:lnTo>
                    <a:pt x="1988072" y="4029"/>
                  </a:lnTo>
                  <a:lnTo>
                    <a:pt x="1980214" y="4011"/>
                  </a:lnTo>
                  <a:lnTo>
                    <a:pt x="1972356" y="3994"/>
                  </a:lnTo>
                  <a:lnTo>
                    <a:pt x="1964498" y="3977"/>
                  </a:lnTo>
                  <a:lnTo>
                    <a:pt x="1956640" y="3959"/>
                  </a:lnTo>
                  <a:lnTo>
                    <a:pt x="1948782" y="3942"/>
                  </a:lnTo>
                  <a:lnTo>
                    <a:pt x="1940924" y="3924"/>
                  </a:lnTo>
                  <a:lnTo>
                    <a:pt x="1933066" y="3906"/>
                  </a:lnTo>
                  <a:lnTo>
                    <a:pt x="1925208" y="3887"/>
                  </a:lnTo>
                  <a:lnTo>
                    <a:pt x="1917350" y="3871"/>
                  </a:lnTo>
                  <a:lnTo>
                    <a:pt x="1909492" y="3853"/>
                  </a:lnTo>
                  <a:lnTo>
                    <a:pt x="1901634" y="3833"/>
                  </a:lnTo>
                  <a:lnTo>
                    <a:pt x="1893776" y="3814"/>
                  </a:lnTo>
                  <a:lnTo>
                    <a:pt x="1885918" y="3795"/>
                  </a:lnTo>
                  <a:lnTo>
                    <a:pt x="1878060" y="3775"/>
                  </a:lnTo>
                  <a:lnTo>
                    <a:pt x="1870202" y="3755"/>
                  </a:lnTo>
                  <a:lnTo>
                    <a:pt x="1862344" y="3736"/>
                  </a:lnTo>
                  <a:lnTo>
                    <a:pt x="1854486" y="3716"/>
                  </a:lnTo>
                  <a:lnTo>
                    <a:pt x="1846628" y="3696"/>
                  </a:lnTo>
                  <a:lnTo>
                    <a:pt x="1838770" y="3676"/>
                  </a:lnTo>
                  <a:lnTo>
                    <a:pt x="1830912" y="3656"/>
                  </a:lnTo>
                  <a:lnTo>
                    <a:pt x="1823054" y="3636"/>
                  </a:lnTo>
                  <a:lnTo>
                    <a:pt x="1815196" y="3616"/>
                  </a:lnTo>
                  <a:lnTo>
                    <a:pt x="1807338" y="3596"/>
                  </a:lnTo>
                  <a:lnTo>
                    <a:pt x="1799480" y="3576"/>
                  </a:lnTo>
                  <a:lnTo>
                    <a:pt x="1791622" y="3558"/>
                  </a:lnTo>
                  <a:lnTo>
                    <a:pt x="1783764" y="3540"/>
                  </a:lnTo>
                  <a:lnTo>
                    <a:pt x="1775906" y="3520"/>
                  </a:lnTo>
                  <a:lnTo>
                    <a:pt x="1768048" y="3497"/>
                  </a:lnTo>
                  <a:lnTo>
                    <a:pt x="1760190" y="3473"/>
                  </a:lnTo>
                  <a:lnTo>
                    <a:pt x="1752332" y="3452"/>
                  </a:lnTo>
                  <a:lnTo>
                    <a:pt x="1744474" y="3431"/>
                  </a:lnTo>
                  <a:lnTo>
                    <a:pt x="1736616" y="3410"/>
                  </a:lnTo>
                  <a:lnTo>
                    <a:pt x="1728758" y="3389"/>
                  </a:lnTo>
                  <a:lnTo>
                    <a:pt x="1720900" y="3368"/>
                  </a:lnTo>
                  <a:lnTo>
                    <a:pt x="1713042" y="3347"/>
                  </a:lnTo>
                  <a:lnTo>
                    <a:pt x="1705184" y="3325"/>
                  </a:lnTo>
                  <a:lnTo>
                    <a:pt x="1697326" y="3308"/>
                  </a:lnTo>
                  <a:lnTo>
                    <a:pt x="1689468" y="3291"/>
                  </a:lnTo>
                  <a:lnTo>
                    <a:pt x="1681610" y="3270"/>
                  </a:lnTo>
                  <a:lnTo>
                    <a:pt x="1673752" y="3245"/>
                  </a:lnTo>
                  <a:lnTo>
                    <a:pt x="1665894" y="3220"/>
                  </a:lnTo>
                  <a:lnTo>
                    <a:pt x="1658036" y="3197"/>
                  </a:lnTo>
                  <a:lnTo>
                    <a:pt x="1650178" y="3176"/>
                  </a:lnTo>
                  <a:lnTo>
                    <a:pt x="1642320" y="3156"/>
                  </a:lnTo>
                  <a:lnTo>
                    <a:pt x="1634462" y="3135"/>
                  </a:lnTo>
                  <a:lnTo>
                    <a:pt x="1626604" y="3114"/>
                  </a:lnTo>
                  <a:lnTo>
                    <a:pt x="1618746" y="3093"/>
                  </a:lnTo>
                  <a:lnTo>
                    <a:pt x="1610888" y="3074"/>
                  </a:lnTo>
                  <a:lnTo>
                    <a:pt x="1603030" y="3059"/>
                  </a:lnTo>
                  <a:lnTo>
                    <a:pt x="1595172" y="3036"/>
                  </a:lnTo>
                  <a:lnTo>
                    <a:pt x="1587314" y="3014"/>
                  </a:lnTo>
                  <a:lnTo>
                    <a:pt x="1579456" y="2999"/>
                  </a:lnTo>
                  <a:lnTo>
                    <a:pt x="1571598" y="2983"/>
                  </a:lnTo>
                  <a:lnTo>
                    <a:pt x="1563740" y="2968"/>
                  </a:lnTo>
                  <a:lnTo>
                    <a:pt x="1555882" y="2948"/>
                  </a:lnTo>
                  <a:lnTo>
                    <a:pt x="1548024" y="2924"/>
                  </a:lnTo>
                  <a:lnTo>
                    <a:pt x="1540166" y="2900"/>
                  </a:lnTo>
                  <a:lnTo>
                    <a:pt x="1532308" y="2876"/>
                  </a:lnTo>
                  <a:lnTo>
                    <a:pt x="1524450" y="2851"/>
                  </a:lnTo>
                  <a:lnTo>
                    <a:pt x="1516592" y="2827"/>
                  </a:lnTo>
                  <a:lnTo>
                    <a:pt x="1508734" y="2802"/>
                  </a:lnTo>
                  <a:lnTo>
                    <a:pt x="1500876" y="2775"/>
                  </a:lnTo>
                  <a:lnTo>
                    <a:pt x="1493018" y="2745"/>
                  </a:lnTo>
                  <a:lnTo>
                    <a:pt x="1485160" y="2723"/>
                  </a:lnTo>
                  <a:lnTo>
                    <a:pt x="1477302" y="2701"/>
                  </a:lnTo>
                  <a:lnTo>
                    <a:pt x="1469444" y="2677"/>
                  </a:lnTo>
                  <a:lnTo>
                    <a:pt x="1461586" y="2658"/>
                  </a:lnTo>
                  <a:lnTo>
                    <a:pt x="1453728" y="2640"/>
                  </a:lnTo>
                  <a:lnTo>
                    <a:pt x="1445870" y="2622"/>
                  </a:lnTo>
                  <a:lnTo>
                    <a:pt x="1438012" y="2601"/>
                  </a:lnTo>
                  <a:lnTo>
                    <a:pt x="1430154" y="2581"/>
                  </a:lnTo>
                  <a:lnTo>
                    <a:pt x="1422296" y="2560"/>
                  </a:lnTo>
                  <a:lnTo>
                    <a:pt x="1414438" y="2540"/>
                  </a:lnTo>
                  <a:lnTo>
                    <a:pt x="1406580" y="2519"/>
                  </a:lnTo>
                  <a:lnTo>
                    <a:pt x="1398722" y="2499"/>
                  </a:lnTo>
                  <a:lnTo>
                    <a:pt x="1390864" y="2476"/>
                  </a:lnTo>
                  <a:lnTo>
                    <a:pt x="1383006" y="2451"/>
                  </a:lnTo>
                  <a:lnTo>
                    <a:pt x="1375148" y="2428"/>
                  </a:lnTo>
                  <a:lnTo>
                    <a:pt x="1367290" y="2403"/>
                  </a:lnTo>
                  <a:lnTo>
                    <a:pt x="1359432" y="2381"/>
                  </a:lnTo>
                  <a:lnTo>
                    <a:pt x="1351574" y="2364"/>
                  </a:lnTo>
                  <a:lnTo>
                    <a:pt x="1343716" y="2346"/>
                  </a:lnTo>
                  <a:lnTo>
                    <a:pt x="1335858" y="2325"/>
                  </a:lnTo>
                  <a:lnTo>
                    <a:pt x="1328000" y="2303"/>
                  </a:lnTo>
                  <a:lnTo>
                    <a:pt x="1320142" y="2282"/>
                  </a:lnTo>
                  <a:lnTo>
                    <a:pt x="1312284" y="2261"/>
                  </a:lnTo>
                  <a:lnTo>
                    <a:pt x="1304426" y="2239"/>
                  </a:lnTo>
                  <a:lnTo>
                    <a:pt x="1296568" y="2217"/>
                  </a:lnTo>
                  <a:lnTo>
                    <a:pt x="1288710" y="2199"/>
                  </a:lnTo>
                  <a:lnTo>
                    <a:pt x="1280852" y="2182"/>
                  </a:lnTo>
                  <a:lnTo>
                    <a:pt x="1272994" y="2161"/>
                  </a:lnTo>
                  <a:lnTo>
                    <a:pt x="1265136" y="2139"/>
                  </a:lnTo>
                  <a:lnTo>
                    <a:pt x="1257278" y="2117"/>
                  </a:lnTo>
                  <a:lnTo>
                    <a:pt x="1249420" y="2090"/>
                  </a:lnTo>
                  <a:lnTo>
                    <a:pt x="1241562" y="2064"/>
                  </a:lnTo>
                  <a:lnTo>
                    <a:pt x="1233704" y="2036"/>
                  </a:lnTo>
                  <a:lnTo>
                    <a:pt x="1225846" y="2004"/>
                  </a:lnTo>
                  <a:lnTo>
                    <a:pt x="1217988" y="1972"/>
                  </a:lnTo>
                  <a:lnTo>
                    <a:pt x="1210130" y="1941"/>
                  </a:lnTo>
                  <a:lnTo>
                    <a:pt x="1202272" y="1909"/>
                  </a:lnTo>
                  <a:lnTo>
                    <a:pt x="1194414" y="1880"/>
                  </a:lnTo>
                  <a:lnTo>
                    <a:pt x="1186556" y="1852"/>
                  </a:lnTo>
                  <a:lnTo>
                    <a:pt x="1178698" y="1838"/>
                  </a:lnTo>
                  <a:lnTo>
                    <a:pt x="1170840" y="1810"/>
                  </a:lnTo>
                  <a:lnTo>
                    <a:pt x="1162982" y="1782"/>
                  </a:lnTo>
                  <a:lnTo>
                    <a:pt x="1155124" y="1759"/>
                  </a:lnTo>
                  <a:lnTo>
                    <a:pt x="1147266" y="1741"/>
                  </a:lnTo>
                  <a:lnTo>
                    <a:pt x="1139408" y="1723"/>
                  </a:lnTo>
                  <a:lnTo>
                    <a:pt x="1131550" y="1712"/>
                  </a:lnTo>
                  <a:lnTo>
                    <a:pt x="1123692" y="1691"/>
                  </a:lnTo>
                  <a:lnTo>
                    <a:pt x="1115834" y="1672"/>
                  </a:lnTo>
                  <a:lnTo>
                    <a:pt x="1107976" y="1651"/>
                  </a:lnTo>
                  <a:lnTo>
                    <a:pt x="1100118" y="1633"/>
                  </a:lnTo>
                  <a:lnTo>
                    <a:pt x="1092260" y="1614"/>
                  </a:lnTo>
                  <a:lnTo>
                    <a:pt x="1084402" y="1596"/>
                  </a:lnTo>
                  <a:lnTo>
                    <a:pt x="1076544" y="1574"/>
                  </a:lnTo>
                  <a:lnTo>
                    <a:pt x="1068686" y="1547"/>
                  </a:lnTo>
                  <a:lnTo>
                    <a:pt x="1060828" y="1523"/>
                  </a:lnTo>
                  <a:lnTo>
                    <a:pt x="1052970" y="1510"/>
                  </a:lnTo>
                  <a:lnTo>
                    <a:pt x="1045112" y="1486"/>
                  </a:lnTo>
                  <a:lnTo>
                    <a:pt x="1037254" y="1469"/>
                  </a:lnTo>
                  <a:lnTo>
                    <a:pt x="1029397" y="1451"/>
                  </a:lnTo>
                  <a:lnTo>
                    <a:pt x="1021539" y="1427"/>
                  </a:lnTo>
                  <a:lnTo>
                    <a:pt x="1013681" y="1402"/>
                  </a:lnTo>
                  <a:lnTo>
                    <a:pt x="1005823" y="1378"/>
                  </a:lnTo>
                  <a:lnTo>
                    <a:pt x="997965" y="1359"/>
                  </a:lnTo>
                  <a:lnTo>
                    <a:pt x="990107" y="1334"/>
                  </a:lnTo>
                  <a:lnTo>
                    <a:pt x="982249" y="1318"/>
                  </a:lnTo>
                  <a:lnTo>
                    <a:pt x="974391" y="1301"/>
                  </a:lnTo>
                  <a:lnTo>
                    <a:pt x="966533" y="1285"/>
                  </a:lnTo>
                  <a:lnTo>
                    <a:pt x="958675" y="1263"/>
                  </a:lnTo>
                  <a:lnTo>
                    <a:pt x="950817" y="1252"/>
                  </a:lnTo>
                  <a:lnTo>
                    <a:pt x="942959" y="1235"/>
                  </a:lnTo>
                  <a:lnTo>
                    <a:pt x="935101" y="1215"/>
                  </a:lnTo>
                  <a:lnTo>
                    <a:pt x="927243" y="1192"/>
                  </a:lnTo>
                  <a:lnTo>
                    <a:pt x="919385" y="1165"/>
                  </a:lnTo>
                  <a:lnTo>
                    <a:pt x="911527" y="1131"/>
                  </a:lnTo>
                  <a:lnTo>
                    <a:pt x="903669" y="1092"/>
                  </a:lnTo>
                  <a:lnTo>
                    <a:pt x="895811" y="1064"/>
                  </a:lnTo>
                  <a:lnTo>
                    <a:pt x="887953" y="1031"/>
                  </a:lnTo>
                  <a:lnTo>
                    <a:pt x="880095" y="1020"/>
                  </a:lnTo>
                  <a:lnTo>
                    <a:pt x="872237" y="1013"/>
                  </a:lnTo>
                  <a:lnTo>
                    <a:pt x="864379" y="1009"/>
                  </a:lnTo>
                  <a:lnTo>
                    <a:pt x="856521" y="1008"/>
                  </a:lnTo>
                  <a:lnTo>
                    <a:pt x="848663" y="996"/>
                  </a:lnTo>
                  <a:lnTo>
                    <a:pt x="840805" y="990"/>
                  </a:lnTo>
                  <a:lnTo>
                    <a:pt x="832947" y="984"/>
                  </a:lnTo>
                  <a:lnTo>
                    <a:pt x="825089" y="967"/>
                  </a:lnTo>
                  <a:lnTo>
                    <a:pt x="817231" y="948"/>
                  </a:lnTo>
                  <a:lnTo>
                    <a:pt x="809373" y="915"/>
                  </a:lnTo>
                  <a:lnTo>
                    <a:pt x="801515" y="878"/>
                  </a:lnTo>
                  <a:lnTo>
                    <a:pt x="793657" y="869"/>
                  </a:lnTo>
                  <a:lnTo>
                    <a:pt x="785799" y="859"/>
                  </a:lnTo>
                  <a:lnTo>
                    <a:pt x="777941" y="847"/>
                  </a:lnTo>
                  <a:lnTo>
                    <a:pt x="770083" y="831"/>
                  </a:lnTo>
                  <a:lnTo>
                    <a:pt x="762225" y="799"/>
                  </a:lnTo>
                  <a:lnTo>
                    <a:pt x="754367" y="768"/>
                  </a:lnTo>
                  <a:lnTo>
                    <a:pt x="746509" y="736"/>
                  </a:lnTo>
                  <a:lnTo>
                    <a:pt x="738651" y="728"/>
                  </a:lnTo>
                  <a:lnTo>
                    <a:pt x="730793" y="695"/>
                  </a:lnTo>
                  <a:lnTo>
                    <a:pt x="722935" y="663"/>
                  </a:lnTo>
                  <a:lnTo>
                    <a:pt x="715077" y="649"/>
                  </a:lnTo>
                  <a:lnTo>
                    <a:pt x="707219" y="649"/>
                  </a:lnTo>
                  <a:lnTo>
                    <a:pt x="699361" y="626"/>
                  </a:lnTo>
                  <a:lnTo>
                    <a:pt x="691503" y="604"/>
                  </a:lnTo>
                  <a:lnTo>
                    <a:pt x="683645" y="589"/>
                  </a:lnTo>
                  <a:lnTo>
                    <a:pt x="675787" y="575"/>
                  </a:lnTo>
                  <a:lnTo>
                    <a:pt x="667929" y="562"/>
                  </a:lnTo>
                  <a:lnTo>
                    <a:pt x="660071" y="549"/>
                  </a:lnTo>
                  <a:lnTo>
                    <a:pt x="652213" y="532"/>
                  </a:lnTo>
                  <a:lnTo>
                    <a:pt x="644355" y="514"/>
                  </a:lnTo>
                  <a:lnTo>
                    <a:pt x="636497" y="508"/>
                  </a:lnTo>
                  <a:lnTo>
                    <a:pt x="628639" y="497"/>
                  </a:lnTo>
                  <a:lnTo>
                    <a:pt x="620781" y="486"/>
                  </a:lnTo>
                  <a:lnTo>
                    <a:pt x="612923" y="481"/>
                  </a:lnTo>
                  <a:lnTo>
                    <a:pt x="605065" y="463"/>
                  </a:lnTo>
                  <a:lnTo>
                    <a:pt x="597207" y="442"/>
                  </a:lnTo>
                  <a:lnTo>
                    <a:pt x="589349" y="421"/>
                  </a:lnTo>
                  <a:lnTo>
                    <a:pt x="581491" y="400"/>
                  </a:lnTo>
                  <a:lnTo>
                    <a:pt x="573633" y="384"/>
                  </a:lnTo>
                  <a:lnTo>
                    <a:pt x="565775" y="378"/>
                  </a:lnTo>
                  <a:lnTo>
                    <a:pt x="557917" y="373"/>
                  </a:lnTo>
                  <a:lnTo>
                    <a:pt x="550059" y="364"/>
                  </a:lnTo>
                  <a:lnTo>
                    <a:pt x="542201" y="350"/>
                  </a:lnTo>
                  <a:lnTo>
                    <a:pt x="534343" y="337"/>
                  </a:lnTo>
                  <a:lnTo>
                    <a:pt x="526485" y="331"/>
                  </a:lnTo>
                  <a:lnTo>
                    <a:pt x="518627" y="310"/>
                  </a:lnTo>
                  <a:lnTo>
                    <a:pt x="510769" y="297"/>
                  </a:lnTo>
                  <a:lnTo>
                    <a:pt x="502911" y="283"/>
                  </a:lnTo>
                  <a:lnTo>
                    <a:pt x="495053" y="272"/>
                  </a:lnTo>
                  <a:lnTo>
                    <a:pt x="487195" y="285"/>
                  </a:lnTo>
                  <a:lnTo>
                    <a:pt x="479337" y="295"/>
                  </a:lnTo>
                  <a:lnTo>
                    <a:pt x="471479" y="292"/>
                  </a:lnTo>
                  <a:lnTo>
                    <a:pt x="463621" y="271"/>
                  </a:lnTo>
                  <a:lnTo>
                    <a:pt x="455763" y="255"/>
                  </a:lnTo>
                  <a:lnTo>
                    <a:pt x="447905" y="280"/>
                  </a:lnTo>
                  <a:lnTo>
                    <a:pt x="440047" y="274"/>
                  </a:lnTo>
                  <a:lnTo>
                    <a:pt x="432189" y="250"/>
                  </a:lnTo>
                  <a:lnTo>
                    <a:pt x="424331" y="234"/>
                  </a:lnTo>
                  <a:lnTo>
                    <a:pt x="416473" y="225"/>
                  </a:lnTo>
                  <a:lnTo>
                    <a:pt x="408615" y="203"/>
                  </a:lnTo>
                  <a:lnTo>
                    <a:pt x="400757" y="180"/>
                  </a:lnTo>
                  <a:lnTo>
                    <a:pt x="392899" y="195"/>
                  </a:lnTo>
                  <a:lnTo>
                    <a:pt x="385041" y="186"/>
                  </a:lnTo>
                  <a:lnTo>
                    <a:pt x="377183" y="172"/>
                  </a:lnTo>
                  <a:lnTo>
                    <a:pt x="369325" y="168"/>
                  </a:lnTo>
                  <a:lnTo>
                    <a:pt x="361467" y="178"/>
                  </a:lnTo>
                  <a:lnTo>
                    <a:pt x="353609" y="181"/>
                  </a:lnTo>
                  <a:lnTo>
                    <a:pt x="345751" y="184"/>
                  </a:lnTo>
                  <a:lnTo>
                    <a:pt x="337893" y="181"/>
                  </a:lnTo>
                  <a:lnTo>
                    <a:pt x="330035" y="165"/>
                  </a:lnTo>
                  <a:lnTo>
                    <a:pt x="322177" y="154"/>
                  </a:lnTo>
                  <a:lnTo>
                    <a:pt x="314319" y="146"/>
                  </a:lnTo>
                  <a:lnTo>
                    <a:pt x="306461" y="141"/>
                  </a:lnTo>
                  <a:lnTo>
                    <a:pt x="298603" y="146"/>
                  </a:lnTo>
                  <a:lnTo>
                    <a:pt x="290745" y="139"/>
                  </a:lnTo>
                  <a:lnTo>
                    <a:pt x="282887" y="141"/>
                  </a:lnTo>
                  <a:lnTo>
                    <a:pt x="275029" y="128"/>
                  </a:lnTo>
                  <a:lnTo>
                    <a:pt x="267171" y="113"/>
                  </a:lnTo>
                  <a:lnTo>
                    <a:pt x="259313" y="98"/>
                  </a:lnTo>
                  <a:lnTo>
                    <a:pt x="251455" y="83"/>
                  </a:lnTo>
                  <a:lnTo>
                    <a:pt x="243597" y="77"/>
                  </a:lnTo>
                  <a:lnTo>
                    <a:pt x="235739" y="78"/>
                  </a:lnTo>
                  <a:lnTo>
                    <a:pt x="227881" y="62"/>
                  </a:lnTo>
                  <a:lnTo>
                    <a:pt x="220023" y="35"/>
                  </a:lnTo>
                  <a:lnTo>
                    <a:pt x="212165" y="10"/>
                  </a:lnTo>
                  <a:lnTo>
                    <a:pt x="204307" y="0"/>
                  </a:lnTo>
                  <a:lnTo>
                    <a:pt x="196449" y="20"/>
                  </a:lnTo>
                  <a:lnTo>
                    <a:pt x="188591" y="13"/>
                  </a:lnTo>
                  <a:lnTo>
                    <a:pt x="180733" y="21"/>
                  </a:lnTo>
                  <a:lnTo>
                    <a:pt x="172875" y="29"/>
                  </a:lnTo>
                  <a:lnTo>
                    <a:pt x="165017" y="37"/>
                  </a:lnTo>
                  <a:lnTo>
                    <a:pt x="157159" y="45"/>
                  </a:lnTo>
                  <a:lnTo>
                    <a:pt x="149301" y="47"/>
                  </a:lnTo>
                  <a:lnTo>
                    <a:pt x="141443" y="40"/>
                  </a:lnTo>
                  <a:lnTo>
                    <a:pt x="133585" y="32"/>
                  </a:lnTo>
                  <a:lnTo>
                    <a:pt x="125727" y="47"/>
                  </a:lnTo>
                  <a:lnTo>
                    <a:pt x="117869" y="41"/>
                  </a:lnTo>
                  <a:lnTo>
                    <a:pt x="110011" y="39"/>
                  </a:lnTo>
                  <a:lnTo>
                    <a:pt x="102153" y="47"/>
                  </a:lnTo>
                  <a:lnTo>
                    <a:pt x="94295" y="43"/>
                  </a:lnTo>
                  <a:lnTo>
                    <a:pt x="86437" y="46"/>
                  </a:lnTo>
                  <a:lnTo>
                    <a:pt x="78579" y="48"/>
                  </a:lnTo>
                  <a:lnTo>
                    <a:pt x="70721" y="52"/>
                  </a:lnTo>
                  <a:lnTo>
                    <a:pt x="62863" y="42"/>
                  </a:lnTo>
                  <a:lnTo>
                    <a:pt x="55005" y="32"/>
                  </a:lnTo>
                  <a:lnTo>
                    <a:pt x="47147" y="22"/>
                  </a:lnTo>
                  <a:lnTo>
                    <a:pt x="39289" y="12"/>
                  </a:lnTo>
                  <a:lnTo>
                    <a:pt x="31431" y="5"/>
                  </a:lnTo>
                  <a:lnTo>
                    <a:pt x="23573" y="5"/>
                  </a:lnTo>
                  <a:lnTo>
                    <a:pt x="15715" y="5"/>
                  </a:lnTo>
                  <a:lnTo>
                    <a:pt x="7857" y="20"/>
                  </a:lnTo>
                  <a:lnTo>
                    <a:pt x="0" y="2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0" name="pg49"/>
            <p:cNvSpPr/>
            <p:nvPr/>
          </p:nvSpPr>
          <p:spPr>
            <a:xfrm>
              <a:off x="1186414" y="4008366"/>
              <a:ext cx="2035220" cy="18410"/>
            </a:xfrm>
            <a:custGeom>
              <a:avLst/>
              <a:pathLst>
                <a:path w="2035220" h="18410">
                  <a:moveTo>
                    <a:pt x="0" y="2383"/>
                  </a:moveTo>
                  <a:lnTo>
                    <a:pt x="7857" y="2437"/>
                  </a:lnTo>
                  <a:lnTo>
                    <a:pt x="15715" y="2562"/>
                  </a:lnTo>
                  <a:lnTo>
                    <a:pt x="23573" y="2691"/>
                  </a:lnTo>
                  <a:lnTo>
                    <a:pt x="31431" y="2738"/>
                  </a:lnTo>
                  <a:lnTo>
                    <a:pt x="39289" y="2783"/>
                  </a:lnTo>
                  <a:lnTo>
                    <a:pt x="47147" y="2868"/>
                  </a:lnTo>
                  <a:lnTo>
                    <a:pt x="55005" y="2918"/>
                  </a:lnTo>
                  <a:lnTo>
                    <a:pt x="62863" y="2958"/>
                  </a:lnTo>
                  <a:lnTo>
                    <a:pt x="70721" y="3044"/>
                  </a:lnTo>
                  <a:lnTo>
                    <a:pt x="78579" y="3124"/>
                  </a:lnTo>
                  <a:lnTo>
                    <a:pt x="86437" y="3193"/>
                  </a:lnTo>
                  <a:lnTo>
                    <a:pt x="94295" y="3308"/>
                  </a:lnTo>
                  <a:lnTo>
                    <a:pt x="102153" y="3383"/>
                  </a:lnTo>
                  <a:lnTo>
                    <a:pt x="110011" y="3477"/>
                  </a:lnTo>
                  <a:lnTo>
                    <a:pt x="117869" y="3519"/>
                  </a:lnTo>
                  <a:lnTo>
                    <a:pt x="125727" y="3613"/>
                  </a:lnTo>
                  <a:lnTo>
                    <a:pt x="133585" y="3657"/>
                  </a:lnTo>
                  <a:lnTo>
                    <a:pt x="141443" y="3708"/>
                  </a:lnTo>
                  <a:lnTo>
                    <a:pt x="149301" y="3785"/>
                  </a:lnTo>
                  <a:lnTo>
                    <a:pt x="157159" y="3863"/>
                  </a:lnTo>
                  <a:lnTo>
                    <a:pt x="165017" y="3938"/>
                  </a:lnTo>
                  <a:lnTo>
                    <a:pt x="172875" y="4000"/>
                  </a:lnTo>
                  <a:lnTo>
                    <a:pt x="180733" y="4059"/>
                  </a:lnTo>
                  <a:lnTo>
                    <a:pt x="188591" y="4119"/>
                  </a:lnTo>
                  <a:lnTo>
                    <a:pt x="196449" y="4176"/>
                  </a:lnTo>
                  <a:lnTo>
                    <a:pt x="204307" y="4243"/>
                  </a:lnTo>
                  <a:lnTo>
                    <a:pt x="212165" y="4301"/>
                  </a:lnTo>
                  <a:lnTo>
                    <a:pt x="220023" y="4345"/>
                  </a:lnTo>
                  <a:lnTo>
                    <a:pt x="227881" y="4380"/>
                  </a:lnTo>
                  <a:lnTo>
                    <a:pt x="235739" y="4412"/>
                  </a:lnTo>
                  <a:lnTo>
                    <a:pt x="243597" y="4455"/>
                  </a:lnTo>
                  <a:lnTo>
                    <a:pt x="251455" y="4535"/>
                  </a:lnTo>
                  <a:lnTo>
                    <a:pt x="259313" y="4605"/>
                  </a:lnTo>
                  <a:lnTo>
                    <a:pt x="267171" y="4678"/>
                  </a:lnTo>
                  <a:lnTo>
                    <a:pt x="275029" y="4732"/>
                  </a:lnTo>
                  <a:lnTo>
                    <a:pt x="282887" y="4776"/>
                  </a:lnTo>
                  <a:lnTo>
                    <a:pt x="290745" y="4814"/>
                  </a:lnTo>
                  <a:lnTo>
                    <a:pt x="298603" y="4855"/>
                  </a:lnTo>
                  <a:lnTo>
                    <a:pt x="306461" y="4926"/>
                  </a:lnTo>
                  <a:lnTo>
                    <a:pt x="314319" y="4979"/>
                  </a:lnTo>
                  <a:lnTo>
                    <a:pt x="322177" y="4982"/>
                  </a:lnTo>
                  <a:lnTo>
                    <a:pt x="330035" y="5033"/>
                  </a:lnTo>
                  <a:lnTo>
                    <a:pt x="337893" y="5058"/>
                  </a:lnTo>
                  <a:lnTo>
                    <a:pt x="345751" y="5097"/>
                  </a:lnTo>
                  <a:lnTo>
                    <a:pt x="353609" y="5124"/>
                  </a:lnTo>
                  <a:lnTo>
                    <a:pt x="361467" y="5150"/>
                  </a:lnTo>
                  <a:lnTo>
                    <a:pt x="369325" y="5204"/>
                  </a:lnTo>
                  <a:lnTo>
                    <a:pt x="377183" y="5243"/>
                  </a:lnTo>
                  <a:lnTo>
                    <a:pt x="385041" y="5265"/>
                  </a:lnTo>
                  <a:lnTo>
                    <a:pt x="392899" y="5298"/>
                  </a:lnTo>
                  <a:lnTo>
                    <a:pt x="400757" y="5329"/>
                  </a:lnTo>
                  <a:lnTo>
                    <a:pt x="408615" y="5358"/>
                  </a:lnTo>
                  <a:lnTo>
                    <a:pt x="416473" y="5361"/>
                  </a:lnTo>
                  <a:lnTo>
                    <a:pt x="424331" y="5378"/>
                  </a:lnTo>
                  <a:lnTo>
                    <a:pt x="432189" y="5402"/>
                  </a:lnTo>
                  <a:lnTo>
                    <a:pt x="440047" y="5393"/>
                  </a:lnTo>
                  <a:lnTo>
                    <a:pt x="447905" y="5391"/>
                  </a:lnTo>
                  <a:lnTo>
                    <a:pt x="455763" y="5424"/>
                  </a:lnTo>
                  <a:lnTo>
                    <a:pt x="463621" y="5448"/>
                  </a:lnTo>
                  <a:lnTo>
                    <a:pt x="471479" y="5482"/>
                  </a:lnTo>
                  <a:lnTo>
                    <a:pt x="479337" y="5499"/>
                  </a:lnTo>
                  <a:lnTo>
                    <a:pt x="487195" y="5500"/>
                  </a:lnTo>
                  <a:lnTo>
                    <a:pt x="495053" y="5540"/>
                  </a:lnTo>
                  <a:lnTo>
                    <a:pt x="502911" y="5605"/>
                  </a:lnTo>
                  <a:lnTo>
                    <a:pt x="510769" y="5640"/>
                  </a:lnTo>
                  <a:lnTo>
                    <a:pt x="518627" y="5666"/>
                  </a:lnTo>
                  <a:lnTo>
                    <a:pt x="526485" y="5673"/>
                  </a:lnTo>
                  <a:lnTo>
                    <a:pt x="534343" y="5695"/>
                  </a:lnTo>
                  <a:lnTo>
                    <a:pt x="542201" y="5750"/>
                  </a:lnTo>
                  <a:lnTo>
                    <a:pt x="550059" y="5794"/>
                  </a:lnTo>
                  <a:lnTo>
                    <a:pt x="557917" y="5786"/>
                  </a:lnTo>
                  <a:lnTo>
                    <a:pt x="565775" y="5784"/>
                  </a:lnTo>
                  <a:lnTo>
                    <a:pt x="573633" y="5803"/>
                  </a:lnTo>
                  <a:lnTo>
                    <a:pt x="581491" y="5828"/>
                  </a:lnTo>
                  <a:lnTo>
                    <a:pt x="589349" y="5849"/>
                  </a:lnTo>
                  <a:lnTo>
                    <a:pt x="597207" y="5855"/>
                  </a:lnTo>
                  <a:lnTo>
                    <a:pt x="605065" y="5889"/>
                  </a:lnTo>
                  <a:lnTo>
                    <a:pt x="612923" y="5878"/>
                  </a:lnTo>
                  <a:lnTo>
                    <a:pt x="620781" y="5838"/>
                  </a:lnTo>
                  <a:lnTo>
                    <a:pt x="628639" y="5856"/>
                  </a:lnTo>
                  <a:lnTo>
                    <a:pt x="636497" y="5886"/>
                  </a:lnTo>
                  <a:lnTo>
                    <a:pt x="644355" y="5877"/>
                  </a:lnTo>
                  <a:lnTo>
                    <a:pt x="652213" y="5860"/>
                  </a:lnTo>
                  <a:lnTo>
                    <a:pt x="660071" y="5851"/>
                  </a:lnTo>
                  <a:lnTo>
                    <a:pt x="667929" y="5838"/>
                  </a:lnTo>
                  <a:lnTo>
                    <a:pt x="675787" y="5828"/>
                  </a:lnTo>
                  <a:lnTo>
                    <a:pt x="683645" y="5831"/>
                  </a:lnTo>
                  <a:lnTo>
                    <a:pt x="691503" y="5820"/>
                  </a:lnTo>
                  <a:lnTo>
                    <a:pt x="699361" y="5808"/>
                  </a:lnTo>
                  <a:lnTo>
                    <a:pt x="707219" y="5814"/>
                  </a:lnTo>
                  <a:lnTo>
                    <a:pt x="715077" y="5836"/>
                  </a:lnTo>
                  <a:lnTo>
                    <a:pt x="722935" y="5811"/>
                  </a:lnTo>
                  <a:lnTo>
                    <a:pt x="730793" y="5761"/>
                  </a:lnTo>
                  <a:lnTo>
                    <a:pt x="738651" y="5750"/>
                  </a:lnTo>
                  <a:lnTo>
                    <a:pt x="746509" y="5740"/>
                  </a:lnTo>
                  <a:lnTo>
                    <a:pt x="754367" y="5724"/>
                  </a:lnTo>
                  <a:lnTo>
                    <a:pt x="762225" y="5711"/>
                  </a:lnTo>
                  <a:lnTo>
                    <a:pt x="770083" y="5678"/>
                  </a:lnTo>
                  <a:lnTo>
                    <a:pt x="777941" y="5637"/>
                  </a:lnTo>
                  <a:lnTo>
                    <a:pt x="785799" y="5618"/>
                  </a:lnTo>
                  <a:lnTo>
                    <a:pt x="793657" y="5597"/>
                  </a:lnTo>
                  <a:lnTo>
                    <a:pt x="801515" y="5585"/>
                  </a:lnTo>
                  <a:lnTo>
                    <a:pt x="809373" y="5565"/>
                  </a:lnTo>
                  <a:lnTo>
                    <a:pt x="817231" y="5557"/>
                  </a:lnTo>
                  <a:lnTo>
                    <a:pt x="825089" y="5545"/>
                  </a:lnTo>
                  <a:lnTo>
                    <a:pt x="832947" y="5529"/>
                  </a:lnTo>
                  <a:lnTo>
                    <a:pt x="840805" y="5503"/>
                  </a:lnTo>
                  <a:lnTo>
                    <a:pt x="848663" y="5503"/>
                  </a:lnTo>
                  <a:lnTo>
                    <a:pt x="856521" y="5496"/>
                  </a:lnTo>
                  <a:lnTo>
                    <a:pt x="864379" y="5487"/>
                  </a:lnTo>
                  <a:lnTo>
                    <a:pt x="872237" y="5501"/>
                  </a:lnTo>
                  <a:lnTo>
                    <a:pt x="880095" y="5525"/>
                  </a:lnTo>
                  <a:lnTo>
                    <a:pt x="887953" y="5515"/>
                  </a:lnTo>
                  <a:lnTo>
                    <a:pt x="895811" y="5510"/>
                  </a:lnTo>
                  <a:lnTo>
                    <a:pt x="903669" y="5499"/>
                  </a:lnTo>
                  <a:lnTo>
                    <a:pt x="911527" y="5495"/>
                  </a:lnTo>
                  <a:lnTo>
                    <a:pt x="919385" y="5488"/>
                  </a:lnTo>
                  <a:lnTo>
                    <a:pt x="927243" y="5478"/>
                  </a:lnTo>
                  <a:lnTo>
                    <a:pt x="935101" y="5438"/>
                  </a:lnTo>
                  <a:lnTo>
                    <a:pt x="942959" y="5404"/>
                  </a:lnTo>
                  <a:lnTo>
                    <a:pt x="950817" y="5423"/>
                  </a:lnTo>
                  <a:lnTo>
                    <a:pt x="958675" y="5411"/>
                  </a:lnTo>
                  <a:lnTo>
                    <a:pt x="966533" y="5374"/>
                  </a:lnTo>
                  <a:lnTo>
                    <a:pt x="974391" y="5330"/>
                  </a:lnTo>
                  <a:lnTo>
                    <a:pt x="982249" y="5294"/>
                  </a:lnTo>
                  <a:lnTo>
                    <a:pt x="990107" y="5281"/>
                  </a:lnTo>
                  <a:lnTo>
                    <a:pt x="997965" y="5268"/>
                  </a:lnTo>
                  <a:lnTo>
                    <a:pt x="1005823" y="5255"/>
                  </a:lnTo>
                  <a:lnTo>
                    <a:pt x="1013681" y="5220"/>
                  </a:lnTo>
                  <a:lnTo>
                    <a:pt x="1021539" y="5173"/>
                  </a:lnTo>
                  <a:lnTo>
                    <a:pt x="1029397" y="5157"/>
                  </a:lnTo>
                  <a:lnTo>
                    <a:pt x="1037254" y="5167"/>
                  </a:lnTo>
                  <a:lnTo>
                    <a:pt x="1045112" y="5146"/>
                  </a:lnTo>
                  <a:lnTo>
                    <a:pt x="1052970" y="5107"/>
                  </a:lnTo>
                  <a:lnTo>
                    <a:pt x="1060828" y="5075"/>
                  </a:lnTo>
                  <a:lnTo>
                    <a:pt x="1068686" y="5063"/>
                  </a:lnTo>
                  <a:lnTo>
                    <a:pt x="1076544" y="5002"/>
                  </a:lnTo>
                  <a:lnTo>
                    <a:pt x="1084402" y="4947"/>
                  </a:lnTo>
                  <a:lnTo>
                    <a:pt x="1092260" y="4922"/>
                  </a:lnTo>
                  <a:lnTo>
                    <a:pt x="1100118" y="4918"/>
                  </a:lnTo>
                  <a:lnTo>
                    <a:pt x="1107976" y="4911"/>
                  </a:lnTo>
                  <a:lnTo>
                    <a:pt x="1115834" y="4864"/>
                  </a:lnTo>
                  <a:lnTo>
                    <a:pt x="1123692" y="4843"/>
                  </a:lnTo>
                  <a:lnTo>
                    <a:pt x="1131550" y="4825"/>
                  </a:lnTo>
                  <a:lnTo>
                    <a:pt x="1139408" y="4808"/>
                  </a:lnTo>
                  <a:lnTo>
                    <a:pt x="1147266" y="4794"/>
                  </a:lnTo>
                  <a:lnTo>
                    <a:pt x="1155124" y="4788"/>
                  </a:lnTo>
                  <a:lnTo>
                    <a:pt x="1162982" y="4782"/>
                  </a:lnTo>
                  <a:lnTo>
                    <a:pt x="1170840" y="4777"/>
                  </a:lnTo>
                  <a:lnTo>
                    <a:pt x="1178698" y="4771"/>
                  </a:lnTo>
                  <a:lnTo>
                    <a:pt x="1186556" y="4765"/>
                  </a:lnTo>
                  <a:lnTo>
                    <a:pt x="1194414" y="4732"/>
                  </a:lnTo>
                  <a:lnTo>
                    <a:pt x="1202272" y="4668"/>
                  </a:lnTo>
                  <a:lnTo>
                    <a:pt x="1210130" y="4649"/>
                  </a:lnTo>
                  <a:lnTo>
                    <a:pt x="1217988" y="4630"/>
                  </a:lnTo>
                  <a:lnTo>
                    <a:pt x="1225846" y="4613"/>
                  </a:lnTo>
                  <a:lnTo>
                    <a:pt x="1233704" y="4595"/>
                  </a:lnTo>
                  <a:lnTo>
                    <a:pt x="1241562" y="4577"/>
                  </a:lnTo>
                  <a:lnTo>
                    <a:pt x="1249420" y="4559"/>
                  </a:lnTo>
                  <a:lnTo>
                    <a:pt x="1257278" y="4541"/>
                  </a:lnTo>
                  <a:lnTo>
                    <a:pt x="1265136" y="4523"/>
                  </a:lnTo>
                  <a:lnTo>
                    <a:pt x="1272994" y="4505"/>
                  </a:lnTo>
                  <a:lnTo>
                    <a:pt x="1280852" y="4482"/>
                  </a:lnTo>
                  <a:lnTo>
                    <a:pt x="1288710" y="4443"/>
                  </a:lnTo>
                  <a:lnTo>
                    <a:pt x="1296568" y="4402"/>
                  </a:lnTo>
                  <a:lnTo>
                    <a:pt x="1304426" y="4355"/>
                  </a:lnTo>
                  <a:lnTo>
                    <a:pt x="1312284" y="4307"/>
                  </a:lnTo>
                  <a:lnTo>
                    <a:pt x="1320142" y="4260"/>
                  </a:lnTo>
                  <a:lnTo>
                    <a:pt x="1328000" y="4229"/>
                  </a:lnTo>
                  <a:lnTo>
                    <a:pt x="1335858" y="4207"/>
                  </a:lnTo>
                  <a:lnTo>
                    <a:pt x="1343716" y="4168"/>
                  </a:lnTo>
                  <a:lnTo>
                    <a:pt x="1351574" y="4134"/>
                  </a:lnTo>
                  <a:lnTo>
                    <a:pt x="1359432" y="4118"/>
                  </a:lnTo>
                  <a:lnTo>
                    <a:pt x="1367290" y="4094"/>
                  </a:lnTo>
                  <a:lnTo>
                    <a:pt x="1375148" y="4037"/>
                  </a:lnTo>
                  <a:lnTo>
                    <a:pt x="1383006" y="4001"/>
                  </a:lnTo>
                  <a:lnTo>
                    <a:pt x="1390864" y="3967"/>
                  </a:lnTo>
                  <a:lnTo>
                    <a:pt x="1398722" y="3929"/>
                  </a:lnTo>
                  <a:lnTo>
                    <a:pt x="1406580" y="3880"/>
                  </a:lnTo>
                  <a:lnTo>
                    <a:pt x="1414438" y="3841"/>
                  </a:lnTo>
                  <a:lnTo>
                    <a:pt x="1422296" y="3777"/>
                  </a:lnTo>
                  <a:lnTo>
                    <a:pt x="1430154" y="3723"/>
                  </a:lnTo>
                  <a:lnTo>
                    <a:pt x="1438012" y="3682"/>
                  </a:lnTo>
                  <a:lnTo>
                    <a:pt x="1445870" y="3641"/>
                  </a:lnTo>
                  <a:lnTo>
                    <a:pt x="1453728" y="3599"/>
                  </a:lnTo>
                  <a:lnTo>
                    <a:pt x="1461586" y="3558"/>
                  </a:lnTo>
                  <a:lnTo>
                    <a:pt x="1469444" y="3516"/>
                  </a:lnTo>
                  <a:lnTo>
                    <a:pt x="1477302" y="3450"/>
                  </a:lnTo>
                  <a:lnTo>
                    <a:pt x="1485160" y="3380"/>
                  </a:lnTo>
                  <a:lnTo>
                    <a:pt x="1493018" y="3340"/>
                  </a:lnTo>
                  <a:lnTo>
                    <a:pt x="1500876" y="3328"/>
                  </a:lnTo>
                  <a:lnTo>
                    <a:pt x="1508734" y="3307"/>
                  </a:lnTo>
                  <a:lnTo>
                    <a:pt x="1516592" y="3264"/>
                  </a:lnTo>
                  <a:lnTo>
                    <a:pt x="1524450" y="3223"/>
                  </a:lnTo>
                  <a:lnTo>
                    <a:pt x="1532308" y="3182"/>
                  </a:lnTo>
                  <a:lnTo>
                    <a:pt x="1540166" y="3141"/>
                  </a:lnTo>
                  <a:lnTo>
                    <a:pt x="1548024" y="3100"/>
                  </a:lnTo>
                  <a:lnTo>
                    <a:pt x="1555882" y="3093"/>
                  </a:lnTo>
                  <a:lnTo>
                    <a:pt x="1563740" y="3094"/>
                  </a:lnTo>
                  <a:lnTo>
                    <a:pt x="1571598" y="3094"/>
                  </a:lnTo>
                  <a:lnTo>
                    <a:pt x="1579456" y="3091"/>
                  </a:lnTo>
                  <a:lnTo>
                    <a:pt x="1587314" y="3030"/>
                  </a:lnTo>
                  <a:lnTo>
                    <a:pt x="1595172" y="2969"/>
                  </a:lnTo>
                  <a:lnTo>
                    <a:pt x="1603030" y="2908"/>
                  </a:lnTo>
                  <a:lnTo>
                    <a:pt x="1610888" y="2845"/>
                  </a:lnTo>
                  <a:lnTo>
                    <a:pt x="1618746" y="2766"/>
                  </a:lnTo>
                  <a:lnTo>
                    <a:pt x="1626604" y="2688"/>
                  </a:lnTo>
                  <a:lnTo>
                    <a:pt x="1634462" y="2643"/>
                  </a:lnTo>
                  <a:lnTo>
                    <a:pt x="1642320" y="2591"/>
                  </a:lnTo>
                  <a:lnTo>
                    <a:pt x="1650178" y="2535"/>
                  </a:lnTo>
                  <a:lnTo>
                    <a:pt x="1658036" y="2471"/>
                  </a:lnTo>
                  <a:lnTo>
                    <a:pt x="1665894" y="2408"/>
                  </a:lnTo>
                  <a:lnTo>
                    <a:pt x="1673752" y="2344"/>
                  </a:lnTo>
                  <a:lnTo>
                    <a:pt x="1681610" y="2280"/>
                  </a:lnTo>
                  <a:lnTo>
                    <a:pt x="1689468" y="2216"/>
                  </a:lnTo>
                  <a:lnTo>
                    <a:pt x="1697326" y="2152"/>
                  </a:lnTo>
                  <a:lnTo>
                    <a:pt x="1705184" y="2107"/>
                  </a:lnTo>
                  <a:lnTo>
                    <a:pt x="1713042" y="2073"/>
                  </a:lnTo>
                  <a:lnTo>
                    <a:pt x="1720900" y="2039"/>
                  </a:lnTo>
                  <a:lnTo>
                    <a:pt x="1728758" y="2005"/>
                  </a:lnTo>
                  <a:lnTo>
                    <a:pt x="1736616" y="1971"/>
                  </a:lnTo>
                  <a:lnTo>
                    <a:pt x="1744474" y="1911"/>
                  </a:lnTo>
                  <a:lnTo>
                    <a:pt x="1752332" y="1849"/>
                  </a:lnTo>
                  <a:lnTo>
                    <a:pt x="1760190" y="1788"/>
                  </a:lnTo>
                  <a:lnTo>
                    <a:pt x="1768048" y="1727"/>
                  </a:lnTo>
                  <a:lnTo>
                    <a:pt x="1775906" y="1666"/>
                  </a:lnTo>
                  <a:lnTo>
                    <a:pt x="1783764" y="1605"/>
                  </a:lnTo>
                  <a:lnTo>
                    <a:pt x="1791622" y="1543"/>
                  </a:lnTo>
                  <a:lnTo>
                    <a:pt x="1799480" y="1500"/>
                  </a:lnTo>
                  <a:lnTo>
                    <a:pt x="1807338" y="1474"/>
                  </a:lnTo>
                  <a:lnTo>
                    <a:pt x="1815196" y="1448"/>
                  </a:lnTo>
                  <a:lnTo>
                    <a:pt x="1823054" y="1385"/>
                  </a:lnTo>
                  <a:lnTo>
                    <a:pt x="1830912" y="1310"/>
                  </a:lnTo>
                  <a:lnTo>
                    <a:pt x="1838770" y="1272"/>
                  </a:lnTo>
                  <a:lnTo>
                    <a:pt x="1846628" y="1259"/>
                  </a:lnTo>
                  <a:lnTo>
                    <a:pt x="1854486" y="1223"/>
                  </a:lnTo>
                  <a:lnTo>
                    <a:pt x="1862344" y="1153"/>
                  </a:lnTo>
                  <a:lnTo>
                    <a:pt x="1870202" y="1083"/>
                  </a:lnTo>
                  <a:lnTo>
                    <a:pt x="1878060" y="1013"/>
                  </a:lnTo>
                  <a:lnTo>
                    <a:pt x="1885918" y="943"/>
                  </a:lnTo>
                  <a:lnTo>
                    <a:pt x="1893776" y="873"/>
                  </a:lnTo>
                  <a:lnTo>
                    <a:pt x="1901634" y="822"/>
                  </a:lnTo>
                  <a:lnTo>
                    <a:pt x="1909492" y="782"/>
                  </a:lnTo>
                  <a:lnTo>
                    <a:pt x="1917350" y="743"/>
                  </a:lnTo>
                  <a:lnTo>
                    <a:pt x="1925208" y="703"/>
                  </a:lnTo>
                  <a:lnTo>
                    <a:pt x="1933066" y="664"/>
                  </a:lnTo>
                  <a:lnTo>
                    <a:pt x="1940924" y="624"/>
                  </a:lnTo>
                  <a:lnTo>
                    <a:pt x="1948782" y="584"/>
                  </a:lnTo>
                  <a:lnTo>
                    <a:pt x="1956640" y="544"/>
                  </a:lnTo>
                  <a:lnTo>
                    <a:pt x="1964498" y="505"/>
                  </a:lnTo>
                  <a:lnTo>
                    <a:pt x="1972356" y="452"/>
                  </a:lnTo>
                  <a:lnTo>
                    <a:pt x="1980214" y="396"/>
                  </a:lnTo>
                  <a:lnTo>
                    <a:pt x="1988072" y="340"/>
                  </a:lnTo>
                  <a:lnTo>
                    <a:pt x="1995930" y="284"/>
                  </a:lnTo>
                  <a:lnTo>
                    <a:pt x="2003788" y="227"/>
                  </a:lnTo>
                  <a:lnTo>
                    <a:pt x="2011646" y="170"/>
                  </a:lnTo>
                  <a:lnTo>
                    <a:pt x="2019504" y="114"/>
                  </a:lnTo>
                  <a:lnTo>
                    <a:pt x="2027362" y="57"/>
                  </a:lnTo>
                  <a:lnTo>
                    <a:pt x="2035220" y="0"/>
                  </a:lnTo>
                  <a:lnTo>
                    <a:pt x="2035220" y="18410"/>
                  </a:lnTo>
                  <a:lnTo>
                    <a:pt x="2027362" y="18386"/>
                  </a:lnTo>
                  <a:lnTo>
                    <a:pt x="2019504" y="18361"/>
                  </a:lnTo>
                  <a:lnTo>
                    <a:pt x="2011646" y="18337"/>
                  </a:lnTo>
                  <a:lnTo>
                    <a:pt x="2003788" y="18316"/>
                  </a:lnTo>
                  <a:lnTo>
                    <a:pt x="1995930" y="18298"/>
                  </a:lnTo>
                  <a:lnTo>
                    <a:pt x="1988072" y="18280"/>
                  </a:lnTo>
                  <a:lnTo>
                    <a:pt x="1980214" y="18262"/>
                  </a:lnTo>
                  <a:lnTo>
                    <a:pt x="1972356" y="18244"/>
                  </a:lnTo>
                  <a:lnTo>
                    <a:pt x="1964498" y="18226"/>
                  </a:lnTo>
                  <a:lnTo>
                    <a:pt x="1956640" y="18203"/>
                  </a:lnTo>
                  <a:lnTo>
                    <a:pt x="1948782" y="18175"/>
                  </a:lnTo>
                  <a:lnTo>
                    <a:pt x="1940924" y="18145"/>
                  </a:lnTo>
                  <a:lnTo>
                    <a:pt x="1933066" y="18116"/>
                  </a:lnTo>
                  <a:lnTo>
                    <a:pt x="1925208" y="18087"/>
                  </a:lnTo>
                  <a:lnTo>
                    <a:pt x="1917350" y="18057"/>
                  </a:lnTo>
                  <a:lnTo>
                    <a:pt x="1909492" y="18029"/>
                  </a:lnTo>
                  <a:lnTo>
                    <a:pt x="1901634" y="18008"/>
                  </a:lnTo>
                  <a:lnTo>
                    <a:pt x="1893776" y="17987"/>
                  </a:lnTo>
                  <a:lnTo>
                    <a:pt x="1885918" y="17963"/>
                  </a:lnTo>
                  <a:lnTo>
                    <a:pt x="1878060" y="17936"/>
                  </a:lnTo>
                  <a:lnTo>
                    <a:pt x="1870202" y="17908"/>
                  </a:lnTo>
                  <a:lnTo>
                    <a:pt x="1862344" y="17881"/>
                  </a:lnTo>
                  <a:lnTo>
                    <a:pt x="1854486" y="17853"/>
                  </a:lnTo>
                  <a:lnTo>
                    <a:pt x="1846628" y="17825"/>
                  </a:lnTo>
                  <a:lnTo>
                    <a:pt x="1838770" y="17797"/>
                  </a:lnTo>
                  <a:lnTo>
                    <a:pt x="1830912" y="17769"/>
                  </a:lnTo>
                  <a:lnTo>
                    <a:pt x="1823054" y="17742"/>
                  </a:lnTo>
                  <a:lnTo>
                    <a:pt x="1815196" y="17720"/>
                  </a:lnTo>
                  <a:lnTo>
                    <a:pt x="1807338" y="17698"/>
                  </a:lnTo>
                  <a:lnTo>
                    <a:pt x="1799480" y="17676"/>
                  </a:lnTo>
                  <a:lnTo>
                    <a:pt x="1791622" y="17653"/>
                  </a:lnTo>
                  <a:lnTo>
                    <a:pt x="1783764" y="17631"/>
                  </a:lnTo>
                  <a:lnTo>
                    <a:pt x="1775906" y="17608"/>
                  </a:lnTo>
                  <a:lnTo>
                    <a:pt x="1768048" y="17585"/>
                  </a:lnTo>
                  <a:lnTo>
                    <a:pt x="1760190" y="17562"/>
                  </a:lnTo>
                  <a:lnTo>
                    <a:pt x="1752332" y="17539"/>
                  </a:lnTo>
                  <a:lnTo>
                    <a:pt x="1744474" y="17516"/>
                  </a:lnTo>
                  <a:lnTo>
                    <a:pt x="1736616" y="17493"/>
                  </a:lnTo>
                  <a:lnTo>
                    <a:pt x="1728758" y="17470"/>
                  </a:lnTo>
                  <a:lnTo>
                    <a:pt x="1720900" y="17446"/>
                  </a:lnTo>
                  <a:lnTo>
                    <a:pt x="1713042" y="17422"/>
                  </a:lnTo>
                  <a:lnTo>
                    <a:pt x="1705184" y="17392"/>
                  </a:lnTo>
                  <a:lnTo>
                    <a:pt x="1697326" y="17362"/>
                  </a:lnTo>
                  <a:lnTo>
                    <a:pt x="1689468" y="17332"/>
                  </a:lnTo>
                  <a:lnTo>
                    <a:pt x="1681610" y="17301"/>
                  </a:lnTo>
                  <a:lnTo>
                    <a:pt x="1673752" y="17271"/>
                  </a:lnTo>
                  <a:lnTo>
                    <a:pt x="1665894" y="17240"/>
                  </a:lnTo>
                  <a:lnTo>
                    <a:pt x="1658036" y="17209"/>
                  </a:lnTo>
                  <a:lnTo>
                    <a:pt x="1650178" y="17178"/>
                  </a:lnTo>
                  <a:lnTo>
                    <a:pt x="1642320" y="17147"/>
                  </a:lnTo>
                  <a:lnTo>
                    <a:pt x="1634462" y="17116"/>
                  </a:lnTo>
                  <a:lnTo>
                    <a:pt x="1626604" y="17084"/>
                  </a:lnTo>
                  <a:lnTo>
                    <a:pt x="1618746" y="17053"/>
                  </a:lnTo>
                  <a:lnTo>
                    <a:pt x="1610888" y="17021"/>
                  </a:lnTo>
                  <a:lnTo>
                    <a:pt x="1603030" y="16989"/>
                  </a:lnTo>
                  <a:lnTo>
                    <a:pt x="1595172" y="16957"/>
                  </a:lnTo>
                  <a:lnTo>
                    <a:pt x="1587314" y="16928"/>
                  </a:lnTo>
                  <a:lnTo>
                    <a:pt x="1579456" y="16903"/>
                  </a:lnTo>
                  <a:lnTo>
                    <a:pt x="1571598" y="16878"/>
                  </a:lnTo>
                  <a:lnTo>
                    <a:pt x="1563740" y="16847"/>
                  </a:lnTo>
                  <a:lnTo>
                    <a:pt x="1555882" y="16814"/>
                  </a:lnTo>
                  <a:lnTo>
                    <a:pt x="1548024" y="16781"/>
                  </a:lnTo>
                  <a:lnTo>
                    <a:pt x="1540166" y="16752"/>
                  </a:lnTo>
                  <a:lnTo>
                    <a:pt x="1532308" y="16720"/>
                  </a:lnTo>
                  <a:lnTo>
                    <a:pt x="1524450" y="16687"/>
                  </a:lnTo>
                  <a:lnTo>
                    <a:pt x="1516592" y="16654"/>
                  </a:lnTo>
                  <a:lnTo>
                    <a:pt x="1508734" y="16628"/>
                  </a:lnTo>
                  <a:lnTo>
                    <a:pt x="1500876" y="16608"/>
                  </a:lnTo>
                  <a:lnTo>
                    <a:pt x="1493018" y="16576"/>
                  </a:lnTo>
                  <a:lnTo>
                    <a:pt x="1485160" y="16542"/>
                  </a:lnTo>
                  <a:lnTo>
                    <a:pt x="1477302" y="16507"/>
                  </a:lnTo>
                  <a:lnTo>
                    <a:pt x="1469444" y="16472"/>
                  </a:lnTo>
                  <a:lnTo>
                    <a:pt x="1461586" y="16438"/>
                  </a:lnTo>
                  <a:lnTo>
                    <a:pt x="1453728" y="16409"/>
                  </a:lnTo>
                  <a:lnTo>
                    <a:pt x="1445870" y="16381"/>
                  </a:lnTo>
                  <a:lnTo>
                    <a:pt x="1438012" y="16353"/>
                  </a:lnTo>
                  <a:lnTo>
                    <a:pt x="1430154" y="16324"/>
                  </a:lnTo>
                  <a:lnTo>
                    <a:pt x="1422296" y="16295"/>
                  </a:lnTo>
                  <a:lnTo>
                    <a:pt x="1414438" y="16266"/>
                  </a:lnTo>
                  <a:lnTo>
                    <a:pt x="1406580" y="16237"/>
                  </a:lnTo>
                  <a:lnTo>
                    <a:pt x="1398722" y="16207"/>
                  </a:lnTo>
                  <a:lnTo>
                    <a:pt x="1390864" y="16178"/>
                  </a:lnTo>
                  <a:lnTo>
                    <a:pt x="1383006" y="16148"/>
                  </a:lnTo>
                  <a:lnTo>
                    <a:pt x="1375148" y="16111"/>
                  </a:lnTo>
                  <a:lnTo>
                    <a:pt x="1367290" y="16074"/>
                  </a:lnTo>
                  <a:lnTo>
                    <a:pt x="1359432" y="16036"/>
                  </a:lnTo>
                  <a:lnTo>
                    <a:pt x="1351574" y="15999"/>
                  </a:lnTo>
                  <a:lnTo>
                    <a:pt x="1343716" y="15970"/>
                  </a:lnTo>
                  <a:lnTo>
                    <a:pt x="1335858" y="15943"/>
                  </a:lnTo>
                  <a:lnTo>
                    <a:pt x="1328000" y="15906"/>
                  </a:lnTo>
                  <a:lnTo>
                    <a:pt x="1320142" y="15869"/>
                  </a:lnTo>
                  <a:lnTo>
                    <a:pt x="1312284" y="15831"/>
                  </a:lnTo>
                  <a:lnTo>
                    <a:pt x="1304426" y="15794"/>
                  </a:lnTo>
                  <a:lnTo>
                    <a:pt x="1296568" y="15759"/>
                  </a:lnTo>
                  <a:lnTo>
                    <a:pt x="1288710" y="15726"/>
                  </a:lnTo>
                  <a:lnTo>
                    <a:pt x="1280852" y="15685"/>
                  </a:lnTo>
                  <a:lnTo>
                    <a:pt x="1272994" y="15656"/>
                  </a:lnTo>
                  <a:lnTo>
                    <a:pt x="1265136" y="15635"/>
                  </a:lnTo>
                  <a:lnTo>
                    <a:pt x="1257278" y="15610"/>
                  </a:lnTo>
                  <a:lnTo>
                    <a:pt x="1249420" y="15565"/>
                  </a:lnTo>
                  <a:lnTo>
                    <a:pt x="1241562" y="15519"/>
                  </a:lnTo>
                  <a:lnTo>
                    <a:pt x="1233704" y="15473"/>
                  </a:lnTo>
                  <a:lnTo>
                    <a:pt x="1225846" y="15441"/>
                  </a:lnTo>
                  <a:lnTo>
                    <a:pt x="1217988" y="15411"/>
                  </a:lnTo>
                  <a:lnTo>
                    <a:pt x="1210130" y="15382"/>
                  </a:lnTo>
                  <a:lnTo>
                    <a:pt x="1202272" y="15346"/>
                  </a:lnTo>
                  <a:lnTo>
                    <a:pt x="1194414" y="15308"/>
                  </a:lnTo>
                  <a:lnTo>
                    <a:pt x="1186556" y="15284"/>
                  </a:lnTo>
                  <a:lnTo>
                    <a:pt x="1178698" y="15241"/>
                  </a:lnTo>
                  <a:lnTo>
                    <a:pt x="1170840" y="15212"/>
                  </a:lnTo>
                  <a:lnTo>
                    <a:pt x="1162982" y="15186"/>
                  </a:lnTo>
                  <a:lnTo>
                    <a:pt x="1155124" y="15161"/>
                  </a:lnTo>
                  <a:lnTo>
                    <a:pt x="1147266" y="15136"/>
                  </a:lnTo>
                  <a:lnTo>
                    <a:pt x="1139408" y="15112"/>
                  </a:lnTo>
                  <a:lnTo>
                    <a:pt x="1131550" y="15082"/>
                  </a:lnTo>
                  <a:lnTo>
                    <a:pt x="1123692" y="15050"/>
                  </a:lnTo>
                  <a:lnTo>
                    <a:pt x="1115834" y="15008"/>
                  </a:lnTo>
                  <a:lnTo>
                    <a:pt x="1107976" y="14964"/>
                  </a:lnTo>
                  <a:lnTo>
                    <a:pt x="1100118" y="14926"/>
                  </a:lnTo>
                  <a:lnTo>
                    <a:pt x="1092260" y="14896"/>
                  </a:lnTo>
                  <a:lnTo>
                    <a:pt x="1084402" y="14851"/>
                  </a:lnTo>
                  <a:lnTo>
                    <a:pt x="1076544" y="14800"/>
                  </a:lnTo>
                  <a:lnTo>
                    <a:pt x="1068686" y="14751"/>
                  </a:lnTo>
                  <a:lnTo>
                    <a:pt x="1060828" y="14720"/>
                  </a:lnTo>
                  <a:lnTo>
                    <a:pt x="1052970" y="14677"/>
                  </a:lnTo>
                  <a:lnTo>
                    <a:pt x="1045112" y="14640"/>
                  </a:lnTo>
                  <a:lnTo>
                    <a:pt x="1037254" y="14586"/>
                  </a:lnTo>
                  <a:lnTo>
                    <a:pt x="1029397" y="14535"/>
                  </a:lnTo>
                  <a:lnTo>
                    <a:pt x="1021539" y="14508"/>
                  </a:lnTo>
                  <a:lnTo>
                    <a:pt x="1013681" y="14482"/>
                  </a:lnTo>
                  <a:lnTo>
                    <a:pt x="1005823" y="14454"/>
                  </a:lnTo>
                  <a:lnTo>
                    <a:pt x="997965" y="14428"/>
                  </a:lnTo>
                  <a:lnTo>
                    <a:pt x="990107" y="14394"/>
                  </a:lnTo>
                  <a:lnTo>
                    <a:pt x="982249" y="14358"/>
                  </a:lnTo>
                  <a:lnTo>
                    <a:pt x="974391" y="14322"/>
                  </a:lnTo>
                  <a:lnTo>
                    <a:pt x="966533" y="14278"/>
                  </a:lnTo>
                  <a:lnTo>
                    <a:pt x="958675" y="14220"/>
                  </a:lnTo>
                  <a:lnTo>
                    <a:pt x="950817" y="14162"/>
                  </a:lnTo>
                  <a:lnTo>
                    <a:pt x="942959" y="14129"/>
                  </a:lnTo>
                  <a:lnTo>
                    <a:pt x="935101" y="14110"/>
                  </a:lnTo>
                  <a:lnTo>
                    <a:pt x="927243" y="14090"/>
                  </a:lnTo>
                  <a:lnTo>
                    <a:pt x="919385" y="14065"/>
                  </a:lnTo>
                  <a:lnTo>
                    <a:pt x="911527" y="14028"/>
                  </a:lnTo>
                  <a:lnTo>
                    <a:pt x="903669" y="13991"/>
                  </a:lnTo>
                  <a:lnTo>
                    <a:pt x="895811" y="13953"/>
                  </a:lnTo>
                  <a:lnTo>
                    <a:pt x="887953" y="13915"/>
                  </a:lnTo>
                  <a:lnTo>
                    <a:pt x="880095" y="13877"/>
                  </a:lnTo>
                  <a:lnTo>
                    <a:pt x="872237" y="13839"/>
                  </a:lnTo>
                  <a:lnTo>
                    <a:pt x="864379" y="13799"/>
                  </a:lnTo>
                  <a:lnTo>
                    <a:pt x="856521" y="13759"/>
                  </a:lnTo>
                  <a:lnTo>
                    <a:pt x="848663" y="13738"/>
                  </a:lnTo>
                  <a:lnTo>
                    <a:pt x="840805" y="13717"/>
                  </a:lnTo>
                  <a:lnTo>
                    <a:pt x="832947" y="13692"/>
                  </a:lnTo>
                  <a:lnTo>
                    <a:pt x="825089" y="13646"/>
                  </a:lnTo>
                  <a:lnTo>
                    <a:pt x="817231" y="13600"/>
                  </a:lnTo>
                  <a:lnTo>
                    <a:pt x="809373" y="13553"/>
                  </a:lnTo>
                  <a:lnTo>
                    <a:pt x="801515" y="13545"/>
                  </a:lnTo>
                  <a:lnTo>
                    <a:pt x="793657" y="13503"/>
                  </a:lnTo>
                  <a:lnTo>
                    <a:pt x="785799" y="13470"/>
                  </a:lnTo>
                  <a:lnTo>
                    <a:pt x="777941" y="13449"/>
                  </a:lnTo>
                  <a:lnTo>
                    <a:pt x="770083" y="13409"/>
                  </a:lnTo>
                  <a:lnTo>
                    <a:pt x="762225" y="13370"/>
                  </a:lnTo>
                  <a:lnTo>
                    <a:pt x="754367" y="13345"/>
                  </a:lnTo>
                  <a:lnTo>
                    <a:pt x="746509" y="13314"/>
                  </a:lnTo>
                  <a:lnTo>
                    <a:pt x="738651" y="13281"/>
                  </a:lnTo>
                  <a:lnTo>
                    <a:pt x="730793" y="13261"/>
                  </a:lnTo>
                  <a:lnTo>
                    <a:pt x="722935" y="13237"/>
                  </a:lnTo>
                  <a:lnTo>
                    <a:pt x="715077" y="13222"/>
                  </a:lnTo>
                  <a:lnTo>
                    <a:pt x="707219" y="13187"/>
                  </a:lnTo>
                  <a:lnTo>
                    <a:pt x="699361" y="13175"/>
                  </a:lnTo>
                  <a:lnTo>
                    <a:pt x="691503" y="13143"/>
                  </a:lnTo>
                  <a:lnTo>
                    <a:pt x="683645" y="13131"/>
                  </a:lnTo>
                  <a:lnTo>
                    <a:pt x="675787" y="13104"/>
                  </a:lnTo>
                  <a:lnTo>
                    <a:pt x="667929" y="13069"/>
                  </a:lnTo>
                  <a:lnTo>
                    <a:pt x="660071" y="13031"/>
                  </a:lnTo>
                  <a:lnTo>
                    <a:pt x="652213" y="13005"/>
                  </a:lnTo>
                  <a:lnTo>
                    <a:pt x="644355" y="12987"/>
                  </a:lnTo>
                  <a:lnTo>
                    <a:pt x="636497" y="12972"/>
                  </a:lnTo>
                  <a:lnTo>
                    <a:pt x="628639" y="12936"/>
                  </a:lnTo>
                  <a:lnTo>
                    <a:pt x="620781" y="12903"/>
                  </a:lnTo>
                  <a:lnTo>
                    <a:pt x="612923" y="12901"/>
                  </a:lnTo>
                  <a:lnTo>
                    <a:pt x="605065" y="12867"/>
                  </a:lnTo>
                  <a:lnTo>
                    <a:pt x="597207" y="12855"/>
                  </a:lnTo>
                  <a:lnTo>
                    <a:pt x="589349" y="12819"/>
                  </a:lnTo>
                  <a:lnTo>
                    <a:pt x="581491" y="12801"/>
                  </a:lnTo>
                  <a:lnTo>
                    <a:pt x="573633" y="12777"/>
                  </a:lnTo>
                  <a:lnTo>
                    <a:pt x="565775" y="12751"/>
                  </a:lnTo>
                  <a:lnTo>
                    <a:pt x="557917" y="12722"/>
                  </a:lnTo>
                  <a:lnTo>
                    <a:pt x="550059" y="12691"/>
                  </a:lnTo>
                  <a:lnTo>
                    <a:pt x="542201" y="12706"/>
                  </a:lnTo>
                  <a:lnTo>
                    <a:pt x="534343" y="12688"/>
                  </a:lnTo>
                  <a:lnTo>
                    <a:pt x="526485" y="12667"/>
                  </a:lnTo>
                  <a:lnTo>
                    <a:pt x="518627" y="12638"/>
                  </a:lnTo>
                  <a:lnTo>
                    <a:pt x="510769" y="12629"/>
                  </a:lnTo>
                  <a:lnTo>
                    <a:pt x="502911" y="12620"/>
                  </a:lnTo>
                  <a:lnTo>
                    <a:pt x="495053" y="12603"/>
                  </a:lnTo>
                  <a:lnTo>
                    <a:pt x="487195" y="12595"/>
                  </a:lnTo>
                  <a:lnTo>
                    <a:pt x="479337" y="12586"/>
                  </a:lnTo>
                  <a:lnTo>
                    <a:pt x="471479" y="12578"/>
                  </a:lnTo>
                  <a:lnTo>
                    <a:pt x="463621" y="12551"/>
                  </a:lnTo>
                  <a:lnTo>
                    <a:pt x="455763" y="12545"/>
                  </a:lnTo>
                  <a:lnTo>
                    <a:pt x="447905" y="12526"/>
                  </a:lnTo>
                  <a:lnTo>
                    <a:pt x="440047" y="12522"/>
                  </a:lnTo>
                  <a:lnTo>
                    <a:pt x="432189" y="12518"/>
                  </a:lnTo>
                  <a:lnTo>
                    <a:pt x="424331" y="12501"/>
                  </a:lnTo>
                  <a:lnTo>
                    <a:pt x="416473" y="12502"/>
                  </a:lnTo>
                  <a:lnTo>
                    <a:pt x="408615" y="12484"/>
                  </a:lnTo>
                  <a:lnTo>
                    <a:pt x="400757" y="12460"/>
                  </a:lnTo>
                  <a:lnTo>
                    <a:pt x="392899" y="12444"/>
                  </a:lnTo>
                  <a:lnTo>
                    <a:pt x="385041" y="12444"/>
                  </a:lnTo>
                  <a:lnTo>
                    <a:pt x="377183" y="12448"/>
                  </a:lnTo>
                  <a:lnTo>
                    <a:pt x="369325" y="12459"/>
                  </a:lnTo>
                  <a:lnTo>
                    <a:pt x="361467" y="12454"/>
                  </a:lnTo>
                  <a:lnTo>
                    <a:pt x="353609" y="12445"/>
                  </a:lnTo>
                  <a:lnTo>
                    <a:pt x="345751" y="12436"/>
                  </a:lnTo>
                  <a:lnTo>
                    <a:pt x="337893" y="12434"/>
                  </a:lnTo>
                  <a:lnTo>
                    <a:pt x="330035" y="12426"/>
                  </a:lnTo>
                  <a:lnTo>
                    <a:pt x="322177" y="12433"/>
                  </a:lnTo>
                  <a:lnTo>
                    <a:pt x="314319" y="12423"/>
                  </a:lnTo>
                  <a:lnTo>
                    <a:pt x="306461" y="12436"/>
                  </a:lnTo>
                  <a:lnTo>
                    <a:pt x="298603" y="12452"/>
                  </a:lnTo>
                  <a:lnTo>
                    <a:pt x="290745" y="12456"/>
                  </a:lnTo>
                  <a:lnTo>
                    <a:pt x="282887" y="12467"/>
                  </a:lnTo>
                  <a:lnTo>
                    <a:pt x="275029" y="12477"/>
                  </a:lnTo>
                  <a:lnTo>
                    <a:pt x="267171" y="12454"/>
                  </a:lnTo>
                  <a:lnTo>
                    <a:pt x="259313" y="12458"/>
                  </a:lnTo>
                  <a:lnTo>
                    <a:pt x="251455" y="12469"/>
                  </a:lnTo>
                  <a:lnTo>
                    <a:pt x="243597" y="12498"/>
                  </a:lnTo>
                  <a:lnTo>
                    <a:pt x="235739" y="12489"/>
                  </a:lnTo>
                  <a:lnTo>
                    <a:pt x="227881" y="12500"/>
                  </a:lnTo>
                  <a:lnTo>
                    <a:pt x="220023" y="12511"/>
                  </a:lnTo>
                  <a:lnTo>
                    <a:pt x="212165" y="12517"/>
                  </a:lnTo>
                  <a:lnTo>
                    <a:pt x="204307" y="12532"/>
                  </a:lnTo>
                  <a:lnTo>
                    <a:pt x="196449" y="12536"/>
                  </a:lnTo>
                  <a:lnTo>
                    <a:pt x="188591" y="12527"/>
                  </a:lnTo>
                  <a:lnTo>
                    <a:pt x="180733" y="12525"/>
                  </a:lnTo>
                  <a:lnTo>
                    <a:pt x="172875" y="12520"/>
                  </a:lnTo>
                  <a:lnTo>
                    <a:pt x="165017" y="12531"/>
                  </a:lnTo>
                  <a:lnTo>
                    <a:pt x="157159" y="12541"/>
                  </a:lnTo>
                  <a:lnTo>
                    <a:pt x="149301" y="12541"/>
                  </a:lnTo>
                  <a:lnTo>
                    <a:pt x="141443" y="12532"/>
                  </a:lnTo>
                  <a:lnTo>
                    <a:pt x="133585" y="12530"/>
                  </a:lnTo>
                  <a:lnTo>
                    <a:pt x="125727" y="12536"/>
                  </a:lnTo>
                  <a:lnTo>
                    <a:pt x="117869" y="12553"/>
                  </a:lnTo>
                  <a:lnTo>
                    <a:pt x="110011" y="12556"/>
                  </a:lnTo>
                  <a:lnTo>
                    <a:pt x="102153" y="12558"/>
                  </a:lnTo>
                  <a:lnTo>
                    <a:pt x="94295" y="12560"/>
                  </a:lnTo>
                  <a:lnTo>
                    <a:pt x="86437" y="12551"/>
                  </a:lnTo>
                  <a:lnTo>
                    <a:pt x="78579" y="12538"/>
                  </a:lnTo>
                  <a:lnTo>
                    <a:pt x="70721" y="12540"/>
                  </a:lnTo>
                  <a:lnTo>
                    <a:pt x="62863" y="12572"/>
                  </a:lnTo>
                  <a:lnTo>
                    <a:pt x="55005" y="12581"/>
                  </a:lnTo>
                  <a:lnTo>
                    <a:pt x="47147" y="12602"/>
                  </a:lnTo>
                  <a:lnTo>
                    <a:pt x="39289" y="12616"/>
                  </a:lnTo>
                  <a:lnTo>
                    <a:pt x="31431" y="12615"/>
                  </a:lnTo>
                  <a:lnTo>
                    <a:pt x="23573" y="12617"/>
                  </a:lnTo>
                  <a:lnTo>
                    <a:pt x="15715" y="12623"/>
                  </a:lnTo>
                  <a:lnTo>
                    <a:pt x="7857" y="12636"/>
                  </a:lnTo>
                  <a:lnTo>
                    <a:pt x="0" y="12636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1186414" y="4008366"/>
              <a:ext cx="2035220" cy="5889"/>
            </a:xfrm>
            <a:custGeom>
              <a:avLst/>
              <a:pathLst>
                <a:path w="2035220" h="5889">
                  <a:moveTo>
                    <a:pt x="0" y="2383"/>
                  </a:moveTo>
                  <a:lnTo>
                    <a:pt x="7857" y="2437"/>
                  </a:lnTo>
                  <a:lnTo>
                    <a:pt x="15715" y="2562"/>
                  </a:lnTo>
                  <a:lnTo>
                    <a:pt x="23573" y="2691"/>
                  </a:lnTo>
                  <a:lnTo>
                    <a:pt x="31431" y="2738"/>
                  </a:lnTo>
                  <a:lnTo>
                    <a:pt x="39289" y="2783"/>
                  </a:lnTo>
                  <a:lnTo>
                    <a:pt x="47147" y="2868"/>
                  </a:lnTo>
                  <a:lnTo>
                    <a:pt x="55005" y="2918"/>
                  </a:lnTo>
                  <a:lnTo>
                    <a:pt x="62863" y="2958"/>
                  </a:lnTo>
                  <a:lnTo>
                    <a:pt x="70721" y="3044"/>
                  </a:lnTo>
                  <a:lnTo>
                    <a:pt x="78579" y="3124"/>
                  </a:lnTo>
                  <a:lnTo>
                    <a:pt x="86437" y="3193"/>
                  </a:lnTo>
                  <a:lnTo>
                    <a:pt x="94295" y="3308"/>
                  </a:lnTo>
                  <a:lnTo>
                    <a:pt x="102153" y="3383"/>
                  </a:lnTo>
                  <a:lnTo>
                    <a:pt x="110011" y="3477"/>
                  </a:lnTo>
                  <a:lnTo>
                    <a:pt x="117869" y="3519"/>
                  </a:lnTo>
                  <a:lnTo>
                    <a:pt x="125727" y="3613"/>
                  </a:lnTo>
                  <a:lnTo>
                    <a:pt x="133585" y="3657"/>
                  </a:lnTo>
                  <a:lnTo>
                    <a:pt x="141443" y="3708"/>
                  </a:lnTo>
                  <a:lnTo>
                    <a:pt x="149301" y="3785"/>
                  </a:lnTo>
                  <a:lnTo>
                    <a:pt x="157159" y="3863"/>
                  </a:lnTo>
                  <a:lnTo>
                    <a:pt x="165017" y="3938"/>
                  </a:lnTo>
                  <a:lnTo>
                    <a:pt x="172875" y="4000"/>
                  </a:lnTo>
                  <a:lnTo>
                    <a:pt x="180733" y="4059"/>
                  </a:lnTo>
                  <a:lnTo>
                    <a:pt x="188591" y="4119"/>
                  </a:lnTo>
                  <a:lnTo>
                    <a:pt x="196449" y="4176"/>
                  </a:lnTo>
                  <a:lnTo>
                    <a:pt x="204307" y="4243"/>
                  </a:lnTo>
                  <a:lnTo>
                    <a:pt x="212165" y="4301"/>
                  </a:lnTo>
                  <a:lnTo>
                    <a:pt x="220023" y="4345"/>
                  </a:lnTo>
                  <a:lnTo>
                    <a:pt x="227881" y="4380"/>
                  </a:lnTo>
                  <a:lnTo>
                    <a:pt x="235739" y="4412"/>
                  </a:lnTo>
                  <a:lnTo>
                    <a:pt x="243597" y="4455"/>
                  </a:lnTo>
                  <a:lnTo>
                    <a:pt x="251455" y="4535"/>
                  </a:lnTo>
                  <a:lnTo>
                    <a:pt x="259313" y="4605"/>
                  </a:lnTo>
                  <a:lnTo>
                    <a:pt x="267171" y="4678"/>
                  </a:lnTo>
                  <a:lnTo>
                    <a:pt x="275029" y="4732"/>
                  </a:lnTo>
                  <a:lnTo>
                    <a:pt x="282887" y="4776"/>
                  </a:lnTo>
                  <a:lnTo>
                    <a:pt x="290745" y="4814"/>
                  </a:lnTo>
                  <a:lnTo>
                    <a:pt x="298603" y="4855"/>
                  </a:lnTo>
                  <a:lnTo>
                    <a:pt x="306461" y="4926"/>
                  </a:lnTo>
                  <a:lnTo>
                    <a:pt x="314319" y="4979"/>
                  </a:lnTo>
                  <a:lnTo>
                    <a:pt x="322177" y="4982"/>
                  </a:lnTo>
                  <a:lnTo>
                    <a:pt x="330035" y="5033"/>
                  </a:lnTo>
                  <a:lnTo>
                    <a:pt x="337893" y="5058"/>
                  </a:lnTo>
                  <a:lnTo>
                    <a:pt x="345751" y="5097"/>
                  </a:lnTo>
                  <a:lnTo>
                    <a:pt x="353609" y="5124"/>
                  </a:lnTo>
                  <a:lnTo>
                    <a:pt x="361467" y="5150"/>
                  </a:lnTo>
                  <a:lnTo>
                    <a:pt x="369325" y="5204"/>
                  </a:lnTo>
                  <a:lnTo>
                    <a:pt x="377183" y="5243"/>
                  </a:lnTo>
                  <a:lnTo>
                    <a:pt x="385041" y="5265"/>
                  </a:lnTo>
                  <a:lnTo>
                    <a:pt x="392899" y="5298"/>
                  </a:lnTo>
                  <a:lnTo>
                    <a:pt x="400757" y="5329"/>
                  </a:lnTo>
                  <a:lnTo>
                    <a:pt x="408615" y="5358"/>
                  </a:lnTo>
                  <a:lnTo>
                    <a:pt x="416473" y="5361"/>
                  </a:lnTo>
                  <a:lnTo>
                    <a:pt x="424331" y="5378"/>
                  </a:lnTo>
                  <a:lnTo>
                    <a:pt x="432189" y="5402"/>
                  </a:lnTo>
                  <a:lnTo>
                    <a:pt x="440047" y="5393"/>
                  </a:lnTo>
                  <a:lnTo>
                    <a:pt x="447905" y="5391"/>
                  </a:lnTo>
                  <a:lnTo>
                    <a:pt x="455763" y="5424"/>
                  </a:lnTo>
                  <a:lnTo>
                    <a:pt x="463621" y="5448"/>
                  </a:lnTo>
                  <a:lnTo>
                    <a:pt x="471479" y="5482"/>
                  </a:lnTo>
                  <a:lnTo>
                    <a:pt x="479337" y="5499"/>
                  </a:lnTo>
                  <a:lnTo>
                    <a:pt x="487195" y="5500"/>
                  </a:lnTo>
                  <a:lnTo>
                    <a:pt x="495053" y="5540"/>
                  </a:lnTo>
                  <a:lnTo>
                    <a:pt x="502911" y="5605"/>
                  </a:lnTo>
                  <a:lnTo>
                    <a:pt x="510769" y="5640"/>
                  </a:lnTo>
                  <a:lnTo>
                    <a:pt x="518627" y="5666"/>
                  </a:lnTo>
                  <a:lnTo>
                    <a:pt x="526485" y="5673"/>
                  </a:lnTo>
                  <a:lnTo>
                    <a:pt x="534343" y="5695"/>
                  </a:lnTo>
                  <a:lnTo>
                    <a:pt x="542201" y="5750"/>
                  </a:lnTo>
                  <a:lnTo>
                    <a:pt x="550059" y="5794"/>
                  </a:lnTo>
                  <a:lnTo>
                    <a:pt x="557917" y="5786"/>
                  </a:lnTo>
                  <a:lnTo>
                    <a:pt x="565775" y="5784"/>
                  </a:lnTo>
                  <a:lnTo>
                    <a:pt x="573633" y="5803"/>
                  </a:lnTo>
                  <a:lnTo>
                    <a:pt x="581491" y="5828"/>
                  </a:lnTo>
                  <a:lnTo>
                    <a:pt x="589349" y="5849"/>
                  </a:lnTo>
                  <a:lnTo>
                    <a:pt x="597207" y="5855"/>
                  </a:lnTo>
                  <a:lnTo>
                    <a:pt x="605065" y="5889"/>
                  </a:lnTo>
                  <a:lnTo>
                    <a:pt x="612923" y="5878"/>
                  </a:lnTo>
                  <a:lnTo>
                    <a:pt x="620781" y="5838"/>
                  </a:lnTo>
                  <a:lnTo>
                    <a:pt x="628639" y="5856"/>
                  </a:lnTo>
                  <a:lnTo>
                    <a:pt x="636497" y="5886"/>
                  </a:lnTo>
                  <a:lnTo>
                    <a:pt x="644355" y="5877"/>
                  </a:lnTo>
                  <a:lnTo>
                    <a:pt x="652213" y="5860"/>
                  </a:lnTo>
                  <a:lnTo>
                    <a:pt x="660071" y="5851"/>
                  </a:lnTo>
                  <a:lnTo>
                    <a:pt x="667929" y="5838"/>
                  </a:lnTo>
                  <a:lnTo>
                    <a:pt x="675787" y="5828"/>
                  </a:lnTo>
                  <a:lnTo>
                    <a:pt x="683645" y="5831"/>
                  </a:lnTo>
                  <a:lnTo>
                    <a:pt x="691503" y="5820"/>
                  </a:lnTo>
                  <a:lnTo>
                    <a:pt x="699361" y="5808"/>
                  </a:lnTo>
                  <a:lnTo>
                    <a:pt x="707219" y="5814"/>
                  </a:lnTo>
                  <a:lnTo>
                    <a:pt x="715077" y="5836"/>
                  </a:lnTo>
                  <a:lnTo>
                    <a:pt x="722935" y="5811"/>
                  </a:lnTo>
                  <a:lnTo>
                    <a:pt x="730793" y="5761"/>
                  </a:lnTo>
                  <a:lnTo>
                    <a:pt x="738651" y="5750"/>
                  </a:lnTo>
                  <a:lnTo>
                    <a:pt x="746509" y="5740"/>
                  </a:lnTo>
                  <a:lnTo>
                    <a:pt x="754367" y="5724"/>
                  </a:lnTo>
                  <a:lnTo>
                    <a:pt x="762225" y="5711"/>
                  </a:lnTo>
                  <a:lnTo>
                    <a:pt x="770083" y="5678"/>
                  </a:lnTo>
                  <a:lnTo>
                    <a:pt x="777941" y="5637"/>
                  </a:lnTo>
                  <a:lnTo>
                    <a:pt x="785799" y="5618"/>
                  </a:lnTo>
                  <a:lnTo>
                    <a:pt x="793657" y="5597"/>
                  </a:lnTo>
                  <a:lnTo>
                    <a:pt x="801515" y="5585"/>
                  </a:lnTo>
                  <a:lnTo>
                    <a:pt x="809373" y="5565"/>
                  </a:lnTo>
                  <a:lnTo>
                    <a:pt x="817231" y="5557"/>
                  </a:lnTo>
                  <a:lnTo>
                    <a:pt x="825089" y="5545"/>
                  </a:lnTo>
                  <a:lnTo>
                    <a:pt x="832947" y="5529"/>
                  </a:lnTo>
                  <a:lnTo>
                    <a:pt x="840805" y="5503"/>
                  </a:lnTo>
                  <a:lnTo>
                    <a:pt x="848663" y="5503"/>
                  </a:lnTo>
                  <a:lnTo>
                    <a:pt x="856521" y="5496"/>
                  </a:lnTo>
                  <a:lnTo>
                    <a:pt x="864379" y="5487"/>
                  </a:lnTo>
                  <a:lnTo>
                    <a:pt x="872237" y="5501"/>
                  </a:lnTo>
                  <a:lnTo>
                    <a:pt x="880095" y="5525"/>
                  </a:lnTo>
                  <a:lnTo>
                    <a:pt x="887953" y="5515"/>
                  </a:lnTo>
                  <a:lnTo>
                    <a:pt x="895811" y="5510"/>
                  </a:lnTo>
                  <a:lnTo>
                    <a:pt x="903669" y="5499"/>
                  </a:lnTo>
                  <a:lnTo>
                    <a:pt x="911527" y="5495"/>
                  </a:lnTo>
                  <a:lnTo>
                    <a:pt x="919385" y="5488"/>
                  </a:lnTo>
                  <a:lnTo>
                    <a:pt x="927243" y="5478"/>
                  </a:lnTo>
                  <a:lnTo>
                    <a:pt x="935101" y="5438"/>
                  </a:lnTo>
                  <a:lnTo>
                    <a:pt x="942959" y="5404"/>
                  </a:lnTo>
                  <a:lnTo>
                    <a:pt x="950817" y="5423"/>
                  </a:lnTo>
                  <a:lnTo>
                    <a:pt x="958675" y="5411"/>
                  </a:lnTo>
                  <a:lnTo>
                    <a:pt x="966533" y="5374"/>
                  </a:lnTo>
                  <a:lnTo>
                    <a:pt x="974391" y="5330"/>
                  </a:lnTo>
                  <a:lnTo>
                    <a:pt x="982249" y="5294"/>
                  </a:lnTo>
                  <a:lnTo>
                    <a:pt x="990107" y="5281"/>
                  </a:lnTo>
                  <a:lnTo>
                    <a:pt x="997965" y="5268"/>
                  </a:lnTo>
                  <a:lnTo>
                    <a:pt x="1005823" y="5255"/>
                  </a:lnTo>
                  <a:lnTo>
                    <a:pt x="1013681" y="5220"/>
                  </a:lnTo>
                  <a:lnTo>
                    <a:pt x="1021539" y="5173"/>
                  </a:lnTo>
                  <a:lnTo>
                    <a:pt x="1029397" y="5157"/>
                  </a:lnTo>
                  <a:lnTo>
                    <a:pt x="1037254" y="5167"/>
                  </a:lnTo>
                  <a:lnTo>
                    <a:pt x="1045112" y="5146"/>
                  </a:lnTo>
                  <a:lnTo>
                    <a:pt x="1052970" y="5107"/>
                  </a:lnTo>
                  <a:lnTo>
                    <a:pt x="1060828" y="5075"/>
                  </a:lnTo>
                  <a:lnTo>
                    <a:pt x="1068686" y="5063"/>
                  </a:lnTo>
                  <a:lnTo>
                    <a:pt x="1076544" y="5002"/>
                  </a:lnTo>
                  <a:lnTo>
                    <a:pt x="1084402" y="4947"/>
                  </a:lnTo>
                  <a:lnTo>
                    <a:pt x="1092260" y="4922"/>
                  </a:lnTo>
                  <a:lnTo>
                    <a:pt x="1100118" y="4918"/>
                  </a:lnTo>
                  <a:lnTo>
                    <a:pt x="1107976" y="4911"/>
                  </a:lnTo>
                  <a:lnTo>
                    <a:pt x="1115834" y="4864"/>
                  </a:lnTo>
                  <a:lnTo>
                    <a:pt x="1123692" y="4843"/>
                  </a:lnTo>
                  <a:lnTo>
                    <a:pt x="1131550" y="4825"/>
                  </a:lnTo>
                  <a:lnTo>
                    <a:pt x="1139408" y="4808"/>
                  </a:lnTo>
                  <a:lnTo>
                    <a:pt x="1147266" y="4794"/>
                  </a:lnTo>
                  <a:lnTo>
                    <a:pt x="1155124" y="4788"/>
                  </a:lnTo>
                  <a:lnTo>
                    <a:pt x="1162982" y="4782"/>
                  </a:lnTo>
                  <a:lnTo>
                    <a:pt x="1170840" y="4777"/>
                  </a:lnTo>
                  <a:lnTo>
                    <a:pt x="1178698" y="4771"/>
                  </a:lnTo>
                  <a:lnTo>
                    <a:pt x="1186556" y="4765"/>
                  </a:lnTo>
                  <a:lnTo>
                    <a:pt x="1194414" y="4732"/>
                  </a:lnTo>
                  <a:lnTo>
                    <a:pt x="1202272" y="4668"/>
                  </a:lnTo>
                  <a:lnTo>
                    <a:pt x="1210130" y="4649"/>
                  </a:lnTo>
                  <a:lnTo>
                    <a:pt x="1217988" y="4630"/>
                  </a:lnTo>
                  <a:lnTo>
                    <a:pt x="1225846" y="4613"/>
                  </a:lnTo>
                  <a:lnTo>
                    <a:pt x="1233704" y="4595"/>
                  </a:lnTo>
                  <a:lnTo>
                    <a:pt x="1241562" y="4577"/>
                  </a:lnTo>
                  <a:lnTo>
                    <a:pt x="1249420" y="4559"/>
                  </a:lnTo>
                  <a:lnTo>
                    <a:pt x="1257278" y="4541"/>
                  </a:lnTo>
                  <a:lnTo>
                    <a:pt x="1265136" y="4523"/>
                  </a:lnTo>
                  <a:lnTo>
                    <a:pt x="1272994" y="4505"/>
                  </a:lnTo>
                  <a:lnTo>
                    <a:pt x="1280852" y="4482"/>
                  </a:lnTo>
                  <a:lnTo>
                    <a:pt x="1288710" y="4443"/>
                  </a:lnTo>
                  <a:lnTo>
                    <a:pt x="1296568" y="4402"/>
                  </a:lnTo>
                  <a:lnTo>
                    <a:pt x="1304426" y="4355"/>
                  </a:lnTo>
                  <a:lnTo>
                    <a:pt x="1312284" y="4307"/>
                  </a:lnTo>
                  <a:lnTo>
                    <a:pt x="1320142" y="4260"/>
                  </a:lnTo>
                  <a:lnTo>
                    <a:pt x="1328000" y="4229"/>
                  </a:lnTo>
                  <a:lnTo>
                    <a:pt x="1335858" y="4207"/>
                  </a:lnTo>
                  <a:lnTo>
                    <a:pt x="1343716" y="4168"/>
                  </a:lnTo>
                  <a:lnTo>
                    <a:pt x="1351574" y="4134"/>
                  </a:lnTo>
                  <a:lnTo>
                    <a:pt x="1359432" y="4118"/>
                  </a:lnTo>
                  <a:lnTo>
                    <a:pt x="1367290" y="4094"/>
                  </a:lnTo>
                  <a:lnTo>
                    <a:pt x="1375148" y="4037"/>
                  </a:lnTo>
                  <a:lnTo>
                    <a:pt x="1383006" y="4001"/>
                  </a:lnTo>
                  <a:lnTo>
                    <a:pt x="1390864" y="3967"/>
                  </a:lnTo>
                  <a:lnTo>
                    <a:pt x="1398722" y="3929"/>
                  </a:lnTo>
                  <a:lnTo>
                    <a:pt x="1406580" y="3880"/>
                  </a:lnTo>
                  <a:lnTo>
                    <a:pt x="1414438" y="3841"/>
                  </a:lnTo>
                  <a:lnTo>
                    <a:pt x="1422296" y="3777"/>
                  </a:lnTo>
                  <a:lnTo>
                    <a:pt x="1430154" y="3723"/>
                  </a:lnTo>
                  <a:lnTo>
                    <a:pt x="1438012" y="3682"/>
                  </a:lnTo>
                  <a:lnTo>
                    <a:pt x="1445870" y="3641"/>
                  </a:lnTo>
                  <a:lnTo>
                    <a:pt x="1453728" y="3599"/>
                  </a:lnTo>
                  <a:lnTo>
                    <a:pt x="1461586" y="3558"/>
                  </a:lnTo>
                  <a:lnTo>
                    <a:pt x="1469444" y="3516"/>
                  </a:lnTo>
                  <a:lnTo>
                    <a:pt x="1477302" y="3450"/>
                  </a:lnTo>
                  <a:lnTo>
                    <a:pt x="1485160" y="3380"/>
                  </a:lnTo>
                  <a:lnTo>
                    <a:pt x="1493018" y="3340"/>
                  </a:lnTo>
                  <a:lnTo>
                    <a:pt x="1500876" y="3328"/>
                  </a:lnTo>
                  <a:lnTo>
                    <a:pt x="1508734" y="3307"/>
                  </a:lnTo>
                  <a:lnTo>
                    <a:pt x="1516592" y="3264"/>
                  </a:lnTo>
                  <a:lnTo>
                    <a:pt x="1524450" y="3223"/>
                  </a:lnTo>
                  <a:lnTo>
                    <a:pt x="1532308" y="3182"/>
                  </a:lnTo>
                  <a:lnTo>
                    <a:pt x="1540166" y="3141"/>
                  </a:lnTo>
                  <a:lnTo>
                    <a:pt x="1548024" y="3100"/>
                  </a:lnTo>
                  <a:lnTo>
                    <a:pt x="1555882" y="3093"/>
                  </a:lnTo>
                  <a:lnTo>
                    <a:pt x="1563740" y="3094"/>
                  </a:lnTo>
                  <a:lnTo>
                    <a:pt x="1571598" y="3094"/>
                  </a:lnTo>
                  <a:lnTo>
                    <a:pt x="1579456" y="3091"/>
                  </a:lnTo>
                  <a:lnTo>
                    <a:pt x="1587314" y="3030"/>
                  </a:lnTo>
                  <a:lnTo>
                    <a:pt x="1595172" y="2969"/>
                  </a:lnTo>
                  <a:lnTo>
                    <a:pt x="1603030" y="2908"/>
                  </a:lnTo>
                  <a:lnTo>
                    <a:pt x="1610888" y="2845"/>
                  </a:lnTo>
                  <a:lnTo>
                    <a:pt x="1618746" y="2766"/>
                  </a:lnTo>
                  <a:lnTo>
                    <a:pt x="1626604" y="2688"/>
                  </a:lnTo>
                  <a:lnTo>
                    <a:pt x="1634462" y="2643"/>
                  </a:lnTo>
                  <a:lnTo>
                    <a:pt x="1642320" y="2591"/>
                  </a:lnTo>
                  <a:lnTo>
                    <a:pt x="1650178" y="2535"/>
                  </a:lnTo>
                  <a:lnTo>
                    <a:pt x="1658036" y="2471"/>
                  </a:lnTo>
                  <a:lnTo>
                    <a:pt x="1665894" y="2408"/>
                  </a:lnTo>
                  <a:lnTo>
                    <a:pt x="1673752" y="2344"/>
                  </a:lnTo>
                  <a:lnTo>
                    <a:pt x="1681610" y="2280"/>
                  </a:lnTo>
                  <a:lnTo>
                    <a:pt x="1689468" y="2216"/>
                  </a:lnTo>
                  <a:lnTo>
                    <a:pt x="1697326" y="2152"/>
                  </a:lnTo>
                  <a:lnTo>
                    <a:pt x="1705184" y="2107"/>
                  </a:lnTo>
                  <a:lnTo>
                    <a:pt x="1713042" y="2073"/>
                  </a:lnTo>
                  <a:lnTo>
                    <a:pt x="1720900" y="2039"/>
                  </a:lnTo>
                  <a:lnTo>
                    <a:pt x="1728758" y="2005"/>
                  </a:lnTo>
                  <a:lnTo>
                    <a:pt x="1736616" y="1971"/>
                  </a:lnTo>
                  <a:lnTo>
                    <a:pt x="1744474" y="1911"/>
                  </a:lnTo>
                  <a:lnTo>
                    <a:pt x="1752332" y="1849"/>
                  </a:lnTo>
                  <a:lnTo>
                    <a:pt x="1760190" y="1788"/>
                  </a:lnTo>
                  <a:lnTo>
                    <a:pt x="1768048" y="1727"/>
                  </a:lnTo>
                  <a:lnTo>
                    <a:pt x="1775906" y="1666"/>
                  </a:lnTo>
                  <a:lnTo>
                    <a:pt x="1783764" y="1605"/>
                  </a:lnTo>
                  <a:lnTo>
                    <a:pt x="1791622" y="1543"/>
                  </a:lnTo>
                  <a:lnTo>
                    <a:pt x="1799480" y="1500"/>
                  </a:lnTo>
                  <a:lnTo>
                    <a:pt x="1807338" y="1474"/>
                  </a:lnTo>
                  <a:lnTo>
                    <a:pt x="1815196" y="1448"/>
                  </a:lnTo>
                  <a:lnTo>
                    <a:pt x="1823054" y="1385"/>
                  </a:lnTo>
                  <a:lnTo>
                    <a:pt x="1830912" y="1310"/>
                  </a:lnTo>
                  <a:lnTo>
                    <a:pt x="1838770" y="1272"/>
                  </a:lnTo>
                  <a:lnTo>
                    <a:pt x="1846628" y="1259"/>
                  </a:lnTo>
                  <a:lnTo>
                    <a:pt x="1854486" y="1223"/>
                  </a:lnTo>
                  <a:lnTo>
                    <a:pt x="1862344" y="1153"/>
                  </a:lnTo>
                  <a:lnTo>
                    <a:pt x="1870202" y="1083"/>
                  </a:lnTo>
                  <a:lnTo>
                    <a:pt x="1878060" y="1013"/>
                  </a:lnTo>
                  <a:lnTo>
                    <a:pt x="1885918" y="943"/>
                  </a:lnTo>
                  <a:lnTo>
                    <a:pt x="1893776" y="873"/>
                  </a:lnTo>
                  <a:lnTo>
                    <a:pt x="1901634" y="822"/>
                  </a:lnTo>
                  <a:lnTo>
                    <a:pt x="1909492" y="782"/>
                  </a:lnTo>
                  <a:lnTo>
                    <a:pt x="1917350" y="743"/>
                  </a:lnTo>
                  <a:lnTo>
                    <a:pt x="1925208" y="703"/>
                  </a:lnTo>
                  <a:lnTo>
                    <a:pt x="1933066" y="664"/>
                  </a:lnTo>
                  <a:lnTo>
                    <a:pt x="1940924" y="624"/>
                  </a:lnTo>
                  <a:lnTo>
                    <a:pt x="1948782" y="584"/>
                  </a:lnTo>
                  <a:lnTo>
                    <a:pt x="1956640" y="544"/>
                  </a:lnTo>
                  <a:lnTo>
                    <a:pt x="1964498" y="505"/>
                  </a:lnTo>
                  <a:lnTo>
                    <a:pt x="1972356" y="452"/>
                  </a:lnTo>
                  <a:lnTo>
                    <a:pt x="1980214" y="396"/>
                  </a:lnTo>
                  <a:lnTo>
                    <a:pt x="1988072" y="340"/>
                  </a:lnTo>
                  <a:lnTo>
                    <a:pt x="1995930" y="284"/>
                  </a:lnTo>
                  <a:lnTo>
                    <a:pt x="2003788" y="227"/>
                  </a:lnTo>
                  <a:lnTo>
                    <a:pt x="2011646" y="170"/>
                  </a:lnTo>
                  <a:lnTo>
                    <a:pt x="2019504" y="114"/>
                  </a:lnTo>
                  <a:lnTo>
                    <a:pt x="2027362" y="57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1186414" y="4020789"/>
              <a:ext cx="2035220" cy="5987"/>
            </a:xfrm>
            <a:custGeom>
              <a:avLst/>
              <a:pathLst>
                <a:path w="2035220" h="5987">
                  <a:moveTo>
                    <a:pt x="2035220" y="5987"/>
                  </a:moveTo>
                  <a:lnTo>
                    <a:pt x="2027362" y="5962"/>
                  </a:lnTo>
                  <a:lnTo>
                    <a:pt x="2019504" y="5938"/>
                  </a:lnTo>
                  <a:lnTo>
                    <a:pt x="2011646" y="5913"/>
                  </a:lnTo>
                  <a:lnTo>
                    <a:pt x="2003788" y="5892"/>
                  </a:lnTo>
                  <a:lnTo>
                    <a:pt x="1995930" y="5874"/>
                  </a:lnTo>
                  <a:lnTo>
                    <a:pt x="1988072" y="5856"/>
                  </a:lnTo>
                  <a:lnTo>
                    <a:pt x="1980214" y="5838"/>
                  </a:lnTo>
                  <a:lnTo>
                    <a:pt x="1972356" y="5820"/>
                  </a:lnTo>
                  <a:lnTo>
                    <a:pt x="1964498" y="5802"/>
                  </a:lnTo>
                  <a:lnTo>
                    <a:pt x="1956640" y="5779"/>
                  </a:lnTo>
                  <a:lnTo>
                    <a:pt x="1948782" y="5751"/>
                  </a:lnTo>
                  <a:lnTo>
                    <a:pt x="1940924" y="5722"/>
                  </a:lnTo>
                  <a:lnTo>
                    <a:pt x="1933066" y="5693"/>
                  </a:lnTo>
                  <a:lnTo>
                    <a:pt x="1925208" y="5663"/>
                  </a:lnTo>
                  <a:lnTo>
                    <a:pt x="1917350" y="5634"/>
                  </a:lnTo>
                  <a:lnTo>
                    <a:pt x="1909492" y="5605"/>
                  </a:lnTo>
                  <a:lnTo>
                    <a:pt x="1901634" y="5585"/>
                  </a:lnTo>
                  <a:lnTo>
                    <a:pt x="1893776" y="5564"/>
                  </a:lnTo>
                  <a:lnTo>
                    <a:pt x="1885918" y="5539"/>
                  </a:lnTo>
                  <a:lnTo>
                    <a:pt x="1878060" y="5512"/>
                  </a:lnTo>
                  <a:lnTo>
                    <a:pt x="1870202" y="5485"/>
                  </a:lnTo>
                  <a:lnTo>
                    <a:pt x="1862344" y="5457"/>
                  </a:lnTo>
                  <a:lnTo>
                    <a:pt x="1854486" y="5429"/>
                  </a:lnTo>
                  <a:lnTo>
                    <a:pt x="1846628" y="5402"/>
                  </a:lnTo>
                  <a:lnTo>
                    <a:pt x="1838770" y="5374"/>
                  </a:lnTo>
                  <a:lnTo>
                    <a:pt x="1830912" y="5345"/>
                  </a:lnTo>
                  <a:lnTo>
                    <a:pt x="1823054" y="5318"/>
                  </a:lnTo>
                  <a:lnTo>
                    <a:pt x="1815196" y="5296"/>
                  </a:lnTo>
                  <a:lnTo>
                    <a:pt x="1807338" y="5274"/>
                  </a:lnTo>
                  <a:lnTo>
                    <a:pt x="1799480" y="5252"/>
                  </a:lnTo>
                  <a:lnTo>
                    <a:pt x="1791622" y="5230"/>
                  </a:lnTo>
                  <a:lnTo>
                    <a:pt x="1783764" y="5207"/>
                  </a:lnTo>
                  <a:lnTo>
                    <a:pt x="1775906" y="5184"/>
                  </a:lnTo>
                  <a:lnTo>
                    <a:pt x="1768048" y="5162"/>
                  </a:lnTo>
                  <a:lnTo>
                    <a:pt x="1760190" y="5139"/>
                  </a:lnTo>
                  <a:lnTo>
                    <a:pt x="1752332" y="5116"/>
                  </a:lnTo>
                  <a:lnTo>
                    <a:pt x="1744474" y="5093"/>
                  </a:lnTo>
                  <a:lnTo>
                    <a:pt x="1736616" y="5069"/>
                  </a:lnTo>
                  <a:lnTo>
                    <a:pt x="1728758" y="5046"/>
                  </a:lnTo>
                  <a:lnTo>
                    <a:pt x="1720900" y="5023"/>
                  </a:lnTo>
                  <a:lnTo>
                    <a:pt x="1713042" y="4998"/>
                  </a:lnTo>
                  <a:lnTo>
                    <a:pt x="1705184" y="4968"/>
                  </a:lnTo>
                  <a:lnTo>
                    <a:pt x="1697326" y="4938"/>
                  </a:lnTo>
                  <a:lnTo>
                    <a:pt x="1689468" y="4908"/>
                  </a:lnTo>
                  <a:lnTo>
                    <a:pt x="1681610" y="4878"/>
                  </a:lnTo>
                  <a:lnTo>
                    <a:pt x="1673752" y="4847"/>
                  </a:lnTo>
                  <a:lnTo>
                    <a:pt x="1665894" y="4817"/>
                  </a:lnTo>
                  <a:lnTo>
                    <a:pt x="1658036" y="4786"/>
                  </a:lnTo>
                  <a:lnTo>
                    <a:pt x="1650178" y="4755"/>
                  </a:lnTo>
                  <a:lnTo>
                    <a:pt x="1642320" y="4724"/>
                  </a:lnTo>
                  <a:lnTo>
                    <a:pt x="1634462" y="4692"/>
                  </a:lnTo>
                  <a:lnTo>
                    <a:pt x="1626604" y="4661"/>
                  </a:lnTo>
                  <a:lnTo>
                    <a:pt x="1618746" y="4629"/>
                  </a:lnTo>
                  <a:lnTo>
                    <a:pt x="1610888" y="4597"/>
                  </a:lnTo>
                  <a:lnTo>
                    <a:pt x="1603030" y="4565"/>
                  </a:lnTo>
                  <a:lnTo>
                    <a:pt x="1595172" y="4533"/>
                  </a:lnTo>
                  <a:lnTo>
                    <a:pt x="1587314" y="4504"/>
                  </a:lnTo>
                  <a:lnTo>
                    <a:pt x="1579456" y="4479"/>
                  </a:lnTo>
                  <a:lnTo>
                    <a:pt x="1571598" y="4455"/>
                  </a:lnTo>
                  <a:lnTo>
                    <a:pt x="1563740" y="4423"/>
                  </a:lnTo>
                  <a:lnTo>
                    <a:pt x="1555882" y="4390"/>
                  </a:lnTo>
                  <a:lnTo>
                    <a:pt x="1548024" y="4357"/>
                  </a:lnTo>
                  <a:lnTo>
                    <a:pt x="1540166" y="4329"/>
                  </a:lnTo>
                  <a:lnTo>
                    <a:pt x="1532308" y="4296"/>
                  </a:lnTo>
                  <a:lnTo>
                    <a:pt x="1524450" y="4263"/>
                  </a:lnTo>
                  <a:lnTo>
                    <a:pt x="1516592" y="4230"/>
                  </a:lnTo>
                  <a:lnTo>
                    <a:pt x="1508734" y="4204"/>
                  </a:lnTo>
                  <a:lnTo>
                    <a:pt x="1500876" y="4184"/>
                  </a:lnTo>
                  <a:lnTo>
                    <a:pt x="1493018" y="4152"/>
                  </a:lnTo>
                  <a:lnTo>
                    <a:pt x="1485160" y="4118"/>
                  </a:lnTo>
                  <a:lnTo>
                    <a:pt x="1477302" y="4083"/>
                  </a:lnTo>
                  <a:lnTo>
                    <a:pt x="1469444" y="4049"/>
                  </a:lnTo>
                  <a:lnTo>
                    <a:pt x="1461586" y="4014"/>
                  </a:lnTo>
                  <a:lnTo>
                    <a:pt x="1453728" y="3986"/>
                  </a:lnTo>
                  <a:lnTo>
                    <a:pt x="1445870" y="3957"/>
                  </a:lnTo>
                  <a:lnTo>
                    <a:pt x="1438012" y="3929"/>
                  </a:lnTo>
                  <a:lnTo>
                    <a:pt x="1430154" y="3900"/>
                  </a:lnTo>
                  <a:lnTo>
                    <a:pt x="1422296" y="3871"/>
                  </a:lnTo>
                  <a:lnTo>
                    <a:pt x="1414438" y="3842"/>
                  </a:lnTo>
                  <a:lnTo>
                    <a:pt x="1406580" y="3813"/>
                  </a:lnTo>
                  <a:lnTo>
                    <a:pt x="1398722" y="3784"/>
                  </a:lnTo>
                  <a:lnTo>
                    <a:pt x="1390864" y="3754"/>
                  </a:lnTo>
                  <a:lnTo>
                    <a:pt x="1383006" y="3724"/>
                  </a:lnTo>
                  <a:lnTo>
                    <a:pt x="1375148" y="3687"/>
                  </a:lnTo>
                  <a:lnTo>
                    <a:pt x="1367290" y="3650"/>
                  </a:lnTo>
                  <a:lnTo>
                    <a:pt x="1359432" y="3613"/>
                  </a:lnTo>
                  <a:lnTo>
                    <a:pt x="1351574" y="3575"/>
                  </a:lnTo>
                  <a:lnTo>
                    <a:pt x="1343716" y="3546"/>
                  </a:lnTo>
                  <a:lnTo>
                    <a:pt x="1335858" y="3519"/>
                  </a:lnTo>
                  <a:lnTo>
                    <a:pt x="1328000" y="3483"/>
                  </a:lnTo>
                  <a:lnTo>
                    <a:pt x="1320142" y="3445"/>
                  </a:lnTo>
                  <a:lnTo>
                    <a:pt x="1312284" y="3408"/>
                  </a:lnTo>
                  <a:lnTo>
                    <a:pt x="1304426" y="3370"/>
                  </a:lnTo>
                  <a:lnTo>
                    <a:pt x="1296568" y="3335"/>
                  </a:lnTo>
                  <a:lnTo>
                    <a:pt x="1288710" y="3303"/>
                  </a:lnTo>
                  <a:lnTo>
                    <a:pt x="1280852" y="3262"/>
                  </a:lnTo>
                  <a:lnTo>
                    <a:pt x="1272994" y="3232"/>
                  </a:lnTo>
                  <a:lnTo>
                    <a:pt x="1265136" y="3211"/>
                  </a:lnTo>
                  <a:lnTo>
                    <a:pt x="1257278" y="3187"/>
                  </a:lnTo>
                  <a:lnTo>
                    <a:pt x="1249420" y="3141"/>
                  </a:lnTo>
                  <a:lnTo>
                    <a:pt x="1241562" y="3095"/>
                  </a:lnTo>
                  <a:lnTo>
                    <a:pt x="1233704" y="3049"/>
                  </a:lnTo>
                  <a:lnTo>
                    <a:pt x="1225846" y="3017"/>
                  </a:lnTo>
                  <a:lnTo>
                    <a:pt x="1217988" y="2988"/>
                  </a:lnTo>
                  <a:lnTo>
                    <a:pt x="1210130" y="2958"/>
                  </a:lnTo>
                  <a:lnTo>
                    <a:pt x="1202272" y="2923"/>
                  </a:lnTo>
                  <a:lnTo>
                    <a:pt x="1194414" y="2884"/>
                  </a:lnTo>
                  <a:lnTo>
                    <a:pt x="1186556" y="2860"/>
                  </a:lnTo>
                  <a:lnTo>
                    <a:pt x="1178698" y="2818"/>
                  </a:lnTo>
                  <a:lnTo>
                    <a:pt x="1170840" y="2789"/>
                  </a:lnTo>
                  <a:lnTo>
                    <a:pt x="1162982" y="2763"/>
                  </a:lnTo>
                  <a:lnTo>
                    <a:pt x="1155124" y="2737"/>
                  </a:lnTo>
                  <a:lnTo>
                    <a:pt x="1147266" y="2712"/>
                  </a:lnTo>
                  <a:lnTo>
                    <a:pt x="1139408" y="2688"/>
                  </a:lnTo>
                  <a:lnTo>
                    <a:pt x="1131550" y="2659"/>
                  </a:lnTo>
                  <a:lnTo>
                    <a:pt x="1123692" y="2626"/>
                  </a:lnTo>
                  <a:lnTo>
                    <a:pt x="1115834" y="2584"/>
                  </a:lnTo>
                  <a:lnTo>
                    <a:pt x="1107976" y="2540"/>
                  </a:lnTo>
                  <a:lnTo>
                    <a:pt x="1100118" y="2502"/>
                  </a:lnTo>
                  <a:lnTo>
                    <a:pt x="1092260" y="2472"/>
                  </a:lnTo>
                  <a:lnTo>
                    <a:pt x="1084402" y="2427"/>
                  </a:lnTo>
                  <a:lnTo>
                    <a:pt x="1076544" y="2377"/>
                  </a:lnTo>
                  <a:lnTo>
                    <a:pt x="1068686" y="2327"/>
                  </a:lnTo>
                  <a:lnTo>
                    <a:pt x="1060828" y="2296"/>
                  </a:lnTo>
                  <a:lnTo>
                    <a:pt x="1052970" y="2253"/>
                  </a:lnTo>
                  <a:lnTo>
                    <a:pt x="1045112" y="2216"/>
                  </a:lnTo>
                  <a:lnTo>
                    <a:pt x="1037254" y="2162"/>
                  </a:lnTo>
                  <a:lnTo>
                    <a:pt x="1029397" y="2111"/>
                  </a:lnTo>
                  <a:lnTo>
                    <a:pt x="1021539" y="2084"/>
                  </a:lnTo>
                  <a:lnTo>
                    <a:pt x="1013681" y="2059"/>
                  </a:lnTo>
                  <a:lnTo>
                    <a:pt x="1005823" y="2031"/>
                  </a:lnTo>
                  <a:lnTo>
                    <a:pt x="997965" y="2004"/>
                  </a:lnTo>
                  <a:lnTo>
                    <a:pt x="990107" y="1971"/>
                  </a:lnTo>
                  <a:lnTo>
                    <a:pt x="982249" y="1934"/>
                  </a:lnTo>
                  <a:lnTo>
                    <a:pt x="974391" y="1899"/>
                  </a:lnTo>
                  <a:lnTo>
                    <a:pt x="966533" y="1855"/>
                  </a:lnTo>
                  <a:lnTo>
                    <a:pt x="958675" y="1797"/>
                  </a:lnTo>
                  <a:lnTo>
                    <a:pt x="950817" y="1738"/>
                  </a:lnTo>
                  <a:lnTo>
                    <a:pt x="942959" y="1705"/>
                  </a:lnTo>
                  <a:lnTo>
                    <a:pt x="935101" y="1686"/>
                  </a:lnTo>
                  <a:lnTo>
                    <a:pt x="927243" y="1667"/>
                  </a:lnTo>
                  <a:lnTo>
                    <a:pt x="919385" y="1641"/>
                  </a:lnTo>
                  <a:lnTo>
                    <a:pt x="911527" y="1604"/>
                  </a:lnTo>
                  <a:lnTo>
                    <a:pt x="903669" y="1567"/>
                  </a:lnTo>
                  <a:lnTo>
                    <a:pt x="895811" y="1529"/>
                  </a:lnTo>
                  <a:lnTo>
                    <a:pt x="887953" y="1492"/>
                  </a:lnTo>
                  <a:lnTo>
                    <a:pt x="880095" y="1454"/>
                  </a:lnTo>
                  <a:lnTo>
                    <a:pt x="872237" y="1415"/>
                  </a:lnTo>
                  <a:lnTo>
                    <a:pt x="864379" y="1375"/>
                  </a:lnTo>
                  <a:lnTo>
                    <a:pt x="856521" y="1335"/>
                  </a:lnTo>
                  <a:lnTo>
                    <a:pt x="848663" y="1315"/>
                  </a:lnTo>
                  <a:lnTo>
                    <a:pt x="840805" y="1294"/>
                  </a:lnTo>
                  <a:lnTo>
                    <a:pt x="832947" y="1268"/>
                  </a:lnTo>
                  <a:lnTo>
                    <a:pt x="825089" y="1223"/>
                  </a:lnTo>
                  <a:lnTo>
                    <a:pt x="817231" y="1176"/>
                  </a:lnTo>
                  <a:lnTo>
                    <a:pt x="809373" y="1129"/>
                  </a:lnTo>
                  <a:lnTo>
                    <a:pt x="801515" y="1121"/>
                  </a:lnTo>
                  <a:lnTo>
                    <a:pt x="793657" y="1080"/>
                  </a:lnTo>
                  <a:lnTo>
                    <a:pt x="785799" y="1047"/>
                  </a:lnTo>
                  <a:lnTo>
                    <a:pt x="777941" y="1025"/>
                  </a:lnTo>
                  <a:lnTo>
                    <a:pt x="770083" y="985"/>
                  </a:lnTo>
                  <a:lnTo>
                    <a:pt x="762225" y="947"/>
                  </a:lnTo>
                  <a:lnTo>
                    <a:pt x="754367" y="922"/>
                  </a:lnTo>
                  <a:lnTo>
                    <a:pt x="746509" y="890"/>
                  </a:lnTo>
                  <a:lnTo>
                    <a:pt x="738651" y="857"/>
                  </a:lnTo>
                  <a:lnTo>
                    <a:pt x="730793" y="837"/>
                  </a:lnTo>
                  <a:lnTo>
                    <a:pt x="722935" y="814"/>
                  </a:lnTo>
                  <a:lnTo>
                    <a:pt x="715077" y="798"/>
                  </a:lnTo>
                  <a:lnTo>
                    <a:pt x="707219" y="763"/>
                  </a:lnTo>
                  <a:lnTo>
                    <a:pt x="699361" y="751"/>
                  </a:lnTo>
                  <a:lnTo>
                    <a:pt x="691503" y="719"/>
                  </a:lnTo>
                  <a:lnTo>
                    <a:pt x="683645" y="707"/>
                  </a:lnTo>
                  <a:lnTo>
                    <a:pt x="675787" y="680"/>
                  </a:lnTo>
                  <a:lnTo>
                    <a:pt x="667929" y="645"/>
                  </a:lnTo>
                  <a:lnTo>
                    <a:pt x="660071" y="608"/>
                  </a:lnTo>
                  <a:lnTo>
                    <a:pt x="652213" y="582"/>
                  </a:lnTo>
                  <a:lnTo>
                    <a:pt x="644355" y="563"/>
                  </a:lnTo>
                  <a:lnTo>
                    <a:pt x="636497" y="548"/>
                  </a:lnTo>
                  <a:lnTo>
                    <a:pt x="628639" y="512"/>
                  </a:lnTo>
                  <a:lnTo>
                    <a:pt x="620781" y="480"/>
                  </a:lnTo>
                  <a:lnTo>
                    <a:pt x="612923" y="478"/>
                  </a:lnTo>
                  <a:lnTo>
                    <a:pt x="605065" y="444"/>
                  </a:lnTo>
                  <a:lnTo>
                    <a:pt x="597207" y="432"/>
                  </a:lnTo>
                  <a:lnTo>
                    <a:pt x="589349" y="395"/>
                  </a:lnTo>
                  <a:lnTo>
                    <a:pt x="581491" y="377"/>
                  </a:lnTo>
                  <a:lnTo>
                    <a:pt x="573633" y="353"/>
                  </a:lnTo>
                  <a:lnTo>
                    <a:pt x="565775" y="328"/>
                  </a:lnTo>
                  <a:lnTo>
                    <a:pt x="557917" y="298"/>
                  </a:lnTo>
                  <a:lnTo>
                    <a:pt x="550059" y="268"/>
                  </a:lnTo>
                  <a:lnTo>
                    <a:pt x="542201" y="282"/>
                  </a:lnTo>
                  <a:lnTo>
                    <a:pt x="534343" y="264"/>
                  </a:lnTo>
                  <a:lnTo>
                    <a:pt x="526485" y="243"/>
                  </a:lnTo>
                  <a:lnTo>
                    <a:pt x="518627" y="215"/>
                  </a:lnTo>
                  <a:lnTo>
                    <a:pt x="510769" y="206"/>
                  </a:lnTo>
                  <a:lnTo>
                    <a:pt x="502911" y="197"/>
                  </a:lnTo>
                  <a:lnTo>
                    <a:pt x="495053" y="179"/>
                  </a:lnTo>
                  <a:lnTo>
                    <a:pt x="487195" y="171"/>
                  </a:lnTo>
                  <a:lnTo>
                    <a:pt x="479337" y="162"/>
                  </a:lnTo>
                  <a:lnTo>
                    <a:pt x="471479" y="154"/>
                  </a:lnTo>
                  <a:lnTo>
                    <a:pt x="463621" y="127"/>
                  </a:lnTo>
                  <a:lnTo>
                    <a:pt x="455763" y="122"/>
                  </a:lnTo>
                  <a:lnTo>
                    <a:pt x="447905" y="103"/>
                  </a:lnTo>
                  <a:lnTo>
                    <a:pt x="440047" y="99"/>
                  </a:lnTo>
                  <a:lnTo>
                    <a:pt x="432189" y="94"/>
                  </a:lnTo>
                  <a:lnTo>
                    <a:pt x="424331" y="78"/>
                  </a:lnTo>
                  <a:lnTo>
                    <a:pt x="416473" y="79"/>
                  </a:lnTo>
                  <a:lnTo>
                    <a:pt x="408615" y="60"/>
                  </a:lnTo>
                  <a:lnTo>
                    <a:pt x="400757" y="36"/>
                  </a:lnTo>
                  <a:lnTo>
                    <a:pt x="392899" y="21"/>
                  </a:lnTo>
                  <a:lnTo>
                    <a:pt x="385041" y="21"/>
                  </a:lnTo>
                  <a:lnTo>
                    <a:pt x="377183" y="24"/>
                  </a:lnTo>
                  <a:lnTo>
                    <a:pt x="369325" y="35"/>
                  </a:lnTo>
                  <a:lnTo>
                    <a:pt x="361467" y="30"/>
                  </a:lnTo>
                  <a:lnTo>
                    <a:pt x="353609" y="22"/>
                  </a:lnTo>
                  <a:lnTo>
                    <a:pt x="345751" y="13"/>
                  </a:lnTo>
                  <a:lnTo>
                    <a:pt x="337893" y="10"/>
                  </a:lnTo>
                  <a:lnTo>
                    <a:pt x="330035" y="2"/>
                  </a:lnTo>
                  <a:lnTo>
                    <a:pt x="322177" y="10"/>
                  </a:lnTo>
                  <a:lnTo>
                    <a:pt x="314319" y="0"/>
                  </a:lnTo>
                  <a:lnTo>
                    <a:pt x="306461" y="12"/>
                  </a:lnTo>
                  <a:lnTo>
                    <a:pt x="298603" y="28"/>
                  </a:lnTo>
                  <a:lnTo>
                    <a:pt x="290745" y="32"/>
                  </a:lnTo>
                  <a:lnTo>
                    <a:pt x="282887" y="44"/>
                  </a:lnTo>
                  <a:lnTo>
                    <a:pt x="275029" y="54"/>
                  </a:lnTo>
                  <a:lnTo>
                    <a:pt x="267171" y="31"/>
                  </a:lnTo>
                  <a:lnTo>
                    <a:pt x="259313" y="35"/>
                  </a:lnTo>
                  <a:lnTo>
                    <a:pt x="251455" y="45"/>
                  </a:lnTo>
                  <a:lnTo>
                    <a:pt x="243597" y="75"/>
                  </a:lnTo>
                  <a:lnTo>
                    <a:pt x="235739" y="66"/>
                  </a:lnTo>
                  <a:lnTo>
                    <a:pt x="227881" y="77"/>
                  </a:lnTo>
                  <a:lnTo>
                    <a:pt x="220023" y="87"/>
                  </a:lnTo>
                  <a:lnTo>
                    <a:pt x="212165" y="94"/>
                  </a:lnTo>
                  <a:lnTo>
                    <a:pt x="204307" y="108"/>
                  </a:lnTo>
                  <a:lnTo>
                    <a:pt x="196449" y="112"/>
                  </a:lnTo>
                  <a:lnTo>
                    <a:pt x="188591" y="104"/>
                  </a:lnTo>
                  <a:lnTo>
                    <a:pt x="180733" y="102"/>
                  </a:lnTo>
                  <a:lnTo>
                    <a:pt x="172875" y="96"/>
                  </a:lnTo>
                  <a:lnTo>
                    <a:pt x="165017" y="107"/>
                  </a:lnTo>
                  <a:lnTo>
                    <a:pt x="157159" y="118"/>
                  </a:lnTo>
                  <a:lnTo>
                    <a:pt x="149301" y="117"/>
                  </a:lnTo>
                  <a:lnTo>
                    <a:pt x="141443" y="109"/>
                  </a:lnTo>
                  <a:lnTo>
                    <a:pt x="133585" y="106"/>
                  </a:lnTo>
                  <a:lnTo>
                    <a:pt x="125727" y="113"/>
                  </a:lnTo>
                  <a:lnTo>
                    <a:pt x="117869" y="129"/>
                  </a:lnTo>
                  <a:lnTo>
                    <a:pt x="110011" y="132"/>
                  </a:lnTo>
                  <a:lnTo>
                    <a:pt x="102153" y="135"/>
                  </a:lnTo>
                  <a:lnTo>
                    <a:pt x="94295" y="137"/>
                  </a:lnTo>
                  <a:lnTo>
                    <a:pt x="86437" y="127"/>
                  </a:lnTo>
                  <a:lnTo>
                    <a:pt x="78579" y="114"/>
                  </a:lnTo>
                  <a:lnTo>
                    <a:pt x="70721" y="117"/>
                  </a:lnTo>
                  <a:lnTo>
                    <a:pt x="62863" y="149"/>
                  </a:lnTo>
                  <a:lnTo>
                    <a:pt x="55005" y="157"/>
                  </a:lnTo>
                  <a:lnTo>
                    <a:pt x="47147" y="179"/>
                  </a:lnTo>
                  <a:lnTo>
                    <a:pt x="39289" y="192"/>
                  </a:lnTo>
                  <a:lnTo>
                    <a:pt x="31431" y="192"/>
                  </a:lnTo>
                  <a:lnTo>
                    <a:pt x="23573" y="194"/>
                  </a:lnTo>
                  <a:lnTo>
                    <a:pt x="15715" y="200"/>
                  </a:lnTo>
                  <a:lnTo>
                    <a:pt x="7857" y="212"/>
                  </a:lnTo>
                  <a:lnTo>
                    <a:pt x="0" y="21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g52"/>
            <p:cNvSpPr/>
            <p:nvPr/>
          </p:nvSpPr>
          <p:spPr>
            <a:xfrm>
              <a:off x="1186414" y="4003360"/>
              <a:ext cx="2035220" cy="19961"/>
            </a:xfrm>
            <a:custGeom>
              <a:avLst/>
              <a:pathLst>
                <a:path w="2035220" h="19961">
                  <a:moveTo>
                    <a:pt x="0" y="11851"/>
                  </a:moveTo>
                  <a:lnTo>
                    <a:pt x="7857" y="11871"/>
                  </a:lnTo>
                  <a:lnTo>
                    <a:pt x="15715" y="11880"/>
                  </a:lnTo>
                  <a:lnTo>
                    <a:pt x="23573" y="11880"/>
                  </a:lnTo>
                  <a:lnTo>
                    <a:pt x="31431" y="11883"/>
                  </a:lnTo>
                  <a:lnTo>
                    <a:pt x="39289" y="11898"/>
                  </a:lnTo>
                  <a:lnTo>
                    <a:pt x="47147" y="11914"/>
                  </a:lnTo>
                  <a:lnTo>
                    <a:pt x="55005" y="11937"/>
                  </a:lnTo>
                  <a:lnTo>
                    <a:pt x="62863" y="11945"/>
                  </a:lnTo>
                  <a:lnTo>
                    <a:pt x="70721" y="11939"/>
                  </a:lnTo>
                  <a:lnTo>
                    <a:pt x="78579" y="11940"/>
                  </a:lnTo>
                  <a:lnTo>
                    <a:pt x="86437" y="11956"/>
                  </a:lnTo>
                  <a:lnTo>
                    <a:pt x="94295" y="11981"/>
                  </a:lnTo>
                  <a:lnTo>
                    <a:pt x="102153" y="12002"/>
                  </a:lnTo>
                  <a:lnTo>
                    <a:pt x="110011" y="12021"/>
                  </a:lnTo>
                  <a:lnTo>
                    <a:pt x="117869" y="12053"/>
                  </a:lnTo>
                  <a:lnTo>
                    <a:pt x="125727" y="12078"/>
                  </a:lnTo>
                  <a:lnTo>
                    <a:pt x="133585" y="12084"/>
                  </a:lnTo>
                  <a:lnTo>
                    <a:pt x="141443" y="12099"/>
                  </a:lnTo>
                  <a:lnTo>
                    <a:pt x="149301" y="12127"/>
                  </a:lnTo>
                  <a:lnTo>
                    <a:pt x="157159" y="12172"/>
                  </a:lnTo>
                  <a:lnTo>
                    <a:pt x="165017" y="12194"/>
                  </a:lnTo>
                  <a:lnTo>
                    <a:pt x="172875" y="12202"/>
                  </a:lnTo>
                  <a:lnTo>
                    <a:pt x="180733" y="12200"/>
                  </a:lnTo>
                  <a:lnTo>
                    <a:pt x="188591" y="12212"/>
                  </a:lnTo>
                  <a:lnTo>
                    <a:pt x="196449" y="12235"/>
                  </a:lnTo>
                  <a:lnTo>
                    <a:pt x="204307" y="12229"/>
                  </a:lnTo>
                  <a:lnTo>
                    <a:pt x="212165" y="12244"/>
                  </a:lnTo>
                  <a:lnTo>
                    <a:pt x="220023" y="12279"/>
                  </a:lnTo>
                  <a:lnTo>
                    <a:pt x="227881" y="12289"/>
                  </a:lnTo>
                  <a:lnTo>
                    <a:pt x="235739" y="12282"/>
                  </a:lnTo>
                  <a:lnTo>
                    <a:pt x="243597" y="12277"/>
                  </a:lnTo>
                  <a:lnTo>
                    <a:pt x="251455" y="12291"/>
                  </a:lnTo>
                  <a:lnTo>
                    <a:pt x="259313" y="12323"/>
                  </a:lnTo>
                  <a:lnTo>
                    <a:pt x="267171" y="12329"/>
                  </a:lnTo>
                  <a:lnTo>
                    <a:pt x="275029" y="12346"/>
                  </a:lnTo>
                  <a:lnTo>
                    <a:pt x="282887" y="12364"/>
                  </a:lnTo>
                  <a:lnTo>
                    <a:pt x="290745" y="12381"/>
                  </a:lnTo>
                  <a:lnTo>
                    <a:pt x="298603" y="12387"/>
                  </a:lnTo>
                  <a:lnTo>
                    <a:pt x="306461" y="12368"/>
                  </a:lnTo>
                  <a:lnTo>
                    <a:pt x="314319" y="12357"/>
                  </a:lnTo>
                  <a:lnTo>
                    <a:pt x="322177" y="12361"/>
                  </a:lnTo>
                  <a:lnTo>
                    <a:pt x="330035" y="12361"/>
                  </a:lnTo>
                  <a:lnTo>
                    <a:pt x="337893" y="12370"/>
                  </a:lnTo>
                  <a:lnTo>
                    <a:pt x="345751" y="12364"/>
                  </a:lnTo>
                  <a:lnTo>
                    <a:pt x="353609" y="12368"/>
                  </a:lnTo>
                  <a:lnTo>
                    <a:pt x="361467" y="12384"/>
                  </a:lnTo>
                  <a:lnTo>
                    <a:pt x="369325" y="12389"/>
                  </a:lnTo>
                  <a:lnTo>
                    <a:pt x="377183" y="12377"/>
                  </a:lnTo>
                  <a:lnTo>
                    <a:pt x="385041" y="12373"/>
                  </a:lnTo>
                  <a:lnTo>
                    <a:pt x="392899" y="12359"/>
                  </a:lnTo>
                  <a:lnTo>
                    <a:pt x="400757" y="12358"/>
                  </a:lnTo>
                  <a:lnTo>
                    <a:pt x="408615" y="12362"/>
                  </a:lnTo>
                  <a:lnTo>
                    <a:pt x="416473" y="12366"/>
                  </a:lnTo>
                  <a:lnTo>
                    <a:pt x="424331" y="12356"/>
                  </a:lnTo>
                  <a:lnTo>
                    <a:pt x="432189" y="12344"/>
                  </a:lnTo>
                  <a:lnTo>
                    <a:pt x="440047" y="12321"/>
                  </a:lnTo>
                  <a:lnTo>
                    <a:pt x="447905" y="12304"/>
                  </a:lnTo>
                  <a:lnTo>
                    <a:pt x="455763" y="12275"/>
                  </a:lnTo>
                  <a:lnTo>
                    <a:pt x="463621" y="12252"/>
                  </a:lnTo>
                  <a:lnTo>
                    <a:pt x="471479" y="12238"/>
                  </a:lnTo>
                  <a:lnTo>
                    <a:pt x="479337" y="12230"/>
                  </a:lnTo>
                  <a:lnTo>
                    <a:pt x="487195" y="12216"/>
                  </a:lnTo>
                  <a:lnTo>
                    <a:pt x="495053" y="12204"/>
                  </a:lnTo>
                  <a:lnTo>
                    <a:pt x="502911" y="12196"/>
                  </a:lnTo>
                  <a:lnTo>
                    <a:pt x="510769" y="12187"/>
                  </a:lnTo>
                  <a:lnTo>
                    <a:pt x="518627" y="12175"/>
                  </a:lnTo>
                  <a:lnTo>
                    <a:pt x="526485" y="12157"/>
                  </a:lnTo>
                  <a:lnTo>
                    <a:pt x="534343" y="12166"/>
                  </a:lnTo>
                  <a:lnTo>
                    <a:pt x="542201" y="12165"/>
                  </a:lnTo>
                  <a:lnTo>
                    <a:pt x="550059" y="12146"/>
                  </a:lnTo>
                  <a:lnTo>
                    <a:pt x="557917" y="12136"/>
                  </a:lnTo>
                  <a:lnTo>
                    <a:pt x="565775" y="12127"/>
                  </a:lnTo>
                  <a:lnTo>
                    <a:pt x="573633" y="12118"/>
                  </a:lnTo>
                  <a:lnTo>
                    <a:pt x="581491" y="12110"/>
                  </a:lnTo>
                  <a:lnTo>
                    <a:pt x="589349" y="12077"/>
                  </a:lnTo>
                  <a:lnTo>
                    <a:pt x="597207" y="12032"/>
                  </a:lnTo>
                  <a:lnTo>
                    <a:pt x="605065" y="12024"/>
                  </a:lnTo>
                  <a:lnTo>
                    <a:pt x="612923" y="12013"/>
                  </a:lnTo>
                  <a:lnTo>
                    <a:pt x="620781" y="11993"/>
                  </a:lnTo>
                  <a:lnTo>
                    <a:pt x="628639" y="11984"/>
                  </a:lnTo>
                  <a:lnTo>
                    <a:pt x="636497" y="11965"/>
                  </a:lnTo>
                  <a:lnTo>
                    <a:pt x="644355" y="11948"/>
                  </a:lnTo>
                  <a:lnTo>
                    <a:pt x="652213" y="11914"/>
                  </a:lnTo>
                  <a:lnTo>
                    <a:pt x="660071" y="11881"/>
                  </a:lnTo>
                  <a:lnTo>
                    <a:pt x="667929" y="11855"/>
                  </a:lnTo>
                  <a:lnTo>
                    <a:pt x="675787" y="11842"/>
                  </a:lnTo>
                  <a:lnTo>
                    <a:pt x="683645" y="11832"/>
                  </a:lnTo>
                  <a:lnTo>
                    <a:pt x="691503" y="11809"/>
                  </a:lnTo>
                  <a:lnTo>
                    <a:pt x="699361" y="11771"/>
                  </a:lnTo>
                  <a:lnTo>
                    <a:pt x="707219" y="11752"/>
                  </a:lnTo>
                  <a:lnTo>
                    <a:pt x="715077" y="11726"/>
                  </a:lnTo>
                  <a:lnTo>
                    <a:pt x="722935" y="11697"/>
                  </a:lnTo>
                  <a:lnTo>
                    <a:pt x="730793" y="11656"/>
                  </a:lnTo>
                  <a:lnTo>
                    <a:pt x="738651" y="11635"/>
                  </a:lnTo>
                  <a:lnTo>
                    <a:pt x="746509" y="11598"/>
                  </a:lnTo>
                  <a:lnTo>
                    <a:pt x="754367" y="11578"/>
                  </a:lnTo>
                  <a:lnTo>
                    <a:pt x="762225" y="11543"/>
                  </a:lnTo>
                  <a:lnTo>
                    <a:pt x="770083" y="11515"/>
                  </a:lnTo>
                  <a:lnTo>
                    <a:pt x="777941" y="11475"/>
                  </a:lnTo>
                  <a:lnTo>
                    <a:pt x="785799" y="11417"/>
                  </a:lnTo>
                  <a:lnTo>
                    <a:pt x="793657" y="11410"/>
                  </a:lnTo>
                  <a:lnTo>
                    <a:pt x="801515" y="11364"/>
                  </a:lnTo>
                  <a:lnTo>
                    <a:pt x="809373" y="11314"/>
                  </a:lnTo>
                  <a:lnTo>
                    <a:pt x="817231" y="11298"/>
                  </a:lnTo>
                  <a:lnTo>
                    <a:pt x="825089" y="11257"/>
                  </a:lnTo>
                  <a:lnTo>
                    <a:pt x="832947" y="11222"/>
                  </a:lnTo>
                  <a:lnTo>
                    <a:pt x="840805" y="11155"/>
                  </a:lnTo>
                  <a:lnTo>
                    <a:pt x="848663" y="11132"/>
                  </a:lnTo>
                  <a:lnTo>
                    <a:pt x="856521" y="11080"/>
                  </a:lnTo>
                  <a:lnTo>
                    <a:pt x="864379" y="11046"/>
                  </a:lnTo>
                  <a:lnTo>
                    <a:pt x="872237" y="11045"/>
                  </a:lnTo>
                  <a:lnTo>
                    <a:pt x="880095" y="11028"/>
                  </a:lnTo>
                  <a:lnTo>
                    <a:pt x="887953" y="10981"/>
                  </a:lnTo>
                  <a:lnTo>
                    <a:pt x="895811" y="10947"/>
                  </a:lnTo>
                  <a:lnTo>
                    <a:pt x="903669" y="10909"/>
                  </a:lnTo>
                  <a:lnTo>
                    <a:pt x="911527" y="10869"/>
                  </a:lnTo>
                  <a:lnTo>
                    <a:pt x="919385" y="10801"/>
                  </a:lnTo>
                  <a:lnTo>
                    <a:pt x="927243" y="10773"/>
                  </a:lnTo>
                  <a:lnTo>
                    <a:pt x="935101" y="10733"/>
                  </a:lnTo>
                  <a:lnTo>
                    <a:pt x="942959" y="10679"/>
                  </a:lnTo>
                  <a:lnTo>
                    <a:pt x="950817" y="10618"/>
                  </a:lnTo>
                  <a:lnTo>
                    <a:pt x="958675" y="10544"/>
                  </a:lnTo>
                  <a:lnTo>
                    <a:pt x="966533" y="10480"/>
                  </a:lnTo>
                  <a:lnTo>
                    <a:pt x="974391" y="10449"/>
                  </a:lnTo>
                  <a:lnTo>
                    <a:pt x="982249" y="10414"/>
                  </a:lnTo>
                  <a:lnTo>
                    <a:pt x="990107" y="10368"/>
                  </a:lnTo>
                  <a:lnTo>
                    <a:pt x="997965" y="10342"/>
                  </a:lnTo>
                  <a:lnTo>
                    <a:pt x="1005823" y="10301"/>
                  </a:lnTo>
                  <a:lnTo>
                    <a:pt x="1013681" y="10242"/>
                  </a:lnTo>
                  <a:lnTo>
                    <a:pt x="1021539" y="10209"/>
                  </a:lnTo>
                  <a:lnTo>
                    <a:pt x="1029397" y="10177"/>
                  </a:lnTo>
                  <a:lnTo>
                    <a:pt x="1037254" y="10135"/>
                  </a:lnTo>
                  <a:lnTo>
                    <a:pt x="1045112" y="10069"/>
                  </a:lnTo>
                  <a:lnTo>
                    <a:pt x="1052970" y="10004"/>
                  </a:lnTo>
                  <a:lnTo>
                    <a:pt x="1060828" y="9938"/>
                  </a:lnTo>
                  <a:lnTo>
                    <a:pt x="1068686" y="9872"/>
                  </a:lnTo>
                  <a:lnTo>
                    <a:pt x="1076544" y="9806"/>
                  </a:lnTo>
                  <a:lnTo>
                    <a:pt x="1084402" y="9740"/>
                  </a:lnTo>
                  <a:lnTo>
                    <a:pt x="1092260" y="9711"/>
                  </a:lnTo>
                  <a:lnTo>
                    <a:pt x="1100118" y="9673"/>
                  </a:lnTo>
                  <a:lnTo>
                    <a:pt x="1107976" y="9608"/>
                  </a:lnTo>
                  <a:lnTo>
                    <a:pt x="1115834" y="9542"/>
                  </a:lnTo>
                  <a:lnTo>
                    <a:pt x="1123692" y="9479"/>
                  </a:lnTo>
                  <a:lnTo>
                    <a:pt x="1131550" y="9429"/>
                  </a:lnTo>
                  <a:lnTo>
                    <a:pt x="1139408" y="9379"/>
                  </a:lnTo>
                  <a:lnTo>
                    <a:pt x="1147266" y="9329"/>
                  </a:lnTo>
                  <a:lnTo>
                    <a:pt x="1155124" y="9279"/>
                  </a:lnTo>
                  <a:lnTo>
                    <a:pt x="1162982" y="9200"/>
                  </a:lnTo>
                  <a:lnTo>
                    <a:pt x="1170840" y="9121"/>
                  </a:lnTo>
                  <a:lnTo>
                    <a:pt x="1178698" y="9050"/>
                  </a:lnTo>
                  <a:lnTo>
                    <a:pt x="1186556" y="8970"/>
                  </a:lnTo>
                  <a:lnTo>
                    <a:pt x="1194414" y="8904"/>
                  </a:lnTo>
                  <a:lnTo>
                    <a:pt x="1202272" y="8858"/>
                  </a:lnTo>
                  <a:lnTo>
                    <a:pt x="1210130" y="8799"/>
                  </a:lnTo>
                  <a:lnTo>
                    <a:pt x="1217988" y="8729"/>
                  </a:lnTo>
                  <a:lnTo>
                    <a:pt x="1225846" y="8653"/>
                  </a:lnTo>
                  <a:lnTo>
                    <a:pt x="1233704" y="8573"/>
                  </a:lnTo>
                  <a:lnTo>
                    <a:pt x="1241562" y="8475"/>
                  </a:lnTo>
                  <a:lnTo>
                    <a:pt x="1249420" y="8406"/>
                  </a:lnTo>
                  <a:lnTo>
                    <a:pt x="1257278" y="8359"/>
                  </a:lnTo>
                  <a:lnTo>
                    <a:pt x="1265136" y="8285"/>
                  </a:lnTo>
                  <a:lnTo>
                    <a:pt x="1272994" y="8217"/>
                  </a:lnTo>
                  <a:lnTo>
                    <a:pt x="1280852" y="8175"/>
                  </a:lnTo>
                  <a:lnTo>
                    <a:pt x="1288710" y="8134"/>
                  </a:lnTo>
                  <a:lnTo>
                    <a:pt x="1296568" y="8093"/>
                  </a:lnTo>
                  <a:lnTo>
                    <a:pt x="1304426" y="8048"/>
                  </a:lnTo>
                  <a:lnTo>
                    <a:pt x="1312284" y="7994"/>
                  </a:lnTo>
                  <a:lnTo>
                    <a:pt x="1320142" y="7915"/>
                  </a:lnTo>
                  <a:lnTo>
                    <a:pt x="1328000" y="7869"/>
                  </a:lnTo>
                  <a:lnTo>
                    <a:pt x="1335858" y="7822"/>
                  </a:lnTo>
                  <a:lnTo>
                    <a:pt x="1343716" y="7762"/>
                  </a:lnTo>
                  <a:lnTo>
                    <a:pt x="1351574" y="7700"/>
                  </a:lnTo>
                  <a:lnTo>
                    <a:pt x="1359432" y="7631"/>
                  </a:lnTo>
                  <a:lnTo>
                    <a:pt x="1367290" y="7556"/>
                  </a:lnTo>
                  <a:lnTo>
                    <a:pt x="1375148" y="7480"/>
                  </a:lnTo>
                  <a:lnTo>
                    <a:pt x="1383006" y="7406"/>
                  </a:lnTo>
                  <a:lnTo>
                    <a:pt x="1390864" y="7329"/>
                  </a:lnTo>
                  <a:lnTo>
                    <a:pt x="1398722" y="7252"/>
                  </a:lnTo>
                  <a:lnTo>
                    <a:pt x="1406580" y="7175"/>
                  </a:lnTo>
                  <a:lnTo>
                    <a:pt x="1414438" y="7098"/>
                  </a:lnTo>
                  <a:lnTo>
                    <a:pt x="1422296" y="7020"/>
                  </a:lnTo>
                  <a:lnTo>
                    <a:pt x="1430154" y="6942"/>
                  </a:lnTo>
                  <a:lnTo>
                    <a:pt x="1438012" y="6864"/>
                  </a:lnTo>
                  <a:lnTo>
                    <a:pt x="1445870" y="6792"/>
                  </a:lnTo>
                  <a:lnTo>
                    <a:pt x="1453728" y="6726"/>
                  </a:lnTo>
                  <a:lnTo>
                    <a:pt x="1461586" y="6659"/>
                  </a:lnTo>
                  <a:lnTo>
                    <a:pt x="1469444" y="6593"/>
                  </a:lnTo>
                  <a:lnTo>
                    <a:pt x="1477302" y="6526"/>
                  </a:lnTo>
                  <a:lnTo>
                    <a:pt x="1485160" y="6426"/>
                  </a:lnTo>
                  <a:lnTo>
                    <a:pt x="1493018" y="6326"/>
                  </a:lnTo>
                  <a:lnTo>
                    <a:pt x="1500876" y="6291"/>
                  </a:lnTo>
                  <a:lnTo>
                    <a:pt x="1508734" y="6208"/>
                  </a:lnTo>
                  <a:lnTo>
                    <a:pt x="1516592" y="6124"/>
                  </a:lnTo>
                  <a:lnTo>
                    <a:pt x="1524450" y="6040"/>
                  </a:lnTo>
                  <a:lnTo>
                    <a:pt x="1532308" y="5955"/>
                  </a:lnTo>
                  <a:lnTo>
                    <a:pt x="1540166" y="5871"/>
                  </a:lnTo>
                  <a:lnTo>
                    <a:pt x="1548024" y="5786"/>
                  </a:lnTo>
                  <a:lnTo>
                    <a:pt x="1555882" y="5700"/>
                  </a:lnTo>
                  <a:lnTo>
                    <a:pt x="1563740" y="5596"/>
                  </a:lnTo>
                  <a:lnTo>
                    <a:pt x="1571598" y="5517"/>
                  </a:lnTo>
                  <a:lnTo>
                    <a:pt x="1579456" y="5442"/>
                  </a:lnTo>
                  <a:lnTo>
                    <a:pt x="1587314" y="5355"/>
                  </a:lnTo>
                  <a:lnTo>
                    <a:pt x="1595172" y="5269"/>
                  </a:lnTo>
                  <a:lnTo>
                    <a:pt x="1603030" y="5198"/>
                  </a:lnTo>
                  <a:lnTo>
                    <a:pt x="1610888" y="5139"/>
                  </a:lnTo>
                  <a:lnTo>
                    <a:pt x="1618746" y="5062"/>
                  </a:lnTo>
                  <a:lnTo>
                    <a:pt x="1626604" y="4949"/>
                  </a:lnTo>
                  <a:lnTo>
                    <a:pt x="1634462" y="4835"/>
                  </a:lnTo>
                  <a:lnTo>
                    <a:pt x="1642320" y="4739"/>
                  </a:lnTo>
                  <a:lnTo>
                    <a:pt x="1650178" y="4650"/>
                  </a:lnTo>
                  <a:lnTo>
                    <a:pt x="1658036" y="4560"/>
                  </a:lnTo>
                  <a:lnTo>
                    <a:pt x="1665894" y="4469"/>
                  </a:lnTo>
                  <a:lnTo>
                    <a:pt x="1673752" y="4380"/>
                  </a:lnTo>
                  <a:lnTo>
                    <a:pt x="1681610" y="4303"/>
                  </a:lnTo>
                  <a:lnTo>
                    <a:pt x="1689468" y="4257"/>
                  </a:lnTo>
                  <a:lnTo>
                    <a:pt x="1697326" y="4211"/>
                  </a:lnTo>
                  <a:lnTo>
                    <a:pt x="1705184" y="4165"/>
                  </a:lnTo>
                  <a:lnTo>
                    <a:pt x="1713042" y="4087"/>
                  </a:lnTo>
                  <a:lnTo>
                    <a:pt x="1720900" y="3971"/>
                  </a:lnTo>
                  <a:lnTo>
                    <a:pt x="1728758" y="3855"/>
                  </a:lnTo>
                  <a:lnTo>
                    <a:pt x="1736616" y="3777"/>
                  </a:lnTo>
                  <a:lnTo>
                    <a:pt x="1744474" y="3692"/>
                  </a:lnTo>
                  <a:lnTo>
                    <a:pt x="1752332" y="3608"/>
                  </a:lnTo>
                  <a:lnTo>
                    <a:pt x="1760190" y="3537"/>
                  </a:lnTo>
                  <a:lnTo>
                    <a:pt x="1768048" y="3436"/>
                  </a:lnTo>
                  <a:lnTo>
                    <a:pt x="1775906" y="3331"/>
                  </a:lnTo>
                  <a:lnTo>
                    <a:pt x="1783764" y="3226"/>
                  </a:lnTo>
                  <a:lnTo>
                    <a:pt x="1791622" y="3120"/>
                  </a:lnTo>
                  <a:lnTo>
                    <a:pt x="1799480" y="3014"/>
                  </a:lnTo>
                  <a:lnTo>
                    <a:pt x="1807338" y="2908"/>
                  </a:lnTo>
                  <a:lnTo>
                    <a:pt x="1815196" y="2813"/>
                  </a:lnTo>
                  <a:lnTo>
                    <a:pt x="1823054" y="2734"/>
                  </a:lnTo>
                  <a:lnTo>
                    <a:pt x="1830912" y="2655"/>
                  </a:lnTo>
                  <a:lnTo>
                    <a:pt x="1838770" y="2576"/>
                  </a:lnTo>
                  <a:lnTo>
                    <a:pt x="1846628" y="2497"/>
                  </a:lnTo>
                  <a:lnTo>
                    <a:pt x="1854486" y="2401"/>
                  </a:lnTo>
                  <a:lnTo>
                    <a:pt x="1862344" y="2298"/>
                  </a:lnTo>
                  <a:lnTo>
                    <a:pt x="1870202" y="2192"/>
                  </a:lnTo>
                  <a:lnTo>
                    <a:pt x="1878060" y="2084"/>
                  </a:lnTo>
                  <a:lnTo>
                    <a:pt x="1885918" y="1977"/>
                  </a:lnTo>
                  <a:lnTo>
                    <a:pt x="1893776" y="1870"/>
                  </a:lnTo>
                  <a:lnTo>
                    <a:pt x="1901634" y="1767"/>
                  </a:lnTo>
                  <a:lnTo>
                    <a:pt x="1909492" y="1670"/>
                  </a:lnTo>
                  <a:lnTo>
                    <a:pt x="1917350" y="1543"/>
                  </a:lnTo>
                  <a:lnTo>
                    <a:pt x="1925208" y="1432"/>
                  </a:lnTo>
                  <a:lnTo>
                    <a:pt x="1933066" y="1322"/>
                  </a:lnTo>
                  <a:lnTo>
                    <a:pt x="1940924" y="1214"/>
                  </a:lnTo>
                  <a:lnTo>
                    <a:pt x="1948782" y="1114"/>
                  </a:lnTo>
                  <a:lnTo>
                    <a:pt x="1956640" y="1014"/>
                  </a:lnTo>
                  <a:lnTo>
                    <a:pt x="1964498" y="914"/>
                  </a:lnTo>
                  <a:lnTo>
                    <a:pt x="1972356" y="814"/>
                  </a:lnTo>
                  <a:lnTo>
                    <a:pt x="1980214" y="714"/>
                  </a:lnTo>
                  <a:lnTo>
                    <a:pt x="1988072" y="615"/>
                  </a:lnTo>
                  <a:lnTo>
                    <a:pt x="1995930" y="522"/>
                  </a:lnTo>
                  <a:lnTo>
                    <a:pt x="2003788" y="414"/>
                  </a:lnTo>
                  <a:lnTo>
                    <a:pt x="2011646" y="308"/>
                  </a:lnTo>
                  <a:lnTo>
                    <a:pt x="2019504" y="206"/>
                  </a:lnTo>
                  <a:lnTo>
                    <a:pt x="2027362" y="103"/>
                  </a:lnTo>
                  <a:lnTo>
                    <a:pt x="2035220" y="0"/>
                  </a:lnTo>
                  <a:lnTo>
                    <a:pt x="2035220" y="19260"/>
                  </a:lnTo>
                  <a:lnTo>
                    <a:pt x="2027362" y="19250"/>
                  </a:lnTo>
                  <a:lnTo>
                    <a:pt x="2019504" y="19244"/>
                  </a:lnTo>
                  <a:lnTo>
                    <a:pt x="2011646" y="19234"/>
                  </a:lnTo>
                  <a:lnTo>
                    <a:pt x="2003788" y="19233"/>
                  </a:lnTo>
                  <a:lnTo>
                    <a:pt x="1995930" y="19232"/>
                  </a:lnTo>
                  <a:lnTo>
                    <a:pt x="1988072" y="19230"/>
                  </a:lnTo>
                  <a:lnTo>
                    <a:pt x="1980214" y="19215"/>
                  </a:lnTo>
                  <a:lnTo>
                    <a:pt x="1972356" y="19200"/>
                  </a:lnTo>
                  <a:lnTo>
                    <a:pt x="1964498" y="19186"/>
                  </a:lnTo>
                  <a:lnTo>
                    <a:pt x="1956640" y="19171"/>
                  </a:lnTo>
                  <a:lnTo>
                    <a:pt x="1948782" y="19164"/>
                  </a:lnTo>
                  <a:lnTo>
                    <a:pt x="1940924" y="19169"/>
                  </a:lnTo>
                  <a:lnTo>
                    <a:pt x="1933066" y="19158"/>
                  </a:lnTo>
                  <a:lnTo>
                    <a:pt x="1925208" y="19143"/>
                  </a:lnTo>
                  <a:lnTo>
                    <a:pt x="1917350" y="19128"/>
                  </a:lnTo>
                  <a:lnTo>
                    <a:pt x="1909492" y="19113"/>
                  </a:lnTo>
                  <a:lnTo>
                    <a:pt x="1901634" y="19097"/>
                  </a:lnTo>
                  <a:lnTo>
                    <a:pt x="1893776" y="19082"/>
                  </a:lnTo>
                  <a:lnTo>
                    <a:pt x="1885918" y="19067"/>
                  </a:lnTo>
                  <a:lnTo>
                    <a:pt x="1878060" y="19057"/>
                  </a:lnTo>
                  <a:lnTo>
                    <a:pt x="1870202" y="19055"/>
                  </a:lnTo>
                  <a:lnTo>
                    <a:pt x="1862344" y="19044"/>
                  </a:lnTo>
                  <a:lnTo>
                    <a:pt x="1854486" y="19031"/>
                  </a:lnTo>
                  <a:lnTo>
                    <a:pt x="1846628" y="19017"/>
                  </a:lnTo>
                  <a:lnTo>
                    <a:pt x="1838770" y="19005"/>
                  </a:lnTo>
                  <a:lnTo>
                    <a:pt x="1830912" y="18997"/>
                  </a:lnTo>
                  <a:lnTo>
                    <a:pt x="1823054" y="18988"/>
                  </a:lnTo>
                  <a:lnTo>
                    <a:pt x="1815196" y="18978"/>
                  </a:lnTo>
                  <a:lnTo>
                    <a:pt x="1807338" y="18968"/>
                  </a:lnTo>
                  <a:lnTo>
                    <a:pt x="1799480" y="18958"/>
                  </a:lnTo>
                  <a:lnTo>
                    <a:pt x="1791622" y="18948"/>
                  </a:lnTo>
                  <a:lnTo>
                    <a:pt x="1783764" y="18938"/>
                  </a:lnTo>
                  <a:lnTo>
                    <a:pt x="1775906" y="18925"/>
                  </a:lnTo>
                  <a:lnTo>
                    <a:pt x="1768048" y="18908"/>
                  </a:lnTo>
                  <a:lnTo>
                    <a:pt x="1760190" y="18891"/>
                  </a:lnTo>
                  <a:lnTo>
                    <a:pt x="1752332" y="18874"/>
                  </a:lnTo>
                  <a:lnTo>
                    <a:pt x="1744474" y="18862"/>
                  </a:lnTo>
                  <a:lnTo>
                    <a:pt x="1736616" y="18851"/>
                  </a:lnTo>
                  <a:lnTo>
                    <a:pt x="1728758" y="18840"/>
                  </a:lnTo>
                  <a:lnTo>
                    <a:pt x="1720900" y="18829"/>
                  </a:lnTo>
                  <a:lnTo>
                    <a:pt x="1713042" y="18818"/>
                  </a:lnTo>
                  <a:lnTo>
                    <a:pt x="1705184" y="18807"/>
                  </a:lnTo>
                  <a:lnTo>
                    <a:pt x="1697326" y="18796"/>
                  </a:lnTo>
                  <a:lnTo>
                    <a:pt x="1689468" y="18784"/>
                  </a:lnTo>
                  <a:lnTo>
                    <a:pt x="1681610" y="18771"/>
                  </a:lnTo>
                  <a:lnTo>
                    <a:pt x="1673752" y="18749"/>
                  </a:lnTo>
                  <a:lnTo>
                    <a:pt x="1665894" y="18724"/>
                  </a:lnTo>
                  <a:lnTo>
                    <a:pt x="1658036" y="18708"/>
                  </a:lnTo>
                  <a:lnTo>
                    <a:pt x="1650178" y="18698"/>
                  </a:lnTo>
                  <a:lnTo>
                    <a:pt x="1642320" y="18688"/>
                  </a:lnTo>
                  <a:lnTo>
                    <a:pt x="1634462" y="18680"/>
                  </a:lnTo>
                  <a:lnTo>
                    <a:pt x="1626604" y="18673"/>
                  </a:lnTo>
                  <a:lnTo>
                    <a:pt x="1618746" y="18674"/>
                  </a:lnTo>
                  <a:lnTo>
                    <a:pt x="1610888" y="18663"/>
                  </a:lnTo>
                  <a:lnTo>
                    <a:pt x="1603030" y="18648"/>
                  </a:lnTo>
                  <a:lnTo>
                    <a:pt x="1595172" y="18631"/>
                  </a:lnTo>
                  <a:lnTo>
                    <a:pt x="1587314" y="18621"/>
                  </a:lnTo>
                  <a:lnTo>
                    <a:pt x="1579456" y="18611"/>
                  </a:lnTo>
                  <a:lnTo>
                    <a:pt x="1571598" y="18602"/>
                  </a:lnTo>
                  <a:lnTo>
                    <a:pt x="1563740" y="18592"/>
                  </a:lnTo>
                  <a:lnTo>
                    <a:pt x="1555882" y="18582"/>
                  </a:lnTo>
                  <a:lnTo>
                    <a:pt x="1548024" y="18573"/>
                  </a:lnTo>
                  <a:lnTo>
                    <a:pt x="1540166" y="18563"/>
                  </a:lnTo>
                  <a:lnTo>
                    <a:pt x="1532308" y="18553"/>
                  </a:lnTo>
                  <a:lnTo>
                    <a:pt x="1524450" y="18544"/>
                  </a:lnTo>
                  <a:lnTo>
                    <a:pt x="1516592" y="18534"/>
                  </a:lnTo>
                  <a:lnTo>
                    <a:pt x="1508734" y="18525"/>
                  </a:lnTo>
                  <a:lnTo>
                    <a:pt x="1500876" y="18514"/>
                  </a:lnTo>
                  <a:lnTo>
                    <a:pt x="1493018" y="18505"/>
                  </a:lnTo>
                  <a:lnTo>
                    <a:pt x="1485160" y="18500"/>
                  </a:lnTo>
                  <a:lnTo>
                    <a:pt x="1477302" y="18492"/>
                  </a:lnTo>
                  <a:lnTo>
                    <a:pt x="1469444" y="18483"/>
                  </a:lnTo>
                  <a:lnTo>
                    <a:pt x="1461586" y="18475"/>
                  </a:lnTo>
                  <a:lnTo>
                    <a:pt x="1453728" y="18470"/>
                  </a:lnTo>
                  <a:lnTo>
                    <a:pt x="1445870" y="18460"/>
                  </a:lnTo>
                  <a:lnTo>
                    <a:pt x="1438012" y="18450"/>
                  </a:lnTo>
                  <a:lnTo>
                    <a:pt x="1430154" y="18440"/>
                  </a:lnTo>
                  <a:lnTo>
                    <a:pt x="1422296" y="18417"/>
                  </a:lnTo>
                  <a:lnTo>
                    <a:pt x="1414438" y="18407"/>
                  </a:lnTo>
                  <a:lnTo>
                    <a:pt x="1406580" y="18397"/>
                  </a:lnTo>
                  <a:lnTo>
                    <a:pt x="1398722" y="18387"/>
                  </a:lnTo>
                  <a:lnTo>
                    <a:pt x="1390864" y="18380"/>
                  </a:lnTo>
                  <a:lnTo>
                    <a:pt x="1383006" y="18368"/>
                  </a:lnTo>
                  <a:lnTo>
                    <a:pt x="1375148" y="18358"/>
                  </a:lnTo>
                  <a:lnTo>
                    <a:pt x="1367290" y="18342"/>
                  </a:lnTo>
                  <a:lnTo>
                    <a:pt x="1359432" y="18323"/>
                  </a:lnTo>
                  <a:lnTo>
                    <a:pt x="1351574" y="18306"/>
                  </a:lnTo>
                  <a:lnTo>
                    <a:pt x="1343716" y="18310"/>
                  </a:lnTo>
                  <a:lnTo>
                    <a:pt x="1335858" y="18297"/>
                  </a:lnTo>
                  <a:lnTo>
                    <a:pt x="1328000" y="18276"/>
                  </a:lnTo>
                  <a:lnTo>
                    <a:pt x="1320142" y="18254"/>
                  </a:lnTo>
                  <a:lnTo>
                    <a:pt x="1312284" y="18262"/>
                  </a:lnTo>
                  <a:lnTo>
                    <a:pt x="1304426" y="18245"/>
                  </a:lnTo>
                  <a:lnTo>
                    <a:pt x="1296568" y="18221"/>
                  </a:lnTo>
                  <a:lnTo>
                    <a:pt x="1288710" y="18214"/>
                  </a:lnTo>
                  <a:lnTo>
                    <a:pt x="1280852" y="18192"/>
                  </a:lnTo>
                  <a:lnTo>
                    <a:pt x="1272994" y="18188"/>
                  </a:lnTo>
                  <a:lnTo>
                    <a:pt x="1265136" y="18184"/>
                  </a:lnTo>
                  <a:lnTo>
                    <a:pt x="1257278" y="18180"/>
                  </a:lnTo>
                  <a:lnTo>
                    <a:pt x="1249420" y="18176"/>
                  </a:lnTo>
                  <a:lnTo>
                    <a:pt x="1241562" y="18174"/>
                  </a:lnTo>
                  <a:lnTo>
                    <a:pt x="1233704" y="18172"/>
                  </a:lnTo>
                  <a:lnTo>
                    <a:pt x="1225846" y="18168"/>
                  </a:lnTo>
                  <a:lnTo>
                    <a:pt x="1217988" y="18158"/>
                  </a:lnTo>
                  <a:lnTo>
                    <a:pt x="1210130" y="18167"/>
                  </a:lnTo>
                  <a:lnTo>
                    <a:pt x="1202272" y="18156"/>
                  </a:lnTo>
                  <a:lnTo>
                    <a:pt x="1194414" y="18144"/>
                  </a:lnTo>
                  <a:lnTo>
                    <a:pt x="1186556" y="18146"/>
                  </a:lnTo>
                  <a:lnTo>
                    <a:pt x="1178698" y="18137"/>
                  </a:lnTo>
                  <a:lnTo>
                    <a:pt x="1170840" y="18136"/>
                  </a:lnTo>
                  <a:lnTo>
                    <a:pt x="1162982" y="18146"/>
                  </a:lnTo>
                  <a:lnTo>
                    <a:pt x="1155124" y="18137"/>
                  </a:lnTo>
                  <a:lnTo>
                    <a:pt x="1147266" y="18130"/>
                  </a:lnTo>
                  <a:lnTo>
                    <a:pt x="1139408" y="18142"/>
                  </a:lnTo>
                  <a:lnTo>
                    <a:pt x="1131550" y="18131"/>
                  </a:lnTo>
                  <a:lnTo>
                    <a:pt x="1123692" y="18125"/>
                  </a:lnTo>
                  <a:lnTo>
                    <a:pt x="1115834" y="18123"/>
                  </a:lnTo>
                  <a:lnTo>
                    <a:pt x="1107976" y="18120"/>
                  </a:lnTo>
                  <a:lnTo>
                    <a:pt x="1100118" y="18119"/>
                  </a:lnTo>
                  <a:lnTo>
                    <a:pt x="1092260" y="18117"/>
                  </a:lnTo>
                  <a:lnTo>
                    <a:pt x="1084402" y="18112"/>
                  </a:lnTo>
                  <a:lnTo>
                    <a:pt x="1076544" y="18110"/>
                  </a:lnTo>
                  <a:lnTo>
                    <a:pt x="1068686" y="18091"/>
                  </a:lnTo>
                  <a:lnTo>
                    <a:pt x="1060828" y="18072"/>
                  </a:lnTo>
                  <a:lnTo>
                    <a:pt x="1052970" y="18064"/>
                  </a:lnTo>
                  <a:lnTo>
                    <a:pt x="1045112" y="18061"/>
                  </a:lnTo>
                  <a:lnTo>
                    <a:pt x="1037254" y="18068"/>
                  </a:lnTo>
                  <a:lnTo>
                    <a:pt x="1029397" y="18075"/>
                  </a:lnTo>
                  <a:lnTo>
                    <a:pt x="1021539" y="18066"/>
                  </a:lnTo>
                  <a:lnTo>
                    <a:pt x="1013681" y="18070"/>
                  </a:lnTo>
                  <a:lnTo>
                    <a:pt x="1005823" y="18078"/>
                  </a:lnTo>
                  <a:lnTo>
                    <a:pt x="997965" y="18091"/>
                  </a:lnTo>
                  <a:lnTo>
                    <a:pt x="990107" y="18096"/>
                  </a:lnTo>
                  <a:lnTo>
                    <a:pt x="982249" y="18068"/>
                  </a:lnTo>
                  <a:lnTo>
                    <a:pt x="974391" y="18051"/>
                  </a:lnTo>
                  <a:lnTo>
                    <a:pt x="966533" y="18061"/>
                  </a:lnTo>
                  <a:lnTo>
                    <a:pt x="958675" y="18073"/>
                  </a:lnTo>
                  <a:lnTo>
                    <a:pt x="950817" y="18080"/>
                  </a:lnTo>
                  <a:lnTo>
                    <a:pt x="942959" y="18071"/>
                  </a:lnTo>
                  <a:lnTo>
                    <a:pt x="935101" y="18076"/>
                  </a:lnTo>
                  <a:lnTo>
                    <a:pt x="927243" y="18081"/>
                  </a:lnTo>
                  <a:lnTo>
                    <a:pt x="919385" y="18082"/>
                  </a:lnTo>
                  <a:lnTo>
                    <a:pt x="911527" y="18081"/>
                  </a:lnTo>
                  <a:lnTo>
                    <a:pt x="903669" y="18080"/>
                  </a:lnTo>
                  <a:lnTo>
                    <a:pt x="895811" y="18078"/>
                  </a:lnTo>
                  <a:lnTo>
                    <a:pt x="887953" y="18076"/>
                  </a:lnTo>
                  <a:lnTo>
                    <a:pt x="880095" y="18096"/>
                  </a:lnTo>
                  <a:lnTo>
                    <a:pt x="872237" y="18097"/>
                  </a:lnTo>
                  <a:lnTo>
                    <a:pt x="864379" y="18099"/>
                  </a:lnTo>
                  <a:lnTo>
                    <a:pt x="856521" y="18105"/>
                  </a:lnTo>
                  <a:lnTo>
                    <a:pt x="848663" y="18112"/>
                  </a:lnTo>
                  <a:lnTo>
                    <a:pt x="840805" y="18119"/>
                  </a:lnTo>
                  <a:lnTo>
                    <a:pt x="832947" y="18126"/>
                  </a:lnTo>
                  <a:lnTo>
                    <a:pt x="825089" y="18125"/>
                  </a:lnTo>
                  <a:lnTo>
                    <a:pt x="817231" y="18125"/>
                  </a:lnTo>
                  <a:lnTo>
                    <a:pt x="809373" y="18140"/>
                  </a:lnTo>
                  <a:lnTo>
                    <a:pt x="801515" y="18154"/>
                  </a:lnTo>
                  <a:lnTo>
                    <a:pt x="793657" y="18161"/>
                  </a:lnTo>
                  <a:lnTo>
                    <a:pt x="785799" y="18169"/>
                  </a:lnTo>
                  <a:lnTo>
                    <a:pt x="777941" y="18176"/>
                  </a:lnTo>
                  <a:lnTo>
                    <a:pt x="770083" y="18187"/>
                  </a:lnTo>
                  <a:lnTo>
                    <a:pt x="762225" y="18195"/>
                  </a:lnTo>
                  <a:lnTo>
                    <a:pt x="754367" y="18197"/>
                  </a:lnTo>
                  <a:lnTo>
                    <a:pt x="746509" y="18205"/>
                  </a:lnTo>
                  <a:lnTo>
                    <a:pt x="738651" y="18226"/>
                  </a:lnTo>
                  <a:lnTo>
                    <a:pt x="730793" y="18238"/>
                  </a:lnTo>
                  <a:lnTo>
                    <a:pt x="722935" y="18265"/>
                  </a:lnTo>
                  <a:lnTo>
                    <a:pt x="715077" y="18284"/>
                  </a:lnTo>
                  <a:lnTo>
                    <a:pt x="707219" y="18303"/>
                  </a:lnTo>
                  <a:lnTo>
                    <a:pt x="699361" y="18298"/>
                  </a:lnTo>
                  <a:lnTo>
                    <a:pt x="691503" y="18310"/>
                  </a:lnTo>
                  <a:lnTo>
                    <a:pt x="683645" y="18331"/>
                  </a:lnTo>
                  <a:lnTo>
                    <a:pt x="675787" y="18349"/>
                  </a:lnTo>
                  <a:lnTo>
                    <a:pt x="667929" y="18374"/>
                  </a:lnTo>
                  <a:lnTo>
                    <a:pt x="660071" y="18394"/>
                  </a:lnTo>
                  <a:lnTo>
                    <a:pt x="652213" y="18410"/>
                  </a:lnTo>
                  <a:lnTo>
                    <a:pt x="644355" y="18419"/>
                  </a:lnTo>
                  <a:lnTo>
                    <a:pt x="636497" y="18431"/>
                  </a:lnTo>
                  <a:lnTo>
                    <a:pt x="628639" y="18450"/>
                  </a:lnTo>
                  <a:lnTo>
                    <a:pt x="620781" y="18460"/>
                  </a:lnTo>
                  <a:lnTo>
                    <a:pt x="612923" y="18463"/>
                  </a:lnTo>
                  <a:lnTo>
                    <a:pt x="605065" y="18466"/>
                  </a:lnTo>
                  <a:lnTo>
                    <a:pt x="597207" y="18470"/>
                  </a:lnTo>
                  <a:lnTo>
                    <a:pt x="589349" y="18474"/>
                  </a:lnTo>
                  <a:lnTo>
                    <a:pt x="581491" y="18504"/>
                  </a:lnTo>
                  <a:lnTo>
                    <a:pt x="573633" y="18533"/>
                  </a:lnTo>
                  <a:lnTo>
                    <a:pt x="565775" y="18543"/>
                  </a:lnTo>
                  <a:lnTo>
                    <a:pt x="557917" y="18553"/>
                  </a:lnTo>
                  <a:lnTo>
                    <a:pt x="550059" y="18578"/>
                  </a:lnTo>
                  <a:lnTo>
                    <a:pt x="542201" y="18594"/>
                  </a:lnTo>
                  <a:lnTo>
                    <a:pt x="534343" y="18602"/>
                  </a:lnTo>
                  <a:lnTo>
                    <a:pt x="526485" y="18601"/>
                  </a:lnTo>
                  <a:lnTo>
                    <a:pt x="518627" y="18605"/>
                  </a:lnTo>
                  <a:lnTo>
                    <a:pt x="510769" y="18611"/>
                  </a:lnTo>
                  <a:lnTo>
                    <a:pt x="502911" y="18621"/>
                  </a:lnTo>
                  <a:lnTo>
                    <a:pt x="495053" y="18632"/>
                  </a:lnTo>
                  <a:lnTo>
                    <a:pt x="487195" y="18660"/>
                  </a:lnTo>
                  <a:lnTo>
                    <a:pt x="479337" y="18685"/>
                  </a:lnTo>
                  <a:lnTo>
                    <a:pt x="471479" y="18693"/>
                  </a:lnTo>
                  <a:lnTo>
                    <a:pt x="463621" y="18710"/>
                  </a:lnTo>
                  <a:lnTo>
                    <a:pt x="455763" y="18718"/>
                  </a:lnTo>
                  <a:lnTo>
                    <a:pt x="447905" y="18746"/>
                  </a:lnTo>
                  <a:lnTo>
                    <a:pt x="440047" y="18790"/>
                  </a:lnTo>
                  <a:lnTo>
                    <a:pt x="432189" y="18805"/>
                  </a:lnTo>
                  <a:lnTo>
                    <a:pt x="424331" y="18809"/>
                  </a:lnTo>
                  <a:lnTo>
                    <a:pt x="416473" y="18813"/>
                  </a:lnTo>
                  <a:lnTo>
                    <a:pt x="408615" y="18825"/>
                  </a:lnTo>
                  <a:lnTo>
                    <a:pt x="400757" y="18845"/>
                  </a:lnTo>
                  <a:lnTo>
                    <a:pt x="392899" y="18862"/>
                  </a:lnTo>
                  <a:lnTo>
                    <a:pt x="385041" y="18886"/>
                  </a:lnTo>
                  <a:lnTo>
                    <a:pt x="377183" y="18906"/>
                  </a:lnTo>
                  <a:lnTo>
                    <a:pt x="369325" y="18926"/>
                  </a:lnTo>
                  <a:lnTo>
                    <a:pt x="361467" y="18941"/>
                  </a:lnTo>
                  <a:lnTo>
                    <a:pt x="353609" y="18955"/>
                  </a:lnTo>
                  <a:lnTo>
                    <a:pt x="345751" y="18968"/>
                  </a:lnTo>
                  <a:lnTo>
                    <a:pt x="337893" y="18986"/>
                  </a:lnTo>
                  <a:lnTo>
                    <a:pt x="330035" y="19006"/>
                  </a:lnTo>
                  <a:lnTo>
                    <a:pt x="322177" y="19029"/>
                  </a:lnTo>
                  <a:lnTo>
                    <a:pt x="314319" y="19039"/>
                  </a:lnTo>
                  <a:lnTo>
                    <a:pt x="306461" y="19064"/>
                  </a:lnTo>
                  <a:lnTo>
                    <a:pt x="298603" y="19095"/>
                  </a:lnTo>
                  <a:lnTo>
                    <a:pt x="290745" y="19125"/>
                  </a:lnTo>
                  <a:lnTo>
                    <a:pt x="282887" y="19149"/>
                  </a:lnTo>
                  <a:lnTo>
                    <a:pt x="275029" y="19173"/>
                  </a:lnTo>
                  <a:lnTo>
                    <a:pt x="267171" y="19194"/>
                  </a:lnTo>
                  <a:lnTo>
                    <a:pt x="259313" y="19209"/>
                  </a:lnTo>
                  <a:lnTo>
                    <a:pt x="251455" y="19223"/>
                  </a:lnTo>
                  <a:lnTo>
                    <a:pt x="243597" y="19242"/>
                  </a:lnTo>
                  <a:lnTo>
                    <a:pt x="235739" y="19261"/>
                  </a:lnTo>
                  <a:lnTo>
                    <a:pt x="227881" y="19275"/>
                  </a:lnTo>
                  <a:lnTo>
                    <a:pt x="220023" y="19301"/>
                  </a:lnTo>
                  <a:lnTo>
                    <a:pt x="212165" y="19309"/>
                  </a:lnTo>
                  <a:lnTo>
                    <a:pt x="204307" y="19312"/>
                  </a:lnTo>
                  <a:lnTo>
                    <a:pt x="196449" y="19332"/>
                  </a:lnTo>
                  <a:lnTo>
                    <a:pt x="188591" y="19362"/>
                  </a:lnTo>
                  <a:lnTo>
                    <a:pt x="180733" y="19393"/>
                  </a:lnTo>
                  <a:lnTo>
                    <a:pt x="172875" y="19413"/>
                  </a:lnTo>
                  <a:lnTo>
                    <a:pt x="165017" y="19436"/>
                  </a:lnTo>
                  <a:lnTo>
                    <a:pt x="157159" y="19465"/>
                  </a:lnTo>
                  <a:lnTo>
                    <a:pt x="149301" y="19495"/>
                  </a:lnTo>
                  <a:lnTo>
                    <a:pt x="141443" y="19523"/>
                  </a:lnTo>
                  <a:lnTo>
                    <a:pt x="133585" y="19553"/>
                  </a:lnTo>
                  <a:lnTo>
                    <a:pt x="125727" y="19579"/>
                  </a:lnTo>
                  <a:lnTo>
                    <a:pt x="117869" y="19604"/>
                  </a:lnTo>
                  <a:lnTo>
                    <a:pt x="110011" y="19620"/>
                  </a:lnTo>
                  <a:lnTo>
                    <a:pt x="102153" y="19642"/>
                  </a:lnTo>
                  <a:lnTo>
                    <a:pt x="94295" y="19659"/>
                  </a:lnTo>
                  <a:lnTo>
                    <a:pt x="86437" y="19683"/>
                  </a:lnTo>
                  <a:lnTo>
                    <a:pt x="78579" y="19714"/>
                  </a:lnTo>
                  <a:lnTo>
                    <a:pt x="70721" y="19732"/>
                  </a:lnTo>
                  <a:lnTo>
                    <a:pt x="62863" y="19758"/>
                  </a:lnTo>
                  <a:lnTo>
                    <a:pt x="55005" y="19780"/>
                  </a:lnTo>
                  <a:lnTo>
                    <a:pt x="47147" y="19811"/>
                  </a:lnTo>
                  <a:lnTo>
                    <a:pt x="39289" y="19835"/>
                  </a:lnTo>
                  <a:lnTo>
                    <a:pt x="31431" y="19862"/>
                  </a:lnTo>
                  <a:lnTo>
                    <a:pt x="23573" y="19889"/>
                  </a:lnTo>
                  <a:lnTo>
                    <a:pt x="15715" y="19906"/>
                  </a:lnTo>
                  <a:lnTo>
                    <a:pt x="7857" y="19938"/>
                  </a:lnTo>
                  <a:lnTo>
                    <a:pt x="0" y="19961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1186414" y="4003360"/>
              <a:ext cx="2035220" cy="12389"/>
            </a:xfrm>
            <a:custGeom>
              <a:avLst/>
              <a:pathLst>
                <a:path w="2035220" h="12389">
                  <a:moveTo>
                    <a:pt x="0" y="11851"/>
                  </a:moveTo>
                  <a:lnTo>
                    <a:pt x="7857" y="11871"/>
                  </a:lnTo>
                  <a:lnTo>
                    <a:pt x="15715" y="11880"/>
                  </a:lnTo>
                  <a:lnTo>
                    <a:pt x="23573" y="11880"/>
                  </a:lnTo>
                  <a:lnTo>
                    <a:pt x="31431" y="11883"/>
                  </a:lnTo>
                  <a:lnTo>
                    <a:pt x="39289" y="11898"/>
                  </a:lnTo>
                  <a:lnTo>
                    <a:pt x="47147" y="11914"/>
                  </a:lnTo>
                  <a:lnTo>
                    <a:pt x="55005" y="11937"/>
                  </a:lnTo>
                  <a:lnTo>
                    <a:pt x="62863" y="11945"/>
                  </a:lnTo>
                  <a:lnTo>
                    <a:pt x="70721" y="11939"/>
                  </a:lnTo>
                  <a:lnTo>
                    <a:pt x="78579" y="11940"/>
                  </a:lnTo>
                  <a:lnTo>
                    <a:pt x="86437" y="11956"/>
                  </a:lnTo>
                  <a:lnTo>
                    <a:pt x="94295" y="11981"/>
                  </a:lnTo>
                  <a:lnTo>
                    <a:pt x="102153" y="12002"/>
                  </a:lnTo>
                  <a:lnTo>
                    <a:pt x="110011" y="12021"/>
                  </a:lnTo>
                  <a:lnTo>
                    <a:pt x="117869" y="12053"/>
                  </a:lnTo>
                  <a:lnTo>
                    <a:pt x="125727" y="12078"/>
                  </a:lnTo>
                  <a:lnTo>
                    <a:pt x="133585" y="12084"/>
                  </a:lnTo>
                  <a:lnTo>
                    <a:pt x="141443" y="12099"/>
                  </a:lnTo>
                  <a:lnTo>
                    <a:pt x="149301" y="12127"/>
                  </a:lnTo>
                  <a:lnTo>
                    <a:pt x="157159" y="12172"/>
                  </a:lnTo>
                  <a:lnTo>
                    <a:pt x="165017" y="12194"/>
                  </a:lnTo>
                  <a:lnTo>
                    <a:pt x="172875" y="12202"/>
                  </a:lnTo>
                  <a:lnTo>
                    <a:pt x="180733" y="12200"/>
                  </a:lnTo>
                  <a:lnTo>
                    <a:pt x="188591" y="12212"/>
                  </a:lnTo>
                  <a:lnTo>
                    <a:pt x="196449" y="12235"/>
                  </a:lnTo>
                  <a:lnTo>
                    <a:pt x="204307" y="12229"/>
                  </a:lnTo>
                  <a:lnTo>
                    <a:pt x="212165" y="12244"/>
                  </a:lnTo>
                  <a:lnTo>
                    <a:pt x="220023" y="12279"/>
                  </a:lnTo>
                  <a:lnTo>
                    <a:pt x="227881" y="12289"/>
                  </a:lnTo>
                  <a:lnTo>
                    <a:pt x="235739" y="12282"/>
                  </a:lnTo>
                  <a:lnTo>
                    <a:pt x="243597" y="12277"/>
                  </a:lnTo>
                  <a:lnTo>
                    <a:pt x="251455" y="12291"/>
                  </a:lnTo>
                  <a:lnTo>
                    <a:pt x="259313" y="12323"/>
                  </a:lnTo>
                  <a:lnTo>
                    <a:pt x="267171" y="12329"/>
                  </a:lnTo>
                  <a:lnTo>
                    <a:pt x="275029" y="12346"/>
                  </a:lnTo>
                  <a:lnTo>
                    <a:pt x="282887" y="12364"/>
                  </a:lnTo>
                  <a:lnTo>
                    <a:pt x="290745" y="12381"/>
                  </a:lnTo>
                  <a:lnTo>
                    <a:pt x="298603" y="12387"/>
                  </a:lnTo>
                  <a:lnTo>
                    <a:pt x="306461" y="12368"/>
                  </a:lnTo>
                  <a:lnTo>
                    <a:pt x="314319" y="12357"/>
                  </a:lnTo>
                  <a:lnTo>
                    <a:pt x="322177" y="12361"/>
                  </a:lnTo>
                  <a:lnTo>
                    <a:pt x="330035" y="12361"/>
                  </a:lnTo>
                  <a:lnTo>
                    <a:pt x="337893" y="12370"/>
                  </a:lnTo>
                  <a:lnTo>
                    <a:pt x="345751" y="12364"/>
                  </a:lnTo>
                  <a:lnTo>
                    <a:pt x="353609" y="12368"/>
                  </a:lnTo>
                  <a:lnTo>
                    <a:pt x="361467" y="12384"/>
                  </a:lnTo>
                  <a:lnTo>
                    <a:pt x="369325" y="12389"/>
                  </a:lnTo>
                  <a:lnTo>
                    <a:pt x="377183" y="12377"/>
                  </a:lnTo>
                  <a:lnTo>
                    <a:pt x="385041" y="12373"/>
                  </a:lnTo>
                  <a:lnTo>
                    <a:pt x="392899" y="12359"/>
                  </a:lnTo>
                  <a:lnTo>
                    <a:pt x="400757" y="12358"/>
                  </a:lnTo>
                  <a:lnTo>
                    <a:pt x="408615" y="12362"/>
                  </a:lnTo>
                  <a:lnTo>
                    <a:pt x="416473" y="12366"/>
                  </a:lnTo>
                  <a:lnTo>
                    <a:pt x="424331" y="12356"/>
                  </a:lnTo>
                  <a:lnTo>
                    <a:pt x="432189" y="12344"/>
                  </a:lnTo>
                  <a:lnTo>
                    <a:pt x="440047" y="12321"/>
                  </a:lnTo>
                  <a:lnTo>
                    <a:pt x="447905" y="12304"/>
                  </a:lnTo>
                  <a:lnTo>
                    <a:pt x="455763" y="12275"/>
                  </a:lnTo>
                  <a:lnTo>
                    <a:pt x="463621" y="12252"/>
                  </a:lnTo>
                  <a:lnTo>
                    <a:pt x="471479" y="12238"/>
                  </a:lnTo>
                  <a:lnTo>
                    <a:pt x="479337" y="12230"/>
                  </a:lnTo>
                  <a:lnTo>
                    <a:pt x="487195" y="12216"/>
                  </a:lnTo>
                  <a:lnTo>
                    <a:pt x="495053" y="12204"/>
                  </a:lnTo>
                  <a:lnTo>
                    <a:pt x="502911" y="12196"/>
                  </a:lnTo>
                  <a:lnTo>
                    <a:pt x="510769" y="12187"/>
                  </a:lnTo>
                  <a:lnTo>
                    <a:pt x="518627" y="12175"/>
                  </a:lnTo>
                  <a:lnTo>
                    <a:pt x="526485" y="12157"/>
                  </a:lnTo>
                  <a:lnTo>
                    <a:pt x="534343" y="12166"/>
                  </a:lnTo>
                  <a:lnTo>
                    <a:pt x="542201" y="12165"/>
                  </a:lnTo>
                  <a:lnTo>
                    <a:pt x="550059" y="12146"/>
                  </a:lnTo>
                  <a:lnTo>
                    <a:pt x="557917" y="12136"/>
                  </a:lnTo>
                  <a:lnTo>
                    <a:pt x="565775" y="12127"/>
                  </a:lnTo>
                  <a:lnTo>
                    <a:pt x="573633" y="12118"/>
                  </a:lnTo>
                  <a:lnTo>
                    <a:pt x="581491" y="12110"/>
                  </a:lnTo>
                  <a:lnTo>
                    <a:pt x="589349" y="12077"/>
                  </a:lnTo>
                  <a:lnTo>
                    <a:pt x="597207" y="12032"/>
                  </a:lnTo>
                  <a:lnTo>
                    <a:pt x="605065" y="12024"/>
                  </a:lnTo>
                  <a:lnTo>
                    <a:pt x="612923" y="12013"/>
                  </a:lnTo>
                  <a:lnTo>
                    <a:pt x="620781" y="11993"/>
                  </a:lnTo>
                  <a:lnTo>
                    <a:pt x="628639" y="11984"/>
                  </a:lnTo>
                  <a:lnTo>
                    <a:pt x="636497" y="11965"/>
                  </a:lnTo>
                  <a:lnTo>
                    <a:pt x="644355" y="11948"/>
                  </a:lnTo>
                  <a:lnTo>
                    <a:pt x="652213" y="11914"/>
                  </a:lnTo>
                  <a:lnTo>
                    <a:pt x="660071" y="11881"/>
                  </a:lnTo>
                  <a:lnTo>
                    <a:pt x="667929" y="11855"/>
                  </a:lnTo>
                  <a:lnTo>
                    <a:pt x="675787" y="11842"/>
                  </a:lnTo>
                  <a:lnTo>
                    <a:pt x="683645" y="11832"/>
                  </a:lnTo>
                  <a:lnTo>
                    <a:pt x="691503" y="11809"/>
                  </a:lnTo>
                  <a:lnTo>
                    <a:pt x="699361" y="11771"/>
                  </a:lnTo>
                  <a:lnTo>
                    <a:pt x="707219" y="11752"/>
                  </a:lnTo>
                  <a:lnTo>
                    <a:pt x="715077" y="11726"/>
                  </a:lnTo>
                  <a:lnTo>
                    <a:pt x="722935" y="11697"/>
                  </a:lnTo>
                  <a:lnTo>
                    <a:pt x="730793" y="11656"/>
                  </a:lnTo>
                  <a:lnTo>
                    <a:pt x="738651" y="11635"/>
                  </a:lnTo>
                  <a:lnTo>
                    <a:pt x="746509" y="11598"/>
                  </a:lnTo>
                  <a:lnTo>
                    <a:pt x="754367" y="11578"/>
                  </a:lnTo>
                  <a:lnTo>
                    <a:pt x="762225" y="11543"/>
                  </a:lnTo>
                  <a:lnTo>
                    <a:pt x="770083" y="11515"/>
                  </a:lnTo>
                  <a:lnTo>
                    <a:pt x="777941" y="11475"/>
                  </a:lnTo>
                  <a:lnTo>
                    <a:pt x="785799" y="11417"/>
                  </a:lnTo>
                  <a:lnTo>
                    <a:pt x="793657" y="11410"/>
                  </a:lnTo>
                  <a:lnTo>
                    <a:pt x="801515" y="11364"/>
                  </a:lnTo>
                  <a:lnTo>
                    <a:pt x="809373" y="11314"/>
                  </a:lnTo>
                  <a:lnTo>
                    <a:pt x="817231" y="11298"/>
                  </a:lnTo>
                  <a:lnTo>
                    <a:pt x="825089" y="11257"/>
                  </a:lnTo>
                  <a:lnTo>
                    <a:pt x="832947" y="11222"/>
                  </a:lnTo>
                  <a:lnTo>
                    <a:pt x="840805" y="11155"/>
                  </a:lnTo>
                  <a:lnTo>
                    <a:pt x="848663" y="11132"/>
                  </a:lnTo>
                  <a:lnTo>
                    <a:pt x="856521" y="11080"/>
                  </a:lnTo>
                  <a:lnTo>
                    <a:pt x="864379" y="11046"/>
                  </a:lnTo>
                  <a:lnTo>
                    <a:pt x="872237" y="11045"/>
                  </a:lnTo>
                  <a:lnTo>
                    <a:pt x="880095" y="11028"/>
                  </a:lnTo>
                  <a:lnTo>
                    <a:pt x="887953" y="10981"/>
                  </a:lnTo>
                  <a:lnTo>
                    <a:pt x="895811" y="10947"/>
                  </a:lnTo>
                  <a:lnTo>
                    <a:pt x="903669" y="10909"/>
                  </a:lnTo>
                  <a:lnTo>
                    <a:pt x="911527" y="10869"/>
                  </a:lnTo>
                  <a:lnTo>
                    <a:pt x="919385" y="10801"/>
                  </a:lnTo>
                  <a:lnTo>
                    <a:pt x="927243" y="10773"/>
                  </a:lnTo>
                  <a:lnTo>
                    <a:pt x="935101" y="10733"/>
                  </a:lnTo>
                  <a:lnTo>
                    <a:pt x="942959" y="10679"/>
                  </a:lnTo>
                  <a:lnTo>
                    <a:pt x="950817" y="10618"/>
                  </a:lnTo>
                  <a:lnTo>
                    <a:pt x="958675" y="10544"/>
                  </a:lnTo>
                  <a:lnTo>
                    <a:pt x="966533" y="10480"/>
                  </a:lnTo>
                  <a:lnTo>
                    <a:pt x="974391" y="10449"/>
                  </a:lnTo>
                  <a:lnTo>
                    <a:pt x="982249" y="10414"/>
                  </a:lnTo>
                  <a:lnTo>
                    <a:pt x="990107" y="10368"/>
                  </a:lnTo>
                  <a:lnTo>
                    <a:pt x="997965" y="10342"/>
                  </a:lnTo>
                  <a:lnTo>
                    <a:pt x="1005823" y="10301"/>
                  </a:lnTo>
                  <a:lnTo>
                    <a:pt x="1013681" y="10242"/>
                  </a:lnTo>
                  <a:lnTo>
                    <a:pt x="1021539" y="10209"/>
                  </a:lnTo>
                  <a:lnTo>
                    <a:pt x="1029397" y="10177"/>
                  </a:lnTo>
                  <a:lnTo>
                    <a:pt x="1037254" y="10135"/>
                  </a:lnTo>
                  <a:lnTo>
                    <a:pt x="1045112" y="10069"/>
                  </a:lnTo>
                  <a:lnTo>
                    <a:pt x="1052970" y="10004"/>
                  </a:lnTo>
                  <a:lnTo>
                    <a:pt x="1060828" y="9938"/>
                  </a:lnTo>
                  <a:lnTo>
                    <a:pt x="1068686" y="9872"/>
                  </a:lnTo>
                  <a:lnTo>
                    <a:pt x="1076544" y="9806"/>
                  </a:lnTo>
                  <a:lnTo>
                    <a:pt x="1084402" y="9740"/>
                  </a:lnTo>
                  <a:lnTo>
                    <a:pt x="1092260" y="9711"/>
                  </a:lnTo>
                  <a:lnTo>
                    <a:pt x="1100118" y="9673"/>
                  </a:lnTo>
                  <a:lnTo>
                    <a:pt x="1107976" y="9608"/>
                  </a:lnTo>
                  <a:lnTo>
                    <a:pt x="1115834" y="9542"/>
                  </a:lnTo>
                  <a:lnTo>
                    <a:pt x="1123692" y="9479"/>
                  </a:lnTo>
                  <a:lnTo>
                    <a:pt x="1131550" y="9429"/>
                  </a:lnTo>
                  <a:lnTo>
                    <a:pt x="1139408" y="9379"/>
                  </a:lnTo>
                  <a:lnTo>
                    <a:pt x="1147266" y="9329"/>
                  </a:lnTo>
                  <a:lnTo>
                    <a:pt x="1155124" y="9279"/>
                  </a:lnTo>
                  <a:lnTo>
                    <a:pt x="1162982" y="9200"/>
                  </a:lnTo>
                  <a:lnTo>
                    <a:pt x="1170840" y="9121"/>
                  </a:lnTo>
                  <a:lnTo>
                    <a:pt x="1178698" y="9050"/>
                  </a:lnTo>
                  <a:lnTo>
                    <a:pt x="1186556" y="8970"/>
                  </a:lnTo>
                  <a:lnTo>
                    <a:pt x="1194414" y="8904"/>
                  </a:lnTo>
                  <a:lnTo>
                    <a:pt x="1202272" y="8858"/>
                  </a:lnTo>
                  <a:lnTo>
                    <a:pt x="1210130" y="8799"/>
                  </a:lnTo>
                  <a:lnTo>
                    <a:pt x="1217988" y="8729"/>
                  </a:lnTo>
                  <a:lnTo>
                    <a:pt x="1225846" y="8653"/>
                  </a:lnTo>
                  <a:lnTo>
                    <a:pt x="1233704" y="8573"/>
                  </a:lnTo>
                  <a:lnTo>
                    <a:pt x="1241562" y="8475"/>
                  </a:lnTo>
                  <a:lnTo>
                    <a:pt x="1249420" y="8406"/>
                  </a:lnTo>
                  <a:lnTo>
                    <a:pt x="1257278" y="8359"/>
                  </a:lnTo>
                  <a:lnTo>
                    <a:pt x="1265136" y="8285"/>
                  </a:lnTo>
                  <a:lnTo>
                    <a:pt x="1272994" y="8217"/>
                  </a:lnTo>
                  <a:lnTo>
                    <a:pt x="1280852" y="8175"/>
                  </a:lnTo>
                  <a:lnTo>
                    <a:pt x="1288710" y="8134"/>
                  </a:lnTo>
                  <a:lnTo>
                    <a:pt x="1296568" y="8093"/>
                  </a:lnTo>
                  <a:lnTo>
                    <a:pt x="1304426" y="8048"/>
                  </a:lnTo>
                  <a:lnTo>
                    <a:pt x="1312284" y="7994"/>
                  </a:lnTo>
                  <a:lnTo>
                    <a:pt x="1320142" y="7915"/>
                  </a:lnTo>
                  <a:lnTo>
                    <a:pt x="1328000" y="7869"/>
                  </a:lnTo>
                  <a:lnTo>
                    <a:pt x="1335858" y="7822"/>
                  </a:lnTo>
                  <a:lnTo>
                    <a:pt x="1343716" y="7762"/>
                  </a:lnTo>
                  <a:lnTo>
                    <a:pt x="1351574" y="7700"/>
                  </a:lnTo>
                  <a:lnTo>
                    <a:pt x="1359432" y="7631"/>
                  </a:lnTo>
                  <a:lnTo>
                    <a:pt x="1367290" y="7556"/>
                  </a:lnTo>
                  <a:lnTo>
                    <a:pt x="1375148" y="7480"/>
                  </a:lnTo>
                  <a:lnTo>
                    <a:pt x="1383006" y="7406"/>
                  </a:lnTo>
                  <a:lnTo>
                    <a:pt x="1390864" y="7329"/>
                  </a:lnTo>
                  <a:lnTo>
                    <a:pt x="1398722" y="7252"/>
                  </a:lnTo>
                  <a:lnTo>
                    <a:pt x="1406580" y="7175"/>
                  </a:lnTo>
                  <a:lnTo>
                    <a:pt x="1414438" y="7098"/>
                  </a:lnTo>
                  <a:lnTo>
                    <a:pt x="1422296" y="7020"/>
                  </a:lnTo>
                  <a:lnTo>
                    <a:pt x="1430154" y="6942"/>
                  </a:lnTo>
                  <a:lnTo>
                    <a:pt x="1438012" y="6864"/>
                  </a:lnTo>
                  <a:lnTo>
                    <a:pt x="1445870" y="6792"/>
                  </a:lnTo>
                  <a:lnTo>
                    <a:pt x="1453728" y="6726"/>
                  </a:lnTo>
                  <a:lnTo>
                    <a:pt x="1461586" y="6659"/>
                  </a:lnTo>
                  <a:lnTo>
                    <a:pt x="1469444" y="6593"/>
                  </a:lnTo>
                  <a:lnTo>
                    <a:pt x="1477302" y="6526"/>
                  </a:lnTo>
                  <a:lnTo>
                    <a:pt x="1485160" y="6426"/>
                  </a:lnTo>
                  <a:lnTo>
                    <a:pt x="1493018" y="6326"/>
                  </a:lnTo>
                  <a:lnTo>
                    <a:pt x="1500876" y="6291"/>
                  </a:lnTo>
                  <a:lnTo>
                    <a:pt x="1508734" y="6208"/>
                  </a:lnTo>
                  <a:lnTo>
                    <a:pt x="1516592" y="6124"/>
                  </a:lnTo>
                  <a:lnTo>
                    <a:pt x="1524450" y="6040"/>
                  </a:lnTo>
                  <a:lnTo>
                    <a:pt x="1532308" y="5955"/>
                  </a:lnTo>
                  <a:lnTo>
                    <a:pt x="1540166" y="5871"/>
                  </a:lnTo>
                  <a:lnTo>
                    <a:pt x="1548024" y="5786"/>
                  </a:lnTo>
                  <a:lnTo>
                    <a:pt x="1555882" y="5700"/>
                  </a:lnTo>
                  <a:lnTo>
                    <a:pt x="1563740" y="5596"/>
                  </a:lnTo>
                  <a:lnTo>
                    <a:pt x="1571598" y="5517"/>
                  </a:lnTo>
                  <a:lnTo>
                    <a:pt x="1579456" y="5442"/>
                  </a:lnTo>
                  <a:lnTo>
                    <a:pt x="1587314" y="5355"/>
                  </a:lnTo>
                  <a:lnTo>
                    <a:pt x="1595172" y="5269"/>
                  </a:lnTo>
                  <a:lnTo>
                    <a:pt x="1603030" y="5198"/>
                  </a:lnTo>
                  <a:lnTo>
                    <a:pt x="1610888" y="5139"/>
                  </a:lnTo>
                  <a:lnTo>
                    <a:pt x="1618746" y="5062"/>
                  </a:lnTo>
                  <a:lnTo>
                    <a:pt x="1626604" y="4949"/>
                  </a:lnTo>
                  <a:lnTo>
                    <a:pt x="1634462" y="4835"/>
                  </a:lnTo>
                  <a:lnTo>
                    <a:pt x="1642320" y="4739"/>
                  </a:lnTo>
                  <a:lnTo>
                    <a:pt x="1650178" y="4650"/>
                  </a:lnTo>
                  <a:lnTo>
                    <a:pt x="1658036" y="4560"/>
                  </a:lnTo>
                  <a:lnTo>
                    <a:pt x="1665894" y="4469"/>
                  </a:lnTo>
                  <a:lnTo>
                    <a:pt x="1673752" y="4380"/>
                  </a:lnTo>
                  <a:lnTo>
                    <a:pt x="1681610" y="4303"/>
                  </a:lnTo>
                  <a:lnTo>
                    <a:pt x="1689468" y="4257"/>
                  </a:lnTo>
                  <a:lnTo>
                    <a:pt x="1697326" y="4211"/>
                  </a:lnTo>
                  <a:lnTo>
                    <a:pt x="1705184" y="4165"/>
                  </a:lnTo>
                  <a:lnTo>
                    <a:pt x="1713042" y="4087"/>
                  </a:lnTo>
                  <a:lnTo>
                    <a:pt x="1720900" y="3971"/>
                  </a:lnTo>
                  <a:lnTo>
                    <a:pt x="1728758" y="3855"/>
                  </a:lnTo>
                  <a:lnTo>
                    <a:pt x="1736616" y="3777"/>
                  </a:lnTo>
                  <a:lnTo>
                    <a:pt x="1744474" y="3692"/>
                  </a:lnTo>
                  <a:lnTo>
                    <a:pt x="1752332" y="3608"/>
                  </a:lnTo>
                  <a:lnTo>
                    <a:pt x="1760190" y="3537"/>
                  </a:lnTo>
                  <a:lnTo>
                    <a:pt x="1768048" y="3436"/>
                  </a:lnTo>
                  <a:lnTo>
                    <a:pt x="1775906" y="3331"/>
                  </a:lnTo>
                  <a:lnTo>
                    <a:pt x="1783764" y="3226"/>
                  </a:lnTo>
                  <a:lnTo>
                    <a:pt x="1791622" y="3120"/>
                  </a:lnTo>
                  <a:lnTo>
                    <a:pt x="1799480" y="3014"/>
                  </a:lnTo>
                  <a:lnTo>
                    <a:pt x="1807338" y="2908"/>
                  </a:lnTo>
                  <a:lnTo>
                    <a:pt x="1815196" y="2813"/>
                  </a:lnTo>
                  <a:lnTo>
                    <a:pt x="1823054" y="2734"/>
                  </a:lnTo>
                  <a:lnTo>
                    <a:pt x="1830912" y="2655"/>
                  </a:lnTo>
                  <a:lnTo>
                    <a:pt x="1838770" y="2576"/>
                  </a:lnTo>
                  <a:lnTo>
                    <a:pt x="1846628" y="2497"/>
                  </a:lnTo>
                  <a:lnTo>
                    <a:pt x="1854486" y="2401"/>
                  </a:lnTo>
                  <a:lnTo>
                    <a:pt x="1862344" y="2298"/>
                  </a:lnTo>
                  <a:lnTo>
                    <a:pt x="1870202" y="2192"/>
                  </a:lnTo>
                  <a:lnTo>
                    <a:pt x="1878060" y="2084"/>
                  </a:lnTo>
                  <a:lnTo>
                    <a:pt x="1885918" y="1977"/>
                  </a:lnTo>
                  <a:lnTo>
                    <a:pt x="1893776" y="1870"/>
                  </a:lnTo>
                  <a:lnTo>
                    <a:pt x="1901634" y="1767"/>
                  </a:lnTo>
                  <a:lnTo>
                    <a:pt x="1909492" y="1670"/>
                  </a:lnTo>
                  <a:lnTo>
                    <a:pt x="1917350" y="1543"/>
                  </a:lnTo>
                  <a:lnTo>
                    <a:pt x="1925208" y="1432"/>
                  </a:lnTo>
                  <a:lnTo>
                    <a:pt x="1933066" y="1322"/>
                  </a:lnTo>
                  <a:lnTo>
                    <a:pt x="1940924" y="1214"/>
                  </a:lnTo>
                  <a:lnTo>
                    <a:pt x="1948782" y="1114"/>
                  </a:lnTo>
                  <a:lnTo>
                    <a:pt x="1956640" y="1014"/>
                  </a:lnTo>
                  <a:lnTo>
                    <a:pt x="1964498" y="914"/>
                  </a:lnTo>
                  <a:lnTo>
                    <a:pt x="1972356" y="814"/>
                  </a:lnTo>
                  <a:lnTo>
                    <a:pt x="1980214" y="714"/>
                  </a:lnTo>
                  <a:lnTo>
                    <a:pt x="1988072" y="615"/>
                  </a:lnTo>
                  <a:lnTo>
                    <a:pt x="1995930" y="522"/>
                  </a:lnTo>
                  <a:lnTo>
                    <a:pt x="2003788" y="414"/>
                  </a:lnTo>
                  <a:lnTo>
                    <a:pt x="2011646" y="308"/>
                  </a:lnTo>
                  <a:lnTo>
                    <a:pt x="2019504" y="206"/>
                  </a:lnTo>
                  <a:lnTo>
                    <a:pt x="2027362" y="103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1186414" y="4021412"/>
              <a:ext cx="2035220" cy="1909"/>
            </a:xfrm>
            <a:custGeom>
              <a:avLst/>
              <a:pathLst>
                <a:path w="2035220" h="1909">
                  <a:moveTo>
                    <a:pt x="2035220" y="1209"/>
                  </a:moveTo>
                  <a:lnTo>
                    <a:pt x="2027362" y="1198"/>
                  </a:lnTo>
                  <a:lnTo>
                    <a:pt x="2019504" y="1192"/>
                  </a:lnTo>
                  <a:lnTo>
                    <a:pt x="2011646" y="1182"/>
                  </a:lnTo>
                  <a:lnTo>
                    <a:pt x="2003788" y="1181"/>
                  </a:lnTo>
                  <a:lnTo>
                    <a:pt x="1995930" y="1180"/>
                  </a:lnTo>
                  <a:lnTo>
                    <a:pt x="1988072" y="1178"/>
                  </a:lnTo>
                  <a:lnTo>
                    <a:pt x="1980214" y="1163"/>
                  </a:lnTo>
                  <a:lnTo>
                    <a:pt x="1972356" y="1149"/>
                  </a:lnTo>
                  <a:lnTo>
                    <a:pt x="1964498" y="1134"/>
                  </a:lnTo>
                  <a:lnTo>
                    <a:pt x="1956640" y="1119"/>
                  </a:lnTo>
                  <a:lnTo>
                    <a:pt x="1948782" y="1112"/>
                  </a:lnTo>
                  <a:lnTo>
                    <a:pt x="1940924" y="1117"/>
                  </a:lnTo>
                  <a:lnTo>
                    <a:pt x="1933066" y="1106"/>
                  </a:lnTo>
                  <a:lnTo>
                    <a:pt x="1925208" y="1091"/>
                  </a:lnTo>
                  <a:lnTo>
                    <a:pt x="1917350" y="1076"/>
                  </a:lnTo>
                  <a:lnTo>
                    <a:pt x="1909492" y="1061"/>
                  </a:lnTo>
                  <a:lnTo>
                    <a:pt x="1901634" y="1046"/>
                  </a:lnTo>
                  <a:lnTo>
                    <a:pt x="1893776" y="1030"/>
                  </a:lnTo>
                  <a:lnTo>
                    <a:pt x="1885918" y="1015"/>
                  </a:lnTo>
                  <a:lnTo>
                    <a:pt x="1878060" y="1005"/>
                  </a:lnTo>
                  <a:lnTo>
                    <a:pt x="1870202" y="1004"/>
                  </a:lnTo>
                  <a:lnTo>
                    <a:pt x="1862344" y="993"/>
                  </a:lnTo>
                  <a:lnTo>
                    <a:pt x="1854486" y="979"/>
                  </a:lnTo>
                  <a:lnTo>
                    <a:pt x="1846628" y="965"/>
                  </a:lnTo>
                  <a:lnTo>
                    <a:pt x="1838770" y="953"/>
                  </a:lnTo>
                  <a:lnTo>
                    <a:pt x="1830912" y="945"/>
                  </a:lnTo>
                  <a:lnTo>
                    <a:pt x="1823054" y="936"/>
                  </a:lnTo>
                  <a:lnTo>
                    <a:pt x="1815196" y="926"/>
                  </a:lnTo>
                  <a:lnTo>
                    <a:pt x="1807338" y="916"/>
                  </a:lnTo>
                  <a:lnTo>
                    <a:pt x="1799480" y="906"/>
                  </a:lnTo>
                  <a:lnTo>
                    <a:pt x="1791622" y="896"/>
                  </a:lnTo>
                  <a:lnTo>
                    <a:pt x="1783764" y="886"/>
                  </a:lnTo>
                  <a:lnTo>
                    <a:pt x="1775906" y="873"/>
                  </a:lnTo>
                  <a:lnTo>
                    <a:pt x="1768048" y="856"/>
                  </a:lnTo>
                  <a:lnTo>
                    <a:pt x="1760190" y="839"/>
                  </a:lnTo>
                  <a:lnTo>
                    <a:pt x="1752332" y="822"/>
                  </a:lnTo>
                  <a:lnTo>
                    <a:pt x="1744474" y="810"/>
                  </a:lnTo>
                  <a:lnTo>
                    <a:pt x="1736616" y="799"/>
                  </a:lnTo>
                  <a:lnTo>
                    <a:pt x="1728758" y="788"/>
                  </a:lnTo>
                  <a:lnTo>
                    <a:pt x="1720900" y="777"/>
                  </a:lnTo>
                  <a:lnTo>
                    <a:pt x="1713042" y="766"/>
                  </a:lnTo>
                  <a:lnTo>
                    <a:pt x="1705184" y="755"/>
                  </a:lnTo>
                  <a:lnTo>
                    <a:pt x="1697326" y="744"/>
                  </a:lnTo>
                  <a:lnTo>
                    <a:pt x="1689468" y="733"/>
                  </a:lnTo>
                  <a:lnTo>
                    <a:pt x="1681610" y="720"/>
                  </a:lnTo>
                  <a:lnTo>
                    <a:pt x="1673752" y="698"/>
                  </a:lnTo>
                  <a:lnTo>
                    <a:pt x="1665894" y="673"/>
                  </a:lnTo>
                  <a:lnTo>
                    <a:pt x="1658036" y="656"/>
                  </a:lnTo>
                  <a:lnTo>
                    <a:pt x="1650178" y="646"/>
                  </a:lnTo>
                  <a:lnTo>
                    <a:pt x="1642320" y="637"/>
                  </a:lnTo>
                  <a:lnTo>
                    <a:pt x="1634462" y="628"/>
                  </a:lnTo>
                  <a:lnTo>
                    <a:pt x="1626604" y="621"/>
                  </a:lnTo>
                  <a:lnTo>
                    <a:pt x="1618746" y="622"/>
                  </a:lnTo>
                  <a:lnTo>
                    <a:pt x="1610888" y="611"/>
                  </a:lnTo>
                  <a:lnTo>
                    <a:pt x="1603030" y="596"/>
                  </a:lnTo>
                  <a:lnTo>
                    <a:pt x="1595172" y="579"/>
                  </a:lnTo>
                  <a:lnTo>
                    <a:pt x="1587314" y="569"/>
                  </a:lnTo>
                  <a:lnTo>
                    <a:pt x="1579456" y="560"/>
                  </a:lnTo>
                  <a:lnTo>
                    <a:pt x="1571598" y="550"/>
                  </a:lnTo>
                  <a:lnTo>
                    <a:pt x="1563740" y="540"/>
                  </a:lnTo>
                  <a:lnTo>
                    <a:pt x="1555882" y="531"/>
                  </a:lnTo>
                  <a:lnTo>
                    <a:pt x="1548024" y="521"/>
                  </a:lnTo>
                  <a:lnTo>
                    <a:pt x="1540166" y="511"/>
                  </a:lnTo>
                  <a:lnTo>
                    <a:pt x="1532308" y="502"/>
                  </a:lnTo>
                  <a:lnTo>
                    <a:pt x="1524450" y="492"/>
                  </a:lnTo>
                  <a:lnTo>
                    <a:pt x="1516592" y="482"/>
                  </a:lnTo>
                  <a:lnTo>
                    <a:pt x="1508734" y="473"/>
                  </a:lnTo>
                  <a:lnTo>
                    <a:pt x="1500876" y="463"/>
                  </a:lnTo>
                  <a:lnTo>
                    <a:pt x="1493018" y="453"/>
                  </a:lnTo>
                  <a:lnTo>
                    <a:pt x="1485160" y="448"/>
                  </a:lnTo>
                  <a:lnTo>
                    <a:pt x="1477302" y="440"/>
                  </a:lnTo>
                  <a:lnTo>
                    <a:pt x="1469444" y="432"/>
                  </a:lnTo>
                  <a:lnTo>
                    <a:pt x="1461586" y="423"/>
                  </a:lnTo>
                  <a:lnTo>
                    <a:pt x="1453728" y="419"/>
                  </a:lnTo>
                  <a:lnTo>
                    <a:pt x="1445870" y="408"/>
                  </a:lnTo>
                  <a:lnTo>
                    <a:pt x="1438012" y="398"/>
                  </a:lnTo>
                  <a:lnTo>
                    <a:pt x="1430154" y="389"/>
                  </a:lnTo>
                  <a:lnTo>
                    <a:pt x="1422296" y="365"/>
                  </a:lnTo>
                  <a:lnTo>
                    <a:pt x="1414438" y="355"/>
                  </a:lnTo>
                  <a:lnTo>
                    <a:pt x="1406580" y="346"/>
                  </a:lnTo>
                  <a:lnTo>
                    <a:pt x="1398722" y="336"/>
                  </a:lnTo>
                  <a:lnTo>
                    <a:pt x="1390864" y="328"/>
                  </a:lnTo>
                  <a:lnTo>
                    <a:pt x="1383006" y="316"/>
                  </a:lnTo>
                  <a:lnTo>
                    <a:pt x="1375148" y="306"/>
                  </a:lnTo>
                  <a:lnTo>
                    <a:pt x="1367290" y="291"/>
                  </a:lnTo>
                  <a:lnTo>
                    <a:pt x="1359432" y="271"/>
                  </a:lnTo>
                  <a:lnTo>
                    <a:pt x="1351574" y="255"/>
                  </a:lnTo>
                  <a:lnTo>
                    <a:pt x="1343716" y="259"/>
                  </a:lnTo>
                  <a:lnTo>
                    <a:pt x="1335858" y="246"/>
                  </a:lnTo>
                  <a:lnTo>
                    <a:pt x="1328000" y="224"/>
                  </a:lnTo>
                  <a:lnTo>
                    <a:pt x="1320142" y="203"/>
                  </a:lnTo>
                  <a:lnTo>
                    <a:pt x="1312284" y="210"/>
                  </a:lnTo>
                  <a:lnTo>
                    <a:pt x="1304426" y="193"/>
                  </a:lnTo>
                  <a:lnTo>
                    <a:pt x="1296568" y="169"/>
                  </a:lnTo>
                  <a:lnTo>
                    <a:pt x="1288710" y="162"/>
                  </a:lnTo>
                  <a:lnTo>
                    <a:pt x="1280852" y="141"/>
                  </a:lnTo>
                  <a:lnTo>
                    <a:pt x="1272994" y="136"/>
                  </a:lnTo>
                  <a:lnTo>
                    <a:pt x="1265136" y="132"/>
                  </a:lnTo>
                  <a:lnTo>
                    <a:pt x="1257278" y="128"/>
                  </a:lnTo>
                  <a:lnTo>
                    <a:pt x="1249420" y="124"/>
                  </a:lnTo>
                  <a:lnTo>
                    <a:pt x="1241562" y="122"/>
                  </a:lnTo>
                  <a:lnTo>
                    <a:pt x="1233704" y="121"/>
                  </a:lnTo>
                  <a:lnTo>
                    <a:pt x="1225846" y="116"/>
                  </a:lnTo>
                  <a:lnTo>
                    <a:pt x="1217988" y="106"/>
                  </a:lnTo>
                  <a:lnTo>
                    <a:pt x="1210130" y="116"/>
                  </a:lnTo>
                  <a:lnTo>
                    <a:pt x="1202272" y="104"/>
                  </a:lnTo>
                  <a:lnTo>
                    <a:pt x="1194414" y="92"/>
                  </a:lnTo>
                  <a:lnTo>
                    <a:pt x="1186556" y="95"/>
                  </a:lnTo>
                  <a:lnTo>
                    <a:pt x="1178698" y="86"/>
                  </a:lnTo>
                  <a:lnTo>
                    <a:pt x="1170840" y="85"/>
                  </a:lnTo>
                  <a:lnTo>
                    <a:pt x="1162982" y="94"/>
                  </a:lnTo>
                  <a:lnTo>
                    <a:pt x="1155124" y="86"/>
                  </a:lnTo>
                  <a:lnTo>
                    <a:pt x="1147266" y="78"/>
                  </a:lnTo>
                  <a:lnTo>
                    <a:pt x="1139408" y="90"/>
                  </a:lnTo>
                  <a:lnTo>
                    <a:pt x="1131550" y="79"/>
                  </a:lnTo>
                  <a:lnTo>
                    <a:pt x="1123692" y="73"/>
                  </a:lnTo>
                  <a:lnTo>
                    <a:pt x="1115834" y="71"/>
                  </a:lnTo>
                  <a:lnTo>
                    <a:pt x="1107976" y="68"/>
                  </a:lnTo>
                  <a:lnTo>
                    <a:pt x="1100118" y="67"/>
                  </a:lnTo>
                  <a:lnTo>
                    <a:pt x="1092260" y="65"/>
                  </a:lnTo>
                  <a:lnTo>
                    <a:pt x="1084402" y="60"/>
                  </a:lnTo>
                  <a:lnTo>
                    <a:pt x="1076544" y="58"/>
                  </a:lnTo>
                  <a:lnTo>
                    <a:pt x="1068686" y="39"/>
                  </a:lnTo>
                  <a:lnTo>
                    <a:pt x="1060828" y="20"/>
                  </a:lnTo>
                  <a:lnTo>
                    <a:pt x="1052970" y="12"/>
                  </a:lnTo>
                  <a:lnTo>
                    <a:pt x="1045112" y="9"/>
                  </a:lnTo>
                  <a:lnTo>
                    <a:pt x="1037254" y="17"/>
                  </a:lnTo>
                  <a:lnTo>
                    <a:pt x="1029397" y="23"/>
                  </a:lnTo>
                  <a:lnTo>
                    <a:pt x="1021539" y="14"/>
                  </a:lnTo>
                  <a:lnTo>
                    <a:pt x="1013681" y="19"/>
                  </a:lnTo>
                  <a:lnTo>
                    <a:pt x="1005823" y="26"/>
                  </a:lnTo>
                  <a:lnTo>
                    <a:pt x="997965" y="39"/>
                  </a:lnTo>
                  <a:lnTo>
                    <a:pt x="990107" y="45"/>
                  </a:lnTo>
                  <a:lnTo>
                    <a:pt x="982249" y="16"/>
                  </a:lnTo>
                  <a:lnTo>
                    <a:pt x="974391" y="0"/>
                  </a:lnTo>
                  <a:lnTo>
                    <a:pt x="966533" y="9"/>
                  </a:lnTo>
                  <a:lnTo>
                    <a:pt x="958675" y="22"/>
                  </a:lnTo>
                  <a:lnTo>
                    <a:pt x="950817" y="28"/>
                  </a:lnTo>
                  <a:lnTo>
                    <a:pt x="942959" y="19"/>
                  </a:lnTo>
                  <a:lnTo>
                    <a:pt x="935101" y="24"/>
                  </a:lnTo>
                  <a:lnTo>
                    <a:pt x="927243" y="30"/>
                  </a:lnTo>
                  <a:lnTo>
                    <a:pt x="919385" y="30"/>
                  </a:lnTo>
                  <a:lnTo>
                    <a:pt x="911527" y="29"/>
                  </a:lnTo>
                  <a:lnTo>
                    <a:pt x="903669" y="28"/>
                  </a:lnTo>
                  <a:lnTo>
                    <a:pt x="895811" y="26"/>
                  </a:lnTo>
                  <a:lnTo>
                    <a:pt x="887953" y="25"/>
                  </a:lnTo>
                  <a:lnTo>
                    <a:pt x="880095" y="44"/>
                  </a:lnTo>
                  <a:lnTo>
                    <a:pt x="872237" y="45"/>
                  </a:lnTo>
                  <a:lnTo>
                    <a:pt x="864379" y="47"/>
                  </a:lnTo>
                  <a:lnTo>
                    <a:pt x="856521" y="54"/>
                  </a:lnTo>
                  <a:lnTo>
                    <a:pt x="848663" y="60"/>
                  </a:lnTo>
                  <a:lnTo>
                    <a:pt x="840805" y="67"/>
                  </a:lnTo>
                  <a:lnTo>
                    <a:pt x="832947" y="74"/>
                  </a:lnTo>
                  <a:lnTo>
                    <a:pt x="825089" y="73"/>
                  </a:lnTo>
                  <a:lnTo>
                    <a:pt x="817231" y="73"/>
                  </a:lnTo>
                  <a:lnTo>
                    <a:pt x="809373" y="88"/>
                  </a:lnTo>
                  <a:lnTo>
                    <a:pt x="801515" y="102"/>
                  </a:lnTo>
                  <a:lnTo>
                    <a:pt x="793657" y="110"/>
                  </a:lnTo>
                  <a:lnTo>
                    <a:pt x="785799" y="117"/>
                  </a:lnTo>
                  <a:lnTo>
                    <a:pt x="777941" y="124"/>
                  </a:lnTo>
                  <a:lnTo>
                    <a:pt x="770083" y="135"/>
                  </a:lnTo>
                  <a:lnTo>
                    <a:pt x="762225" y="143"/>
                  </a:lnTo>
                  <a:lnTo>
                    <a:pt x="754367" y="145"/>
                  </a:lnTo>
                  <a:lnTo>
                    <a:pt x="746509" y="153"/>
                  </a:lnTo>
                  <a:lnTo>
                    <a:pt x="738651" y="175"/>
                  </a:lnTo>
                  <a:lnTo>
                    <a:pt x="730793" y="186"/>
                  </a:lnTo>
                  <a:lnTo>
                    <a:pt x="722935" y="213"/>
                  </a:lnTo>
                  <a:lnTo>
                    <a:pt x="715077" y="232"/>
                  </a:lnTo>
                  <a:lnTo>
                    <a:pt x="707219" y="251"/>
                  </a:lnTo>
                  <a:lnTo>
                    <a:pt x="699361" y="246"/>
                  </a:lnTo>
                  <a:lnTo>
                    <a:pt x="691503" y="258"/>
                  </a:lnTo>
                  <a:lnTo>
                    <a:pt x="683645" y="280"/>
                  </a:lnTo>
                  <a:lnTo>
                    <a:pt x="675787" y="297"/>
                  </a:lnTo>
                  <a:lnTo>
                    <a:pt x="667929" y="323"/>
                  </a:lnTo>
                  <a:lnTo>
                    <a:pt x="660071" y="343"/>
                  </a:lnTo>
                  <a:lnTo>
                    <a:pt x="652213" y="359"/>
                  </a:lnTo>
                  <a:lnTo>
                    <a:pt x="644355" y="367"/>
                  </a:lnTo>
                  <a:lnTo>
                    <a:pt x="636497" y="379"/>
                  </a:lnTo>
                  <a:lnTo>
                    <a:pt x="628639" y="398"/>
                  </a:lnTo>
                  <a:lnTo>
                    <a:pt x="620781" y="408"/>
                  </a:lnTo>
                  <a:lnTo>
                    <a:pt x="612923" y="411"/>
                  </a:lnTo>
                  <a:lnTo>
                    <a:pt x="605065" y="415"/>
                  </a:lnTo>
                  <a:lnTo>
                    <a:pt x="597207" y="418"/>
                  </a:lnTo>
                  <a:lnTo>
                    <a:pt x="589349" y="422"/>
                  </a:lnTo>
                  <a:lnTo>
                    <a:pt x="581491" y="452"/>
                  </a:lnTo>
                  <a:lnTo>
                    <a:pt x="573633" y="481"/>
                  </a:lnTo>
                  <a:lnTo>
                    <a:pt x="565775" y="491"/>
                  </a:lnTo>
                  <a:lnTo>
                    <a:pt x="557917" y="501"/>
                  </a:lnTo>
                  <a:lnTo>
                    <a:pt x="550059" y="526"/>
                  </a:lnTo>
                  <a:lnTo>
                    <a:pt x="542201" y="542"/>
                  </a:lnTo>
                  <a:lnTo>
                    <a:pt x="534343" y="551"/>
                  </a:lnTo>
                  <a:lnTo>
                    <a:pt x="526485" y="550"/>
                  </a:lnTo>
                  <a:lnTo>
                    <a:pt x="518627" y="553"/>
                  </a:lnTo>
                  <a:lnTo>
                    <a:pt x="510769" y="560"/>
                  </a:lnTo>
                  <a:lnTo>
                    <a:pt x="502911" y="569"/>
                  </a:lnTo>
                  <a:lnTo>
                    <a:pt x="495053" y="581"/>
                  </a:lnTo>
                  <a:lnTo>
                    <a:pt x="487195" y="609"/>
                  </a:lnTo>
                  <a:lnTo>
                    <a:pt x="479337" y="633"/>
                  </a:lnTo>
                  <a:lnTo>
                    <a:pt x="471479" y="641"/>
                  </a:lnTo>
                  <a:lnTo>
                    <a:pt x="463621" y="658"/>
                  </a:lnTo>
                  <a:lnTo>
                    <a:pt x="455763" y="666"/>
                  </a:lnTo>
                  <a:lnTo>
                    <a:pt x="447905" y="695"/>
                  </a:lnTo>
                  <a:lnTo>
                    <a:pt x="440047" y="739"/>
                  </a:lnTo>
                  <a:lnTo>
                    <a:pt x="432189" y="753"/>
                  </a:lnTo>
                  <a:lnTo>
                    <a:pt x="424331" y="758"/>
                  </a:lnTo>
                  <a:lnTo>
                    <a:pt x="416473" y="762"/>
                  </a:lnTo>
                  <a:lnTo>
                    <a:pt x="408615" y="773"/>
                  </a:lnTo>
                  <a:lnTo>
                    <a:pt x="400757" y="794"/>
                  </a:lnTo>
                  <a:lnTo>
                    <a:pt x="392899" y="811"/>
                  </a:lnTo>
                  <a:lnTo>
                    <a:pt x="385041" y="834"/>
                  </a:lnTo>
                  <a:lnTo>
                    <a:pt x="377183" y="854"/>
                  </a:lnTo>
                  <a:lnTo>
                    <a:pt x="369325" y="874"/>
                  </a:lnTo>
                  <a:lnTo>
                    <a:pt x="361467" y="890"/>
                  </a:lnTo>
                  <a:lnTo>
                    <a:pt x="353609" y="903"/>
                  </a:lnTo>
                  <a:lnTo>
                    <a:pt x="345751" y="916"/>
                  </a:lnTo>
                  <a:lnTo>
                    <a:pt x="337893" y="935"/>
                  </a:lnTo>
                  <a:lnTo>
                    <a:pt x="330035" y="954"/>
                  </a:lnTo>
                  <a:lnTo>
                    <a:pt x="322177" y="978"/>
                  </a:lnTo>
                  <a:lnTo>
                    <a:pt x="314319" y="988"/>
                  </a:lnTo>
                  <a:lnTo>
                    <a:pt x="306461" y="1012"/>
                  </a:lnTo>
                  <a:lnTo>
                    <a:pt x="298603" y="1043"/>
                  </a:lnTo>
                  <a:lnTo>
                    <a:pt x="290745" y="1073"/>
                  </a:lnTo>
                  <a:lnTo>
                    <a:pt x="282887" y="1098"/>
                  </a:lnTo>
                  <a:lnTo>
                    <a:pt x="275029" y="1122"/>
                  </a:lnTo>
                  <a:lnTo>
                    <a:pt x="267171" y="1143"/>
                  </a:lnTo>
                  <a:lnTo>
                    <a:pt x="259313" y="1157"/>
                  </a:lnTo>
                  <a:lnTo>
                    <a:pt x="251455" y="1171"/>
                  </a:lnTo>
                  <a:lnTo>
                    <a:pt x="243597" y="1190"/>
                  </a:lnTo>
                  <a:lnTo>
                    <a:pt x="235739" y="1209"/>
                  </a:lnTo>
                  <a:lnTo>
                    <a:pt x="227881" y="1223"/>
                  </a:lnTo>
                  <a:lnTo>
                    <a:pt x="220023" y="1249"/>
                  </a:lnTo>
                  <a:lnTo>
                    <a:pt x="212165" y="1257"/>
                  </a:lnTo>
                  <a:lnTo>
                    <a:pt x="204307" y="1260"/>
                  </a:lnTo>
                  <a:lnTo>
                    <a:pt x="196449" y="1280"/>
                  </a:lnTo>
                  <a:lnTo>
                    <a:pt x="188591" y="1310"/>
                  </a:lnTo>
                  <a:lnTo>
                    <a:pt x="180733" y="1341"/>
                  </a:lnTo>
                  <a:lnTo>
                    <a:pt x="172875" y="1361"/>
                  </a:lnTo>
                  <a:lnTo>
                    <a:pt x="165017" y="1384"/>
                  </a:lnTo>
                  <a:lnTo>
                    <a:pt x="157159" y="1413"/>
                  </a:lnTo>
                  <a:lnTo>
                    <a:pt x="149301" y="1443"/>
                  </a:lnTo>
                  <a:lnTo>
                    <a:pt x="141443" y="1471"/>
                  </a:lnTo>
                  <a:lnTo>
                    <a:pt x="133585" y="1501"/>
                  </a:lnTo>
                  <a:lnTo>
                    <a:pt x="125727" y="1528"/>
                  </a:lnTo>
                  <a:lnTo>
                    <a:pt x="117869" y="1553"/>
                  </a:lnTo>
                  <a:lnTo>
                    <a:pt x="110011" y="1568"/>
                  </a:lnTo>
                  <a:lnTo>
                    <a:pt x="102153" y="1590"/>
                  </a:lnTo>
                  <a:lnTo>
                    <a:pt x="94295" y="1607"/>
                  </a:lnTo>
                  <a:lnTo>
                    <a:pt x="86437" y="1631"/>
                  </a:lnTo>
                  <a:lnTo>
                    <a:pt x="78579" y="1662"/>
                  </a:lnTo>
                  <a:lnTo>
                    <a:pt x="70721" y="1680"/>
                  </a:lnTo>
                  <a:lnTo>
                    <a:pt x="62863" y="1706"/>
                  </a:lnTo>
                  <a:lnTo>
                    <a:pt x="55005" y="1728"/>
                  </a:lnTo>
                  <a:lnTo>
                    <a:pt x="47147" y="1760"/>
                  </a:lnTo>
                  <a:lnTo>
                    <a:pt x="39289" y="1783"/>
                  </a:lnTo>
                  <a:lnTo>
                    <a:pt x="31431" y="1811"/>
                  </a:lnTo>
                  <a:lnTo>
                    <a:pt x="23573" y="1837"/>
                  </a:lnTo>
                  <a:lnTo>
                    <a:pt x="15715" y="1854"/>
                  </a:lnTo>
                  <a:lnTo>
                    <a:pt x="7857" y="1886"/>
                  </a:lnTo>
                  <a:lnTo>
                    <a:pt x="0" y="190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6" name="pg55"/>
            <p:cNvSpPr/>
            <p:nvPr/>
          </p:nvSpPr>
          <p:spPr>
            <a:xfrm>
              <a:off x="1186414" y="4016565"/>
              <a:ext cx="2035220" cy="9651"/>
            </a:xfrm>
            <a:custGeom>
              <a:avLst/>
              <a:pathLst>
                <a:path w="2035220" h="9651">
                  <a:moveTo>
                    <a:pt x="0" y="2812"/>
                  </a:moveTo>
                  <a:lnTo>
                    <a:pt x="7857" y="2852"/>
                  </a:lnTo>
                  <a:lnTo>
                    <a:pt x="15715" y="2864"/>
                  </a:lnTo>
                  <a:lnTo>
                    <a:pt x="23573" y="2865"/>
                  </a:lnTo>
                  <a:lnTo>
                    <a:pt x="31431" y="2893"/>
                  </a:lnTo>
                  <a:lnTo>
                    <a:pt x="39289" y="2922"/>
                  </a:lnTo>
                  <a:lnTo>
                    <a:pt x="47147" y="2952"/>
                  </a:lnTo>
                  <a:lnTo>
                    <a:pt x="55005" y="2979"/>
                  </a:lnTo>
                  <a:lnTo>
                    <a:pt x="62863" y="3005"/>
                  </a:lnTo>
                  <a:lnTo>
                    <a:pt x="70721" y="3011"/>
                  </a:lnTo>
                  <a:lnTo>
                    <a:pt x="78579" y="3027"/>
                  </a:lnTo>
                  <a:lnTo>
                    <a:pt x="86437" y="3044"/>
                  </a:lnTo>
                  <a:lnTo>
                    <a:pt x="94295" y="3073"/>
                  </a:lnTo>
                  <a:lnTo>
                    <a:pt x="102153" y="3090"/>
                  </a:lnTo>
                  <a:lnTo>
                    <a:pt x="110011" y="3106"/>
                  </a:lnTo>
                  <a:lnTo>
                    <a:pt x="117869" y="3126"/>
                  </a:lnTo>
                  <a:lnTo>
                    <a:pt x="125727" y="3149"/>
                  </a:lnTo>
                  <a:lnTo>
                    <a:pt x="133585" y="3155"/>
                  </a:lnTo>
                  <a:lnTo>
                    <a:pt x="141443" y="3174"/>
                  </a:lnTo>
                  <a:lnTo>
                    <a:pt x="149301" y="3187"/>
                  </a:lnTo>
                  <a:lnTo>
                    <a:pt x="157159" y="3220"/>
                  </a:lnTo>
                  <a:lnTo>
                    <a:pt x="165017" y="3242"/>
                  </a:lnTo>
                  <a:lnTo>
                    <a:pt x="172875" y="3251"/>
                  </a:lnTo>
                  <a:lnTo>
                    <a:pt x="180733" y="3276"/>
                  </a:lnTo>
                  <a:lnTo>
                    <a:pt x="188591" y="3284"/>
                  </a:lnTo>
                  <a:lnTo>
                    <a:pt x="196449" y="3286"/>
                  </a:lnTo>
                  <a:lnTo>
                    <a:pt x="204307" y="3294"/>
                  </a:lnTo>
                  <a:lnTo>
                    <a:pt x="212165" y="3310"/>
                  </a:lnTo>
                  <a:lnTo>
                    <a:pt x="220023" y="3333"/>
                  </a:lnTo>
                  <a:lnTo>
                    <a:pt x="227881" y="3357"/>
                  </a:lnTo>
                  <a:lnTo>
                    <a:pt x="235739" y="3363"/>
                  </a:lnTo>
                  <a:lnTo>
                    <a:pt x="243597" y="3394"/>
                  </a:lnTo>
                  <a:lnTo>
                    <a:pt x="251455" y="3421"/>
                  </a:lnTo>
                  <a:lnTo>
                    <a:pt x="259313" y="3446"/>
                  </a:lnTo>
                  <a:lnTo>
                    <a:pt x="267171" y="3450"/>
                  </a:lnTo>
                  <a:lnTo>
                    <a:pt x="275029" y="3458"/>
                  </a:lnTo>
                  <a:lnTo>
                    <a:pt x="282887" y="3488"/>
                  </a:lnTo>
                  <a:lnTo>
                    <a:pt x="290745" y="3517"/>
                  </a:lnTo>
                  <a:lnTo>
                    <a:pt x="298603" y="3516"/>
                  </a:lnTo>
                  <a:lnTo>
                    <a:pt x="306461" y="3536"/>
                  </a:lnTo>
                  <a:lnTo>
                    <a:pt x="314319" y="3557"/>
                  </a:lnTo>
                  <a:lnTo>
                    <a:pt x="322177" y="3565"/>
                  </a:lnTo>
                  <a:lnTo>
                    <a:pt x="330035" y="3584"/>
                  </a:lnTo>
                  <a:lnTo>
                    <a:pt x="337893" y="3602"/>
                  </a:lnTo>
                  <a:lnTo>
                    <a:pt x="345751" y="3620"/>
                  </a:lnTo>
                  <a:lnTo>
                    <a:pt x="353609" y="3634"/>
                  </a:lnTo>
                  <a:lnTo>
                    <a:pt x="361467" y="3658"/>
                  </a:lnTo>
                  <a:lnTo>
                    <a:pt x="369325" y="3662"/>
                  </a:lnTo>
                  <a:lnTo>
                    <a:pt x="377183" y="3671"/>
                  </a:lnTo>
                  <a:lnTo>
                    <a:pt x="385041" y="3698"/>
                  </a:lnTo>
                  <a:lnTo>
                    <a:pt x="392899" y="3694"/>
                  </a:lnTo>
                  <a:lnTo>
                    <a:pt x="400757" y="3689"/>
                  </a:lnTo>
                  <a:lnTo>
                    <a:pt x="408615" y="3687"/>
                  </a:lnTo>
                  <a:lnTo>
                    <a:pt x="416473" y="3681"/>
                  </a:lnTo>
                  <a:lnTo>
                    <a:pt x="424331" y="3687"/>
                  </a:lnTo>
                  <a:lnTo>
                    <a:pt x="432189" y="3679"/>
                  </a:lnTo>
                  <a:lnTo>
                    <a:pt x="440047" y="3693"/>
                  </a:lnTo>
                  <a:lnTo>
                    <a:pt x="447905" y="3704"/>
                  </a:lnTo>
                  <a:lnTo>
                    <a:pt x="455763" y="3702"/>
                  </a:lnTo>
                  <a:lnTo>
                    <a:pt x="463621" y="3679"/>
                  </a:lnTo>
                  <a:lnTo>
                    <a:pt x="471479" y="3704"/>
                  </a:lnTo>
                  <a:lnTo>
                    <a:pt x="479337" y="3731"/>
                  </a:lnTo>
                  <a:lnTo>
                    <a:pt x="487195" y="3759"/>
                  </a:lnTo>
                  <a:lnTo>
                    <a:pt x="495053" y="3786"/>
                  </a:lnTo>
                  <a:lnTo>
                    <a:pt x="502911" y="3804"/>
                  </a:lnTo>
                  <a:lnTo>
                    <a:pt x="510769" y="3783"/>
                  </a:lnTo>
                  <a:lnTo>
                    <a:pt x="518627" y="3762"/>
                  </a:lnTo>
                  <a:lnTo>
                    <a:pt x="526485" y="3741"/>
                  </a:lnTo>
                  <a:lnTo>
                    <a:pt x="534343" y="3726"/>
                  </a:lnTo>
                  <a:lnTo>
                    <a:pt x="542201" y="3757"/>
                  </a:lnTo>
                  <a:lnTo>
                    <a:pt x="550059" y="3781"/>
                  </a:lnTo>
                  <a:lnTo>
                    <a:pt x="557917" y="3759"/>
                  </a:lnTo>
                  <a:lnTo>
                    <a:pt x="565775" y="3746"/>
                  </a:lnTo>
                  <a:lnTo>
                    <a:pt x="573633" y="3769"/>
                  </a:lnTo>
                  <a:lnTo>
                    <a:pt x="581491" y="3773"/>
                  </a:lnTo>
                  <a:lnTo>
                    <a:pt x="589349" y="3789"/>
                  </a:lnTo>
                  <a:lnTo>
                    <a:pt x="597207" y="3775"/>
                  </a:lnTo>
                  <a:lnTo>
                    <a:pt x="605065" y="3745"/>
                  </a:lnTo>
                  <a:lnTo>
                    <a:pt x="612923" y="3757"/>
                  </a:lnTo>
                  <a:lnTo>
                    <a:pt x="620781" y="3772"/>
                  </a:lnTo>
                  <a:lnTo>
                    <a:pt x="628639" y="3787"/>
                  </a:lnTo>
                  <a:lnTo>
                    <a:pt x="636497" y="3802"/>
                  </a:lnTo>
                  <a:lnTo>
                    <a:pt x="644355" y="3816"/>
                  </a:lnTo>
                  <a:lnTo>
                    <a:pt x="652213" y="3819"/>
                  </a:lnTo>
                  <a:lnTo>
                    <a:pt x="660071" y="3798"/>
                  </a:lnTo>
                  <a:lnTo>
                    <a:pt x="667929" y="3781"/>
                  </a:lnTo>
                  <a:lnTo>
                    <a:pt x="675787" y="3774"/>
                  </a:lnTo>
                  <a:lnTo>
                    <a:pt x="683645" y="3759"/>
                  </a:lnTo>
                  <a:lnTo>
                    <a:pt x="691503" y="3757"/>
                  </a:lnTo>
                  <a:lnTo>
                    <a:pt x="699361" y="3745"/>
                  </a:lnTo>
                  <a:lnTo>
                    <a:pt x="707219" y="3735"/>
                  </a:lnTo>
                  <a:lnTo>
                    <a:pt x="715077" y="3721"/>
                  </a:lnTo>
                  <a:lnTo>
                    <a:pt x="722935" y="3724"/>
                  </a:lnTo>
                  <a:lnTo>
                    <a:pt x="730793" y="3707"/>
                  </a:lnTo>
                  <a:lnTo>
                    <a:pt x="738651" y="3683"/>
                  </a:lnTo>
                  <a:lnTo>
                    <a:pt x="746509" y="3659"/>
                  </a:lnTo>
                  <a:lnTo>
                    <a:pt x="754367" y="3634"/>
                  </a:lnTo>
                  <a:lnTo>
                    <a:pt x="762225" y="3633"/>
                  </a:lnTo>
                  <a:lnTo>
                    <a:pt x="770083" y="3625"/>
                  </a:lnTo>
                  <a:lnTo>
                    <a:pt x="777941" y="3597"/>
                  </a:lnTo>
                  <a:lnTo>
                    <a:pt x="785799" y="3585"/>
                  </a:lnTo>
                  <a:lnTo>
                    <a:pt x="793657" y="3601"/>
                  </a:lnTo>
                  <a:lnTo>
                    <a:pt x="801515" y="3592"/>
                  </a:lnTo>
                  <a:lnTo>
                    <a:pt x="809373" y="3566"/>
                  </a:lnTo>
                  <a:lnTo>
                    <a:pt x="817231" y="3571"/>
                  </a:lnTo>
                  <a:lnTo>
                    <a:pt x="825089" y="3577"/>
                  </a:lnTo>
                  <a:lnTo>
                    <a:pt x="832947" y="3573"/>
                  </a:lnTo>
                  <a:lnTo>
                    <a:pt x="840805" y="3587"/>
                  </a:lnTo>
                  <a:lnTo>
                    <a:pt x="848663" y="3576"/>
                  </a:lnTo>
                  <a:lnTo>
                    <a:pt x="856521" y="3562"/>
                  </a:lnTo>
                  <a:lnTo>
                    <a:pt x="864379" y="3555"/>
                  </a:lnTo>
                  <a:lnTo>
                    <a:pt x="872237" y="3544"/>
                  </a:lnTo>
                  <a:lnTo>
                    <a:pt x="880095" y="3537"/>
                  </a:lnTo>
                  <a:lnTo>
                    <a:pt x="887953" y="3527"/>
                  </a:lnTo>
                  <a:lnTo>
                    <a:pt x="895811" y="3517"/>
                  </a:lnTo>
                  <a:lnTo>
                    <a:pt x="903669" y="3511"/>
                  </a:lnTo>
                  <a:lnTo>
                    <a:pt x="911527" y="3493"/>
                  </a:lnTo>
                  <a:lnTo>
                    <a:pt x="919385" y="3478"/>
                  </a:lnTo>
                  <a:lnTo>
                    <a:pt x="927243" y="3475"/>
                  </a:lnTo>
                  <a:lnTo>
                    <a:pt x="935101" y="3465"/>
                  </a:lnTo>
                  <a:lnTo>
                    <a:pt x="942959" y="3459"/>
                  </a:lnTo>
                  <a:lnTo>
                    <a:pt x="950817" y="3444"/>
                  </a:lnTo>
                  <a:lnTo>
                    <a:pt x="958675" y="3422"/>
                  </a:lnTo>
                  <a:lnTo>
                    <a:pt x="966533" y="3411"/>
                  </a:lnTo>
                  <a:lnTo>
                    <a:pt x="974391" y="3399"/>
                  </a:lnTo>
                  <a:lnTo>
                    <a:pt x="982249" y="3389"/>
                  </a:lnTo>
                  <a:lnTo>
                    <a:pt x="990107" y="3378"/>
                  </a:lnTo>
                  <a:lnTo>
                    <a:pt x="997965" y="3378"/>
                  </a:lnTo>
                  <a:lnTo>
                    <a:pt x="1005823" y="3354"/>
                  </a:lnTo>
                  <a:lnTo>
                    <a:pt x="1013681" y="3344"/>
                  </a:lnTo>
                  <a:lnTo>
                    <a:pt x="1021539" y="3332"/>
                  </a:lnTo>
                  <a:lnTo>
                    <a:pt x="1029397" y="3321"/>
                  </a:lnTo>
                  <a:lnTo>
                    <a:pt x="1037254" y="3305"/>
                  </a:lnTo>
                  <a:lnTo>
                    <a:pt x="1045112" y="3267"/>
                  </a:lnTo>
                  <a:lnTo>
                    <a:pt x="1052970" y="3261"/>
                  </a:lnTo>
                  <a:lnTo>
                    <a:pt x="1060828" y="3259"/>
                  </a:lnTo>
                  <a:lnTo>
                    <a:pt x="1068686" y="3247"/>
                  </a:lnTo>
                  <a:lnTo>
                    <a:pt x="1076544" y="3225"/>
                  </a:lnTo>
                  <a:lnTo>
                    <a:pt x="1084402" y="3211"/>
                  </a:lnTo>
                  <a:lnTo>
                    <a:pt x="1092260" y="3189"/>
                  </a:lnTo>
                  <a:lnTo>
                    <a:pt x="1100118" y="3171"/>
                  </a:lnTo>
                  <a:lnTo>
                    <a:pt x="1107976" y="3161"/>
                  </a:lnTo>
                  <a:lnTo>
                    <a:pt x="1115834" y="3151"/>
                  </a:lnTo>
                  <a:lnTo>
                    <a:pt x="1123692" y="3118"/>
                  </a:lnTo>
                  <a:lnTo>
                    <a:pt x="1131550" y="3127"/>
                  </a:lnTo>
                  <a:lnTo>
                    <a:pt x="1139408" y="3117"/>
                  </a:lnTo>
                  <a:lnTo>
                    <a:pt x="1147266" y="3092"/>
                  </a:lnTo>
                  <a:lnTo>
                    <a:pt x="1155124" y="3075"/>
                  </a:lnTo>
                  <a:lnTo>
                    <a:pt x="1162982" y="3054"/>
                  </a:lnTo>
                  <a:lnTo>
                    <a:pt x="1170840" y="3030"/>
                  </a:lnTo>
                  <a:lnTo>
                    <a:pt x="1178698" y="3008"/>
                  </a:lnTo>
                  <a:lnTo>
                    <a:pt x="1186556" y="2982"/>
                  </a:lnTo>
                  <a:lnTo>
                    <a:pt x="1194414" y="2952"/>
                  </a:lnTo>
                  <a:lnTo>
                    <a:pt x="1202272" y="2934"/>
                  </a:lnTo>
                  <a:lnTo>
                    <a:pt x="1210130" y="2920"/>
                  </a:lnTo>
                  <a:lnTo>
                    <a:pt x="1217988" y="2898"/>
                  </a:lnTo>
                  <a:lnTo>
                    <a:pt x="1225846" y="2872"/>
                  </a:lnTo>
                  <a:lnTo>
                    <a:pt x="1233704" y="2841"/>
                  </a:lnTo>
                  <a:lnTo>
                    <a:pt x="1241562" y="2840"/>
                  </a:lnTo>
                  <a:lnTo>
                    <a:pt x="1249420" y="2806"/>
                  </a:lnTo>
                  <a:lnTo>
                    <a:pt x="1257278" y="2785"/>
                  </a:lnTo>
                  <a:lnTo>
                    <a:pt x="1265136" y="2769"/>
                  </a:lnTo>
                  <a:lnTo>
                    <a:pt x="1272994" y="2754"/>
                  </a:lnTo>
                  <a:lnTo>
                    <a:pt x="1280852" y="2733"/>
                  </a:lnTo>
                  <a:lnTo>
                    <a:pt x="1288710" y="2710"/>
                  </a:lnTo>
                  <a:lnTo>
                    <a:pt x="1296568" y="2691"/>
                  </a:lnTo>
                  <a:lnTo>
                    <a:pt x="1304426" y="2658"/>
                  </a:lnTo>
                  <a:lnTo>
                    <a:pt x="1312284" y="2606"/>
                  </a:lnTo>
                  <a:lnTo>
                    <a:pt x="1320142" y="2565"/>
                  </a:lnTo>
                  <a:lnTo>
                    <a:pt x="1328000" y="2540"/>
                  </a:lnTo>
                  <a:lnTo>
                    <a:pt x="1335858" y="2515"/>
                  </a:lnTo>
                  <a:lnTo>
                    <a:pt x="1343716" y="2491"/>
                  </a:lnTo>
                  <a:lnTo>
                    <a:pt x="1351574" y="2487"/>
                  </a:lnTo>
                  <a:lnTo>
                    <a:pt x="1359432" y="2448"/>
                  </a:lnTo>
                  <a:lnTo>
                    <a:pt x="1367290" y="2424"/>
                  </a:lnTo>
                  <a:lnTo>
                    <a:pt x="1375148" y="2401"/>
                  </a:lnTo>
                  <a:lnTo>
                    <a:pt x="1383006" y="2379"/>
                  </a:lnTo>
                  <a:lnTo>
                    <a:pt x="1390864" y="2356"/>
                  </a:lnTo>
                  <a:lnTo>
                    <a:pt x="1398722" y="2334"/>
                  </a:lnTo>
                  <a:lnTo>
                    <a:pt x="1406580" y="2322"/>
                  </a:lnTo>
                  <a:lnTo>
                    <a:pt x="1414438" y="2318"/>
                  </a:lnTo>
                  <a:lnTo>
                    <a:pt x="1422296" y="2301"/>
                  </a:lnTo>
                  <a:lnTo>
                    <a:pt x="1430154" y="2279"/>
                  </a:lnTo>
                  <a:lnTo>
                    <a:pt x="1438012" y="2258"/>
                  </a:lnTo>
                  <a:lnTo>
                    <a:pt x="1445870" y="2227"/>
                  </a:lnTo>
                  <a:lnTo>
                    <a:pt x="1453728" y="2203"/>
                  </a:lnTo>
                  <a:lnTo>
                    <a:pt x="1461586" y="2177"/>
                  </a:lnTo>
                  <a:lnTo>
                    <a:pt x="1469444" y="2144"/>
                  </a:lnTo>
                  <a:lnTo>
                    <a:pt x="1477302" y="2111"/>
                  </a:lnTo>
                  <a:lnTo>
                    <a:pt x="1485160" y="2085"/>
                  </a:lnTo>
                  <a:lnTo>
                    <a:pt x="1493018" y="2064"/>
                  </a:lnTo>
                  <a:lnTo>
                    <a:pt x="1500876" y="2038"/>
                  </a:lnTo>
                  <a:lnTo>
                    <a:pt x="1508734" y="2008"/>
                  </a:lnTo>
                  <a:lnTo>
                    <a:pt x="1516592" y="1980"/>
                  </a:lnTo>
                  <a:lnTo>
                    <a:pt x="1524450" y="1963"/>
                  </a:lnTo>
                  <a:lnTo>
                    <a:pt x="1532308" y="1946"/>
                  </a:lnTo>
                  <a:lnTo>
                    <a:pt x="1540166" y="1924"/>
                  </a:lnTo>
                  <a:lnTo>
                    <a:pt x="1548024" y="1900"/>
                  </a:lnTo>
                  <a:lnTo>
                    <a:pt x="1555882" y="1876"/>
                  </a:lnTo>
                  <a:lnTo>
                    <a:pt x="1563740" y="1853"/>
                  </a:lnTo>
                  <a:lnTo>
                    <a:pt x="1571598" y="1828"/>
                  </a:lnTo>
                  <a:lnTo>
                    <a:pt x="1579456" y="1800"/>
                  </a:lnTo>
                  <a:lnTo>
                    <a:pt x="1587314" y="1771"/>
                  </a:lnTo>
                  <a:lnTo>
                    <a:pt x="1595172" y="1747"/>
                  </a:lnTo>
                  <a:lnTo>
                    <a:pt x="1603030" y="1713"/>
                  </a:lnTo>
                  <a:lnTo>
                    <a:pt x="1610888" y="1683"/>
                  </a:lnTo>
                  <a:lnTo>
                    <a:pt x="1618746" y="1654"/>
                  </a:lnTo>
                  <a:lnTo>
                    <a:pt x="1626604" y="1624"/>
                  </a:lnTo>
                  <a:lnTo>
                    <a:pt x="1634462" y="1595"/>
                  </a:lnTo>
                  <a:lnTo>
                    <a:pt x="1642320" y="1565"/>
                  </a:lnTo>
                  <a:lnTo>
                    <a:pt x="1650178" y="1535"/>
                  </a:lnTo>
                  <a:lnTo>
                    <a:pt x="1658036" y="1505"/>
                  </a:lnTo>
                  <a:lnTo>
                    <a:pt x="1665894" y="1473"/>
                  </a:lnTo>
                  <a:lnTo>
                    <a:pt x="1673752" y="1439"/>
                  </a:lnTo>
                  <a:lnTo>
                    <a:pt x="1681610" y="1405"/>
                  </a:lnTo>
                  <a:lnTo>
                    <a:pt x="1689468" y="1371"/>
                  </a:lnTo>
                  <a:lnTo>
                    <a:pt x="1697326" y="1337"/>
                  </a:lnTo>
                  <a:lnTo>
                    <a:pt x="1705184" y="1304"/>
                  </a:lnTo>
                  <a:lnTo>
                    <a:pt x="1713042" y="1270"/>
                  </a:lnTo>
                  <a:lnTo>
                    <a:pt x="1720900" y="1235"/>
                  </a:lnTo>
                  <a:lnTo>
                    <a:pt x="1728758" y="1201"/>
                  </a:lnTo>
                  <a:lnTo>
                    <a:pt x="1736616" y="1167"/>
                  </a:lnTo>
                  <a:lnTo>
                    <a:pt x="1744474" y="1137"/>
                  </a:lnTo>
                  <a:lnTo>
                    <a:pt x="1752332" y="1109"/>
                  </a:lnTo>
                  <a:lnTo>
                    <a:pt x="1760190" y="1089"/>
                  </a:lnTo>
                  <a:lnTo>
                    <a:pt x="1768048" y="1054"/>
                  </a:lnTo>
                  <a:lnTo>
                    <a:pt x="1775906" y="1023"/>
                  </a:lnTo>
                  <a:lnTo>
                    <a:pt x="1783764" y="980"/>
                  </a:lnTo>
                  <a:lnTo>
                    <a:pt x="1791622" y="937"/>
                  </a:lnTo>
                  <a:lnTo>
                    <a:pt x="1799480" y="900"/>
                  </a:lnTo>
                  <a:lnTo>
                    <a:pt x="1807338" y="869"/>
                  </a:lnTo>
                  <a:lnTo>
                    <a:pt x="1815196" y="837"/>
                  </a:lnTo>
                  <a:lnTo>
                    <a:pt x="1823054" y="806"/>
                  </a:lnTo>
                  <a:lnTo>
                    <a:pt x="1830912" y="775"/>
                  </a:lnTo>
                  <a:lnTo>
                    <a:pt x="1838770" y="743"/>
                  </a:lnTo>
                  <a:lnTo>
                    <a:pt x="1846628" y="712"/>
                  </a:lnTo>
                  <a:lnTo>
                    <a:pt x="1854486" y="682"/>
                  </a:lnTo>
                  <a:lnTo>
                    <a:pt x="1862344" y="656"/>
                  </a:lnTo>
                  <a:lnTo>
                    <a:pt x="1870202" y="629"/>
                  </a:lnTo>
                  <a:lnTo>
                    <a:pt x="1878060" y="603"/>
                  </a:lnTo>
                  <a:lnTo>
                    <a:pt x="1885918" y="577"/>
                  </a:lnTo>
                  <a:lnTo>
                    <a:pt x="1893776" y="550"/>
                  </a:lnTo>
                  <a:lnTo>
                    <a:pt x="1901634" y="524"/>
                  </a:lnTo>
                  <a:lnTo>
                    <a:pt x="1909492" y="497"/>
                  </a:lnTo>
                  <a:lnTo>
                    <a:pt x="1917350" y="471"/>
                  </a:lnTo>
                  <a:lnTo>
                    <a:pt x="1925208" y="445"/>
                  </a:lnTo>
                  <a:lnTo>
                    <a:pt x="1933066" y="424"/>
                  </a:lnTo>
                  <a:lnTo>
                    <a:pt x="1940924" y="392"/>
                  </a:lnTo>
                  <a:lnTo>
                    <a:pt x="1948782" y="365"/>
                  </a:lnTo>
                  <a:lnTo>
                    <a:pt x="1956640" y="338"/>
                  </a:lnTo>
                  <a:lnTo>
                    <a:pt x="1964498" y="309"/>
                  </a:lnTo>
                  <a:lnTo>
                    <a:pt x="1972356" y="270"/>
                  </a:lnTo>
                  <a:lnTo>
                    <a:pt x="1980214" y="231"/>
                  </a:lnTo>
                  <a:lnTo>
                    <a:pt x="1988072" y="197"/>
                  </a:lnTo>
                  <a:lnTo>
                    <a:pt x="1995930" y="164"/>
                  </a:lnTo>
                  <a:lnTo>
                    <a:pt x="2003788" y="131"/>
                  </a:lnTo>
                  <a:lnTo>
                    <a:pt x="2011646" y="99"/>
                  </a:lnTo>
                  <a:lnTo>
                    <a:pt x="2019504" y="72"/>
                  </a:lnTo>
                  <a:lnTo>
                    <a:pt x="2027362" y="36"/>
                  </a:lnTo>
                  <a:lnTo>
                    <a:pt x="2035220" y="0"/>
                  </a:lnTo>
                  <a:lnTo>
                    <a:pt x="2035220" y="9651"/>
                  </a:lnTo>
                  <a:lnTo>
                    <a:pt x="2027362" y="9633"/>
                  </a:lnTo>
                  <a:lnTo>
                    <a:pt x="2019504" y="9616"/>
                  </a:lnTo>
                  <a:lnTo>
                    <a:pt x="2011646" y="9599"/>
                  </a:lnTo>
                  <a:lnTo>
                    <a:pt x="2003788" y="9586"/>
                  </a:lnTo>
                  <a:lnTo>
                    <a:pt x="1995930" y="9576"/>
                  </a:lnTo>
                  <a:lnTo>
                    <a:pt x="1988072" y="9564"/>
                  </a:lnTo>
                  <a:lnTo>
                    <a:pt x="1980214" y="9549"/>
                  </a:lnTo>
                  <a:lnTo>
                    <a:pt x="1972356" y="9536"/>
                  </a:lnTo>
                  <a:lnTo>
                    <a:pt x="1964498" y="9523"/>
                  </a:lnTo>
                  <a:lnTo>
                    <a:pt x="1956640" y="9510"/>
                  </a:lnTo>
                  <a:lnTo>
                    <a:pt x="1948782" y="9500"/>
                  </a:lnTo>
                  <a:lnTo>
                    <a:pt x="1940924" y="9490"/>
                  </a:lnTo>
                  <a:lnTo>
                    <a:pt x="1933066" y="9488"/>
                  </a:lnTo>
                  <a:lnTo>
                    <a:pt x="1925208" y="9482"/>
                  </a:lnTo>
                  <a:lnTo>
                    <a:pt x="1917350" y="9464"/>
                  </a:lnTo>
                  <a:lnTo>
                    <a:pt x="1909492" y="9449"/>
                  </a:lnTo>
                  <a:lnTo>
                    <a:pt x="1901634" y="9439"/>
                  </a:lnTo>
                  <a:lnTo>
                    <a:pt x="1893776" y="9428"/>
                  </a:lnTo>
                  <a:lnTo>
                    <a:pt x="1885918" y="9411"/>
                  </a:lnTo>
                  <a:lnTo>
                    <a:pt x="1878060" y="9396"/>
                  </a:lnTo>
                  <a:lnTo>
                    <a:pt x="1870202" y="9388"/>
                  </a:lnTo>
                  <a:lnTo>
                    <a:pt x="1862344" y="9381"/>
                  </a:lnTo>
                  <a:lnTo>
                    <a:pt x="1854486" y="9374"/>
                  </a:lnTo>
                  <a:lnTo>
                    <a:pt x="1846628" y="9362"/>
                  </a:lnTo>
                  <a:lnTo>
                    <a:pt x="1838770" y="9348"/>
                  </a:lnTo>
                  <a:lnTo>
                    <a:pt x="1830912" y="9338"/>
                  </a:lnTo>
                  <a:lnTo>
                    <a:pt x="1823054" y="9328"/>
                  </a:lnTo>
                  <a:lnTo>
                    <a:pt x="1815196" y="9318"/>
                  </a:lnTo>
                  <a:lnTo>
                    <a:pt x="1807338" y="9309"/>
                  </a:lnTo>
                  <a:lnTo>
                    <a:pt x="1799480" y="9299"/>
                  </a:lnTo>
                  <a:lnTo>
                    <a:pt x="1791622" y="9289"/>
                  </a:lnTo>
                  <a:lnTo>
                    <a:pt x="1783764" y="9279"/>
                  </a:lnTo>
                  <a:lnTo>
                    <a:pt x="1775906" y="9270"/>
                  </a:lnTo>
                  <a:lnTo>
                    <a:pt x="1768048" y="9260"/>
                  </a:lnTo>
                  <a:lnTo>
                    <a:pt x="1760190" y="9249"/>
                  </a:lnTo>
                  <a:lnTo>
                    <a:pt x="1752332" y="9240"/>
                  </a:lnTo>
                  <a:lnTo>
                    <a:pt x="1744474" y="9229"/>
                  </a:lnTo>
                  <a:lnTo>
                    <a:pt x="1736616" y="9218"/>
                  </a:lnTo>
                  <a:lnTo>
                    <a:pt x="1728758" y="9208"/>
                  </a:lnTo>
                  <a:lnTo>
                    <a:pt x="1720900" y="9193"/>
                  </a:lnTo>
                  <a:lnTo>
                    <a:pt x="1713042" y="9178"/>
                  </a:lnTo>
                  <a:lnTo>
                    <a:pt x="1705184" y="9170"/>
                  </a:lnTo>
                  <a:lnTo>
                    <a:pt x="1697326" y="9161"/>
                  </a:lnTo>
                  <a:lnTo>
                    <a:pt x="1689468" y="9153"/>
                  </a:lnTo>
                  <a:lnTo>
                    <a:pt x="1681610" y="9143"/>
                  </a:lnTo>
                  <a:lnTo>
                    <a:pt x="1673752" y="9132"/>
                  </a:lnTo>
                  <a:lnTo>
                    <a:pt x="1665894" y="9121"/>
                  </a:lnTo>
                  <a:lnTo>
                    <a:pt x="1658036" y="9110"/>
                  </a:lnTo>
                  <a:lnTo>
                    <a:pt x="1650178" y="9099"/>
                  </a:lnTo>
                  <a:lnTo>
                    <a:pt x="1642320" y="9085"/>
                  </a:lnTo>
                  <a:lnTo>
                    <a:pt x="1634462" y="9071"/>
                  </a:lnTo>
                  <a:lnTo>
                    <a:pt x="1626604" y="9056"/>
                  </a:lnTo>
                  <a:lnTo>
                    <a:pt x="1618746" y="9041"/>
                  </a:lnTo>
                  <a:lnTo>
                    <a:pt x="1610888" y="9026"/>
                  </a:lnTo>
                  <a:lnTo>
                    <a:pt x="1603030" y="9011"/>
                  </a:lnTo>
                  <a:lnTo>
                    <a:pt x="1595172" y="8997"/>
                  </a:lnTo>
                  <a:lnTo>
                    <a:pt x="1587314" y="8982"/>
                  </a:lnTo>
                  <a:lnTo>
                    <a:pt x="1579456" y="8967"/>
                  </a:lnTo>
                  <a:lnTo>
                    <a:pt x="1571598" y="8953"/>
                  </a:lnTo>
                  <a:lnTo>
                    <a:pt x="1563740" y="8947"/>
                  </a:lnTo>
                  <a:lnTo>
                    <a:pt x="1555882" y="8946"/>
                  </a:lnTo>
                  <a:lnTo>
                    <a:pt x="1548024" y="8940"/>
                  </a:lnTo>
                  <a:lnTo>
                    <a:pt x="1540166" y="8925"/>
                  </a:lnTo>
                  <a:lnTo>
                    <a:pt x="1532308" y="8911"/>
                  </a:lnTo>
                  <a:lnTo>
                    <a:pt x="1524450" y="8896"/>
                  </a:lnTo>
                  <a:lnTo>
                    <a:pt x="1516592" y="8881"/>
                  </a:lnTo>
                  <a:lnTo>
                    <a:pt x="1508734" y="8871"/>
                  </a:lnTo>
                  <a:lnTo>
                    <a:pt x="1500876" y="8867"/>
                  </a:lnTo>
                  <a:lnTo>
                    <a:pt x="1493018" y="8846"/>
                  </a:lnTo>
                  <a:lnTo>
                    <a:pt x="1485160" y="8837"/>
                  </a:lnTo>
                  <a:lnTo>
                    <a:pt x="1477302" y="8827"/>
                  </a:lnTo>
                  <a:lnTo>
                    <a:pt x="1469444" y="8818"/>
                  </a:lnTo>
                  <a:lnTo>
                    <a:pt x="1461586" y="8801"/>
                  </a:lnTo>
                  <a:lnTo>
                    <a:pt x="1453728" y="8782"/>
                  </a:lnTo>
                  <a:lnTo>
                    <a:pt x="1445870" y="8764"/>
                  </a:lnTo>
                  <a:lnTo>
                    <a:pt x="1438012" y="8756"/>
                  </a:lnTo>
                  <a:lnTo>
                    <a:pt x="1430154" y="8745"/>
                  </a:lnTo>
                  <a:lnTo>
                    <a:pt x="1422296" y="8730"/>
                  </a:lnTo>
                  <a:lnTo>
                    <a:pt x="1414438" y="8717"/>
                  </a:lnTo>
                  <a:lnTo>
                    <a:pt x="1406580" y="8704"/>
                  </a:lnTo>
                  <a:lnTo>
                    <a:pt x="1398722" y="8689"/>
                  </a:lnTo>
                  <a:lnTo>
                    <a:pt x="1390864" y="8672"/>
                  </a:lnTo>
                  <a:lnTo>
                    <a:pt x="1383006" y="8675"/>
                  </a:lnTo>
                  <a:lnTo>
                    <a:pt x="1375148" y="8663"/>
                  </a:lnTo>
                  <a:lnTo>
                    <a:pt x="1367290" y="8653"/>
                  </a:lnTo>
                  <a:lnTo>
                    <a:pt x="1359432" y="8634"/>
                  </a:lnTo>
                  <a:lnTo>
                    <a:pt x="1351574" y="8620"/>
                  </a:lnTo>
                  <a:lnTo>
                    <a:pt x="1343716" y="8612"/>
                  </a:lnTo>
                  <a:lnTo>
                    <a:pt x="1335858" y="8606"/>
                  </a:lnTo>
                  <a:lnTo>
                    <a:pt x="1328000" y="8600"/>
                  </a:lnTo>
                  <a:lnTo>
                    <a:pt x="1320142" y="8593"/>
                  </a:lnTo>
                  <a:lnTo>
                    <a:pt x="1312284" y="8587"/>
                  </a:lnTo>
                  <a:lnTo>
                    <a:pt x="1304426" y="8579"/>
                  </a:lnTo>
                  <a:lnTo>
                    <a:pt x="1296568" y="8569"/>
                  </a:lnTo>
                  <a:lnTo>
                    <a:pt x="1288710" y="8559"/>
                  </a:lnTo>
                  <a:lnTo>
                    <a:pt x="1280852" y="8549"/>
                  </a:lnTo>
                  <a:lnTo>
                    <a:pt x="1272994" y="8543"/>
                  </a:lnTo>
                  <a:lnTo>
                    <a:pt x="1265136" y="8536"/>
                  </a:lnTo>
                  <a:lnTo>
                    <a:pt x="1257278" y="8525"/>
                  </a:lnTo>
                  <a:lnTo>
                    <a:pt x="1249420" y="8511"/>
                  </a:lnTo>
                  <a:lnTo>
                    <a:pt x="1241562" y="8497"/>
                  </a:lnTo>
                  <a:lnTo>
                    <a:pt x="1233704" y="8481"/>
                  </a:lnTo>
                  <a:lnTo>
                    <a:pt x="1225846" y="8463"/>
                  </a:lnTo>
                  <a:lnTo>
                    <a:pt x="1217988" y="8444"/>
                  </a:lnTo>
                  <a:lnTo>
                    <a:pt x="1210130" y="8435"/>
                  </a:lnTo>
                  <a:lnTo>
                    <a:pt x="1202272" y="8436"/>
                  </a:lnTo>
                  <a:lnTo>
                    <a:pt x="1194414" y="8428"/>
                  </a:lnTo>
                  <a:lnTo>
                    <a:pt x="1186556" y="8416"/>
                  </a:lnTo>
                  <a:lnTo>
                    <a:pt x="1178698" y="8414"/>
                  </a:lnTo>
                  <a:lnTo>
                    <a:pt x="1170840" y="8403"/>
                  </a:lnTo>
                  <a:lnTo>
                    <a:pt x="1162982" y="8389"/>
                  </a:lnTo>
                  <a:lnTo>
                    <a:pt x="1155124" y="8374"/>
                  </a:lnTo>
                  <a:lnTo>
                    <a:pt x="1147266" y="8358"/>
                  </a:lnTo>
                  <a:lnTo>
                    <a:pt x="1139408" y="8343"/>
                  </a:lnTo>
                  <a:lnTo>
                    <a:pt x="1131550" y="8329"/>
                  </a:lnTo>
                  <a:lnTo>
                    <a:pt x="1123692" y="8317"/>
                  </a:lnTo>
                  <a:lnTo>
                    <a:pt x="1115834" y="8310"/>
                  </a:lnTo>
                  <a:lnTo>
                    <a:pt x="1107976" y="8305"/>
                  </a:lnTo>
                  <a:lnTo>
                    <a:pt x="1100118" y="8291"/>
                  </a:lnTo>
                  <a:lnTo>
                    <a:pt x="1092260" y="8276"/>
                  </a:lnTo>
                  <a:lnTo>
                    <a:pt x="1084402" y="8268"/>
                  </a:lnTo>
                  <a:lnTo>
                    <a:pt x="1076544" y="8259"/>
                  </a:lnTo>
                  <a:lnTo>
                    <a:pt x="1068686" y="8252"/>
                  </a:lnTo>
                  <a:lnTo>
                    <a:pt x="1060828" y="8245"/>
                  </a:lnTo>
                  <a:lnTo>
                    <a:pt x="1052970" y="8241"/>
                  </a:lnTo>
                  <a:lnTo>
                    <a:pt x="1045112" y="8233"/>
                  </a:lnTo>
                  <a:lnTo>
                    <a:pt x="1037254" y="8236"/>
                  </a:lnTo>
                  <a:lnTo>
                    <a:pt x="1029397" y="8224"/>
                  </a:lnTo>
                  <a:lnTo>
                    <a:pt x="1021539" y="8211"/>
                  </a:lnTo>
                  <a:lnTo>
                    <a:pt x="1013681" y="8203"/>
                  </a:lnTo>
                  <a:lnTo>
                    <a:pt x="1005823" y="8194"/>
                  </a:lnTo>
                  <a:lnTo>
                    <a:pt x="997965" y="8189"/>
                  </a:lnTo>
                  <a:lnTo>
                    <a:pt x="990107" y="8185"/>
                  </a:lnTo>
                  <a:lnTo>
                    <a:pt x="982249" y="8183"/>
                  </a:lnTo>
                  <a:lnTo>
                    <a:pt x="974391" y="8190"/>
                  </a:lnTo>
                  <a:lnTo>
                    <a:pt x="966533" y="8181"/>
                  </a:lnTo>
                  <a:lnTo>
                    <a:pt x="958675" y="8180"/>
                  </a:lnTo>
                  <a:lnTo>
                    <a:pt x="950817" y="8174"/>
                  </a:lnTo>
                  <a:lnTo>
                    <a:pt x="942959" y="8174"/>
                  </a:lnTo>
                  <a:lnTo>
                    <a:pt x="935101" y="8175"/>
                  </a:lnTo>
                  <a:lnTo>
                    <a:pt x="927243" y="8168"/>
                  </a:lnTo>
                  <a:lnTo>
                    <a:pt x="919385" y="8166"/>
                  </a:lnTo>
                  <a:lnTo>
                    <a:pt x="911527" y="8160"/>
                  </a:lnTo>
                  <a:lnTo>
                    <a:pt x="903669" y="8150"/>
                  </a:lnTo>
                  <a:lnTo>
                    <a:pt x="895811" y="8150"/>
                  </a:lnTo>
                  <a:lnTo>
                    <a:pt x="887953" y="8149"/>
                  </a:lnTo>
                  <a:lnTo>
                    <a:pt x="880095" y="8141"/>
                  </a:lnTo>
                  <a:lnTo>
                    <a:pt x="872237" y="8145"/>
                  </a:lnTo>
                  <a:lnTo>
                    <a:pt x="864379" y="8148"/>
                  </a:lnTo>
                  <a:lnTo>
                    <a:pt x="856521" y="8147"/>
                  </a:lnTo>
                  <a:lnTo>
                    <a:pt x="848663" y="8147"/>
                  </a:lnTo>
                  <a:lnTo>
                    <a:pt x="840805" y="8146"/>
                  </a:lnTo>
                  <a:lnTo>
                    <a:pt x="832947" y="8142"/>
                  </a:lnTo>
                  <a:lnTo>
                    <a:pt x="825089" y="8140"/>
                  </a:lnTo>
                  <a:lnTo>
                    <a:pt x="817231" y="8142"/>
                  </a:lnTo>
                  <a:lnTo>
                    <a:pt x="809373" y="8141"/>
                  </a:lnTo>
                  <a:lnTo>
                    <a:pt x="801515" y="8136"/>
                  </a:lnTo>
                  <a:lnTo>
                    <a:pt x="793657" y="8143"/>
                  </a:lnTo>
                  <a:lnTo>
                    <a:pt x="785799" y="8137"/>
                  </a:lnTo>
                  <a:lnTo>
                    <a:pt x="777941" y="8136"/>
                  </a:lnTo>
                  <a:lnTo>
                    <a:pt x="770083" y="8140"/>
                  </a:lnTo>
                  <a:lnTo>
                    <a:pt x="762225" y="8141"/>
                  </a:lnTo>
                  <a:lnTo>
                    <a:pt x="754367" y="8139"/>
                  </a:lnTo>
                  <a:lnTo>
                    <a:pt x="746509" y="8140"/>
                  </a:lnTo>
                  <a:lnTo>
                    <a:pt x="738651" y="8140"/>
                  </a:lnTo>
                  <a:lnTo>
                    <a:pt x="730793" y="8144"/>
                  </a:lnTo>
                  <a:lnTo>
                    <a:pt x="722935" y="8145"/>
                  </a:lnTo>
                  <a:lnTo>
                    <a:pt x="715077" y="8151"/>
                  </a:lnTo>
                  <a:lnTo>
                    <a:pt x="707219" y="8157"/>
                  </a:lnTo>
                  <a:lnTo>
                    <a:pt x="699361" y="8164"/>
                  </a:lnTo>
                  <a:lnTo>
                    <a:pt x="691503" y="8170"/>
                  </a:lnTo>
                  <a:lnTo>
                    <a:pt x="683645" y="8175"/>
                  </a:lnTo>
                  <a:lnTo>
                    <a:pt x="675787" y="8175"/>
                  </a:lnTo>
                  <a:lnTo>
                    <a:pt x="667929" y="8166"/>
                  </a:lnTo>
                  <a:lnTo>
                    <a:pt x="660071" y="8158"/>
                  </a:lnTo>
                  <a:lnTo>
                    <a:pt x="652213" y="8155"/>
                  </a:lnTo>
                  <a:lnTo>
                    <a:pt x="644355" y="8157"/>
                  </a:lnTo>
                  <a:lnTo>
                    <a:pt x="636497" y="8156"/>
                  </a:lnTo>
                  <a:lnTo>
                    <a:pt x="628639" y="8166"/>
                  </a:lnTo>
                  <a:lnTo>
                    <a:pt x="620781" y="8173"/>
                  </a:lnTo>
                  <a:lnTo>
                    <a:pt x="612923" y="8163"/>
                  </a:lnTo>
                  <a:lnTo>
                    <a:pt x="605065" y="8160"/>
                  </a:lnTo>
                  <a:lnTo>
                    <a:pt x="597207" y="8163"/>
                  </a:lnTo>
                  <a:lnTo>
                    <a:pt x="589349" y="8160"/>
                  </a:lnTo>
                  <a:lnTo>
                    <a:pt x="581491" y="8160"/>
                  </a:lnTo>
                  <a:lnTo>
                    <a:pt x="573633" y="8164"/>
                  </a:lnTo>
                  <a:lnTo>
                    <a:pt x="565775" y="8173"/>
                  </a:lnTo>
                  <a:lnTo>
                    <a:pt x="557917" y="8173"/>
                  </a:lnTo>
                  <a:lnTo>
                    <a:pt x="550059" y="8170"/>
                  </a:lnTo>
                  <a:lnTo>
                    <a:pt x="542201" y="8172"/>
                  </a:lnTo>
                  <a:lnTo>
                    <a:pt x="534343" y="8172"/>
                  </a:lnTo>
                  <a:lnTo>
                    <a:pt x="526485" y="8171"/>
                  </a:lnTo>
                  <a:lnTo>
                    <a:pt x="518627" y="8173"/>
                  </a:lnTo>
                  <a:lnTo>
                    <a:pt x="510769" y="8177"/>
                  </a:lnTo>
                  <a:lnTo>
                    <a:pt x="502911" y="8186"/>
                  </a:lnTo>
                  <a:lnTo>
                    <a:pt x="495053" y="8178"/>
                  </a:lnTo>
                  <a:lnTo>
                    <a:pt x="487195" y="8189"/>
                  </a:lnTo>
                  <a:lnTo>
                    <a:pt x="479337" y="8199"/>
                  </a:lnTo>
                  <a:lnTo>
                    <a:pt x="471479" y="8200"/>
                  </a:lnTo>
                  <a:lnTo>
                    <a:pt x="463621" y="8201"/>
                  </a:lnTo>
                  <a:lnTo>
                    <a:pt x="455763" y="8202"/>
                  </a:lnTo>
                  <a:lnTo>
                    <a:pt x="447905" y="8205"/>
                  </a:lnTo>
                  <a:lnTo>
                    <a:pt x="440047" y="8219"/>
                  </a:lnTo>
                  <a:lnTo>
                    <a:pt x="432189" y="8228"/>
                  </a:lnTo>
                  <a:lnTo>
                    <a:pt x="424331" y="8228"/>
                  </a:lnTo>
                  <a:lnTo>
                    <a:pt x="416473" y="8224"/>
                  </a:lnTo>
                  <a:lnTo>
                    <a:pt x="408615" y="8229"/>
                  </a:lnTo>
                  <a:lnTo>
                    <a:pt x="400757" y="8235"/>
                  </a:lnTo>
                  <a:lnTo>
                    <a:pt x="392899" y="8244"/>
                  </a:lnTo>
                  <a:lnTo>
                    <a:pt x="385041" y="8244"/>
                  </a:lnTo>
                  <a:lnTo>
                    <a:pt x="377183" y="8249"/>
                  </a:lnTo>
                  <a:lnTo>
                    <a:pt x="369325" y="8254"/>
                  </a:lnTo>
                  <a:lnTo>
                    <a:pt x="361467" y="8259"/>
                  </a:lnTo>
                  <a:lnTo>
                    <a:pt x="353609" y="8264"/>
                  </a:lnTo>
                  <a:lnTo>
                    <a:pt x="345751" y="8268"/>
                  </a:lnTo>
                  <a:lnTo>
                    <a:pt x="337893" y="8283"/>
                  </a:lnTo>
                  <a:lnTo>
                    <a:pt x="330035" y="8284"/>
                  </a:lnTo>
                  <a:lnTo>
                    <a:pt x="322177" y="8286"/>
                  </a:lnTo>
                  <a:lnTo>
                    <a:pt x="314319" y="8293"/>
                  </a:lnTo>
                  <a:lnTo>
                    <a:pt x="306461" y="8305"/>
                  </a:lnTo>
                  <a:lnTo>
                    <a:pt x="298603" y="8299"/>
                  </a:lnTo>
                  <a:lnTo>
                    <a:pt x="290745" y="8311"/>
                  </a:lnTo>
                  <a:lnTo>
                    <a:pt x="282887" y="8322"/>
                  </a:lnTo>
                  <a:lnTo>
                    <a:pt x="275029" y="8333"/>
                  </a:lnTo>
                  <a:lnTo>
                    <a:pt x="267171" y="8340"/>
                  </a:lnTo>
                  <a:lnTo>
                    <a:pt x="259313" y="8344"/>
                  </a:lnTo>
                  <a:lnTo>
                    <a:pt x="251455" y="8350"/>
                  </a:lnTo>
                  <a:lnTo>
                    <a:pt x="243597" y="8360"/>
                  </a:lnTo>
                  <a:lnTo>
                    <a:pt x="235739" y="8365"/>
                  </a:lnTo>
                  <a:lnTo>
                    <a:pt x="227881" y="8376"/>
                  </a:lnTo>
                  <a:lnTo>
                    <a:pt x="220023" y="8392"/>
                  </a:lnTo>
                  <a:lnTo>
                    <a:pt x="212165" y="8407"/>
                  </a:lnTo>
                  <a:lnTo>
                    <a:pt x="204307" y="8422"/>
                  </a:lnTo>
                  <a:lnTo>
                    <a:pt x="196449" y="8437"/>
                  </a:lnTo>
                  <a:lnTo>
                    <a:pt x="188591" y="8452"/>
                  </a:lnTo>
                  <a:lnTo>
                    <a:pt x="180733" y="8467"/>
                  </a:lnTo>
                  <a:lnTo>
                    <a:pt x="172875" y="8480"/>
                  </a:lnTo>
                  <a:lnTo>
                    <a:pt x="165017" y="8494"/>
                  </a:lnTo>
                  <a:lnTo>
                    <a:pt x="157159" y="8502"/>
                  </a:lnTo>
                  <a:lnTo>
                    <a:pt x="149301" y="8514"/>
                  </a:lnTo>
                  <a:lnTo>
                    <a:pt x="141443" y="8525"/>
                  </a:lnTo>
                  <a:lnTo>
                    <a:pt x="133585" y="8545"/>
                  </a:lnTo>
                  <a:lnTo>
                    <a:pt x="125727" y="8549"/>
                  </a:lnTo>
                  <a:lnTo>
                    <a:pt x="117869" y="8558"/>
                  </a:lnTo>
                  <a:lnTo>
                    <a:pt x="110011" y="8569"/>
                  </a:lnTo>
                  <a:lnTo>
                    <a:pt x="102153" y="8580"/>
                  </a:lnTo>
                  <a:lnTo>
                    <a:pt x="94295" y="8591"/>
                  </a:lnTo>
                  <a:lnTo>
                    <a:pt x="86437" y="8607"/>
                  </a:lnTo>
                  <a:lnTo>
                    <a:pt x="78579" y="8623"/>
                  </a:lnTo>
                  <a:lnTo>
                    <a:pt x="70721" y="8633"/>
                  </a:lnTo>
                  <a:lnTo>
                    <a:pt x="62863" y="8639"/>
                  </a:lnTo>
                  <a:lnTo>
                    <a:pt x="55005" y="8646"/>
                  </a:lnTo>
                  <a:lnTo>
                    <a:pt x="47147" y="8655"/>
                  </a:lnTo>
                  <a:lnTo>
                    <a:pt x="39289" y="8669"/>
                  </a:lnTo>
                  <a:lnTo>
                    <a:pt x="31431" y="8685"/>
                  </a:lnTo>
                  <a:lnTo>
                    <a:pt x="23573" y="8703"/>
                  </a:lnTo>
                  <a:lnTo>
                    <a:pt x="15715" y="8716"/>
                  </a:lnTo>
                  <a:lnTo>
                    <a:pt x="7857" y="8726"/>
                  </a:lnTo>
                  <a:lnTo>
                    <a:pt x="0" y="8736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1186414" y="4016565"/>
              <a:ext cx="2035220" cy="3819"/>
            </a:xfrm>
            <a:custGeom>
              <a:avLst/>
              <a:pathLst>
                <a:path w="2035220" h="3819">
                  <a:moveTo>
                    <a:pt x="0" y="2812"/>
                  </a:moveTo>
                  <a:lnTo>
                    <a:pt x="7857" y="2852"/>
                  </a:lnTo>
                  <a:lnTo>
                    <a:pt x="15715" y="2864"/>
                  </a:lnTo>
                  <a:lnTo>
                    <a:pt x="23573" y="2865"/>
                  </a:lnTo>
                  <a:lnTo>
                    <a:pt x="31431" y="2893"/>
                  </a:lnTo>
                  <a:lnTo>
                    <a:pt x="39289" y="2922"/>
                  </a:lnTo>
                  <a:lnTo>
                    <a:pt x="47147" y="2952"/>
                  </a:lnTo>
                  <a:lnTo>
                    <a:pt x="55005" y="2979"/>
                  </a:lnTo>
                  <a:lnTo>
                    <a:pt x="62863" y="3005"/>
                  </a:lnTo>
                  <a:lnTo>
                    <a:pt x="70721" y="3011"/>
                  </a:lnTo>
                  <a:lnTo>
                    <a:pt x="78579" y="3027"/>
                  </a:lnTo>
                  <a:lnTo>
                    <a:pt x="86437" y="3044"/>
                  </a:lnTo>
                  <a:lnTo>
                    <a:pt x="94295" y="3073"/>
                  </a:lnTo>
                  <a:lnTo>
                    <a:pt x="102153" y="3090"/>
                  </a:lnTo>
                  <a:lnTo>
                    <a:pt x="110011" y="3106"/>
                  </a:lnTo>
                  <a:lnTo>
                    <a:pt x="117869" y="3126"/>
                  </a:lnTo>
                  <a:lnTo>
                    <a:pt x="125727" y="3149"/>
                  </a:lnTo>
                  <a:lnTo>
                    <a:pt x="133585" y="3155"/>
                  </a:lnTo>
                  <a:lnTo>
                    <a:pt x="141443" y="3174"/>
                  </a:lnTo>
                  <a:lnTo>
                    <a:pt x="149301" y="3187"/>
                  </a:lnTo>
                  <a:lnTo>
                    <a:pt x="157159" y="3220"/>
                  </a:lnTo>
                  <a:lnTo>
                    <a:pt x="165017" y="3242"/>
                  </a:lnTo>
                  <a:lnTo>
                    <a:pt x="172875" y="3251"/>
                  </a:lnTo>
                  <a:lnTo>
                    <a:pt x="180733" y="3276"/>
                  </a:lnTo>
                  <a:lnTo>
                    <a:pt x="188591" y="3284"/>
                  </a:lnTo>
                  <a:lnTo>
                    <a:pt x="196449" y="3286"/>
                  </a:lnTo>
                  <a:lnTo>
                    <a:pt x="204307" y="3294"/>
                  </a:lnTo>
                  <a:lnTo>
                    <a:pt x="212165" y="3310"/>
                  </a:lnTo>
                  <a:lnTo>
                    <a:pt x="220023" y="3333"/>
                  </a:lnTo>
                  <a:lnTo>
                    <a:pt x="227881" y="3357"/>
                  </a:lnTo>
                  <a:lnTo>
                    <a:pt x="235739" y="3363"/>
                  </a:lnTo>
                  <a:lnTo>
                    <a:pt x="243597" y="3394"/>
                  </a:lnTo>
                  <a:lnTo>
                    <a:pt x="251455" y="3421"/>
                  </a:lnTo>
                  <a:lnTo>
                    <a:pt x="259313" y="3446"/>
                  </a:lnTo>
                  <a:lnTo>
                    <a:pt x="267171" y="3450"/>
                  </a:lnTo>
                  <a:lnTo>
                    <a:pt x="275029" y="3458"/>
                  </a:lnTo>
                  <a:lnTo>
                    <a:pt x="282887" y="3488"/>
                  </a:lnTo>
                  <a:lnTo>
                    <a:pt x="290745" y="3517"/>
                  </a:lnTo>
                  <a:lnTo>
                    <a:pt x="298603" y="3516"/>
                  </a:lnTo>
                  <a:lnTo>
                    <a:pt x="306461" y="3536"/>
                  </a:lnTo>
                  <a:lnTo>
                    <a:pt x="314319" y="3557"/>
                  </a:lnTo>
                  <a:lnTo>
                    <a:pt x="322177" y="3565"/>
                  </a:lnTo>
                  <a:lnTo>
                    <a:pt x="330035" y="3584"/>
                  </a:lnTo>
                  <a:lnTo>
                    <a:pt x="337893" y="3602"/>
                  </a:lnTo>
                  <a:lnTo>
                    <a:pt x="345751" y="3620"/>
                  </a:lnTo>
                  <a:lnTo>
                    <a:pt x="353609" y="3634"/>
                  </a:lnTo>
                  <a:lnTo>
                    <a:pt x="361467" y="3658"/>
                  </a:lnTo>
                  <a:lnTo>
                    <a:pt x="369325" y="3662"/>
                  </a:lnTo>
                  <a:lnTo>
                    <a:pt x="377183" y="3671"/>
                  </a:lnTo>
                  <a:lnTo>
                    <a:pt x="385041" y="3698"/>
                  </a:lnTo>
                  <a:lnTo>
                    <a:pt x="392899" y="3694"/>
                  </a:lnTo>
                  <a:lnTo>
                    <a:pt x="400757" y="3689"/>
                  </a:lnTo>
                  <a:lnTo>
                    <a:pt x="408615" y="3687"/>
                  </a:lnTo>
                  <a:lnTo>
                    <a:pt x="416473" y="3681"/>
                  </a:lnTo>
                  <a:lnTo>
                    <a:pt x="424331" y="3687"/>
                  </a:lnTo>
                  <a:lnTo>
                    <a:pt x="432189" y="3679"/>
                  </a:lnTo>
                  <a:lnTo>
                    <a:pt x="440047" y="3693"/>
                  </a:lnTo>
                  <a:lnTo>
                    <a:pt x="447905" y="3704"/>
                  </a:lnTo>
                  <a:lnTo>
                    <a:pt x="455763" y="3702"/>
                  </a:lnTo>
                  <a:lnTo>
                    <a:pt x="463621" y="3679"/>
                  </a:lnTo>
                  <a:lnTo>
                    <a:pt x="471479" y="3704"/>
                  </a:lnTo>
                  <a:lnTo>
                    <a:pt x="479337" y="3731"/>
                  </a:lnTo>
                  <a:lnTo>
                    <a:pt x="487195" y="3759"/>
                  </a:lnTo>
                  <a:lnTo>
                    <a:pt x="495053" y="3786"/>
                  </a:lnTo>
                  <a:lnTo>
                    <a:pt x="502911" y="3804"/>
                  </a:lnTo>
                  <a:lnTo>
                    <a:pt x="510769" y="3783"/>
                  </a:lnTo>
                  <a:lnTo>
                    <a:pt x="518627" y="3762"/>
                  </a:lnTo>
                  <a:lnTo>
                    <a:pt x="526485" y="3741"/>
                  </a:lnTo>
                  <a:lnTo>
                    <a:pt x="534343" y="3726"/>
                  </a:lnTo>
                  <a:lnTo>
                    <a:pt x="542201" y="3757"/>
                  </a:lnTo>
                  <a:lnTo>
                    <a:pt x="550059" y="3781"/>
                  </a:lnTo>
                  <a:lnTo>
                    <a:pt x="557917" y="3759"/>
                  </a:lnTo>
                  <a:lnTo>
                    <a:pt x="565775" y="3746"/>
                  </a:lnTo>
                  <a:lnTo>
                    <a:pt x="573633" y="3769"/>
                  </a:lnTo>
                  <a:lnTo>
                    <a:pt x="581491" y="3773"/>
                  </a:lnTo>
                  <a:lnTo>
                    <a:pt x="589349" y="3789"/>
                  </a:lnTo>
                  <a:lnTo>
                    <a:pt x="597207" y="3775"/>
                  </a:lnTo>
                  <a:lnTo>
                    <a:pt x="605065" y="3745"/>
                  </a:lnTo>
                  <a:lnTo>
                    <a:pt x="612923" y="3757"/>
                  </a:lnTo>
                  <a:lnTo>
                    <a:pt x="620781" y="3772"/>
                  </a:lnTo>
                  <a:lnTo>
                    <a:pt x="628639" y="3787"/>
                  </a:lnTo>
                  <a:lnTo>
                    <a:pt x="636497" y="3802"/>
                  </a:lnTo>
                  <a:lnTo>
                    <a:pt x="644355" y="3816"/>
                  </a:lnTo>
                  <a:lnTo>
                    <a:pt x="652213" y="3819"/>
                  </a:lnTo>
                  <a:lnTo>
                    <a:pt x="660071" y="3798"/>
                  </a:lnTo>
                  <a:lnTo>
                    <a:pt x="667929" y="3781"/>
                  </a:lnTo>
                  <a:lnTo>
                    <a:pt x="675787" y="3774"/>
                  </a:lnTo>
                  <a:lnTo>
                    <a:pt x="683645" y="3759"/>
                  </a:lnTo>
                  <a:lnTo>
                    <a:pt x="691503" y="3757"/>
                  </a:lnTo>
                  <a:lnTo>
                    <a:pt x="699361" y="3745"/>
                  </a:lnTo>
                  <a:lnTo>
                    <a:pt x="707219" y="3735"/>
                  </a:lnTo>
                  <a:lnTo>
                    <a:pt x="715077" y="3721"/>
                  </a:lnTo>
                  <a:lnTo>
                    <a:pt x="722935" y="3724"/>
                  </a:lnTo>
                  <a:lnTo>
                    <a:pt x="730793" y="3707"/>
                  </a:lnTo>
                  <a:lnTo>
                    <a:pt x="738651" y="3683"/>
                  </a:lnTo>
                  <a:lnTo>
                    <a:pt x="746509" y="3659"/>
                  </a:lnTo>
                  <a:lnTo>
                    <a:pt x="754367" y="3634"/>
                  </a:lnTo>
                  <a:lnTo>
                    <a:pt x="762225" y="3633"/>
                  </a:lnTo>
                  <a:lnTo>
                    <a:pt x="770083" y="3625"/>
                  </a:lnTo>
                  <a:lnTo>
                    <a:pt x="777941" y="3597"/>
                  </a:lnTo>
                  <a:lnTo>
                    <a:pt x="785799" y="3585"/>
                  </a:lnTo>
                  <a:lnTo>
                    <a:pt x="793657" y="3601"/>
                  </a:lnTo>
                  <a:lnTo>
                    <a:pt x="801515" y="3592"/>
                  </a:lnTo>
                  <a:lnTo>
                    <a:pt x="809373" y="3566"/>
                  </a:lnTo>
                  <a:lnTo>
                    <a:pt x="817231" y="3571"/>
                  </a:lnTo>
                  <a:lnTo>
                    <a:pt x="825089" y="3577"/>
                  </a:lnTo>
                  <a:lnTo>
                    <a:pt x="832947" y="3573"/>
                  </a:lnTo>
                  <a:lnTo>
                    <a:pt x="840805" y="3587"/>
                  </a:lnTo>
                  <a:lnTo>
                    <a:pt x="848663" y="3576"/>
                  </a:lnTo>
                  <a:lnTo>
                    <a:pt x="856521" y="3562"/>
                  </a:lnTo>
                  <a:lnTo>
                    <a:pt x="864379" y="3555"/>
                  </a:lnTo>
                  <a:lnTo>
                    <a:pt x="872237" y="3544"/>
                  </a:lnTo>
                  <a:lnTo>
                    <a:pt x="880095" y="3537"/>
                  </a:lnTo>
                  <a:lnTo>
                    <a:pt x="887953" y="3527"/>
                  </a:lnTo>
                  <a:lnTo>
                    <a:pt x="895811" y="3517"/>
                  </a:lnTo>
                  <a:lnTo>
                    <a:pt x="903669" y="3511"/>
                  </a:lnTo>
                  <a:lnTo>
                    <a:pt x="911527" y="3493"/>
                  </a:lnTo>
                  <a:lnTo>
                    <a:pt x="919385" y="3478"/>
                  </a:lnTo>
                  <a:lnTo>
                    <a:pt x="927243" y="3475"/>
                  </a:lnTo>
                  <a:lnTo>
                    <a:pt x="935101" y="3465"/>
                  </a:lnTo>
                  <a:lnTo>
                    <a:pt x="942959" y="3459"/>
                  </a:lnTo>
                  <a:lnTo>
                    <a:pt x="950817" y="3444"/>
                  </a:lnTo>
                  <a:lnTo>
                    <a:pt x="958675" y="3422"/>
                  </a:lnTo>
                  <a:lnTo>
                    <a:pt x="966533" y="3411"/>
                  </a:lnTo>
                  <a:lnTo>
                    <a:pt x="974391" y="3399"/>
                  </a:lnTo>
                  <a:lnTo>
                    <a:pt x="982249" y="3389"/>
                  </a:lnTo>
                  <a:lnTo>
                    <a:pt x="990107" y="3378"/>
                  </a:lnTo>
                  <a:lnTo>
                    <a:pt x="997965" y="3378"/>
                  </a:lnTo>
                  <a:lnTo>
                    <a:pt x="1005823" y="3354"/>
                  </a:lnTo>
                  <a:lnTo>
                    <a:pt x="1013681" y="3344"/>
                  </a:lnTo>
                  <a:lnTo>
                    <a:pt x="1021539" y="3332"/>
                  </a:lnTo>
                  <a:lnTo>
                    <a:pt x="1029397" y="3321"/>
                  </a:lnTo>
                  <a:lnTo>
                    <a:pt x="1037254" y="3305"/>
                  </a:lnTo>
                  <a:lnTo>
                    <a:pt x="1045112" y="3267"/>
                  </a:lnTo>
                  <a:lnTo>
                    <a:pt x="1052970" y="3261"/>
                  </a:lnTo>
                  <a:lnTo>
                    <a:pt x="1060828" y="3259"/>
                  </a:lnTo>
                  <a:lnTo>
                    <a:pt x="1068686" y="3247"/>
                  </a:lnTo>
                  <a:lnTo>
                    <a:pt x="1076544" y="3225"/>
                  </a:lnTo>
                  <a:lnTo>
                    <a:pt x="1084402" y="3211"/>
                  </a:lnTo>
                  <a:lnTo>
                    <a:pt x="1092260" y="3189"/>
                  </a:lnTo>
                  <a:lnTo>
                    <a:pt x="1100118" y="3171"/>
                  </a:lnTo>
                  <a:lnTo>
                    <a:pt x="1107976" y="3161"/>
                  </a:lnTo>
                  <a:lnTo>
                    <a:pt x="1115834" y="3151"/>
                  </a:lnTo>
                  <a:lnTo>
                    <a:pt x="1123692" y="3118"/>
                  </a:lnTo>
                  <a:lnTo>
                    <a:pt x="1131550" y="3127"/>
                  </a:lnTo>
                  <a:lnTo>
                    <a:pt x="1139408" y="3117"/>
                  </a:lnTo>
                  <a:lnTo>
                    <a:pt x="1147266" y="3092"/>
                  </a:lnTo>
                  <a:lnTo>
                    <a:pt x="1155124" y="3075"/>
                  </a:lnTo>
                  <a:lnTo>
                    <a:pt x="1162982" y="3054"/>
                  </a:lnTo>
                  <a:lnTo>
                    <a:pt x="1170840" y="3030"/>
                  </a:lnTo>
                  <a:lnTo>
                    <a:pt x="1178698" y="3008"/>
                  </a:lnTo>
                  <a:lnTo>
                    <a:pt x="1186556" y="2982"/>
                  </a:lnTo>
                  <a:lnTo>
                    <a:pt x="1194414" y="2952"/>
                  </a:lnTo>
                  <a:lnTo>
                    <a:pt x="1202272" y="2934"/>
                  </a:lnTo>
                  <a:lnTo>
                    <a:pt x="1210130" y="2920"/>
                  </a:lnTo>
                  <a:lnTo>
                    <a:pt x="1217988" y="2898"/>
                  </a:lnTo>
                  <a:lnTo>
                    <a:pt x="1225846" y="2872"/>
                  </a:lnTo>
                  <a:lnTo>
                    <a:pt x="1233704" y="2841"/>
                  </a:lnTo>
                  <a:lnTo>
                    <a:pt x="1241562" y="2840"/>
                  </a:lnTo>
                  <a:lnTo>
                    <a:pt x="1249420" y="2806"/>
                  </a:lnTo>
                  <a:lnTo>
                    <a:pt x="1257278" y="2785"/>
                  </a:lnTo>
                  <a:lnTo>
                    <a:pt x="1265136" y="2769"/>
                  </a:lnTo>
                  <a:lnTo>
                    <a:pt x="1272994" y="2754"/>
                  </a:lnTo>
                  <a:lnTo>
                    <a:pt x="1280852" y="2733"/>
                  </a:lnTo>
                  <a:lnTo>
                    <a:pt x="1288710" y="2710"/>
                  </a:lnTo>
                  <a:lnTo>
                    <a:pt x="1296568" y="2691"/>
                  </a:lnTo>
                  <a:lnTo>
                    <a:pt x="1304426" y="2658"/>
                  </a:lnTo>
                  <a:lnTo>
                    <a:pt x="1312284" y="2606"/>
                  </a:lnTo>
                  <a:lnTo>
                    <a:pt x="1320142" y="2565"/>
                  </a:lnTo>
                  <a:lnTo>
                    <a:pt x="1328000" y="2540"/>
                  </a:lnTo>
                  <a:lnTo>
                    <a:pt x="1335858" y="2515"/>
                  </a:lnTo>
                  <a:lnTo>
                    <a:pt x="1343716" y="2491"/>
                  </a:lnTo>
                  <a:lnTo>
                    <a:pt x="1351574" y="2487"/>
                  </a:lnTo>
                  <a:lnTo>
                    <a:pt x="1359432" y="2448"/>
                  </a:lnTo>
                  <a:lnTo>
                    <a:pt x="1367290" y="2424"/>
                  </a:lnTo>
                  <a:lnTo>
                    <a:pt x="1375148" y="2401"/>
                  </a:lnTo>
                  <a:lnTo>
                    <a:pt x="1383006" y="2379"/>
                  </a:lnTo>
                  <a:lnTo>
                    <a:pt x="1390864" y="2356"/>
                  </a:lnTo>
                  <a:lnTo>
                    <a:pt x="1398722" y="2334"/>
                  </a:lnTo>
                  <a:lnTo>
                    <a:pt x="1406580" y="2322"/>
                  </a:lnTo>
                  <a:lnTo>
                    <a:pt x="1414438" y="2318"/>
                  </a:lnTo>
                  <a:lnTo>
                    <a:pt x="1422296" y="2301"/>
                  </a:lnTo>
                  <a:lnTo>
                    <a:pt x="1430154" y="2279"/>
                  </a:lnTo>
                  <a:lnTo>
                    <a:pt x="1438012" y="2258"/>
                  </a:lnTo>
                  <a:lnTo>
                    <a:pt x="1445870" y="2227"/>
                  </a:lnTo>
                  <a:lnTo>
                    <a:pt x="1453728" y="2203"/>
                  </a:lnTo>
                  <a:lnTo>
                    <a:pt x="1461586" y="2177"/>
                  </a:lnTo>
                  <a:lnTo>
                    <a:pt x="1469444" y="2144"/>
                  </a:lnTo>
                  <a:lnTo>
                    <a:pt x="1477302" y="2111"/>
                  </a:lnTo>
                  <a:lnTo>
                    <a:pt x="1485160" y="2085"/>
                  </a:lnTo>
                  <a:lnTo>
                    <a:pt x="1493018" y="2064"/>
                  </a:lnTo>
                  <a:lnTo>
                    <a:pt x="1500876" y="2038"/>
                  </a:lnTo>
                  <a:lnTo>
                    <a:pt x="1508734" y="2008"/>
                  </a:lnTo>
                  <a:lnTo>
                    <a:pt x="1516592" y="1980"/>
                  </a:lnTo>
                  <a:lnTo>
                    <a:pt x="1524450" y="1963"/>
                  </a:lnTo>
                  <a:lnTo>
                    <a:pt x="1532308" y="1946"/>
                  </a:lnTo>
                  <a:lnTo>
                    <a:pt x="1540166" y="1924"/>
                  </a:lnTo>
                  <a:lnTo>
                    <a:pt x="1548024" y="1900"/>
                  </a:lnTo>
                  <a:lnTo>
                    <a:pt x="1555882" y="1876"/>
                  </a:lnTo>
                  <a:lnTo>
                    <a:pt x="1563740" y="1853"/>
                  </a:lnTo>
                  <a:lnTo>
                    <a:pt x="1571598" y="1828"/>
                  </a:lnTo>
                  <a:lnTo>
                    <a:pt x="1579456" y="1800"/>
                  </a:lnTo>
                  <a:lnTo>
                    <a:pt x="1587314" y="1771"/>
                  </a:lnTo>
                  <a:lnTo>
                    <a:pt x="1595172" y="1747"/>
                  </a:lnTo>
                  <a:lnTo>
                    <a:pt x="1603030" y="1713"/>
                  </a:lnTo>
                  <a:lnTo>
                    <a:pt x="1610888" y="1683"/>
                  </a:lnTo>
                  <a:lnTo>
                    <a:pt x="1618746" y="1654"/>
                  </a:lnTo>
                  <a:lnTo>
                    <a:pt x="1626604" y="1624"/>
                  </a:lnTo>
                  <a:lnTo>
                    <a:pt x="1634462" y="1595"/>
                  </a:lnTo>
                  <a:lnTo>
                    <a:pt x="1642320" y="1565"/>
                  </a:lnTo>
                  <a:lnTo>
                    <a:pt x="1650178" y="1535"/>
                  </a:lnTo>
                  <a:lnTo>
                    <a:pt x="1658036" y="1505"/>
                  </a:lnTo>
                  <a:lnTo>
                    <a:pt x="1665894" y="1473"/>
                  </a:lnTo>
                  <a:lnTo>
                    <a:pt x="1673752" y="1439"/>
                  </a:lnTo>
                  <a:lnTo>
                    <a:pt x="1681610" y="1405"/>
                  </a:lnTo>
                  <a:lnTo>
                    <a:pt x="1689468" y="1371"/>
                  </a:lnTo>
                  <a:lnTo>
                    <a:pt x="1697326" y="1337"/>
                  </a:lnTo>
                  <a:lnTo>
                    <a:pt x="1705184" y="1304"/>
                  </a:lnTo>
                  <a:lnTo>
                    <a:pt x="1713042" y="1270"/>
                  </a:lnTo>
                  <a:lnTo>
                    <a:pt x="1720900" y="1235"/>
                  </a:lnTo>
                  <a:lnTo>
                    <a:pt x="1728758" y="1201"/>
                  </a:lnTo>
                  <a:lnTo>
                    <a:pt x="1736616" y="1167"/>
                  </a:lnTo>
                  <a:lnTo>
                    <a:pt x="1744474" y="1137"/>
                  </a:lnTo>
                  <a:lnTo>
                    <a:pt x="1752332" y="1109"/>
                  </a:lnTo>
                  <a:lnTo>
                    <a:pt x="1760190" y="1089"/>
                  </a:lnTo>
                  <a:lnTo>
                    <a:pt x="1768048" y="1054"/>
                  </a:lnTo>
                  <a:lnTo>
                    <a:pt x="1775906" y="1023"/>
                  </a:lnTo>
                  <a:lnTo>
                    <a:pt x="1783764" y="980"/>
                  </a:lnTo>
                  <a:lnTo>
                    <a:pt x="1791622" y="937"/>
                  </a:lnTo>
                  <a:lnTo>
                    <a:pt x="1799480" y="900"/>
                  </a:lnTo>
                  <a:lnTo>
                    <a:pt x="1807338" y="869"/>
                  </a:lnTo>
                  <a:lnTo>
                    <a:pt x="1815196" y="837"/>
                  </a:lnTo>
                  <a:lnTo>
                    <a:pt x="1823054" y="806"/>
                  </a:lnTo>
                  <a:lnTo>
                    <a:pt x="1830912" y="775"/>
                  </a:lnTo>
                  <a:lnTo>
                    <a:pt x="1838770" y="743"/>
                  </a:lnTo>
                  <a:lnTo>
                    <a:pt x="1846628" y="712"/>
                  </a:lnTo>
                  <a:lnTo>
                    <a:pt x="1854486" y="682"/>
                  </a:lnTo>
                  <a:lnTo>
                    <a:pt x="1862344" y="656"/>
                  </a:lnTo>
                  <a:lnTo>
                    <a:pt x="1870202" y="629"/>
                  </a:lnTo>
                  <a:lnTo>
                    <a:pt x="1878060" y="603"/>
                  </a:lnTo>
                  <a:lnTo>
                    <a:pt x="1885918" y="577"/>
                  </a:lnTo>
                  <a:lnTo>
                    <a:pt x="1893776" y="550"/>
                  </a:lnTo>
                  <a:lnTo>
                    <a:pt x="1901634" y="524"/>
                  </a:lnTo>
                  <a:lnTo>
                    <a:pt x="1909492" y="497"/>
                  </a:lnTo>
                  <a:lnTo>
                    <a:pt x="1917350" y="471"/>
                  </a:lnTo>
                  <a:lnTo>
                    <a:pt x="1925208" y="445"/>
                  </a:lnTo>
                  <a:lnTo>
                    <a:pt x="1933066" y="424"/>
                  </a:lnTo>
                  <a:lnTo>
                    <a:pt x="1940924" y="392"/>
                  </a:lnTo>
                  <a:lnTo>
                    <a:pt x="1948782" y="365"/>
                  </a:lnTo>
                  <a:lnTo>
                    <a:pt x="1956640" y="338"/>
                  </a:lnTo>
                  <a:lnTo>
                    <a:pt x="1964498" y="309"/>
                  </a:lnTo>
                  <a:lnTo>
                    <a:pt x="1972356" y="270"/>
                  </a:lnTo>
                  <a:lnTo>
                    <a:pt x="1980214" y="231"/>
                  </a:lnTo>
                  <a:lnTo>
                    <a:pt x="1988072" y="197"/>
                  </a:lnTo>
                  <a:lnTo>
                    <a:pt x="1995930" y="164"/>
                  </a:lnTo>
                  <a:lnTo>
                    <a:pt x="2003788" y="131"/>
                  </a:lnTo>
                  <a:lnTo>
                    <a:pt x="2011646" y="99"/>
                  </a:lnTo>
                  <a:lnTo>
                    <a:pt x="2019504" y="72"/>
                  </a:lnTo>
                  <a:lnTo>
                    <a:pt x="2027362" y="36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1186414" y="4024701"/>
              <a:ext cx="2035220" cy="1514"/>
            </a:xfrm>
            <a:custGeom>
              <a:avLst/>
              <a:pathLst>
                <a:path w="2035220" h="1514">
                  <a:moveTo>
                    <a:pt x="2035220" y="1514"/>
                  </a:moveTo>
                  <a:lnTo>
                    <a:pt x="2027362" y="1497"/>
                  </a:lnTo>
                  <a:lnTo>
                    <a:pt x="2019504" y="1479"/>
                  </a:lnTo>
                  <a:lnTo>
                    <a:pt x="2011646" y="1462"/>
                  </a:lnTo>
                  <a:lnTo>
                    <a:pt x="2003788" y="1450"/>
                  </a:lnTo>
                  <a:lnTo>
                    <a:pt x="1995930" y="1439"/>
                  </a:lnTo>
                  <a:lnTo>
                    <a:pt x="1988072" y="1428"/>
                  </a:lnTo>
                  <a:lnTo>
                    <a:pt x="1980214" y="1412"/>
                  </a:lnTo>
                  <a:lnTo>
                    <a:pt x="1972356" y="1399"/>
                  </a:lnTo>
                  <a:lnTo>
                    <a:pt x="1964498" y="1387"/>
                  </a:lnTo>
                  <a:lnTo>
                    <a:pt x="1956640" y="1374"/>
                  </a:lnTo>
                  <a:lnTo>
                    <a:pt x="1948782" y="1364"/>
                  </a:lnTo>
                  <a:lnTo>
                    <a:pt x="1940924" y="1354"/>
                  </a:lnTo>
                  <a:lnTo>
                    <a:pt x="1933066" y="1351"/>
                  </a:lnTo>
                  <a:lnTo>
                    <a:pt x="1925208" y="1345"/>
                  </a:lnTo>
                  <a:lnTo>
                    <a:pt x="1917350" y="1327"/>
                  </a:lnTo>
                  <a:lnTo>
                    <a:pt x="1909492" y="1313"/>
                  </a:lnTo>
                  <a:lnTo>
                    <a:pt x="1901634" y="1302"/>
                  </a:lnTo>
                  <a:lnTo>
                    <a:pt x="1893776" y="1292"/>
                  </a:lnTo>
                  <a:lnTo>
                    <a:pt x="1885918" y="1275"/>
                  </a:lnTo>
                  <a:lnTo>
                    <a:pt x="1878060" y="1259"/>
                  </a:lnTo>
                  <a:lnTo>
                    <a:pt x="1870202" y="1252"/>
                  </a:lnTo>
                  <a:lnTo>
                    <a:pt x="1862344" y="1244"/>
                  </a:lnTo>
                  <a:lnTo>
                    <a:pt x="1854486" y="1237"/>
                  </a:lnTo>
                  <a:lnTo>
                    <a:pt x="1846628" y="1225"/>
                  </a:lnTo>
                  <a:lnTo>
                    <a:pt x="1838770" y="1211"/>
                  </a:lnTo>
                  <a:lnTo>
                    <a:pt x="1830912" y="1201"/>
                  </a:lnTo>
                  <a:lnTo>
                    <a:pt x="1823054" y="1192"/>
                  </a:lnTo>
                  <a:lnTo>
                    <a:pt x="1815196" y="1182"/>
                  </a:lnTo>
                  <a:lnTo>
                    <a:pt x="1807338" y="1172"/>
                  </a:lnTo>
                  <a:lnTo>
                    <a:pt x="1799480" y="1162"/>
                  </a:lnTo>
                  <a:lnTo>
                    <a:pt x="1791622" y="1153"/>
                  </a:lnTo>
                  <a:lnTo>
                    <a:pt x="1783764" y="1143"/>
                  </a:lnTo>
                  <a:lnTo>
                    <a:pt x="1775906" y="1133"/>
                  </a:lnTo>
                  <a:lnTo>
                    <a:pt x="1768048" y="1123"/>
                  </a:lnTo>
                  <a:lnTo>
                    <a:pt x="1760190" y="1112"/>
                  </a:lnTo>
                  <a:lnTo>
                    <a:pt x="1752332" y="1103"/>
                  </a:lnTo>
                  <a:lnTo>
                    <a:pt x="1744474" y="1092"/>
                  </a:lnTo>
                  <a:lnTo>
                    <a:pt x="1736616" y="1082"/>
                  </a:lnTo>
                  <a:lnTo>
                    <a:pt x="1728758" y="1071"/>
                  </a:lnTo>
                  <a:lnTo>
                    <a:pt x="1720900" y="1057"/>
                  </a:lnTo>
                  <a:lnTo>
                    <a:pt x="1713042" y="1042"/>
                  </a:lnTo>
                  <a:lnTo>
                    <a:pt x="1705184" y="1033"/>
                  </a:lnTo>
                  <a:lnTo>
                    <a:pt x="1697326" y="1025"/>
                  </a:lnTo>
                  <a:lnTo>
                    <a:pt x="1689468" y="1016"/>
                  </a:lnTo>
                  <a:lnTo>
                    <a:pt x="1681610" y="1006"/>
                  </a:lnTo>
                  <a:lnTo>
                    <a:pt x="1673752" y="996"/>
                  </a:lnTo>
                  <a:lnTo>
                    <a:pt x="1665894" y="985"/>
                  </a:lnTo>
                  <a:lnTo>
                    <a:pt x="1658036" y="974"/>
                  </a:lnTo>
                  <a:lnTo>
                    <a:pt x="1650178" y="963"/>
                  </a:lnTo>
                  <a:lnTo>
                    <a:pt x="1642320" y="949"/>
                  </a:lnTo>
                  <a:lnTo>
                    <a:pt x="1634462" y="934"/>
                  </a:lnTo>
                  <a:lnTo>
                    <a:pt x="1626604" y="919"/>
                  </a:lnTo>
                  <a:lnTo>
                    <a:pt x="1618746" y="905"/>
                  </a:lnTo>
                  <a:lnTo>
                    <a:pt x="1610888" y="890"/>
                  </a:lnTo>
                  <a:lnTo>
                    <a:pt x="1603030" y="875"/>
                  </a:lnTo>
                  <a:lnTo>
                    <a:pt x="1595172" y="860"/>
                  </a:lnTo>
                  <a:lnTo>
                    <a:pt x="1587314" y="845"/>
                  </a:lnTo>
                  <a:lnTo>
                    <a:pt x="1579456" y="830"/>
                  </a:lnTo>
                  <a:lnTo>
                    <a:pt x="1571598" y="817"/>
                  </a:lnTo>
                  <a:lnTo>
                    <a:pt x="1563740" y="811"/>
                  </a:lnTo>
                  <a:lnTo>
                    <a:pt x="1555882" y="810"/>
                  </a:lnTo>
                  <a:lnTo>
                    <a:pt x="1548024" y="804"/>
                  </a:lnTo>
                  <a:lnTo>
                    <a:pt x="1540166" y="789"/>
                  </a:lnTo>
                  <a:lnTo>
                    <a:pt x="1532308" y="775"/>
                  </a:lnTo>
                  <a:lnTo>
                    <a:pt x="1524450" y="760"/>
                  </a:lnTo>
                  <a:lnTo>
                    <a:pt x="1516592" y="745"/>
                  </a:lnTo>
                  <a:lnTo>
                    <a:pt x="1508734" y="734"/>
                  </a:lnTo>
                  <a:lnTo>
                    <a:pt x="1500876" y="731"/>
                  </a:lnTo>
                  <a:lnTo>
                    <a:pt x="1493018" y="710"/>
                  </a:lnTo>
                  <a:lnTo>
                    <a:pt x="1485160" y="700"/>
                  </a:lnTo>
                  <a:lnTo>
                    <a:pt x="1477302" y="691"/>
                  </a:lnTo>
                  <a:lnTo>
                    <a:pt x="1469444" y="681"/>
                  </a:lnTo>
                  <a:lnTo>
                    <a:pt x="1461586" y="664"/>
                  </a:lnTo>
                  <a:lnTo>
                    <a:pt x="1453728" y="645"/>
                  </a:lnTo>
                  <a:lnTo>
                    <a:pt x="1445870" y="628"/>
                  </a:lnTo>
                  <a:lnTo>
                    <a:pt x="1438012" y="619"/>
                  </a:lnTo>
                  <a:lnTo>
                    <a:pt x="1430154" y="608"/>
                  </a:lnTo>
                  <a:lnTo>
                    <a:pt x="1422296" y="594"/>
                  </a:lnTo>
                  <a:lnTo>
                    <a:pt x="1414438" y="581"/>
                  </a:lnTo>
                  <a:lnTo>
                    <a:pt x="1406580" y="568"/>
                  </a:lnTo>
                  <a:lnTo>
                    <a:pt x="1398722" y="552"/>
                  </a:lnTo>
                  <a:lnTo>
                    <a:pt x="1390864" y="535"/>
                  </a:lnTo>
                  <a:lnTo>
                    <a:pt x="1383006" y="538"/>
                  </a:lnTo>
                  <a:lnTo>
                    <a:pt x="1375148" y="526"/>
                  </a:lnTo>
                  <a:lnTo>
                    <a:pt x="1367290" y="517"/>
                  </a:lnTo>
                  <a:lnTo>
                    <a:pt x="1359432" y="498"/>
                  </a:lnTo>
                  <a:lnTo>
                    <a:pt x="1351574" y="484"/>
                  </a:lnTo>
                  <a:lnTo>
                    <a:pt x="1343716" y="475"/>
                  </a:lnTo>
                  <a:lnTo>
                    <a:pt x="1335858" y="469"/>
                  </a:lnTo>
                  <a:lnTo>
                    <a:pt x="1328000" y="463"/>
                  </a:lnTo>
                  <a:lnTo>
                    <a:pt x="1320142" y="457"/>
                  </a:lnTo>
                  <a:lnTo>
                    <a:pt x="1312284" y="450"/>
                  </a:lnTo>
                  <a:lnTo>
                    <a:pt x="1304426" y="443"/>
                  </a:lnTo>
                  <a:lnTo>
                    <a:pt x="1296568" y="433"/>
                  </a:lnTo>
                  <a:lnTo>
                    <a:pt x="1288710" y="422"/>
                  </a:lnTo>
                  <a:lnTo>
                    <a:pt x="1280852" y="413"/>
                  </a:lnTo>
                  <a:lnTo>
                    <a:pt x="1272994" y="406"/>
                  </a:lnTo>
                  <a:lnTo>
                    <a:pt x="1265136" y="400"/>
                  </a:lnTo>
                  <a:lnTo>
                    <a:pt x="1257278" y="388"/>
                  </a:lnTo>
                  <a:lnTo>
                    <a:pt x="1249420" y="374"/>
                  </a:lnTo>
                  <a:lnTo>
                    <a:pt x="1241562" y="361"/>
                  </a:lnTo>
                  <a:lnTo>
                    <a:pt x="1233704" y="345"/>
                  </a:lnTo>
                  <a:lnTo>
                    <a:pt x="1225846" y="326"/>
                  </a:lnTo>
                  <a:lnTo>
                    <a:pt x="1217988" y="307"/>
                  </a:lnTo>
                  <a:lnTo>
                    <a:pt x="1210130" y="299"/>
                  </a:lnTo>
                  <a:lnTo>
                    <a:pt x="1202272" y="299"/>
                  </a:lnTo>
                  <a:lnTo>
                    <a:pt x="1194414" y="291"/>
                  </a:lnTo>
                  <a:lnTo>
                    <a:pt x="1186556" y="279"/>
                  </a:lnTo>
                  <a:lnTo>
                    <a:pt x="1178698" y="277"/>
                  </a:lnTo>
                  <a:lnTo>
                    <a:pt x="1170840" y="267"/>
                  </a:lnTo>
                  <a:lnTo>
                    <a:pt x="1162982" y="253"/>
                  </a:lnTo>
                  <a:lnTo>
                    <a:pt x="1155124" y="237"/>
                  </a:lnTo>
                  <a:lnTo>
                    <a:pt x="1147266" y="222"/>
                  </a:lnTo>
                  <a:lnTo>
                    <a:pt x="1139408" y="206"/>
                  </a:lnTo>
                  <a:lnTo>
                    <a:pt x="1131550" y="193"/>
                  </a:lnTo>
                  <a:lnTo>
                    <a:pt x="1123692" y="180"/>
                  </a:lnTo>
                  <a:lnTo>
                    <a:pt x="1115834" y="174"/>
                  </a:lnTo>
                  <a:lnTo>
                    <a:pt x="1107976" y="169"/>
                  </a:lnTo>
                  <a:lnTo>
                    <a:pt x="1100118" y="154"/>
                  </a:lnTo>
                  <a:lnTo>
                    <a:pt x="1092260" y="140"/>
                  </a:lnTo>
                  <a:lnTo>
                    <a:pt x="1084402" y="131"/>
                  </a:lnTo>
                  <a:lnTo>
                    <a:pt x="1076544" y="122"/>
                  </a:lnTo>
                  <a:lnTo>
                    <a:pt x="1068686" y="115"/>
                  </a:lnTo>
                  <a:lnTo>
                    <a:pt x="1060828" y="108"/>
                  </a:lnTo>
                  <a:lnTo>
                    <a:pt x="1052970" y="104"/>
                  </a:lnTo>
                  <a:lnTo>
                    <a:pt x="1045112" y="97"/>
                  </a:lnTo>
                  <a:lnTo>
                    <a:pt x="1037254" y="99"/>
                  </a:lnTo>
                  <a:lnTo>
                    <a:pt x="1029397" y="87"/>
                  </a:lnTo>
                  <a:lnTo>
                    <a:pt x="1021539" y="75"/>
                  </a:lnTo>
                  <a:lnTo>
                    <a:pt x="1013681" y="67"/>
                  </a:lnTo>
                  <a:lnTo>
                    <a:pt x="1005823" y="58"/>
                  </a:lnTo>
                  <a:lnTo>
                    <a:pt x="997965" y="53"/>
                  </a:lnTo>
                  <a:lnTo>
                    <a:pt x="990107" y="49"/>
                  </a:lnTo>
                  <a:lnTo>
                    <a:pt x="982249" y="46"/>
                  </a:lnTo>
                  <a:lnTo>
                    <a:pt x="974391" y="53"/>
                  </a:lnTo>
                  <a:lnTo>
                    <a:pt x="966533" y="44"/>
                  </a:lnTo>
                  <a:lnTo>
                    <a:pt x="958675" y="44"/>
                  </a:lnTo>
                  <a:lnTo>
                    <a:pt x="950817" y="38"/>
                  </a:lnTo>
                  <a:lnTo>
                    <a:pt x="942959" y="37"/>
                  </a:lnTo>
                  <a:lnTo>
                    <a:pt x="935101" y="38"/>
                  </a:lnTo>
                  <a:lnTo>
                    <a:pt x="927243" y="32"/>
                  </a:lnTo>
                  <a:lnTo>
                    <a:pt x="919385" y="30"/>
                  </a:lnTo>
                  <a:lnTo>
                    <a:pt x="911527" y="23"/>
                  </a:lnTo>
                  <a:lnTo>
                    <a:pt x="903669" y="14"/>
                  </a:lnTo>
                  <a:lnTo>
                    <a:pt x="895811" y="13"/>
                  </a:lnTo>
                  <a:lnTo>
                    <a:pt x="887953" y="13"/>
                  </a:lnTo>
                  <a:lnTo>
                    <a:pt x="880095" y="5"/>
                  </a:lnTo>
                  <a:lnTo>
                    <a:pt x="872237" y="9"/>
                  </a:lnTo>
                  <a:lnTo>
                    <a:pt x="864379" y="11"/>
                  </a:lnTo>
                  <a:lnTo>
                    <a:pt x="856521" y="11"/>
                  </a:lnTo>
                  <a:lnTo>
                    <a:pt x="848663" y="10"/>
                  </a:lnTo>
                  <a:lnTo>
                    <a:pt x="840805" y="10"/>
                  </a:lnTo>
                  <a:lnTo>
                    <a:pt x="832947" y="5"/>
                  </a:lnTo>
                  <a:lnTo>
                    <a:pt x="825089" y="4"/>
                  </a:lnTo>
                  <a:lnTo>
                    <a:pt x="817231" y="6"/>
                  </a:lnTo>
                  <a:lnTo>
                    <a:pt x="809373" y="4"/>
                  </a:lnTo>
                  <a:lnTo>
                    <a:pt x="801515" y="0"/>
                  </a:lnTo>
                  <a:lnTo>
                    <a:pt x="793657" y="7"/>
                  </a:lnTo>
                  <a:lnTo>
                    <a:pt x="785799" y="1"/>
                  </a:lnTo>
                  <a:lnTo>
                    <a:pt x="777941" y="0"/>
                  </a:lnTo>
                  <a:lnTo>
                    <a:pt x="770083" y="3"/>
                  </a:lnTo>
                  <a:lnTo>
                    <a:pt x="762225" y="4"/>
                  </a:lnTo>
                  <a:lnTo>
                    <a:pt x="754367" y="2"/>
                  </a:lnTo>
                  <a:lnTo>
                    <a:pt x="746509" y="4"/>
                  </a:lnTo>
                  <a:lnTo>
                    <a:pt x="738651" y="3"/>
                  </a:lnTo>
                  <a:lnTo>
                    <a:pt x="730793" y="8"/>
                  </a:lnTo>
                  <a:lnTo>
                    <a:pt x="722935" y="8"/>
                  </a:lnTo>
                  <a:lnTo>
                    <a:pt x="715077" y="15"/>
                  </a:lnTo>
                  <a:lnTo>
                    <a:pt x="707219" y="21"/>
                  </a:lnTo>
                  <a:lnTo>
                    <a:pt x="699361" y="27"/>
                  </a:lnTo>
                  <a:lnTo>
                    <a:pt x="691503" y="33"/>
                  </a:lnTo>
                  <a:lnTo>
                    <a:pt x="683645" y="39"/>
                  </a:lnTo>
                  <a:lnTo>
                    <a:pt x="675787" y="38"/>
                  </a:lnTo>
                  <a:lnTo>
                    <a:pt x="667929" y="30"/>
                  </a:lnTo>
                  <a:lnTo>
                    <a:pt x="660071" y="21"/>
                  </a:lnTo>
                  <a:lnTo>
                    <a:pt x="652213" y="19"/>
                  </a:lnTo>
                  <a:lnTo>
                    <a:pt x="644355" y="21"/>
                  </a:lnTo>
                  <a:lnTo>
                    <a:pt x="636497" y="20"/>
                  </a:lnTo>
                  <a:lnTo>
                    <a:pt x="628639" y="29"/>
                  </a:lnTo>
                  <a:lnTo>
                    <a:pt x="620781" y="36"/>
                  </a:lnTo>
                  <a:lnTo>
                    <a:pt x="612923" y="26"/>
                  </a:lnTo>
                  <a:lnTo>
                    <a:pt x="605065" y="23"/>
                  </a:lnTo>
                  <a:lnTo>
                    <a:pt x="597207" y="27"/>
                  </a:lnTo>
                  <a:lnTo>
                    <a:pt x="589349" y="23"/>
                  </a:lnTo>
                  <a:lnTo>
                    <a:pt x="581491" y="24"/>
                  </a:lnTo>
                  <a:lnTo>
                    <a:pt x="573633" y="28"/>
                  </a:lnTo>
                  <a:lnTo>
                    <a:pt x="565775" y="36"/>
                  </a:lnTo>
                  <a:lnTo>
                    <a:pt x="557917" y="36"/>
                  </a:lnTo>
                  <a:lnTo>
                    <a:pt x="550059" y="33"/>
                  </a:lnTo>
                  <a:lnTo>
                    <a:pt x="542201" y="36"/>
                  </a:lnTo>
                  <a:lnTo>
                    <a:pt x="534343" y="35"/>
                  </a:lnTo>
                  <a:lnTo>
                    <a:pt x="526485" y="35"/>
                  </a:lnTo>
                  <a:lnTo>
                    <a:pt x="518627" y="36"/>
                  </a:lnTo>
                  <a:lnTo>
                    <a:pt x="510769" y="40"/>
                  </a:lnTo>
                  <a:lnTo>
                    <a:pt x="502911" y="50"/>
                  </a:lnTo>
                  <a:lnTo>
                    <a:pt x="495053" y="41"/>
                  </a:lnTo>
                  <a:lnTo>
                    <a:pt x="487195" y="52"/>
                  </a:lnTo>
                  <a:lnTo>
                    <a:pt x="479337" y="63"/>
                  </a:lnTo>
                  <a:lnTo>
                    <a:pt x="471479" y="64"/>
                  </a:lnTo>
                  <a:lnTo>
                    <a:pt x="463621" y="65"/>
                  </a:lnTo>
                  <a:lnTo>
                    <a:pt x="455763" y="65"/>
                  </a:lnTo>
                  <a:lnTo>
                    <a:pt x="447905" y="68"/>
                  </a:lnTo>
                  <a:lnTo>
                    <a:pt x="440047" y="82"/>
                  </a:lnTo>
                  <a:lnTo>
                    <a:pt x="432189" y="91"/>
                  </a:lnTo>
                  <a:lnTo>
                    <a:pt x="424331" y="92"/>
                  </a:lnTo>
                  <a:lnTo>
                    <a:pt x="416473" y="88"/>
                  </a:lnTo>
                  <a:lnTo>
                    <a:pt x="408615" y="93"/>
                  </a:lnTo>
                  <a:lnTo>
                    <a:pt x="400757" y="99"/>
                  </a:lnTo>
                  <a:lnTo>
                    <a:pt x="392899" y="107"/>
                  </a:lnTo>
                  <a:lnTo>
                    <a:pt x="385041" y="107"/>
                  </a:lnTo>
                  <a:lnTo>
                    <a:pt x="377183" y="113"/>
                  </a:lnTo>
                  <a:lnTo>
                    <a:pt x="369325" y="118"/>
                  </a:lnTo>
                  <a:lnTo>
                    <a:pt x="361467" y="122"/>
                  </a:lnTo>
                  <a:lnTo>
                    <a:pt x="353609" y="127"/>
                  </a:lnTo>
                  <a:lnTo>
                    <a:pt x="345751" y="132"/>
                  </a:lnTo>
                  <a:lnTo>
                    <a:pt x="337893" y="146"/>
                  </a:lnTo>
                  <a:lnTo>
                    <a:pt x="330035" y="148"/>
                  </a:lnTo>
                  <a:lnTo>
                    <a:pt x="322177" y="149"/>
                  </a:lnTo>
                  <a:lnTo>
                    <a:pt x="314319" y="156"/>
                  </a:lnTo>
                  <a:lnTo>
                    <a:pt x="306461" y="168"/>
                  </a:lnTo>
                  <a:lnTo>
                    <a:pt x="298603" y="163"/>
                  </a:lnTo>
                  <a:lnTo>
                    <a:pt x="290745" y="174"/>
                  </a:lnTo>
                  <a:lnTo>
                    <a:pt x="282887" y="185"/>
                  </a:lnTo>
                  <a:lnTo>
                    <a:pt x="275029" y="197"/>
                  </a:lnTo>
                  <a:lnTo>
                    <a:pt x="267171" y="203"/>
                  </a:lnTo>
                  <a:lnTo>
                    <a:pt x="259313" y="208"/>
                  </a:lnTo>
                  <a:lnTo>
                    <a:pt x="251455" y="213"/>
                  </a:lnTo>
                  <a:lnTo>
                    <a:pt x="243597" y="224"/>
                  </a:lnTo>
                  <a:lnTo>
                    <a:pt x="235739" y="228"/>
                  </a:lnTo>
                  <a:lnTo>
                    <a:pt x="227881" y="240"/>
                  </a:lnTo>
                  <a:lnTo>
                    <a:pt x="220023" y="255"/>
                  </a:lnTo>
                  <a:lnTo>
                    <a:pt x="212165" y="270"/>
                  </a:lnTo>
                  <a:lnTo>
                    <a:pt x="204307" y="285"/>
                  </a:lnTo>
                  <a:lnTo>
                    <a:pt x="196449" y="300"/>
                  </a:lnTo>
                  <a:lnTo>
                    <a:pt x="188591" y="316"/>
                  </a:lnTo>
                  <a:lnTo>
                    <a:pt x="180733" y="330"/>
                  </a:lnTo>
                  <a:lnTo>
                    <a:pt x="172875" y="343"/>
                  </a:lnTo>
                  <a:lnTo>
                    <a:pt x="165017" y="357"/>
                  </a:lnTo>
                  <a:lnTo>
                    <a:pt x="157159" y="366"/>
                  </a:lnTo>
                  <a:lnTo>
                    <a:pt x="149301" y="377"/>
                  </a:lnTo>
                  <a:lnTo>
                    <a:pt x="141443" y="388"/>
                  </a:lnTo>
                  <a:lnTo>
                    <a:pt x="133585" y="408"/>
                  </a:lnTo>
                  <a:lnTo>
                    <a:pt x="125727" y="413"/>
                  </a:lnTo>
                  <a:lnTo>
                    <a:pt x="117869" y="421"/>
                  </a:lnTo>
                  <a:lnTo>
                    <a:pt x="110011" y="432"/>
                  </a:lnTo>
                  <a:lnTo>
                    <a:pt x="102153" y="444"/>
                  </a:lnTo>
                  <a:lnTo>
                    <a:pt x="94295" y="455"/>
                  </a:lnTo>
                  <a:lnTo>
                    <a:pt x="86437" y="470"/>
                  </a:lnTo>
                  <a:lnTo>
                    <a:pt x="78579" y="487"/>
                  </a:lnTo>
                  <a:lnTo>
                    <a:pt x="70721" y="497"/>
                  </a:lnTo>
                  <a:lnTo>
                    <a:pt x="62863" y="503"/>
                  </a:lnTo>
                  <a:lnTo>
                    <a:pt x="55005" y="509"/>
                  </a:lnTo>
                  <a:lnTo>
                    <a:pt x="47147" y="519"/>
                  </a:lnTo>
                  <a:lnTo>
                    <a:pt x="39289" y="532"/>
                  </a:lnTo>
                  <a:lnTo>
                    <a:pt x="31431" y="548"/>
                  </a:lnTo>
                  <a:lnTo>
                    <a:pt x="23573" y="567"/>
                  </a:lnTo>
                  <a:lnTo>
                    <a:pt x="15715" y="580"/>
                  </a:lnTo>
                  <a:lnTo>
                    <a:pt x="7857" y="589"/>
                  </a:lnTo>
                  <a:lnTo>
                    <a:pt x="0" y="6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" name="pg58"/>
            <p:cNvSpPr/>
            <p:nvPr/>
          </p:nvSpPr>
          <p:spPr>
            <a:xfrm>
              <a:off x="1186414" y="3919649"/>
              <a:ext cx="2035220" cy="110622"/>
            </a:xfrm>
            <a:custGeom>
              <a:avLst/>
              <a:pathLst>
                <a:path w="2035220" h="110622">
                  <a:moveTo>
                    <a:pt x="0" y="98771"/>
                  </a:moveTo>
                  <a:lnTo>
                    <a:pt x="7857" y="98807"/>
                  </a:lnTo>
                  <a:lnTo>
                    <a:pt x="15715" y="98873"/>
                  </a:lnTo>
                  <a:lnTo>
                    <a:pt x="23573" y="98874"/>
                  </a:lnTo>
                  <a:lnTo>
                    <a:pt x="31431" y="98885"/>
                  </a:lnTo>
                  <a:lnTo>
                    <a:pt x="39289" y="98949"/>
                  </a:lnTo>
                  <a:lnTo>
                    <a:pt x="47147" y="98943"/>
                  </a:lnTo>
                  <a:lnTo>
                    <a:pt x="55005" y="98937"/>
                  </a:lnTo>
                  <a:lnTo>
                    <a:pt x="62863" y="98981"/>
                  </a:lnTo>
                  <a:lnTo>
                    <a:pt x="70721" y="98919"/>
                  </a:lnTo>
                  <a:lnTo>
                    <a:pt x="78579" y="98912"/>
                  </a:lnTo>
                  <a:lnTo>
                    <a:pt x="86437" y="98905"/>
                  </a:lnTo>
                  <a:lnTo>
                    <a:pt x="94295" y="98913"/>
                  </a:lnTo>
                  <a:lnTo>
                    <a:pt x="102153" y="98958"/>
                  </a:lnTo>
                  <a:lnTo>
                    <a:pt x="110011" y="98952"/>
                  </a:lnTo>
                  <a:lnTo>
                    <a:pt x="117869" y="98947"/>
                  </a:lnTo>
                  <a:lnTo>
                    <a:pt x="125727" y="98955"/>
                  </a:lnTo>
                  <a:lnTo>
                    <a:pt x="133585" y="98903"/>
                  </a:lnTo>
                  <a:lnTo>
                    <a:pt x="141443" y="98944"/>
                  </a:lnTo>
                  <a:lnTo>
                    <a:pt x="149301" y="98935"/>
                  </a:lnTo>
                  <a:lnTo>
                    <a:pt x="157159" y="98930"/>
                  </a:lnTo>
                  <a:lnTo>
                    <a:pt x="165017" y="98899"/>
                  </a:lnTo>
                  <a:lnTo>
                    <a:pt x="172875" y="98856"/>
                  </a:lnTo>
                  <a:lnTo>
                    <a:pt x="180733" y="98890"/>
                  </a:lnTo>
                  <a:lnTo>
                    <a:pt x="188591" y="98905"/>
                  </a:lnTo>
                  <a:lnTo>
                    <a:pt x="196449" y="98816"/>
                  </a:lnTo>
                  <a:lnTo>
                    <a:pt x="204307" y="98810"/>
                  </a:lnTo>
                  <a:lnTo>
                    <a:pt x="212165" y="98789"/>
                  </a:lnTo>
                  <a:lnTo>
                    <a:pt x="220023" y="98766"/>
                  </a:lnTo>
                  <a:lnTo>
                    <a:pt x="227881" y="98652"/>
                  </a:lnTo>
                  <a:lnTo>
                    <a:pt x="235739" y="98580"/>
                  </a:lnTo>
                  <a:lnTo>
                    <a:pt x="243597" y="98542"/>
                  </a:lnTo>
                  <a:lnTo>
                    <a:pt x="251455" y="98520"/>
                  </a:lnTo>
                  <a:lnTo>
                    <a:pt x="259313" y="98453"/>
                  </a:lnTo>
                  <a:lnTo>
                    <a:pt x="267171" y="98383"/>
                  </a:lnTo>
                  <a:lnTo>
                    <a:pt x="275029" y="98302"/>
                  </a:lnTo>
                  <a:lnTo>
                    <a:pt x="282887" y="98245"/>
                  </a:lnTo>
                  <a:lnTo>
                    <a:pt x="290745" y="98192"/>
                  </a:lnTo>
                  <a:lnTo>
                    <a:pt x="298603" y="98111"/>
                  </a:lnTo>
                  <a:lnTo>
                    <a:pt x="306461" y="98036"/>
                  </a:lnTo>
                  <a:lnTo>
                    <a:pt x="314319" y="97954"/>
                  </a:lnTo>
                  <a:lnTo>
                    <a:pt x="322177" y="97890"/>
                  </a:lnTo>
                  <a:lnTo>
                    <a:pt x="330035" y="97800"/>
                  </a:lnTo>
                  <a:lnTo>
                    <a:pt x="337893" y="97691"/>
                  </a:lnTo>
                  <a:lnTo>
                    <a:pt x="345751" y="97600"/>
                  </a:lnTo>
                  <a:lnTo>
                    <a:pt x="353609" y="97530"/>
                  </a:lnTo>
                  <a:lnTo>
                    <a:pt x="361467" y="97468"/>
                  </a:lnTo>
                  <a:lnTo>
                    <a:pt x="369325" y="97348"/>
                  </a:lnTo>
                  <a:lnTo>
                    <a:pt x="377183" y="97209"/>
                  </a:lnTo>
                  <a:lnTo>
                    <a:pt x="385041" y="97116"/>
                  </a:lnTo>
                  <a:lnTo>
                    <a:pt x="392899" y="97035"/>
                  </a:lnTo>
                  <a:lnTo>
                    <a:pt x="400757" y="96953"/>
                  </a:lnTo>
                  <a:lnTo>
                    <a:pt x="408615" y="96841"/>
                  </a:lnTo>
                  <a:lnTo>
                    <a:pt x="416473" y="96724"/>
                  </a:lnTo>
                  <a:lnTo>
                    <a:pt x="424331" y="96586"/>
                  </a:lnTo>
                  <a:lnTo>
                    <a:pt x="432189" y="96484"/>
                  </a:lnTo>
                  <a:lnTo>
                    <a:pt x="440047" y="96366"/>
                  </a:lnTo>
                  <a:lnTo>
                    <a:pt x="447905" y="96280"/>
                  </a:lnTo>
                  <a:lnTo>
                    <a:pt x="455763" y="96156"/>
                  </a:lnTo>
                  <a:lnTo>
                    <a:pt x="463621" y="96003"/>
                  </a:lnTo>
                  <a:lnTo>
                    <a:pt x="471479" y="95874"/>
                  </a:lnTo>
                  <a:lnTo>
                    <a:pt x="479337" y="95750"/>
                  </a:lnTo>
                  <a:lnTo>
                    <a:pt x="487195" y="95622"/>
                  </a:lnTo>
                  <a:lnTo>
                    <a:pt x="495053" y="95496"/>
                  </a:lnTo>
                  <a:lnTo>
                    <a:pt x="502911" y="95390"/>
                  </a:lnTo>
                  <a:lnTo>
                    <a:pt x="510769" y="95338"/>
                  </a:lnTo>
                  <a:lnTo>
                    <a:pt x="518627" y="95145"/>
                  </a:lnTo>
                  <a:lnTo>
                    <a:pt x="526485" y="94977"/>
                  </a:lnTo>
                  <a:lnTo>
                    <a:pt x="534343" y="94844"/>
                  </a:lnTo>
                  <a:lnTo>
                    <a:pt x="542201" y="94709"/>
                  </a:lnTo>
                  <a:lnTo>
                    <a:pt x="550059" y="94574"/>
                  </a:lnTo>
                  <a:lnTo>
                    <a:pt x="557917" y="94440"/>
                  </a:lnTo>
                  <a:lnTo>
                    <a:pt x="565775" y="94253"/>
                  </a:lnTo>
                  <a:lnTo>
                    <a:pt x="573633" y="94018"/>
                  </a:lnTo>
                  <a:lnTo>
                    <a:pt x="581491" y="93816"/>
                  </a:lnTo>
                  <a:lnTo>
                    <a:pt x="589349" y="93689"/>
                  </a:lnTo>
                  <a:lnTo>
                    <a:pt x="597207" y="93561"/>
                  </a:lnTo>
                  <a:lnTo>
                    <a:pt x="605065" y="93432"/>
                  </a:lnTo>
                  <a:lnTo>
                    <a:pt x="612923" y="93246"/>
                  </a:lnTo>
                  <a:lnTo>
                    <a:pt x="620781" y="93033"/>
                  </a:lnTo>
                  <a:lnTo>
                    <a:pt x="628639" y="92819"/>
                  </a:lnTo>
                  <a:lnTo>
                    <a:pt x="636497" y="92659"/>
                  </a:lnTo>
                  <a:lnTo>
                    <a:pt x="644355" y="92482"/>
                  </a:lnTo>
                  <a:lnTo>
                    <a:pt x="652213" y="92228"/>
                  </a:lnTo>
                  <a:lnTo>
                    <a:pt x="660071" y="92031"/>
                  </a:lnTo>
                  <a:lnTo>
                    <a:pt x="667929" y="91786"/>
                  </a:lnTo>
                  <a:lnTo>
                    <a:pt x="675787" y="91570"/>
                  </a:lnTo>
                  <a:lnTo>
                    <a:pt x="683645" y="91424"/>
                  </a:lnTo>
                  <a:lnTo>
                    <a:pt x="691503" y="91280"/>
                  </a:lnTo>
                  <a:lnTo>
                    <a:pt x="699361" y="91123"/>
                  </a:lnTo>
                  <a:lnTo>
                    <a:pt x="707219" y="90947"/>
                  </a:lnTo>
                  <a:lnTo>
                    <a:pt x="715077" y="90835"/>
                  </a:lnTo>
                  <a:lnTo>
                    <a:pt x="722935" y="90617"/>
                  </a:lnTo>
                  <a:lnTo>
                    <a:pt x="730793" y="90378"/>
                  </a:lnTo>
                  <a:lnTo>
                    <a:pt x="738651" y="90157"/>
                  </a:lnTo>
                  <a:lnTo>
                    <a:pt x="746509" y="89957"/>
                  </a:lnTo>
                  <a:lnTo>
                    <a:pt x="754367" y="89705"/>
                  </a:lnTo>
                  <a:lnTo>
                    <a:pt x="762225" y="89493"/>
                  </a:lnTo>
                  <a:lnTo>
                    <a:pt x="770083" y="89310"/>
                  </a:lnTo>
                  <a:lnTo>
                    <a:pt x="777941" y="89125"/>
                  </a:lnTo>
                  <a:lnTo>
                    <a:pt x="785799" y="88931"/>
                  </a:lnTo>
                  <a:lnTo>
                    <a:pt x="793657" y="88702"/>
                  </a:lnTo>
                  <a:lnTo>
                    <a:pt x="801515" y="88385"/>
                  </a:lnTo>
                  <a:lnTo>
                    <a:pt x="809373" y="88151"/>
                  </a:lnTo>
                  <a:lnTo>
                    <a:pt x="817231" y="88021"/>
                  </a:lnTo>
                  <a:lnTo>
                    <a:pt x="825089" y="87845"/>
                  </a:lnTo>
                  <a:lnTo>
                    <a:pt x="832947" y="87599"/>
                  </a:lnTo>
                  <a:lnTo>
                    <a:pt x="840805" y="87284"/>
                  </a:lnTo>
                  <a:lnTo>
                    <a:pt x="848663" y="86967"/>
                  </a:lnTo>
                  <a:lnTo>
                    <a:pt x="856521" y="86646"/>
                  </a:lnTo>
                  <a:lnTo>
                    <a:pt x="864379" y="86320"/>
                  </a:lnTo>
                  <a:lnTo>
                    <a:pt x="872237" y="85991"/>
                  </a:lnTo>
                  <a:lnTo>
                    <a:pt x="880095" y="85827"/>
                  </a:lnTo>
                  <a:lnTo>
                    <a:pt x="887953" y="85667"/>
                  </a:lnTo>
                  <a:lnTo>
                    <a:pt x="895811" y="85506"/>
                  </a:lnTo>
                  <a:lnTo>
                    <a:pt x="903669" y="85201"/>
                  </a:lnTo>
                  <a:lnTo>
                    <a:pt x="911527" y="84975"/>
                  </a:lnTo>
                  <a:lnTo>
                    <a:pt x="919385" y="84765"/>
                  </a:lnTo>
                  <a:lnTo>
                    <a:pt x="927243" y="84554"/>
                  </a:lnTo>
                  <a:lnTo>
                    <a:pt x="935101" y="84289"/>
                  </a:lnTo>
                  <a:lnTo>
                    <a:pt x="942959" y="83934"/>
                  </a:lnTo>
                  <a:lnTo>
                    <a:pt x="950817" y="83574"/>
                  </a:lnTo>
                  <a:lnTo>
                    <a:pt x="958675" y="83210"/>
                  </a:lnTo>
                  <a:lnTo>
                    <a:pt x="966533" y="82843"/>
                  </a:lnTo>
                  <a:lnTo>
                    <a:pt x="974391" y="82471"/>
                  </a:lnTo>
                  <a:lnTo>
                    <a:pt x="982249" y="82094"/>
                  </a:lnTo>
                  <a:lnTo>
                    <a:pt x="990107" y="81773"/>
                  </a:lnTo>
                  <a:lnTo>
                    <a:pt x="997965" y="81489"/>
                  </a:lnTo>
                  <a:lnTo>
                    <a:pt x="1005823" y="81203"/>
                  </a:lnTo>
                  <a:lnTo>
                    <a:pt x="1013681" y="80914"/>
                  </a:lnTo>
                  <a:lnTo>
                    <a:pt x="1021539" y="80622"/>
                  </a:lnTo>
                  <a:lnTo>
                    <a:pt x="1029397" y="80329"/>
                  </a:lnTo>
                  <a:lnTo>
                    <a:pt x="1037254" y="80069"/>
                  </a:lnTo>
                  <a:lnTo>
                    <a:pt x="1045112" y="79835"/>
                  </a:lnTo>
                  <a:lnTo>
                    <a:pt x="1052970" y="79601"/>
                  </a:lnTo>
                  <a:lnTo>
                    <a:pt x="1060828" y="79365"/>
                  </a:lnTo>
                  <a:lnTo>
                    <a:pt x="1068686" y="79127"/>
                  </a:lnTo>
                  <a:lnTo>
                    <a:pt x="1076544" y="78888"/>
                  </a:lnTo>
                  <a:lnTo>
                    <a:pt x="1084402" y="78616"/>
                  </a:lnTo>
                  <a:lnTo>
                    <a:pt x="1092260" y="78269"/>
                  </a:lnTo>
                  <a:lnTo>
                    <a:pt x="1100118" y="77919"/>
                  </a:lnTo>
                  <a:lnTo>
                    <a:pt x="1107976" y="77565"/>
                  </a:lnTo>
                  <a:lnTo>
                    <a:pt x="1115834" y="77207"/>
                  </a:lnTo>
                  <a:lnTo>
                    <a:pt x="1123692" y="76854"/>
                  </a:lnTo>
                  <a:lnTo>
                    <a:pt x="1131550" y="76551"/>
                  </a:lnTo>
                  <a:lnTo>
                    <a:pt x="1139408" y="76245"/>
                  </a:lnTo>
                  <a:lnTo>
                    <a:pt x="1147266" y="75906"/>
                  </a:lnTo>
                  <a:lnTo>
                    <a:pt x="1155124" y="75519"/>
                  </a:lnTo>
                  <a:lnTo>
                    <a:pt x="1162982" y="75128"/>
                  </a:lnTo>
                  <a:lnTo>
                    <a:pt x="1170840" y="74733"/>
                  </a:lnTo>
                  <a:lnTo>
                    <a:pt x="1178698" y="74334"/>
                  </a:lnTo>
                  <a:lnTo>
                    <a:pt x="1186556" y="73931"/>
                  </a:lnTo>
                  <a:lnTo>
                    <a:pt x="1194414" y="73524"/>
                  </a:lnTo>
                  <a:lnTo>
                    <a:pt x="1202272" y="73125"/>
                  </a:lnTo>
                  <a:lnTo>
                    <a:pt x="1210130" y="72760"/>
                  </a:lnTo>
                  <a:lnTo>
                    <a:pt x="1217988" y="72366"/>
                  </a:lnTo>
                  <a:lnTo>
                    <a:pt x="1225846" y="71910"/>
                  </a:lnTo>
                  <a:lnTo>
                    <a:pt x="1233704" y="71533"/>
                  </a:lnTo>
                  <a:lnTo>
                    <a:pt x="1241562" y="71142"/>
                  </a:lnTo>
                  <a:lnTo>
                    <a:pt x="1249420" y="70657"/>
                  </a:lnTo>
                  <a:lnTo>
                    <a:pt x="1257278" y="70106"/>
                  </a:lnTo>
                  <a:lnTo>
                    <a:pt x="1265136" y="69658"/>
                  </a:lnTo>
                  <a:lnTo>
                    <a:pt x="1272994" y="69206"/>
                  </a:lnTo>
                  <a:lnTo>
                    <a:pt x="1280852" y="68761"/>
                  </a:lnTo>
                  <a:lnTo>
                    <a:pt x="1288710" y="68312"/>
                  </a:lnTo>
                  <a:lnTo>
                    <a:pt x="1296568" y="67858"/>
                  </a:lnTo>
                  <a:lnTo>
                    <a:pt x="1304426" y="67400"/>
                  </a:lnTo>
                  <a:lnTo>
                    <a:pt x="1312284" y="66938"/>
                  </a:lnTo>
                  <a:lnTo>
                    <a:pt x="1320142" y="66471"/>
                  </a:lnTo>
                  <a:lnTo>
                    <a:pt x="1328000" y="65999"/>
                  </a:lnTo>
                  <a:lnTo>
                    <a:pt x="1335858" y="65522"/>
                  </a:lnTo>
                  <a:lnTo>
                    <a:pt x="1343716" y="65041"/>
                  </a:lnTo>
                  <a:lnTo>
                    <a:pt x="1351574" y="64556"/>
                  </a:lnTo>
                  <a:lnTo>
                    <a:pt x="1359432" y="64067"/>
                  </a:lnTo>
                  <a:lnTo>
                    <a:pt x="1367290" y="63616"/>
                  </a:lnTo>
                  <a:lnTo>
                    <a:pt x="1375148" y="63174"/>
                  </a:lnTo>
                  <a:lnTo>
                    <a:pt x="1383006" y="62729"/>
                  </a:lnTo>
                  <a:lnTo>
                    <a:pt x="1390864" y="62281"/>
                  </a:lnTo>
                  <a:lnTo>
                    <a:pt x="1398722" y="61828"/>
                  </a:lnTo>
                  <a:lnTo>
                    <a:pt x="1406580" y="61372"/>
                  </a:lnTo>
                  <a:lnTo>
                    <a:pt x="1414438" y="60911"/>
                  </a:lnTo>
                  <a:lnTo>
                    <a:pt x="1422296" y="60447"/>
                  </a:lnTo>
                  <a:lnTo>
                    <a:pt x="1430154" y="59978"/>
                  </a:lnTo>
                  <a:lnTo>
                    <a:pt x="1438012" y="59505"/>
                  </a:lnTo>
                  <a:lnTo>
                    <a:pt x="1445870" y="59029"/>
                  </a:lnTo>
                  <a:lnTo>
                    <a:pt x="1453728" y="58548"/>
                  </a:lnTo>
                  <a:lnTo>
                    <a:pt x="1461586" y="58063"/>
                  </a:lnTo>
                  <a:lnTo>
                    <a:pt x="1469444" y="57539"/>
                  </a:lnTo>
                  <a:lnTo>
                    <a:pt x="1477302" y="56951"/>
                  </a:lnTo>
                  <a:lnTo>
                    <a:pt x="1485160" y="56356"/>
                  </a:lnTo>
                  <a:lnTo>
                    <a:pt x="1493018" y="55755"/>
                  </a:lnTo>
                  <a:lnTo>
                    <a:pt x="1500876" y="55150"/>
                  </a:lnTo>
                  <a:lnTo>
                    <a:pt x="1508734" y="54593"/>
                  </a:lnTo>
                  <a:lnTo>
                    <a:pt x="1516592" y="54092"/>
                  </a:lnTo>
                  <a:lnTo>
                    <a:pt x="1524450" y="53542"/>
                  </a:lnTo>
                  <a:lnTo>
                    <a:pt x="1532308" y="52882"/>
                  </a:lnTo>
                  <a:lnTo>
                    <a:pt x="1540166" y="52288"/>
                  </a:lnTo>
                  <a:lnTo>
                    <a:pt x="1548024" y="51718"/>
                  </a:lnTo>
                  <a:lnTo>
                    <a:pt x="1555882" y="51065"/>
                  </a:lnTo>
                  <a:lnTo>
                    <a:pt x="1563740" y="50332"/>
                  </a:lnTo>
                  <a:lnTo>
                    <a:pt x="1571598" y="49591"/>
                  </a:lnTo>
                  <a:lnTo>
                    <a:pt x="1579456" y="48846"/>
                  </a:lnTo>
                  <a:lnTo>
                    <a:pt x="1587314" y="48302"/>
                  </a:lnTo>
                  <a:lnTo>
                    <a:pt x="1595172" y="47758"/>
                  </a:lnTo>
                  <a:lnTo>
                    <a:pt x="1603030" y="47210"/>
                  </a:lnTo>
                  <a:lnTo>
                    <a:pt x="1610888" y="46602"/>
                  </a:lnTo>
                  <a:lnTo>
                    <a:pt x="1618746" y="45871"/>
                  </a:lnTo>
                  <a:lnTo>
                    <a:pt x="1626604" y="45133"/>
                  </a:lnTo>
                  <a:lnTo>
                    <a:pt x="1634462" y="44398"/>
                  </a:lnTo>
                  <a:lnTo>
                    <a:pt x="1642320" y="43764"/>
                  </a:lnTo>
                  <a:lnTo>
                    <a:pt x="1650178" y="43124"/>
                  </a:lnTo>
                  <a:lnTo>
                    <a:pt x="1658036" y="42368"/>
                  </a:lnTo>
                  <a:lnTo>
                    <a:pt x="1665894" y="41591"/>
                  </a:lnTo>
                  <a:lnTo>
                    <a:pt x="1673752" y="40804"/>
                  </a:lnTo>
                  <a:lnTo>
                    <a:pt x="1681610" y="40010"/>
                  </a:lnTo>
                  <a:lnTo>
                    <a:pt x="1689468" y="39211"/>
                  </a:lnTo>
                  <a:lnTo>
                    <a:pt x="1697326" y="38404"/>
                  </a:lnTo>
                  <a:lnTo>
                    <a:pt x="1705184" y="37584"/>
                  </a:lnTo>
                  <a:lnTo>
                    <a:pt x="1713042" y="36756"/>
                  </a:lnTo>
                  <a:lnTo>
                    <a:pt x="1720900" y="35919"/>
                  </a:lnTo>
                  <a:lnTo>
                    <a:pt x="1728758" y="35074"/>
                  </a:lnTo>
                  <a:lnTo>
                    <a:pt x="1736616" y="34219"/>
                  </a:lnTo>
                  <a:lnTo>
                    <a:pt x="1744474" y="33356"/>
                  </a:lnTo>
                  <a:lnTo>
                    <a:pt x="1752332" y="32484"/>
                  </a:lnTo>
                  <a:lnTo>
                    <a:pt x="1760190" y="31604"/>
                  </a:lnTo>
                  <a:lnTo>
                    <a:pt x="1768048" y="30717"/>
                  </a:lnTo>
                  <a:lnTo>
                    <a:pt x="1775906" y="29881"/>
                  </a:lnTo>
                  <a:lnTo>
                    <a:pt x="1783764" y="29054"/>
                  </a:lnTo>
                  <a:lnTo>
                    <a:pt x="1791622" y="28220"/>
                  </a:lnTo>
                  <a:lnTo>
                    <a:pt x="1799480" y="27377"/>
                  </a:lnTo>
                  <a:lnTo>
                    <a:pt x="1807338" y="26527"/>
                  </a:lnTo>
                  <a:lnTo>
                    <a:pt x="1815196" y="25669"/>
                  </a:lnTo>
                  <a:lnTo>
                    <a:pt x="1823054" y="24803"/>
                  </a:lnTo>
                  <a:lnTo>
                    <a:pt x="1830912" y="23929"/>
                  </a:lnTo>
                  <a:lnTo>
                    <a:pt x="1838770" y="23047"/>
                  </a:lnTo>
                  <a:lnTo>
                    <a:pt x="1846628" y="22161"/>
                  </a:lnTo>
                  <a:lnTo>
                    <a:pt x="1854486" y="21267"/>
                  </a:lnTo>
                  <a:lnTo>
                    <a:pt x="1862344" y="20366"/>
                  </a:lnTo>
                  <a:lnTo>
                    <a:pt x="1870202" y="19456"/>
                  </a:lnTo>
                  <a:lnTo>
                    <a:pt x="1878060" y="18538"/>
                  </a:lnTo>
                  <a:lnTo>
                    <a:pt x="1885918" y="17611"/>
                  </a:lnTo>
                  <a:lnTo>
                    <a:pt x="1893776" y="16676"/>
                  </a:lnTo>
                  <a:lnTo>
                    <a:pt x="1901634" y="15733"/>
                  </a:lnTo>
                  <a:lnTo>
                    <a:pt x="1909492" y="14790"/>
                  </a:lnTo>
                  <a:lnTo>
                    <a:pt x="1917350" y="13924"/>
                  </a:lnTo>
                  <a:lnTo>
                    <a:pt x="1925208" y="13050"/>
                  </a:lnTo>
                  <a:lnTo>
                    <a:pt x="1933066" y="12170"/>
                  </a:lnTo>
                  <a:lnTo>
                    <a:pt x="1940924" y="11283"/>
                  </a:lnTo>
                  <a:lnTo>
                    <a:pt x="1948782" y="10388"/>
                  </a:lnTo>
                  <a:lnTo>
                    <a:pt x="1956640" y="9486"/>
                  </a:lnTo>
                  <a:lnTo>
                    <a:pt x="1964498" y="8577"/>
                  </a:lnTo>
                  <a:lnTo>
                    <a:pt x="1972356" y="7661"/>
                  </a:lnTo>
                  <a:lnTo>
                    <a:pt x="1980214" y="6737"/>
                  </a:lnTo>
                  <a:lnTo>
                    <a:pt x="1988072" y="5806"/>
                  </a:lnTo>
                  <a:lnTo>
                    <a:pt x="1995930" y="4868"/>
                  </a:lnTo>
                  <a:lnTo>
                    <a:pt x="2003788" y="3922"/>
                  </a:lnTo>
                  <a:lnTo>
                    <a:pt x="2011646" y="2969"/>
                  </a:lnTo>
                  <a:lnTo>
                    <a:pt x="2019504" y="2008"/>
                  </a:lnTo>
                  <a:lnTo>
                    <a:pt x="2027362" y="1040"/>
                  </a:lnTo>
                  <a:lnTo>
                    <a:pt x="2035220" y="0"/>
                  </a:lnTo>
                  <a:lnTo>
                    <a:pt x="2035220" y="110622"/>
                  </a:lnTo>
                  <a:lnTo>
                    <a:pt x="2027362" y="110614"/>
                  </a:lnTo>
                  <a:lnTo>
                    <a:pt x="2019504" y="110606"/>
                  </a:lnTo>
                  <a:lnTo>
                    <a:pt x="2011646" y="110599"/>
                  </a:lnTo>
                  <a:lnTo>
                    <a:pt x="2003788" y="110591"/>
                  </a:lnTo>
                  <a:lnTo>
                    <a:pt x="1995930" y="110583"/>
                  </a:lnTo>
                  <a:lnTo>
                    <a:pt x="1988072" y="110574"/>
                  </a:lnTo>
                  <a:lnTo>
                    <a:pt x="1980214" y="110566"/>
                  </a:lnTo>
                  <a:lnTo>
                    <a:pt x="1972356" y="110558"/>
                  </a:lnTo>
                  <a:lnTo>
                    <a:pt x="1964498" y="110550"/>
                  </a:lnTo>
                  <a:lnTo>
                    <a:pt x="1956640" y="110541"/>
                  </a:lnTo>
                  <a:lnTo>
                    <a:pt x="1948782" y="110533"/>
                  </a:lnTo>
                  <a:lnTo>
                    <a:pt x="1940924" y="110524"/>
                  </a:lnTo>
                  <a:lnTo>
                    <a:pt x="1933066" y="110516"/>
                  </a:lnTo>
                  <a:lnTo>
                    <a:pt x="1925208" y="110507"/>
                  </a:lnTo>
                  <a:lnTo>
                    <a:pt x="1917350" y="110498"/>
                  </a:lnTo>
                  <a:lnTo>
                    <a:pt x="1909492" y="110490"/>
                  </a:lnTo>
                  <a:lnTo>
                    <a:pt x="1901634" y="110481"/>
                  </a:lnTo>
                  <a:lnTo>
                    <a:pt x="1893776" y="110472"/>
                  </a:lnTo>
                  <a:lnTo>
                    <a:pt x="1885918" y="110463"/>
                  </a:lnTo>
                  <a:lnTo>
                    <a:pt x="1878060" y="110454"/>
                  </a:lnTo>
                  <a:lnTo>
                    <a:pt x="1870202" y="110445"/>
                  </a:lnTo>
                  <a:lnTo>
                    <a:pt x="1862344" y="110435"/>
                  </a:lnTo>
                  <a:lnTo>
                    <a:pt x="1854486" y="110426"/>
                  </a:lnTo>
                  <a:lnTo>
                    <a:pt x="1846628" y="110417"/>
                  </a:lnTo>
                  <a:lnTo>
                    <a:pt x="1838770" y="110406"/>
                  </a:lnTo>
                  <a:lnTo>
                    <a:pt x="1830912" y="110395"/>
                  </a:lnTo>
                  <a:lnTo>
                    <a:pt x="1823054" y="110384"/>
                  </a:lnTo>
                  <a:lnTo>
                    <a:pt x="1815196" y="110373"/>
                  </a:lnTo>
                  <a:lnTo>
                    <a:pt x="1807338" y="110362"/>
                  </a:lnTo>
                  <a:lnTo>
                    <a:pt x="1799480" y="110350"/>
                  </a:lnTo>
                  <a:lnTo>
                    <a:pt x="1791622" y="110339"/>
                  </a:lnTo>
                  <a:lnTo>
                    <a:pt x="1783764" y="110327"/>
                  </a:lnTo>
                  <a:lnTo>
                    <a:pt x="1775906" y="110315"/>
                  </a:lnTo>
                  <a:lnTo>
                    <a:pt x="1768048" y="110303"/>
                  </a:lnTo>
                  <a:lnTo>
                    <a:pt x="1760190" y="110291"/>
                  </a:lnTo>
                  <a:lnTo>
                    <a:pt x="1752332" y="110279"/>
                  </a:lnTo>
                  <a:lnTo>
                    <a:pt x="1744474" y="110267"/>
                  </a:lnTo>
                  <a:lnTo>
                    <a:pt x="1736616" y="110254"/>
                  </a:lnTo>
                  <a:lnTo>
                    <a:pt x="1728758" y="110242"/>
                  </a:lnTo>
                  <a:lnTo>
                    <a:pt x="1720900" y="110229"/>
                  </a:lnTo>
                  <a:lnTo>
                    <a:pt x="1713042" y="110217"/>
                  </a:lnTo>
                  <a:lnTo>
                    <a:pt x="1705184" y="110204"/>
                  </a:lnTo>
                  <a:lnTo>
                    <a:pt x="1697326" y="110191"/>
                  </a:lnTo>
                  <a:lnTo>
                    <a:pt x="1689468" y="110178"/>
                  </a:lnTo>
                  <a:lnTo>
                    <a:pt x="1681610" y="110165"/>
                  </a:lnTo>
                  <a:lnTo>
                    <a:pt x="1673752" y="110151"/>
                  </a:lnTo>
                  <a:lnTo>
                    <a:pt x="1665894" y="110138"/>
                  </a:lnTo>
                  <a:lnTo>
                    <a:pt x="1658036" y="110124"/>
                  </a:lnTo>
                  <a:lnTo>
                    <a:pt x="1650178" y="110110"/>
                  </a:lnTo>
                  <a:lnTo>
                    <a:pt x="1642320" y="110096"/>
                  </a:lnTo>
                  <a:lnTo>
                    <a:pt x="1634462" y="110082"/>
                  </a:lnTo>
                  <a:lnTo>
                    <a:pt x="1626604" y="110068"/>
                  </a:lnTo>
                  <a:lnTo>
                    <a:pt x="1618746" y="110054"/>
                  </a:lnTo>
                  <a:lnTo>
                    <a:pt x="1610888" y="110039"/>
                  </a:lnTo>
                  <a:lnTo>
                    <a:pt x="1603030" y="110025"/>
                  </a:lnTo>
                  <a:lnTo>
                    <a:pt x="1595172" y="110010"/>
                  </a:lnTo>
                  <a:lnTo>
                    <a:pt x="1587314" y="109995"/>
                  </a:lnTo>
                  <a:lnTo>
                    <a:pt x="1579456" y="109980"/>
                  </a:lnTo>
                  <a:lnTo>
                    <a:pt x="1571598" y="109965"/>
                  </a:lnTo>
                  <a:lnTo>
                    <a:pt x="1563740" y="109950"/>
                  </a:lnTo>
                  <a:lnTo>
                    <a:pt x="1555882" y="109934"/>
                  </a:lnTo>
                  <a:lnTo>
                    <a:pt x="1548024" y="109919"/>
                  </a:lnTo>
                  <a:lnTo>
                    <a:pt x="1540166" y="109903"/>
                  </a:lnTo>
                  <a:lnTo>
                    <a:pt x="1532308" y="109887"/>
                  </a:lnTo>
                  <a:lnTo>
                    <a:pt x="1524450" y="109871"/>
                  </a:lnTo>
                  <a:lnTo>
                    <a:pt x="1516592" y="109855"/>
                  </a:lnTo>
                  <a:lnTo>
                    <a:pt x="1508734" y="109839"/>
                  </a:lnTo>
                  <a:lnTo>
                    <a:pt x="1500876" y="109823"/>
                  </a:lnTo>
                  <a:lnTo>
                    <a:pt x="1493018" y="109805"/>
                  </a:lnTo>
                  <a:lnTo>
                    <a:pt x="1485160" y="109789"/>
                  </a:lnTo>
                  <a:lnTo>
                    <a:pt x="1477302" y="109772"/>
                  </a:lnTo>
                  <a:lnTo>
                    <a:pt x="1469444" y="109755"/>
                  </a:lnTo>
                  <a:lnTo>
                    <a:pt x="1461586" y="109738"/>
                  </a:lnTo>
                  <a:lnTo>
                    <a:pt x="1453728" y="109720"/>
                  </a:lnTo>
                  <a:lnTo>
                    <a:pt x="1445870" y="109703"/>
                  </a:lnTo>
                  <a:lnTo>
                    <a:pt x="1438012" y="109689"/>
                  </a:lnTo>
                  <a:lnTo>
                    <a:pt x="1430154" y="109676"/>
                  </a:lnTo>
                  <a:lnTo>
                    <a:pt x="1422296" y="109661"/>
                  </a:lnTo>
                  <a:lnTo>
                    <a:pt x="1414438" y="109642"/>
                  </a:lnTo>
                  <a:lnTo>
                    <a:pt x="1406580" y="109622"/>
                  </a:lnTo>
                  <a:lnTo>
                    <a:pt x="1398722" y="109602"/>
                  </a:lnTo>
                  <a:lnTo>
                    <a:pt x="1390864" y="109583"/>
                  </a:lnTo>
                  <a:lnTo>
                    <a:pt x="1383006" y="109563"/>
                  </a:lnTo>
                  <a:lnTo>
                    <a:pt x="1375148" y="109542"/>
                  </a:lnTo>
                  <a:lnTo>
                    <a:pt x="1367290" y="109522"/>
                  </a:lnTo>
                  <a:lnTo>
                    <a:pt x="1359432" y="109501"/>
                  </a:lnTo>
                  <a:lnTo>
                    <a:pt x="1351574" y="109480"/>
                  </a:lnTo>
                  <a:lnTo>
                    <a:pt x="1343716" y="109463"/>
                  </a:lnTo>
                  <a:lnTo>
                    <a:pt x="1335858" y="109446"/>
                  </a:lnTo>
                  <a:lnTo>
                    <a:pt x="1328000" y="109428"/>
                  </a:lnTo>
                  <a:lnTo>
                    <a:pt x="1320142" y="109411"/>
                  </a:lnTo>
                  <a:lnTo>
                    <a:pt x="1312284" y="109393"/>
                  </a:lnTo>
                  <a:lnTo>
                    <a:pt x="1304426" y="109375"/>
                  </a:lnTo>
                  <a:lnTo>
                    <a:pt x="1296568" y="109357"/>
                  </a:lnTo>
                  <a:lnTo>
                    <a:pt x="1288710" y="109339"/>
                  </a:lnTo>
                  <a:lnTo>
                    <a:pt x="1280852" y="109320"/>
                  </a:lnTo>
                  <a:lnTo>
                    <a:pt x="1272994" y="109297"/>
                  </a:lnTo>
                  <a:lnTo>
                    <a:pt x="1265136" y="109273"/>
                  </a:lnTo>
                  <a:lnTo>
                    <a:pt x="1257278" y="109250"/>
                  </a:lnTo>
                  <a:lnTo>
                    <a:pt x="1249420" y="109231"/>
                  </a:lnTo>
                  <a:lnTo>
                    <a:pt x="1241562" y="109212"/>
                  </a:lnTo>
                  <a:lnTo>
                    <a:pt x="1233704" y="109193"/>
                  </a:lnTo>
                  <a:lnTo>
                    <a:pt x="1225846" y="109173"/>
                  </a:lnTo>
                  <a:lnTo>
                    <a:pt x="1217988" y="109154"/>
                  </a:lnTo>
                  <a:lnTo>
                    <a:pt x="1210130" y="109134"/>
                  </a:lnTo>
                  <a:lnTo>
                    <a:pt x="1202272" y="109115"/>
                  </a:lnTo>
                  <a:lnTo>
                    <a:pt x="1194414" y="109095"/>
                  </a:lnTo>
                  <a:lnTo>
                    <a:pt x="1186556" y="109075"/>
                  </a:lnTo>
                  <a:lnTo>
                    <a:pt x="1178698" y="109055"/>
                  </a:lnTo>
                  <a:lnTo>
                    <a:pt x="1170840" y="109035"/>
                  </a:lnTo>
                  <a:lnTo>
                    <a:pt x="1162982" y="109014"/>
                  </a:lnTo>
                  <a:lnTo>
                    <a:pt x="1155124" y="108989"/>
                  </a:lnTo>
                  <a:lnTo>
                    <a:pt x="1147266" y="108964"/>
                  </a:lnTo>
                  <a:lnTo>
                    <a:pt x="1139408" y="108938"/>
                  </a:lnTo>
                  <a:lnTo>
                    <a:pt x="1131550" y="108912"/>
                  </a:lnTo>
                  <a:lnTo>
                    <a:pt x="1123692" y="108886"/>
                  </a:lnTo>
                  <a:lnTo>
                    <a:pt x="1115834" y="108869"/>
                  </a:lnTo>
                  <a:lnTo>
                    <a:pt x="1107976" y="108855"/>
                  </a:lnTo>
                  <a:lnTo>
                    <a:pt x="1100118" y="108835"/>
                  </a:lnTo>
                  <a:lnTo>
                    <a:pt x="1092260" y="108810"/>
                  </a:lnTo>
                  <a:lnTo>
                    <a:pt x="1084402" y="108784"/>
                  </a:lnTo>
                  <a:lnTo>
                    <a:pt x="1076544" y="108758"/>
                  </a:lnTo>
                  <a:lnTo>
                    <a:pt x="1068686" y="108731"/>
                  </a:lnTo>
                  <a:lnTo>
                    <a:pt x="1060828" y="108707"/>
                  </a:lnTo>
                  <a:lnTo>
                    <a:pt x="1052970" y="108678"/>
                  </a:lnTo>
                  <a:lnTo>
                    <a:pt x="1045112" y="108655"/>
                  </a:lnTo>
                  <a:lnTo>
                    <a:pt x="1037254" y="108633"/>
                  </a:lnTo>
                  <a:lnTo>
                    <a:pt x="1029397" y="108607"/>
                  </a:lnTo>
                  <a:lnTo>
                    <a:pt x="1021539" y="108579"/>
                  </a:lnTo>
                  <a:lnTo>
                    <a:pt x="1013681" y="108552"/>
                  </a:lnTo>
                  <a:lnTo>
                    <a:pt x="1005823" y="108533"/>
                  </a:lnTo>
                  <a:lnTo>
                    <a:pt x="997965" y="108513"/>
                  </a:lnTo>
                  <a:lnTo>
                    <a:pt x="990107" y="108487"/>
                  </a:lnTo>
                  <a:lnTo>
                    <a:pt x="982249" y="108456"/>
                  </a:lnTo>
                  <a:lnTo>
                    <a:pt x="974391" y="108435"/>
                  </a:lnTo>
                  <a:lnTo>
                    <a:pt x="966533" y="108421"/>
                  </a:lnTo>
                  <a:lnTo>
                    <a:pt x="958675" y="108403"/>
                  </a:lnTo>
                  <a:lnTo>
                    <a:pt x="950817" y="108381"/>
                  </a:lnTo>
                  <a:lnTo>
                    <a:pt x="942959" y="108353"/>
                  </a:lnTo>
                  <a:lnTo>
                    <a:pt x="935101" y="108315"/>
                  </a:lnTo>
                  <a:lnTo>
                    <a:pt x="927243" y="108284"/>
                  </a:lnTo>
                  <a:lnTo>
                    <a:pt x="919385" y="108250"/>
                  </a:lnTo>
                  <a:lnTo>
                    <a:pt x="911527" y="108221"/>
                  </a:lnTo>
                  <a:lnTo>
                    <a:pt x="903669" y="108197"/>
                  </a:lnTo>
                  <a:lnTo>
                    <a:pt x="895811" y="108172"/>
                  </a:lnTo>
                  <a:lnTo>
                    <a:pt x="887953" y="108147"/>
                  </a:lnTo>
                  <a:lnTo>
                    <a:pt x="880095" y="108123"/>
                  </a:lnTo>
                  <a:lnTo>
                    <a:pt x="872237" y="108097"/>
                  </a:lnTo>
                  <a:lnTo>
                    <a:pt x="864379" y="108072"/>
                  </a:lnTo>
                  <a:lnTo>
                    <a:pt x="856521" y="108046"/>
                  </a:lnTo>
                  <a:lnTo>
                    <a:pt x="848663" y="108021"/>
                  </a:lnTo>
                  <a:lnTo>
                    <a:pt x="840805" y="107995"/>
                  </a:lnTo>
                  <a:lnTo>
                    <a:pt x="832947" y="107968"/>
                  </a:lnTo>
                  <a:lnTo>
                    <a:pt x="825089" y="107942"/>
                  </a:lnTo>
                  <a:lnTo>
                    <a:pt x="817231" y="107916"/>
                  </a:lnTo>
                  <a:lnTo>
                    <a:pt x="809373" y="107889"/>
                  </a:lnTo>
                  <a:lnTo>
                    <a:pt x="801515" y="107863"/>
                  </a:lnTo>
                  <a:lnTo>
                    <a:pt x="793657" y="107836"/>
                  </a:lnTo>
                  <a:lnTo>
                    <a:pt x="785799" y="107806"/>
                  </a:lnTo>
                  <a:lnTo>
                    <a:pt x="777941" y="107776"/>
                  </a:lnTo>
                  <a:lnTo>
                    <a:pt x="770083" y="107751"/>
                  </a:lnTo>
                  <a:lnTo>
                    <a:pt x="762225" y="107720"/>
                  </a:lnTo>
                  <a:lnTo>
                    <a:pt x="754367" y="107689"/>
                  </a:lnTo>
                  <a:lnTo>
                    <a:pt x="746509" y="107658"/>
                  </a:lnTo>
                  <a:lnTo>
                    <a:pt x="738651" y="107626"/>
                  </a:lnTo>
                  <a:lnTo>
                    <a:pt x="730793" y="107595"/>
                  </a:lnTo>
                  <a:lnTo>
                    <a:pt x="722935" y="107562"/>
                  </a:lnTo>
                  <a:lnTo>
                    <a:pt x="715077" y="107532"/>
                  </a:lnTo>
                  <a:lnTo>
                    <a:pt x="707219" y="107499"/>
                  </a:lnTo>
                  <a:lnTo>
                    <a:pt x="699361" y="107465"/>
                  </a:lnTo>
                  <a:lnTo>
                    <a:pt x="691503" y="107432"/>
                  </a:lnTo>
                  <a:lnTo>
                    <a:pt x="683645" y="107398"/>
                  </a:lnTo>
                  <a:lnTo>
                    <a:pt x="675787" y="107365"/>
                  </a:lnTo>
                  <a:lnTo>
                    <a:pt x="667929" y="107330"/>
                  </a:lnTo>
                  <a:lnTo>
                    <a:pt x="660071" y="107296"/>
                  </a:lnTo>
                  <a:lnTo>
                    <a:pt x="652213" y="107261"/>
                  </a:lnTo>
                  <a:lnTo>
                    <a:pt x="644355" y="107226"/>
                  </a:lnTo>
                  <a:lnTo>
                    <a:pt x="636497" y="107191"/>
                  </a:lnTo>
                  <a:lnTo>
                    <a:pt x="628639" y="107155"/>
                  </a:lnTo>
                  <a:lnTo>
                    <a:pt x="620781" y="107119"/>
                  </a:lnTo>
                  <a:lnTo>
                    <a:pt x="612923" y="107084"/>
                  </a:lnTo>
                  <a:lnTo>
                    <a:pt x="605065" y="107050"/>
                  </a:lnTo>
                  <a:lnTo>
                    <a:pt x="597207" y="107014"/>
                  </a:lnTo>
                  <a:lnTo>
                    <a:pt x="589349" y="106986"/>
                  </a:lnTo>
                  <a:lnTo>
                    <a:pt x="581491" y="106953"/>
                  </a:lnTo>
                  <a:lnTo>
                    <a:pt x="573633" y="106920"/>
                  </a:lnTo>
                  <a:lnTo>
                    <a:pt x="565775" y="106885"/>
                  </a:lnTo>
                  <a:lnTo>
                    <a:pt x="557917" y="106853"/>
                  </a:lnTo>
                  <a:lnTo>
                    <a:pt x="550059" y="106812"/>
                  </a:lnTo>
                  <a:lnTo>
                    <a:pt x="542201" y="106771"/>
                  </a:lnTo>
                  <a:lnTo>
                    <a:pt x="534343" y="106731"/>
                  </a:lnTo>
                  <a:lnTo>
                    <a:pt x="526485" y="106716"/>
                  </a:lnTo>
                  <a:lnTo>
                    <a:pt x="518627" y="106687"/>
                  </a:lnTo>
                  <a:lnTo>
                    <a:pt x="510769" y="106646"/>
                  </a:lnTo>
                  <a:lnTo>
                    <a:pt x="502911" y="106606"/>
                  </a:lnTo>
                  <a:lnTo>
                    <a:pt x="495053" y="106574"/>
                  </a:lnTo>
                  <a:lnTo>
                    <a:pt x="487195" y="106539"/>
                  </a:lnTo>
                  <a:lnTo>
                    <a:pt x="479337" y="106499"/>
                  </a:lnTo>
                  <a:lnTo>
                    <a:pt x="471479" y="106448"/>
                  </a:lnTo>
                  <a:lnTo>
                    <a:pt x="463621" y="106400"/>
                  </a:lnTo>
                  <a:lnTo>
                    <a:pt x="455763" y="106363"/>
                  </a:lnTo>
                  <a:lnTo>
                    <a:pt x="447905" y="106327"/>
                  </a:lnTo>
                  <a:lnTo>
                    <a:pt x="440047" y="106290"/>
                  </a:lnTo>
                  <a:lnTo>
                    <a:pt x="432189" y="106252"/>
                  </a:lnTo>
                  <a:lnTo>
                    <a:pt x="424331" y="106233"/>
                  </a:lnTo>
                  <a:lnTo>
                    <a:pt x="416473" y="106204"/>
                  </a:lnTo>
                  <a:lnTo>
                    <a:pt x="408615" y="106183"/>
                  </a:lnTo>
                  <a:lnTo>
                    <a:pt x="400757" y="106196"/>
                  </a:lnTo>
                  <a:lnTo>
                    <a:pt x="392899" y="106156"/>
                  </a:lnTo>
                  <a:lnTo>
                    <a:pt x="385041" y="106127"/>
                  </a:lnTo>
                  <a:lnTo>
                    <a:pt x="377183" y="106121"/>
                  </a:lnTo>
                  <a:lnTo>
                    <a:pt x="369325" y="106108"/>
                  </a:lnTo>
                  <a:lnTo>
                    <a:pt x="361467" y="106078"/>
                  </a:lnTo>
                  <a:lnTo>
                    <a:pt x="353609" y="106040"/>
                  </a:lnTo>
                  <a:lnTo>
                    <a:pt x="345751" y="106036"/>
                  </a:lnTo>
                  <a:lnTo>
                    <a:pt x="337893" y="106004"/>
                  </a:lnTo>
                  <a:lnTo>
                    <a:pt x="330035" y="105970"/>
                  </a:lnTo>
                  <a:lnTo>
                    <a:pt x="322177" y="105945"/>
                  </a:lnTo>
                  <a:lnTo>
                    <a:pt x="314319" y="105895"/>
                  </a:lnTo>
                  <a:lnTo>
                    <a:pt x="306461" y="105877"/>
                  </a:lnTo>
                  <a:lnTo>
                    <a:pt x="298603" y="105831"/>
                  </a:lnTo>
                  <a:lnTo>
                    <a:pt x="290745" y="105827"/>
                  </a:lnTo>
                  <a:lnTo>
                    <a:pt x="282887" y="105802"/>
                  </a:lnTo>
                  <a:lnTo>
                    <a:pt x="275029" y="105812"/>
                  </a:lnTo>
                  <a:lnTo>
                    <a:pt x="267171" y="105799"/>
                  </a:lnTo>
                  <a:lnTo>
                    <a:pt x="259313" y="105771"/>
                  </a:lnTo>
                  <a:lnTo>
                    <a:pt x="251455" y="105743"/>
                  </a:lnTo>
                  <a:lnTo>
                    <a:pt x="243597" y="105753"/>
                  </a:lnTo>
                  <a:lnTo>
                    <a:pt x="235739" y="105775"/>
                  </a:lnTo>
                  <a:lnTo>
                    <a:pt x="227881" y="105764"/>
                  </a:lnTo>
                  <a:lnTo>
                    <a:pt x="220023" y="105769"/>
                  </a:lnTo>
                  <a:lnTo>
                    <a:pt x="212165" y="105758"/>
                  </a:lnTo>
                  <a:lnTo>
                    <a:pt x="204307" y="105767"/>
                  </a:lnTo>
                  <a:lnTo>
                    <a:pt x="196449" y="105761"/>
                  </a:lnTo>
                  <a:lnTo>
                    <a:pt x="188591" y="105791"/>
                  </a:lnTo>
                  <a:lnTo>
                    <a:pt x="180733" y="105776"/>
                  </a:lnTo>
                  <a:lnTo>
                    <a:pt x="172875" y="105786"/>
                  </a:lnTo>
                  <a:lnTo>
                    <a:pt x="165017" y="105804"/>
                  </a:lnTo>
                  <a:lnTo>
                    <a:pt x="157159" y="105813"/>
                  </a:lnTo>
                  <a:lnTo>
                    <a:pt x="149301" y="105835"/>
                  </a:lnTo>
                  <a:lnTo>
                    <a:pt x="141443" y="105824"/>
                  </a:lnTo>
                  <a:lnTo>
                    <a:pt x="133585" y="105829"/>
                  </a:lnTo>
                  <a:lnTo>
                    <a:pt x="125727" y="105843"/>
                  </a:lnTo>
                  <a:lnTo>
                    <a:pt x="117869" y="105877"/>
                  </a:lnTo>
                  <a:lnTo>
                    <a:pt x="110011" y="105885"/>
                  </a:lnTo>
                  <a:lnTo>
                    <a:pt x="102153" y="105889"/>
                  </a:lnTo>
                  <a:lnTo>
                    <a:pt x="94295" y="105888"/>
                  </a:lnTo>
                  <a:lnTo>
                    <a:pt x="86437" y="105913"/>
                  </a:lnTo>
                  <a:lnTo>
                    <a:pt x="78579" y="105910"/>
                  </a:lnTo>
                  <a:lnTo>
                    <a:pt x="70721" y="105921"/>
                  </a:lnTo>
                  <a:lnTo>
                    <a:pt x="62863" y="105924"/>
                  </a:lnTo>
                  <a:lnTo>
                    <a:pt x="55005" y="105946"/>
                  </a:lnTo>
                  <a:lnTo>
                    <a:pt x="47147" y="105962"/>
                  </a:lnTo>
                  <a:lnTo>
                    <a:pt x="39289" y="105982"/>
                  </a:lnTo>
                  <a:lnTo>
                    <a:pt x="31431" y="106019"/>
                  </a:lnTo>
                  <a:lnTo>
                    <a:pt x="23573" y="106060"/>
                  </a:lnTo>
                  <a:lnTo>
                    <a:pt x="15715" y="106089"/>
                  </a:lnTo>
                  <a:lnTo>
                    <a:pt x="7857" y="106104"/>
                  </a:lnTo>
                  <a:lnTo>
                    <a:pt x="0" y="106131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1186414" y="3919649"/>
              <a:ext cx="2035220" cy="98981"/>
            </a:xfrm>
            <a:custGeom>
              <a:avLst/>
              <a:pathLst>
                <a:path w="2035220" h="98981">
                  <a:moveTo>
                    <a:pt x="0" y="98771"/>
                  </a:moveTo>
                  <a:lnTo>
                    <a:pt x="7857" y="98807"/>
                  </a:lnTo>
                  <a:lnTo>
                    <a:pt x="15715" y="98873"/>
                  </a:lnTo>
                  <a:lnTo>
                    <a:pt x="23573" y="98874"/>
                  </a:lnTo>
                  <a:lnTo>
                    <a:pt x="31431" y="98885"/>
                  </a:lnTo>
                  <a:lnTo>
                    <a:pt x="39289" y="98949"/>
                  </a:lnTo>
                  <a:lnTo>
                    <a:pt x="47147" y="98943"/>
                  </a:lnTo>
                  <a:lnTo>
                    <a:pt x="55005" y="98937"/>
                  </a:lnTo>
                  <a:lnTo>
                    <a:pt x="62863" y="98981"/>
                  </a:lnTo>
                  <a:lnTo>
                    <a:pt x="70721" y="98919"/>
                  </a:lnTo>
                  <a:lnTo>
                    <a:pt x="78579" y="98912"/>
                  </a:lnTo>
                  <a:lnTo>
                    <a:pt x="86437" y="98905"/>
                  </a:lnTo>
                  <a:lnTo>
                    <a:pt x="94295" y="98913"/>
                  </a:lnTo>
                  <a:lnTo>
                    <a:pt x="102153" y="98958"/>
                  </a:lnTo>
                  <a:lnTo>
                    <a:pt x="110011" y="98952"/>
                  </a:lnTo>
                  <a:lnTo>
                    <a:pt x="117869" y="98947"/>
                  </a:lnTo>
                  <a:lnTo>
                    <a:pt x="125727" y="98955"/>
                  </a:lnTo>
                  <a:lnTo>
                    <a:pt x="133585" y="98903"/>
                  </a:lnTo>
                  <a:lnTo>
                    <a:pt x="141443" y="98944"/>
                  </a:lnTo>
                  <a:lnTo>
                    <a:pt x="149301" y="98935"/>
                  </a:lnTo>
                  <a:lnTo>
                    <a:pt x="157159" y="98930"/>
                  </a:lnTo>
                  <a:lnTo>
                    <a:pt x="165017" y="98899"/>
                  </a:lnTo>
                  <a:lnTo>
                    <a:pt x="172875" y="98856"/>
                  </a:lnTo>
                  <a:lnTo>
                    <a:pt x="180733" y="98890"/>
                  </a:lnTo>
                  <a:lnTo>
                    <a:pt x="188591" y="98905"/>
                  </a:lnTo>
                  <a:lnTo>
                    <a:pt x="196449" y="98816"/>
                  </a:lnTo>
                  <a:lnTo>
                    <a:pt x="204307" y="98810"/>
                  </a:lnTo>
                  <a:lnTo>
                    <a:pt x="212165" y="98789"/>
                  </a:lnTo>
                  <a:lnTo>
                    <a:pt x="220023" y="98766"/>
                  </a:lnTo>
                  <a:lnTo>
                    <a:pt x="227881" y="98652"/>
                  </a:lnTo>
                  <a:lnTo>
                    <a:pt x="235739" y="98580"/>
                  </a:lnTo>
                  <a:lnTo>
                    <a:pt x="243597" y="98542"/>
                  </a:lnTo>
                  <a:lnTo>
                    <a:pt x="251455" y="98520"/>
                  </a:lnTo>
                  <a:lnTo>
                    <a:pt x="259313" y="98453"/>
                  </a:lnTo>
                  <a:lnTo>
                    <a:pt x="267171" y="98383"/>
                  </a:lnTo>
                  <a:lnTo>
                    <a:pt x="275029" y="98302"/>
                  </a:lnTo>
                  <a:lnTo>
                    <a:pt x="282887" y="98245"/>
                  </a:lnTo>
                  <a:lnTo>
                    <a:pt x="290745" y="98192"/>
                  </a:lnTo>
                  <a:lnTo>
                    <a:pt x="298603" y="98111"/>
                  </a:lnTo>
                  <a:lnTo>
                    <a:pt x="306461" y="98036"/>
                  </a:lnTo>
                  <a:lnTo>
                    <a:pt x="314319" y="97954"/>
                  </a:lnTo>
                  <a:lnTo>
                    <a:pt x="322177" y="97890"/>
                  </a:lnTo>
                  <a:lnTo>
                    <a:pt x="330035" y="97800"/>
                  </a:lnTo>
                  <a:lnTo>
                    <a:pt x="337893" y="97691"/>
                  </a:lnTo>
                  <a:lnTo>
                    <a:pt x="345751" y="97600"/>
                  </a:lnTo>
                  <a:lnTo>
                    <a:pt x="353609" y="97530"/>
                  </a:lnTo>
                  <a:lnTo>
                    <a:pt x="361467" y="97468"/>
                  </a:lnTo>
                  <a:lnTo>
                    <a:pt x="369325" y="97348"/>
                  </a:lnTo>
                  <a:lnTo>
                    <a:pt x="377183" y="97209"/>
                  </a:lnTo>
                  <a:lnTo>
                    <a:pt x="385041" y="97116"/>
                  </a:lnTo>
                  <a:lnTo>
                    <a:pt x="392899" y="97035"/>
                  </a:lnTo>
                  <a:lnTo>
                    <a:pt x="400757" y="96953"/>
                  </a:lnTo>
                  <a:lnTo>
                    <a:pt x="408615" y="96841"/>
                  </a:lnTo>
                  <a:lnTo>
                    <a:pt x="416473" y="96724"/>
                  </a:lnTo>
                  <a:lnTo>
                    <a:pt x="424331" y="96586"/>
                  </a:lnTo>
                  <a:lnTo>
                    <a:pt x="432189" y="96484"/>
                  </a:lnTo>
                  <a:lnTo>
                    <a:pt x="440047" y="96366"/>
                  </a:lnTo>
                  <a:lnTo>
                    <a:pt x="447905" y="96280"/>
                  </a:lnTo>
                  <a:lnTo>
                    <a:pt x="455763" y="96156"/>
                  </a:lnTo>
                  <a:lnTo>
                    <a:pt x="463621" y="96003"/>
                  </a:lnTo>
                  <a:lnTo>
                    <a:pt x="471479" y="95874"/>
                  </a:lnTo>
                  <a:lnTo>
                    <a:pt x="479337" y="95750"/>
                  </a:lnTo>
                  <a:lnTo>
                    <a:pt x="487195" y="95622"/>
                  </a:lnTo>
                  <a:lnTo>
                    <a:pt x="495053" y="95496"/>
                  </a:lnTo>
                  <a:lnTo>
                    <a:pt x="502911" y="95390"/>
                  </a:lnTo>
                  <a:lnTo>
                    <a:pt x="510769" y="95338"/>
                  </a:lnTo>
                  <a:lnTo>
                    <a:pt x="518627" y="95145"/>
                  </a:lnTo>
                  <a:lnTo>
                    <a:pt x="526485" y="94977"/>
                  </a:lnTo>
                  <a:lnTo>
                    <a:pt x="534343" y="94844"/>
                  </a:lnTo>
                  <a:lnTo>
                    <a:pt x="542201" y="94709"/>
                  </a:lnTo>
                  <a:lnTo>
                    <a:pt x="550059" y="94574"/>
                  </a:lnTo>
                  <a:lnTo>
                    <a:pt x="557917" y="94440"/>
                  </a:lnTo>
                  <a:lnTo>
                    <a:pt x="565775" y="94253"/>
                  </a:lnTo>
                  <a:lnTo>
                    <a:pt x="573633" y="94018"/>
                  </a:lnTo>
                  <a:lnTo>
                    <a:pt x="581491" y="93816"/>
                  </a:lnTo>
                  <a:lnTo>
                    <a:pt x="589349" y="93689"/>
                  </a:lnTo>
                  <a:lnTo>
                    <a:pt x="597207" y="93561"/>
                  </a:lnTo>
                  <a:lnTo>
                    <a:pt x="605065" y="93432"/>
                  </a:lnTo>
                  <a:lnTo>
                    <a:pt x="612923" y="93246"/>
                  </a:lnTo>
                  <a:lnTo>
                    <a:pt x="620781" y="93033"/>
                  </a:lnTo>
                  <a:lnTo>
                    <a:pt x="628639" y="92819"/>
                  </a:lnTo>
                  <a:lnTo>
                    <a:pt x="636497" y="92659"/>
                  </a:lnTo>
                  <a:lnTo>
                    <a:pt x="644355" y="92482"/>
                  </a:lnTo>
                  <a:lnTo>
                    <a:pt x="652213" y="92228"/>
                  </a:lnTo>
                  <a:lnTo>
                    <a:pt x="660071" y="92031"/>
                  </a:lnTo>
                  <a:lnTo>
                    <a:pt x="667929" y="91786"/>
                  </a:lnTo>
                  <a:lnTo>
                    <a:pt x="675787" y="91570"/>
                  </a:lnTo>
                  <a:lnTo>
                    <a:pt x="683645" y="91424"/>
                  </a:lnTo>
                  <a:lnTo>
                    <a:pt x="691503" y="91280"/>
                  </a:lnTo>
                  <a:lnTo>
                    <a:pt x="699361" y="91123"/>
                  </a:lnTo>
                  <a:lnTo>
                    <a:pt x="707219" y="90947"/>
                  </a:lnTo>
                  <a:lnTo>
                    <a:pt x="715077" y="90835"/>
                  </a:lnTo>
                  <a:lnTo>
                    <a:pt x="722935" y="90617"/>
                  </a:lnTo>
                  <a:lnTo>
                    <a:pt x="730793" y="90378"/>
                  </a:lnTo>
                  <a:lnTo>
                    <a:pt x="738651" y="90157"/>
                  </a:lnTo>
                  <a:lnTo>
                    <a:pt x="746509" y="89957"/>
                  </a:lnTo>
                  <a:lnTo>
                    <a:pt x="754367" y="89705"/>
                  </a:lnTo>
                  <a:lnTo>
                    <a:pt x="762225" y="89493"/>
                  </a:lnTo>
                  <a:lnTo>
                    <a:pt x="770083" y="89310"/>
                  </a:lnTo>
                  <a:lnTo>
                    <a:pt x="777941" y="89125"/>
                  </a:lnTo>
                  <a:lnTo>
                    <a:pt x="785799" y="88931"/>
                  </a:lnTo>
                  <a:lnTo>
                    <a:pt x="793657" y="88702"/>
                  </a:lnTo>
                  <a:lnTo>
                    <a:pt x="801515" y="88385"/>
                  </a:lnTo>
                  <a:lnTo>
                    <a:pt x="809373" y="88151"/>
                  </a:lnTo>
                  <a:lnTo>
                    <a:pt x="817231" y="88021"/>
                  </a:lnTo>
                  <a:lnTo>
                    <a:pt x="825089" y="87845"/>
                  </a:lnTo>
                  <a:lnTo>
                    <a:pt x="832947" y="87599"/>
                  </a:lnTo>
                  <a:lnTo>
                    <a:pt x="840805" y="87284"/>
                  </a:lnTo>
                  <a:lnTo>
                    <a:pt x="848663" y="86967"/>
                  </a:lnTo>
                  <a:lnTo>
                    <a:pt x="856521" y="86646"/>
                  </a:lnTo>
                  <a:lnTo>
                    <a:pt x="864379" y="86320"/>
                  </a:lnTo>
                  <a:lnTo>
                    <a:pt x="872237" y="85991"/>
                  </a:lnTo>
                  <a:lnTo>
                    <a:pt x="880095" y="85827"/>
                  </a:lnTo>
                  <a:lnTo>
                    <a:pt x="887953" y="85667"/>
                  </a:lnTo>
                  <a:lnTo>
                    <a:pt x="895811" y="85506"/>
                  </a:lnTo>
                  <a:lnTo>
                    <a:pt x="903669" y="85201"/>
                  </a:lnTo>
                  <a:lnTo>
                    <a:pt x="911527" y="84975"/>
                  </a:lnTo>
                  <a:lnTo>
                    <a:pt x="919385" y="84765"/>
                  </a:lnTo>
                  <a:lnTo>
                    <a:pt x="927243" y="84554"/>
                  </a:lnTo>
                  <a:lnTo>
                    <a:pt x="935101" y="84289"/>
                  </a:lnTo>
                  <a:lnTo>
                    <a:pt x="942959" y="83934"/>
                  </a:lnTo>
                  <a:lnTo>
                    <a:pt x="950817" y="83574"/>
                  </a:lnTo>
                  <a:lnTo>
                    <a:pt x="958675" y="83210"/>
                  </a:lnTo>
                  <a:lnTo>
                    <a:pt x="966533" y="82843"/>
                  </a:lnTo>
                  <a:lnTo>
                    <a:pt x="974391" y="82471"/>
                  </a:lnTo>
                  <a:lnTo>
                    <a:pt x="982249" y="82094"/>
                  </a:lnTo>
                  <a:lnTo>
                    <a:pt x="990107" y="81773"/>
                  </a:lnTo>
                  <a:lnTo>
                    <a:pt x="997965" y="81489"/>
                  </a:lnTo>
                  <a:lnTo>
                    <a:pt x="1005823" y="81203"/>
                  </a:lnTo>
                  <a:lnTo>
                    <a:pt x="1013681" y="80914"/>
                  </a:lnTo>
                  <a:lnTo>
                    <a:pt x="1021539" y="80622"/>
                  </a:lnTo>
                  <a:lnTo>
                    <a:pt x="1029397" y="80329"/>
                  </a:lnTo>
                  <a:lnTo>
                    <a:pt x="1037254" y="80069"/>
                  </a:lnTo>
                  <a:lnTo>
                    <a:pt x="1045112" y="79835"/>
                  </a:lnTo>
                  <a:lnTo>
                    <a:pt x="1052970" y="79601"/>
                  </a:lnTo>
                  <a:lnTo>
                    <a:pt x="1060828" y="79365"/>
                  </a:lnTo>
                  <a:lnTo>
                    <a:pt x="1068686" y="79127"/>
                  </a:lnTo>
                  <a:lnTo>
                    <a:pt x="1076544" y="78888"/>
                  </a:lnTo>
                  <a:lnTo>
                    <a:pt x="1084402" y="78616"/>
                  </a:lnTo>
                  <a:lnTo>
                    <a:pt x="1092260" y="78269"/>
                  </a:lnTo>
                  <a:lnTo>
                    <a:pt x="1100118" y="77919"/>
                  </a:lnTo>
                  <a:lnTo>
                    <a:pt x="1107976" y="77565"/>
                  </a:lnTo>
                  <a:lnTo>
                    <a:pt x="1115834" y="77207"/>
                  </a:lnTo>
                  <a:lnTo>
                    <a:pt x="1123692" y="76854"/>
                  </a:lnTo>
                  <a:lnTo>
                    <a:pt x="1131550" y="76551"/>
                  </a:lnTo>
                  <a:lnTo>
                    <a:pt x="1139408" y="76245"/>
                  </a:lnTo>
                  <a:lnTo>
                    <a:pt x="1147266" y="75906"/>
                  </a:lnTo>
                  <a:lnTo>
                    <a:pt x="1155124" y="75519"/>
                  </a:lnTo>
                  <a:lnTo>
                    <a:pt x="1162982" y="75128"/>
                  </a:lnTo>
                  <a:lnTo>
                    <a:pt x="1170840" y="74733"/>
                  </a:lnTo>
                  <a:lnTo>
                    <a:pt x="1178698" y="74334"/>
                  </a:lnTo>
                  <a:lnTo>
                    <a:pt x="1186556" y="73931"/>
                  </a:lnTo>
                  <a:lnTo>
                    <a:pt x="1194414" y="73524"/>
                  </a:lnTo>
                  <a:lnTo>
                    <a:pt x="1202272" y="73125"/>
                  </a:lnTo>
                  <a:lnTo>
                    <a:pt x="1210130" y="72760"/>
                  </a:lnTo>
                  <a:lnTo>
                    <a:pt x="1217988" y="72366"/>
                  </a:lnTo>
                  <a:lnTo>
                    <a:pt x="1225846" y="71910"/>
                  </a:lnTo>
                  <a:lnTo>
                    <a:pt x="1233704" y="71533"/>
                  </a:lnTo>
                  <a:lnTo>
                    <a:pt x="1241562" y="71142"/>
                  </a:lnTo>
                  <a:lnTo>
                    <a:pt x="1249420" y="70657"/>
                  </a:lnTo>
                  <a:lnTo>
                    <a:pt x="1257278" y="70106"/>
                  </a:lnTo>
                  <a:lnTo>
                    <a:pt x="1265136" y="69658"/>
                  </a:lnTo>
                  <a:lnTo>
                    <a:pt x="1272994" y="69206"/>
                  </a:lnTo>
                  <a:lnTo>
                    <a:pt x="1280852" y="68761"/>
                  </a:lnTo>
                  <a:lnTo>
                    <a:pt x="1288710" y="68312"/>
                  </a:lnTo>
                  <a:lnTo>
                    <a:pt x="1296568" y="67858"/>
                  </a:lnTo>
                  <a:lnTo>
                    <a:pt x="1304426" y="67400"/>
                  </a:lnTo>
                  <a:lnTo>
                    <a:pt x="1312284" y="66938"/>
                  </a:lnTo>
                  <a:lnTo>
                    <a:pt x="1320142" y="66471"/>
                  </a:lnTo>
                  <a:lnTo>
                    <a:pt x="1328000" y="65999"/>
                  </a:lnTo>
                  <a:lnTo>
                    <a:pt x="1335858" y="65522"/>
                  </a:lnTo>
                  <a:lnTo>
                    <a:pt x="1343716" y="65041"/>
                  </a:lnTo>
                  <a:lnTo>
                    <a:pt x="1351574" y="64556"/>
                  </a:lnTo>
                  <a:lnTo>
                    <a:pt x="1359432" y="64067"/>
                  </a:lnTo>
                  <a:lnTo>
                    <a:pt x="1367290" y="63616"/>
                  </a:lnTo>
                  <a:lnTo>
                    <a:pt x="1375148" y="63174"/>
                  </a:lnTo>
                  <a:lnTo>
                    <a:pt x="1383006" y="62729"/>
                  </a:lnTo>
                  <a:lnTo>
                    <a:pt x="1390864" y="62281"/>
                  </a:lnTo>
                  <a:lnTo>
                    <a:pt x="1398722" y="61828"/>
                  </a:lnTo>
                  <a:lnTo>
                    <a:pt x="1406580" y="61372"/>
                  </a:lnTo>
                  <a:lnTo>
                    <a:pt x="1414438" y="60911"/>
                  </a:lnTo>
                  <a:lnTo>
                    <a:pt x="1422296" y="60447"/>
                  </a:lnTo>
                  <a:lnTo>
                    <a:pt x="1430154" y="59978"/>
                  </a:lnTo>
                  <a:lnTo>
                    <a:pt x="1438012" y="59505"/>
                  </a:lnTo>
                  <a:lnTo>
                    <a:pt x="1445870" y="59029"/>
                  </a:lnTo>
                  <a:lnTo>
                    <a:pt x="1453728" y="58548"/>
                  </a:lnTo>
                  <a:lnTo>
                    <a:pt x="1461586" y="58063"/>
                  </a:lnTo>
                  <a:lnTo>
                    <a:pt x="1469444" y="57539"/>
                  </a:lnTo>
                  <a:lnTo>
                    <a:pt x="1477302" y="56951"/>
                  </a:lnTo>
                  <a:lnTo>
                    <a:pt x="1485160" y="56356"/>
                  </a:lnTo>
                  <a:lnTo>
                    <a:pt x="1493018" y="55755"/>
                  </a:lnTo>
                  <a:lnTo>
                    <a:pt x="1500876" y="55150"/>
                  </a:lnTo>
                  <a:lnTo>
                    <a:pt x="1508734" y="54593"/>
                  </a:lnTo>
                  <a:lnTo>
                    <a:pt x="1516592" y="54092"/>
                  </a:lnTo>
                  <a:lnTo>
                    <a:pt x="1524450" y="53542"/>
                  </a:lnTo>
                  <a:lnTo>
                    <a:pt x="1532308" y="52882"/>
                  </a:lnTo>
                  <a:lnTo>
                    <a:pt x="1540166" y="52288"/>
                  </a:lnTo>
                  <a:lnTo>
                    <a:pt x="1548024" y="51718"/>
                  </a:lnTo>
                  <a:lnTo>
                    <a:pt x="1555882" y="51065"/>
                  </a:lnTo>
                  <a:lnTo>
                    <a:pt x="1563740" y="50332"/>
                  </a:lnTo>
                  <a:lnTo>
                    <a:pt x="1571598" y="49591"/>
                  </a:lnTo>
                  <a:lnTo>
                    <a:pt x="1579456" y="48846"/>
                  </a:lnTo>
                  <a:lnTo>
                    <a:pt x="1587314" y="48302"/>
                  </a:lnTo>
                  <a:lnTo>
                    <a:pt x="1595172" y="47758"/>
                  </a:lnTo>
                  <a:lnTo>
                    <a:pt x="1603030" y="47210"/>
                  </a:lnTo>
                  <a:lnTo>
                    <a:pt x="1610888" y="46602"/>
                  </a:lnTo>
                  <a:lnTo>
                    <a:pt x="1618746" y="45871"/>
                  </a:lnTo>
                  <a:lnTo>
                    <a:pt x="1626604" y="45133"/>
                  </a:lnTo>
                  <a:lnTo>
                    <a:pt x="1634462" y="44398"/>
                  </a:lnTo>
                  <a:lnTo>
                    <a:pt x="1642320" y="43764"/>
                  </a:lnTo>
                  <a:lnTo>
                    <a:pt x="1650178" y="43124"/>
                  </a:lnTo>
                  <a:lnTo>
                    <a:pt x="1658036" y="42368"/>
                  </a:lnTo>
                  <a:lnTo>
                    <a:pt x="1665894" y="41591"/>
                  </a:lnTo>
                  <a:lnTo>
                    <a:pt x="1673752" y="40804"/>
                  </a:lnTo>
                  <a:lnTo>
                    <a:pt x="1681610" y="40010"/>
                  </a:lnTo>
                  <a:lnTo>
                    <a:pt x="1689468" y="39211"/>
                  </a:lnTo>
                  <a:lnTo>
                    <a:pt x="1697326" y="38404"/>
                  </a:lnTo>
                  <a:lnTo>
                    <a:pt x="1705184" y="37584"/>
                  </a:lnTo>
                  <a:lnTo>
                    <a:pt x="1713042" y="36756"/>
                  </a:lnTo>
                  <a:lnTo>
                    <a:pt x="1720900" y="35919"/>
                  </a:lnTo>
                  <a:lnTo>
                    <a:pt x="1728758" y="35074"/>
                  </a:lnTo>
                  <a:lnTo>
                    <a:pt x="1736616" y="34219"/>
                  </a:lnTo>
                  <a:lnTo>
                    <a:pt x="1744474" y="33356"/>
                  </a:lnTo>
                  <a:lnTo>
                    <a:pt x="1752332" y="32484"/>
                  </a:lnTo>
                  <a:lnTo>
                    <a:pt x="1760190" y="31604"/>
                  </a:lnTo>
                  <a:lnTo>
                    <a:pt x="1768048" y="30717"/>
                  </a:lnTo>
                  <a:lnTo>
                    <a:pt x="1775906" y="29881"/>
                  </a:lnTo>
                  <a:lnTo>
                    <a:pt x="1783764" y="29054"/>
                  </a:lnTo>
                  <a:lnTo>
                    <a:pt x="1791622" y="28220"/>
                  </a:lnTo>
                  <a:lnTo>
                    <a:pt x="1799480" y="27377"/>
                  </a:lnTo>
                  <a:lnTo>
                    <a:pt x="1807338" y="26527"/>
                  </a:lnTo>
                  <a:lnTo>
                    <a:pt x="1815196" y="25669"/>
                  </a:lnTo>
                  <a:lnTo>
                    <a:pt x="1823054" y="24803"/>
                  </a:lnTo>
                  <a:lnTo>
                    <a:pt x="1830912" y="23929"/>
                  </a:lnTo>
                  <a:lnTo>
                    <a:pt x="1838770" y="23047"/>
                  </a:lnTo>
                  <a:lnTo>
                    <a:pt x="1846628" y="22161"/>
                  </a:lnTo>
                  <a:lnTo>
                    <a:pt x="1854486" y="21267"/>
                  </a:lnTo>
                  <a:lnTo>
                    <a:pt x="1862344" y="20366"/>
                  </a:lnTo>
                  <a:lnTo>
                    <a:pt x="1870202" y="19456"/>
                  </a:lnTo>
                  <a:lnTo>
                    <a:pt x="1878060" y="18538"/>
                  </a:lnTo>
                  <a:lnTo>
                    <a:pt x="1885918" y="17611"/>
                  </a:lnTo>
                  <a:lnTo>
                    <a:pt x="1893776" y="16676"/>
                  </a:lnTo>
                  <a:lnTo>
                    <a:pt x="1901634" y="15733"/>
                  </a:lnTo>
                  <a:lnTo>
                    <a:pt x="1909492" y="14790"/>
                  </a:lnTo>
                  <a:lnTo>
                    <a:pt x="1917350" y="13924"/>
                  </a:lnTo>
                  <a:lnTo>
                    <a:pt x="1925208" y="13050"/>
                  </a:lnTo>
                  <a:lnTo>
                    <a:pt x="1933066" y="12170"/>
                  </a:lnTo>
                  <a:lnTo>
                    <a:pt x="1940924" y="11283"/>
                  </a:lnTo>
                  <a:lnTo>
                    <a:pt x="1948782" y="10388"/>
                  </a:lnTo>
                  <a:lnTo>
                    <a:pt x="1956640" y="9486"/>
                  </a:lnTo>
                  <a:lnTo>
                    <a:pt x="1964498" y="8577"/>
                  </a:lnTo>
                  <a:lnTo>
                    <a:pt x="1972356" y="7661"/>
                  </a:lnTo>
                  <a:lnTo>
                    <a:pt x="1980214" y="6737"/>
                  </a:lnTo>
                  <a:lnTo>
                    <a:pt x="1988072" y="5806"/>
                  </a:lnTo>
                  <a:lnTo>
                    <a:pt x="1995930" y="4868"/>
                  </a:lnTo>
                  <a:lnTo>
                    <a:pt x="2003788" y="3922"/>
                  </a:lnTo>
                  <a:lnTo>
                    <a:pt x="2011646" y="2969"/>
                  </a:lnTo>
                  <a:lnTo>
                    <a:pt x="2019504" y="2008"/>
                  </a:lnTo>
                  <a:lnTo>
                    <a:pt x="2027362" y="104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1186414" y="4025393"/>
              <a:ext cx="2035220" cy="4878"/>
            </a:xfrm>
            <a:custGeom>
              <a:avLst/>
              <a:pathLst>
                <a:path w="2035220" h="4878">
                  <a:moveTo>
                    <a:pt x="2035220" y="4878"/>
                  </a:moveTo>
                  <a:lnTo>
                    <a:pt x="2027362" y="4870"/>
                  </a:lnTo>
                  <a:lnTo>
                    <a:pt x="2019504" y="4862"/>
                  </a:lnTo>
                  <a:lnTo>
                    <a:pt x="2011646" y="4855"/>
                  </a:lnTo>
                  <a:lnTo>
                    <a:pt x="2003788" y="4847"/>
                  </a:lnTo>
                  <a:lnTo>
                    <a:pt x="1995930" y="4839"/>
                  </a:lnTo>
                  <a:lnTo>
                    <a:pt x="1988072" y="4830"/>
                  </a:lnTo>
                  <a:lnTo>
                    <a:pt x="1980214" y="4822"/>
                  </a:lnTo>
                  <a:lnTo>
                    <a:pt x="1972356" y="4814"/>
                  </a:lnTo>
                  <a:lnTo>
                    <a:pt x="1964498" y="4806"/>
                  </a:lnTo>
                  <a:lnTo>
                    <a:pt x="1956640" y="4797"/>
                  </a:lnTo>
                  <a:lnTo>
                    <a:pt x="1948782" y="4789"/>
                  </a:lnTo>
                  <a:lnTo>
                    <a:pt x="1940924" y="4780"/>
                  </a:lnTo>
                  <a:lnTo>
                    <a:pt x="1933066" y="4772"/>
                  </a:lnTo>
                  <a:lnTo>
                    <a:pt x="1925208" y="4763"/>
                  </a:lnTo>
                  <a:lnTo>
                    <a:pt x="1917350" y="4755"/>
                  </a:lnTo>
                  <a:lnTo>
                    <a:pt x="1909492" y="4746"/>
                  </a:lnTo>
                  <a:lnTo>
                    <a:pt x="1901634" y="4737"/>
                  </a:lnTo>
                  <a:lnTo>
                    <a:pt x="1893776" y="4728"/>
                  </a:lnTo>
                  <a:lnTo>
                    <a:pt x="1885918" y="4719"/>
                  </a:lnTo>
                  <a:lnTo>
                    <a:pt x="1878060" y="4710"/>
                  </a:lnTo>
                  <a:lnTo>
                    <a:pt x="1870202" y="4701"/>
                  </a:lnTo>
                  <a:lnTo>
                    <a:pt x="1862344" y="4691"/>
                  </a:lnTo>
                  <a:lnTo>
                    <a:pt x="1854486" y="4682"/>
                  </a:lnTo>
                  <a:lnTo>
                    <a:pt x="1846628" y="4673"/>
                  </a:lnTo>
                  <a:lnTo>
                    <a:pt x="1838770" y="4662"/>
                  </a:lnTo>
                  <a:lnTo>
                    <a:pt x="1830912" y="4651"/>
                  </a:lnTo>
                  <a:lnTo>
                    <a:pt x="1823054" y="4640"/>
                  </a:lnTo>
                  <a:lnTo>
                    <a:pt x="1815196" y="4629"/>
                  </a:lnTo>
                  <a:lnTo>
                    <a:pt x="1807338" y="4618"/>
                  </a:lnTo>
                  <a:lnTo>
                    <a:pt x="1799480" y="4606"/>
                  </a:lnTo>
                  <a:lnTo>
                    <a:pt x="1791622" y="4595"/>
                  </a:lnTo>
                  <a:lnTo>
                    <a:pt x="1783764" y="4583"/>
                  </a:lnTo>
                  <a:lnTo>
                    <a:pt x="1775906" y="4571"/>
                  </a:lnTo>
                  <a:lnTo>
                    <a:pt x="1768048" y="4559"/>
                  </a:lnTo>
                  <a:lnTo>
                    <a:pt x="1760190" y="4547"/>
                  </a:lnTo>
                  <a:lnTo>
                    <a:pt x="1752332" y="4535"/>
                  </a:lnTo>
                  <a:lnTo>
                    <a:pt x="1744474" y="4523"/>
                  </a:lnTo>
                  <a:lnTo>
                    <a:pt x="1736616" y="4511"/>
                  </a:lnTo>
                  <a:lnTo>
                    <a:pt x="1728758" y="4498"/>
                  </a:lnTo>
                  <a:lnTo>
                    <a:pt x="1720900" y="4485"/>
                  </a:lnTo>
                  <a:lnTo>
                    <a:pt x="1713042" y="4473"/>
                  </a:lnTo>
                  <a:lnTo>
                    <a:pt x="1705184" y="4460"/>
                  </a:lnTo>
                  <a:lnTo>
                    <a:pt x="1697326" y="4447"/>
                  </a:lnTo>
                  <a:lnTo>
                    <a:pt x="1689468" y="4434"/>
                  </a:lnTo>
                  <a:lnTo>
                    <a:pt x="1681610" y="4421"/>
                  </a:lnTo>
                  <a:lnTo>
                    <a:pt x="1673752" y="4407"/>
                  </a:lnTo>
                  <a:lnTo>
                    <a:pt x="1665894" y="4394"/>
                  </a:lnTo>
                  <a:lnTo>
                    <a:pt x="1658036" y="4380"/>
                  </a:lnTo>
                  <a:lnTo>
                    <a:pt x="1650178" y="4366"/>
                  </a:lnTo>
                  <a:lnTo>
                    <a:pt x="1642320" y="4352"/>
                  </a:lnTo>
                  <a:lnTo>
                    <a:pt x="1634462" y="4338"/>
                  </a:lnTo>
                  <a:lnTo>
                    <a:pt x="1626604" y="4324"/>
                  </a:lnTo>
                  <a:lnTo>
                    <a:pt x="1618746" y="4310"/>
                  </a:lnTo>
                  <a:lnTo>
                    <a:pt x="1610888" y="4295"/>
                  </a:lnTo>
                  <a:lnTo>
                    <a:pt x="1603030" y="4281"/>
                  </a:lnTo>
                  <a:lnTo>
                    <a:pt x="1595172" y="4266"/>
                  </a:lnTo>
                  <a:lnTo>
                    <a:pt x="1587314" y="4251"/>
                  </a:lnTo>
                  <a:lnTo>
                    <a:pt x="1579456" y="4236"/>
                  </a:lnTo>
                  <a:lnTo>
                    <a:pt x="1571598" y="4221"/>
                  </a:lnTo>
                  <a:lnTo>
                    <a:pt x="1563740" y="4206"/>
                  </a:lnTo>
                  <a:lnTo>
                    <a:pt x="1555882" y="4190"/>
                  </a:lnTo>
                  <a:lnTo>
                    <a:pt x="1548024" y="4175"/>
                  </a:lnTo>
                  <a:lnTo>
                    <a:pt x="1540166" y="4159"/>
                  </a:lnTo>
                  <a:lnTo>
                    <a:pt x="1532308" y="4143"/>
                  </a:lnTo>
                  <a:lnTo>
                    <a:pt x="1524450" y="4127"/>
                  </a:lnTo>
                  <a:lnTo>
                    <a:pt x="1516592" y="4111"/>
                  </a:lnTo>
                  <a:lnTo>
                    <a:pt x="1508734" y="4095"/>
                  </a:lnTo>
                  <a:lnTo>
                    <a:pt x="1500876" y="4079"/>
                  </a:lnTo>
                  <a:lnTo>
                    <a:pt x="1493018" y="4061"/>
                  </a:lnTo>
                  <a:lnTo>
                    <a:pt x="1485160" y="4045"/>
                  </a:lnTo>
                  <a:lnTo>
                    <a:pt x="1477302" y="4028"/>
                  </a:lnTo>
                  <a:lnTo>
                    <a:pt x="1469444" y="4011"/>
                  </a:lnTo>
                  <a:lnTo>
                    <a:pt x="1461586" y="3994"/>
                  </a:lnTo>
                  <a:lnTo>
                    <a:pt x="1453728" y="3976"/>
                  </a:lnTo>
                  <a:lnTo>
                    <a:pt x="1445870" y="3959"/>
                  </a:lnTo>
                  <a:lnTo>
                    <a:pt x="1438012" y="3945"/>
                  </a:lnTo>
                  <a:lnTo>
                    <a:pt x="1430154" y="3932"/>
                  </a:lnTo>
                  <a:lnTo>
                    <a:pt x="1422296" y="3917"/>
                  </a:lnTo>
                  <a:lnTo>
                    <a:pt x="1414438" y="3898"/>
                  </a:lnTo>
                  <a:lnTo>
                    <a:pt x="1406580" y="3878"/>
                  </a:lnTo>
                  <a:lnTo>
                    <a:pt x="1398722" y="3858"/>
                  </a:lnTo>
                  <a:lnTo>
                    <a:pt x="1390864" y="3839"/>
                  </a:lnTo>
                  <a:lnTo>
                    <a:pt x="1383006" y="3819"/>
                  </a:lnTo>
                  <a:lnTo>
                    <a:pt x="1375148" y="3798"/>
                  </a:lnTo>
                  <a:lnTo>
                    <a:pt x="1367290" y="3778"/>
                  </a:lnTo>
                  <a:lnTo>
                    <a:pt x="1359432" y="3757"/>
                  </a:lnTo>
                  <a:lnTo>
                    <a:pt x="1351574" y="3736"/>
                  </a:lnTo>
                  <a:lnTo>
                    <a:pt x="1343716" y="3719"/>
                  </a:lnTo>
                  <a:lnTo>
                    <a:pt x="1335858" y="3702"/>
                  </a:lnTo>
                  <a:lnTo>
                    <a:pt x="1328000" y="3684"/>
                  </a:lnTo>
                  <a:lnTo>
                    <a:pt x="1320142" y="3667"/>
                  </a:lnTo>
                  <a:lnTo>
                    <a:pt x="1312284" y="3649"/>
                  </a:lnTo>
                  <a:lnTo>
                    <a:pt x="1304426" y="3631"/>
                  </a:lnTo>
                  <a:lnTo>
                    <a:pt x="1296568" y="3613"/>
                  </a:lnTo>
                  <a:lnTo>
                    <a:pt x="1288710" y="3595"/>
                  </a:lnTo>
                  <a:lnTo>
                    <a:pt x="1280852" y="3576"/>
                  </a:lnTo>
                  <a:lnTo>
                    <a:pt x="1272994" y="3553"/>
                  </a:lnTo>
                  <a:lnTo>
                    <a:pt x="1265136" y="3530"/>
                  </a:lnTo>
                  <a:lnTo>
                    <a:pt x="1257278" y="3506"/>
                  </a:lnTo>
                  <a:lnTo>
                    <a:pt x="1249420" y="3487"/>
                  </a:lnTo>
                  <a:lnTo>
                    <a:pt x="1241562" y="3468"/>
                  </a:lnTo>
                  <a:lnTo>
                    <a:pt x="1233704" y="3449"/>
                  </a:lnTo>
                  <a:lnTo>
                    <a:pt x="1225846" y="3429"/>
                  </a:lnTo>
                  <a:lnTo>
                    <a:pt x="1217988" y="3410"/>
                  </a:lnTo>
                  <a:lnTo>
                    <a:pt x="1210130" y="3390"/>
                  </a:lnTo>
                  <a:lnTo>
                    <a:pt x="1202272" y="3371"/>
                  </a:lnTo>
                  <a:lnTo>
                    <a:pt x="1194414" y="3351"/>
                  </a:lnTo>
                  <a:lnTo>
                    <a:pt x="1186556" y="3331"/>
                  </a:lnTo>
                  <a:lnTo>
                    <a:pt x="1178698" y="3311"/>
                  </a:lnTo>
                  <a:lnTo>
                    <a:pt x="1170840" y="3291"/>
                  </a:lnTo>
                  <a:lnTo>
                    <a:pt x="1162982" y="3270"/>
                  </a:lnTo>
                  <a:lnTo>
                    <a:pt x="1155124" y="3246"/>
                  </a:lnTo>
                  <a:lnTo>
                    <a:pt x="1147266" y="3220"/>
                  </a:lnTo>
                  <a:lnTo>
                    <a:pt x="1139408" y="3194"/>
                  </a:lnTo>
                  <a:lnTo>
                    <a:pt x="1131550" y="3168"/>
                  </a:lnTo>
                  <a:lnTo>
                    <a:pt x="1123692" y="3142"/>
                  </a:lnTo>
                  <a:lnTo>
                    <a:pt x="1115834" y="3125"/>
                  </a:lnTo>
                  <a:lnTo>
                    <a:pt x="1107976" y="3111"/>
                  </a:lnTo>
                  <a:lnTo>
                    <a:pt x="1100118" y="3091"/>
                  </a:lnTo>
                  <a:lnTo>
                    <a:pt x="1092260" y="3066"/>
                  </a:lnTo>
                  <a:lnTo>
                    <a:pt x="1084402" y="3040"/>
                  </a:lnTo>
                  <a:lnTo>
                    <a:pt x="1076544" y="3014"/>
                  </a:lnTo>
                  <a:lnTo>
                    <a:pt x="1068686" y="2987"/>
                  </a:lnTo>
                  <a:lnTo>
                    <a:pt x="1060828" y="2963"/>
                  </a:lnTo>
                  <a:lnTo>
                    <a:pt x="1052970" y="2934"/>
                  </a:lnTo>
                  <a:lnTo>
                    <a:pt x="1045112" y="2911"/>
                  </a:lnTo>
                  <a:lnTo>
                    <a:pt x="1037254" y="2889"/>
                  </a:lnTo>
                  <a:lnTo>
                    <a:pt x="1029397" y="2863"/>
                  </a:lnTo>
                  <a:lnTo>
                    <a:pt x="1021539" y="2835"/>
                  </a:lnTo>
                  <a:lnTo>
                    <a:pt x="1013681" y="2808"/>
                  </a:lnTo>
                  <a:lnTo>
                    <a:pt x="1005823" y="2789"/>
                  </a:lnTo>
                  <a:lnTo>
                    <a:pt x="997965" y="2769"/>
                  </a:lnTo>
                  <a:lnTo>
                    <a:pt x="990107" y="2743"/>
                  </a:lnTo>
                  <a:lnTo>
                    <a:pt x="982249" y="2712"/>
                  </a:lnTo>
                  <a:lnTo>
                    <a:pt x="974391" y="2691"/>
                  </a:lnTo>
                  <a:lnTo>
                    <a:pt x="966533" y="2677"/>
                  </a:lnTo>
                  <a:lnTo>
                    <a:pt x="958675" y="2659"/>
                  </a:lnTo>
                  <a:lnTo>
                    <a:pt x="950817" y="2637"/>
                  </a:lnTo>
                  <a:lnTo>
                    <a:pt x="942959" y="2609"/>
                  </a:lnTo>
                  <a:lnTo>
                    <a:pt x="935101" y="2571"/>
                  </a:lnTo>
                  <a:lnTo>
                    <a:pt x="927243" y="2540"/>
                  </a:lnTo>
                  <a:lnTo>
                    <a:pt x="919385" y="2506"/>
                  </a:lnTo>
                  <a:lnTo>
                    <a:pt x="911527" y="2477"/>
                  </a:lnTo>
                  <a:lnTo>
                    <a:pt x="903669" y="2453"/>
                  </a:lnTo>
                  <a:lnTo>
                    <a:pt x="895811" y="2428"/>
                  </a:lnTo>
                  <a:lnTo>
                    <a:pt x="887953" y="2403"/>
                  </a:lnTo>
                  <a:lnTo>
                    <a:pt x="880095" y="2379"/>
                  </a:lnTo>
                  <a:lnTo>
                    <a:pt x="872237" y="2354"/>
                  </a:lnTo>
                  <a:lnTo>
                    <a:pt x="864379" y="2328"/>
                  </a:lnTo>
                  <a:lnTo>
                    <a:pt x="856521" y="2302"/>
                  </a:lnTo>
                  <a:lnTo>
                    <a:pt x="848663" y="2277"/>
                  </a:lnTo>
                  <a:lnTo>
                    <a:pt x="840805" y="2251"/>
                  </a:lnTo>
                  <a:lnTo>
                    <a:pt x="832947" y="2225"/>
                  </a:lnTo>
                  <a:lnTo>
                    <a:pt x="825089" y="2198"/>
                  </a:lnTo>
                  <a:lnTo>
                    <a:pt x="817231" y="2172"/>
                  </a:lnTo>
                  <a:lnTo>
                    <a:pt x="809373" y="2145"/>
                  </a:lnTo>
                  <a:lnTo>
                    <a:pt x="801515" y="2119"/>
                  </a:lnTo>
                  <a:lnTo>
                    <a:pt x="793657" y="2092"/>
                  </a:lnTo>
                  <a:lnTo>
                    <a:pt x="785799" y="2062"/>
                  </a:lnTo>
                  <a:lnTo>
                    <a:pt x="777941" y="2032"/>
                  </a:lnTo>
                  <a:lnTo>
                    <a:pt x="770083" y="2007"/>
                  </a:lnTo>
                  <a:lnTo>
                    <a:pt x="762225" y="1976"/>
                  </a:lnTo>
                  <a:lnTo>
                    <a:pt x="754367" y="1945"/>
                  </a:lnTo>
                  <a:lnTo>
                    <a:pt x="746509" y="1914"/>
                  </a:lnTo>
                  <a:lnTo>
                    <a:pt x="738651" y="1882"/>
                  </a:lnTo>
                  <a:lnTo>
                    <a:pt x="730793" y="1851"/>
                  </a:lnTo>
                  <a:lnTo>
                    <a:pt x="722935" y="1819"/>
                  </a:lnTo>
                  <a:lnTo>
                    <a:pt x="715077" y="1788"/>
                  </a:lnTo>
                  <a:lnTo>
                    <a:pt x="707219" y="1755"/>
                  </a:lnTo>
                  <a:lnTo>
                    <a:pt x="699361" y="1721"/>
                  </a:lnTo>
                  <a:lnTo>
                    <a:pt x="691503" y="1688"/>
                  </a:lnTo>
                  <a:lnTo>
                    <a:pt x="683645" y="1654"/>
                  </a:lnTo>
                  <a:lnTo>
                    <a:pt x="675787" y="1621"/>
                  </a:lnTo>
                  <a:lnTo>
                    <a:pt x="667929" y="1586"/>
                  </a:lnTo>
                  <a:lnTo>
                    <a:pt x="660071" y="1552"/>
                  </a:lnTo>
                  <a:lnTo>
                    <a:pt x="652213" y="1517"/>
                  </a:lnTo>
                  <a:lnTo>
                    <a:pt x="644355" y="1482"/>
                  </a:lnTo>
                  <a:lnTo>
                    <a:pt x="636497" y="1447"/>
                  </a:lnTo>
                  <a:lnTo>
                    <a:pt x="628639" y="1411"/>
                  </a:lnTo>
                  <a:lnTo>
                    <a:pt x="620781" y="1375"/>
                  </a:lnTo>
                  <a:lnTo>
                    <a:pt x="612923" y="1340"/>
                  </a:lnTo>
                  <a:lnTo>
                    <a:pt x="605065" y="1306"/>
                  </a:lnTo>
                  <a:lnTo>
                    <a:pt x="597207" y="1270"/>
                  </a:lnTo>
                  <a:lnTo>
                    <a:pt x="589349" y="1242"/>
                  </a:lnTo>
                  <a:lnTo>
                    <a:pt x="581491" y="1210"/>
                  </a:lnTo>
                  <a:lnTo>
                    <a:pt x="573633" y="1176"/>
                  </a:lnTo>
                  <a:lnTo>
                    <a:pt x="565775" y="1141"/>
                  </a:lnTo>
                  <a:lnTo>
                    <a:pt x="557917" y="1109"/>
                  </a:lnTo>
                  <a:lnTo>
                    <a:pt x="550059" y="1068"/>
                  </a:lnTo>
                  <a:lnTo>
                    <a:pt x="542201" y="1027"/>
                  </a:lnTo>
                  <a:lnTo>
                    <a:pt x="534343" y="987"/>
                  </a:lnTo>
                  <a:lnTo>
                    <a:pt x="526485" y="972"/>
                  </a:lnTo>
                  <a:lnTo>
                    <a:pt x="518627" y="943"/>
                  </a:lnTo>
                  <a:lnTo>
                    <a:pt x="510769" y="902"/>
                  </a:lnTo>
                  <a:lnTo>
                    <a:pt x="502911" y="862"/>
                  </a:lnTo>
                  <a:lnTo>
                    <a:pt x="495053" y="831"/>
                  </a:lnTo>
                  <a:lnTo>
                    <a:pt x="487195" y="795"/>
                  </a:lnTo>
                  <a:lnTo>
                    <a:pt x="479337" y="755"/>
                  </a:lnTo>
                  <a:lnTo>
                    <a:pt x="471479" y="704"/>
                  </a:lnTo>
                  <a:lnTo>
                    <a:pt x="463621" y="656"/>
                  </a:lnTo>
                  <a:lnTo>
                    <a:pt x="455763" y="620"/>
                  </a:lnTo>
                  <a:lnTo>
                    <a:pt x="447905" y="583"/>
                  </a:lnTo>
                  <a:lnTo>
                    <a:pt x="440047" y="546"/>
                  </a:lnTo>
                  <a:lnTo>
                    <a:pt x="432189" y="508"/>
                  </a:lnTo>
                  <a:lnTo>
                    <a:pt x="424331" y="489"/>
                  </a:lnTo>
                  <a:lnTo>
                    <a:pt x="416473" y="460"/>
                  </a:lnTo>
                  <a:lnTo>
                    <a:pt x="408615" y="439"/>
                  </a:lnTo>
                  <a:lnTo>
                    <a:pt x="400757" y="452"/>
                  </a:lnTo>
                  <a:lnTo>
                    <a:pt x="392899" y="412"/>
                  </a:lnTo>
                  <a:lnTo>
                    <a:pt x="385041" y="383"/>
                  </a:lnTo>
                  <a:lnTo>
                    <a:pt x="377183" y="377"/>
                  </a:lnTo>
                  <a:lnTo>
                    <a:pt x="369325" y="364"/>
                  </a:lnTo>
                  <a:lnTo>
                    <a:pt x="361467" y="334"/>
                  </a:lnTo>
                  <a:lnTo>
                    <a:pt x="353609" y="297"/>
                  </a:lnTo>
                  <a:lnTo>
                    <a:pt x="345751" y="292"/>
                  </a:lnTo>
                  <a:lnTo>
                    <a:pt x="337893" y="260"/>
                  </a:lnTo>
                  <a:lnTo>
                    <a:pt x="330035" y="226"/>
                  </a:lnTo>
                  <a:lnTo>
                    <a:pt x="322177" y="202"/>
                  </a:lnTo>
                  <a:lnTo>
                    <a:pt x="314319" y="151"/>
                  </a:lnTo>
                  <a:lnTo>
                    <a:pt x="306461" y="133"/>
                  </a:lnTo>
                  <a:lnTo>
                    <a:pt x="298603" y="87"/>
                  </a:lnTo>
                  <a:lnTo>
                    <a:pt x="290745" y="83"/>
                  </a:lnTo>
                  <a:lnTo>
                    <a:pt x="282887" y="58"/>
                  </a:lnTo>
                  <a:lnTo>
                    <a:pt x="275029" y="68"/>
                  </a:lnTo>
                  <a:lnTo>
                    <a:pt x="267171" y="55"/>
                  </a:lnTo>
                  <a:lnTo>
                    <a:pt x="259313" y="27"/>
                  </a:lnTo>
                  <a:lnTo>
                    <a:pt x="251455" y="0"/>
                  </a:lnTo>
                  <a:lnTo>
                    <a:pt x="243597" y="9"/>
                  </a:lnTo>
                  <a:lnTo>
                    <a:pt x="235739" y="31"/>
                  </a:lnTo>
                  <a:lnTo>
                    <a:pt x="227881" y="20"/>
                  </a:lnTo>
                  <a:lnTo>
                    <a:pt x="220023" y="25"/>
                  </a:lnTo>
                  <a:lnTo>
                    <a:pt x="212165" y="14"/>
                  </a:lnTo>
                  <a:lnTo>
                    <a:pt x="204307" y="23"/>
                  </a:lnTo>
                  <a:lnTo>
                    <a:pt x="196449" y="17"/>
                  </a:lnTo>
                  <a:lnTo>
                    <a:pt x="188591" y="47"/>
                  </a:lnTo>
                  <a:lnTo>
                    <a:pt x="180733" y="32"/>
                  </a:lnTo>
                  <a:lnTo>
                    <a:pt x="172875" y="42"/>
                  </a:lnTo>
                  <a:lnTo>
                    <a:pt x="165017" y="60"/>
                  </a:lnTo>
                  <a:lnTo>
                    <a:pt x="157159" y="69"/>
                  </a:lnTo>
                  <a:lnTo>
                    <a:pt x="149301" y="91"/>
                  </a:lnTo>
                  <a:lnTo>
                    <a:pt x="141443" y="80"/>
                  </a:lnTo>
                  <a:lnTo>
                    <a:pt x="133585" y="85"/>
                  </a:lnTo>
                  <a:lnTo>
                    <a:pt x="125727" y="99"/>
                  </a:lnTo>
                  <a:lnTo>
                    <a:pt x="117869" y="133"/>
                  </a:lnTo>
                  <a:lnTo>
                    <a:pt x="110011" y="141"/>
                  </a:lnTo>
                  <a:lnTo>
                    <a:pt x="102153" y="145"/>
                  </a:lnTo>
                  <a:lnTo>
                    <a:pt x="94295" y="144"/>
                  </a:lnTo>
                  <a:lnTo>
                    <a:pt x="86437" y="169"/>
                  </a:lnTo>
                  <a:lnTo>
                    <a:pt x="78579" y="166"/>
                  </a:lnTo>
                  <a:lnTo>
                    <a:pt x="70721" y="177"/>
                  </a:lnTo>
                  <a:lnTo>
                    <a:pt x="62863" y="180"/>
                  </a:lnTo>
                  <a:lnTo>
                    <a:pt x="55005" y="202"/>
                  </a:lnTo>
                  <a:lnTo>
                    <a:pt x="47147" y="218"/>
                  </a:lnTo>
                  <a:lnTo>
                    <a:pt x="39289" y="238"/>
                  </a:lnTo>
                  <a:lnTo>
                    <a:pt x="31431" y="275"/>
                  </a:lnTo>
                  <a:lnTo>
                    <a:pt x="23573" y="317"/>
                  </a:lnTo>
                  <a:lnTo>
                    <a:pt x="15715" y="345"/>
                  </a:lnTo>
                  <a:lnTo>
                    <a:pt x="7857" y="360"/>
                  </a:lnTo>
                  <a:lnTo>
                    <a:pt x="0" y="3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1186414" y="4019732"/>
              <a:ext cx="2035220" cy="3540"/>
            </a:xfrm>
            <a:custGeom>
              <a:avLst/>
              <a:pathLst>
                <a:path w="2035220" h="3540">
                  <a:moveTo>
                    <a:pt x="0" y="0"/>
                  </a:moveTo>
                  <a:lnTo>
                    <a:pt x="7857" y="15"/>
                  </a:lnTo>
                  <a:lnTo>
                    <a:pt x="15715" y="34"/>
                  </a:lnTo>
                  <a:lnTo>
                    <a:pt x="23573" y="53"/>
                  </a:lnTo>
                  <a:lnTo>
                    <a:pt x="31431" y="67"/>
                  </a:lnTo>
                  <a:lnTo>
                    <a:pt x="39289" y="76"/>
                  </a:lnTo>
                  <a:lnTo>
                    <a:pt x="47147" y="88"/>
                  </a:lnTo>
                  <a:lnTo>
                    <a:pt x="55005" y="103"/>
                  </a:lnTo>
                  <a:lnTo>
                    <a:pt x="62863" y="116"/>
                  </a:lnTo>
                  <a:lnTo>
                    <a:pt x="70721" y="132"/>
                  </a:lnTo>
                  <a:lnTo>
                    <a:pt x="78579" y="156"/>
                  </a:lnTo>
                  <a:lnTo>
                    <a:pt x="86437" y="181"/>
                  </a:lnTo>
                  <a:lnTo>
                    <a:pt x="94295" y="199"/>
                  </a:lnTo>
                  <a:lnTo>
                    <a:pt x="102153" y="211"/>
                  </a:lnTo>
                  <a:lnTo>
                    <a:pt x="110011" y="233"/>
                  </a:lnTo>
                  <a:lnTo>
                    <a:pt x="117869" y="243"/>
                  </a:lnTo>
                  <a:lnTo>
                    <a:pt x="125727" y="260"/>
                  </a:lnTo>
                  <a:lnTo>
                    <a:pt x="133585" y="275"/>
                  </a:lnTo>
                  <a:lnTo>
                    <a:pt x="141443" y="289"/>
                  </a:lnTo>
                  <a:lnTo>
                    <a:pt x="149301" y="302"/>
                  </a:lnTo>
                  <a:lnTo>
                    <a:pt x="157159" y="310"/>
                  </a:lnTo>
                  <a:lnTo>
                    <a:pt x="165017" y="323"/>
                  </a:lnTo>
                  <a:lnTo>
                    <a:pt x="172875" y="343"/>
                  </a:lnTo>
                  <a:lnTo>
                    <a:pt x="180733" y="355"/>
                  </a:lnTo>
                  <a:lnTo>
                    <a:pt x="188591" y="370"/>
                  </a:lnTo>
                  <a:lnTo>
                    <a:pt x="196449" y="388"/>
                  </a:lnTo>
                  <a:lnTo>
                    <a:pt x="204307" y="406"/>
                  </a:lnTo>
                  <a:lnTo>
                    <a:pt x="212165" y="422"/>
                  </a:lnTo>
                  <a:lnTo>
                    <a:pt x="220023" y="442"/>
                  </a:lnTo>
                  <a:lnTo>
                    <a:pt x="227881" y="457"/>
                  </a:lnTo>
                  <a:lnTo>
                    <a:pt x="235739" y="479"/>
                  </a:lnTo>
                  <a:lnTo>
                    <a:pt x="243597" y="491"/>
                  </a:lnTo>
                  <a:lnTo>
                    <a:pt x="251455" y="509"/>
                  </a:lnTo>
                  <a:lnTo>
                    <a:pt x="259313" y="523"/>
                  </a:lnTo>
                  <a:lnTo>
                    <a:pt x="267171" y="537"/>
                  </a:lnTo>
                  <a:lnTo>
                    <a:pt x="275029" y="558"/>
                  </a:lnTo>
                  <a:lnTo>
                    <a:pt x="282887" y="577"/>
                  </a:lnTo>
                  <a:lnTo>
                    <a:pt x="290745" y="589"/>
                  </a:lnTo>
                  <a:lnTo>
                    <a:pt x="298603" y="607"/>
                  </a:lnTo>
                  <a:lnTo>
                    <a:pt x="306461" y="623"/>
                  </a:lnTo>
                  <a:lnTo>
                    <a:pt x="314319" y="639"/>
                  </a:lnTo>
                  <a:lnTo>
                    <a:pt x="322177" y="655"/>
                  </a:lnTo>
                  <a:lnTo>
                    <a:pt x="330035" y="666"/>
                  </a:lnTo>
                  <a:lnTo>
                    <a:pt x="337893" y="681"/>
                  </a:lnTo>
                  <a:lnTo>
                    <a:pt x="345751" y="702"/>
                  </a:lnTo>
                  <a:lnTo>
                    <a:pt x="353609" y="714"/>
                  </a:lnTo>
                  <a:lnTo>
                    <a:pt x="361467" y="726"/>
                  </a:lnTo>
                  <a:lnTo>
                    <a:pt x="369325" y="747"/>
                  </a:lnTo>
                  <a:lnTo>
                    <a:pt x="377183" y="762"/>
                  </a:lnTo>
                  <a:lnTo>
                    <a:pt x="385041" y="771"/>
                  </a:lnTo>
                  <a:lnTo>
                    <a:pt x="392899" y="787"/>
                  </a:lnTo>
                  <a:lnTo>
                    <a:pt x="400757" y="803"/>
                  </a:lnTo>
                  <a:lnTo>
                    <a:pt x="408615" y="816"/>
                  </a:lnTo>
                  <a:lnTo>
                    <a:pt x="416473" y="828"/>
                  </a:lnTo>
                  <a:lnTo>
                    <a:pt x="424331" y="844"/>
                  </a:lnTo>
                  <a:lnTo>
                    <a:pt x="432189" y="861"/>
                  </a:lnTo>
                  <a:lnTo>
                    <a:pt x="440047" y="871"/>
                  </a:lnTo>
                  <a:lnTo>
                    <a:pt x="447905" y="881"/>
                  </a:lnTo>
                  <a:lnTo>
                    <a:pt x="455763" y="901"/>
                  </a:lnTo>
                  <a:lnTo>
                    <a:pt x="463621" y="917"/>
                  </a:lnTo>
                  <a:lnTo>
                    <a:pt x="471479" y="934"/>
                  </a:lnTo>
                  <a:lnTo>
                    <a:pt x="479337" y="951"/>
                  </a:lnTo>
                  <a:lnTo>
                    <a:pt x="487195" y="969"/>
                  </a:lnTo>
                  <a:lnTo>
                    <a:pt x="495053" y="987"/>
                  </a:lnTo>
                  <a:lnTo>
                    <a:pt x="502911" y="1001"/>
                  </a:lnTo>
                  <a:lnTo>
                    <a:pt x="510769" y="1017"/>
                  </a:lnTo>
                  <a:lnTo>
                    <a:pt x="518627" y="1035"/>
                  </a:lnTo>
                  <a:lnTo>
                    <a:pt x="526485" y="1050"/>
                  </a:lnTo>
                  <a:lnTo>
                    <a:pt x="534343" y="1063"/>
                  </a:lnTo>
                  <a:lnTo>
                    <a:pt x="542201" y="1074"/>
                  </a:lnTo>
                  <a:lnTo>
                    <a:pt x="550059" y="1088"/>
                  </a:lnTo>
                  <a:lnTo>
                    <a:pt x="557917" y="1098"/>
                  </a:lnTo>
                  <a:lnTo>
                    <a:pt x="565775" y="1107"/>
                  </a:lnTo>
                  <a:lnTo>
                    <a:pt x="573633" y="1118"/>
                  </a:lnTo>
                  <a:lnTo>
                    <a:pt x="581491" y="1129"/>
                  </a:lnTo>
                  <a:lnTo>
                    <a:pt x="589349" y="1140"/>
                  </a:lnTo>
                  <a:lnTo>
                    <a:pt x="597207" y="1159"/>
                  </a:lnTo>
                  <a:lnTo>
                    <a:pt x="605065" y="1181"/>
                  </a:lnTo>
                  <a:lnTo>
                    <a:pt x="612923" y="1196"/>
                  </a:lnTo>
                  <a:lnTo>
                    <a:pt x="620781" y="1211"/>
                  </a:lnTo>
                  <a:lnTo>
                    <a:pt x="628639" y="1225"/>
                  </a:lnTo>
                  <a:lnTo>
                    <a:pt x="636497" y="1238"/>
                  </a:lnTo>
                  <a:lnTo>
                    <a:pt x="644355" y="1256"/>
                  </a:lnTo>
                  <a:lnTo>
                    <a:pt x="652213" y="1272"/>
                  </a:lnTo>
                  <a:lnTo>
                    <a:pt x="660071" y="1281"/>
                  </a:lnTo>
                  <a:lnTo>
                    <a:pt x="667929" y="1299"/>
                  </a:lnTo>
                  <a:lnTo>
                    <a:pt x="675787" y="1312"/>
                  </a:lnTo>
                  <a:lnTo>
                    <a:pt x="683645" y="1321"/>
                  </a:lnTo>
                  <a:lnTo>
                    <a:pt x="691503" y="1336"/>
                  </a:lnTo>
                  <a:lnTo>
                    <a:pt x="699361" y="1350"/>
                  </a:lnTo>
                  <a:lnTo>
                    <a:pt x="707219" y="1362"/>
                  </a:lnTo>
                  <a:lnTo>
                    <a:pt x="715077" y="1371"/>
                  </a:lnTo>
                  <a:lnTo>
                    <a:pt x="722935" y="1386"/>
                  </a:lnTo>
                  <a:lnTo>
                    <a:pt x="730793" y="1408"/>
                  </a:lnTo>
                  <a:lnTo>
                    <a:pt x="738651" y="1422"/>
                  </a:lnTo>
                  <a:lnTo>
                    <a:pt x="746509" y="1435"/>
                  </a:lnTo>
                  <a:lnTo>
                    <a:pt x="754367" y="1444"/>
                  </a:lnTo>
                  <a:lnTo>
                    <a:pt x="762225" y="1457"/>
                  </a:lnTo>
                  <a:lnTo>
                    <a:pt x="770083" y="1468"/>
                  </a:lnTo>
                  <a:lnTo>
                    <a:pt x="777941" y="1481"/>
                  </a:lnTo>
                  <a:lnTo>
                    <a:pt x="785799" y="1492"/>
                  </a:lnTo>
                  <a:lnTo>
                    <a:pt x="793657" y="1505"/>
                  </a:lnTo>
                  <a:lnTo>
                    <a:pt x="801515" y="1519"/>
                  </a:lnTo>
                  <a:lnTo>
                    <a:pt x="809373" y="1533"/>
                  </a:lnTo>
                  <a:lnTo>
                    <a:pt x="817231" y="1546"/>
                  </a:lnTo>
                  <a:lnTo>
                    <a:pt x="825089" y="1563"/>
                  </a:lnTo>
                  <a:lnTo>
                    <a:pt x="832947" y="1574"/>
                  </a:lnTo>
                  <a:lnTo>
                    <a:pt x="840805" y="1587"/>
                  </a:lnTo>
                  <a:lnTo>
                    <a:pt x="848663" y="1603"/>
                  </a:lnTo>
                  <a:lnTo>
                    <a:pt x="856521" y="1621"/>
                  </a:lnTo>
                  <a:lnTo>
                    <a:pt x="864379" y="1630"/>
                  </a:lnTo>
                  <a:lnTo>
                    <a:pt x="872237" y="1645"/>
                  </a:lnTo>
                  <a:lnTo>
                    <a:pt x="880095" y="1654"/>
                  </a:lnTo>
                  <a:lnTo>
                    <a:pt x="887953" y="1678"/>
                  </a:lnTo>
                  <a:lnTo>
                    <a:pt x="895811" y="1694"/>
                  </a:lnTo>
                  <a:lnTo>
                    <a:pt x="903669" y="1712"/>
                  </a:lnTo>
                  <a:lnTo>
                    <a:pt x="911527" y="1731"/>
                  </a:lnTo>
                  <a:lnTo>
                    <a:pt x="919385" y="1741"/>
                  </a:lnTo>
                  <a:lnTo>
                    <a:pt x="927243" y="1754"/>
                  </a:lnTo>
                  <a:lnTo>
                    <a:pt x="935101" y="1765"/>
                  </a:lnTo>
                  <a:lnTo>
                    <a:pt x="942959" y="1778"/>
                  </a:lnTo>
                  <a:lnTo>
                    <a:pt x="950817" y="1794"/>
                  </a:lnTo>
                  <a:lnTo>
                    <a:pt x="958675" y="1806"/>
                  </a:lnTo>
                  <a:lnTo>
                    <a:pt x="966533" y="1820"/>
                  </a:lnTo>
                  <a:lnTo>
                    <a:pt x="974391" y="1837"/>
                  </a:lnTo>
                  <a:lnTo>
                    <a:pt x="982249" y="1849"/>
                  </a:lnTo>
                  <a:lnTo>
                    <a:pt x="990107" y="1864"/>
                  </a:lnTo>
                  <a:lnTo>
                    <a:pt x="997965" y="1874"/>
                  </a:lnTo>
                  <a:lnTo>
                    <a:pt x="1005823" y="1886"/>
                  </a:lnTo>
                  <a:lnTo>
                    <a:pt x="1013681" y="1897"/>
                  </a:lnTo>
                  <a:lnTo>
                    <a:pt x="1021539" y="1910"/>
                  </a:lnTo>
                  <a:lnTo>
                    <a:pt x="1029397" y="1921"/>
                  </a:lnTo>
                  <a:lnTo>
                    <a:pt x="1037254" y="1940"/>
                  </a:lnTo>
                  <a:lnTo>
                    <a:pt x="1045112" y="1963"/>
                  </a:lnTo>
                  <a:lnTo>
                    <a:pt x="1052970" y="1967"/>
                  </a:lnTo>
                  <a:lnTo>
                    <a:pt x="1060828" y="1981"/>
                  </a:lnTo>
                  <a:lnTo>
                    <a:pt x="1068686" y="1994"/>
                  </a:lnTo>
                  <a:lnTo>
                    <a:pt x="1076544" y="2007"/>
                  </a:lnTo>
                  <a:lnTo>
                    <a:pt x="1084402" y="2016"/>
                  </a:lnTo>
                  <a:lnTo>
                    <a:pt x="1092260" y="2030"/>
                  </a:lnTo>
                  <a:lnTo>
                    <a:pt x="1100118" y="2048"/>
                  </a:lnTo>
                  <a:lnTo>
                    <a:pt x="1107976" y="2065"/>
                  </a:lnTo>
                  <a:lnTo>
                    <a:pt x="1115834" y="2078"/>
                  </a:lnTo>
                  <a:lnTo>
                    <a:pt x="1123692" y="2095"/>
                  </a:lnTo>
                  <a:lnTo>
                    <a:pt x="1131550" y="2106"/>
                  </a:lnTo>
                  <a:lnTo>
                    <a:pt x="1139408" y="2119"/>
                  </a:lnTo>
                  <a:lnTo>
                    <a:pt x="1147266" y="2137"/>
                  </a:lnTo>
                  <a:lnTo>
                    <a:pt x="1155124" y="2147"/>
                  </a:lnTo>
                  <a:lnTo>
                    <a:pt x="1162982" y="2156"/>
                  </a:lnTo>
                  <a:lnTo>
                    <a:pt x="1170840" y="2169"/>
                  </a:lnTo>
                  <a:lnTo>
                    <a:pt x="1178698" y="2184"/>
                  </a:lnTo>
                  <a:lnTo>
                    <a:pt x="1186556" y="2196"/>
                  </a:lnTo>
                  <a:lnTo>
                    <a:pt x="1194414" y="2206"/>
                  </a:lnTo>
                  <a:lnTo>
                    <a:pt x="1202272" y="2219"/>
                  </a:lnTo>
                  <a:lnTo>
                    <a:pt x="1210130" y="2231"/>
                  </a:lnTo>
                  <a:lnTo>
                    <a:pt x="1217988" y="2245"/>
                  </a:lnTo>
                  <a:lnTo>
                    <a:pt x="1225846" y="2263"/>
                  </a:lnTo>
                  <a:lnTo>
                    <a:pt x="1233704" y="2283"/>
                  </a:lnTo>
                  <a:lnTo>
                    <a:pt x="1241562" y="2301"/>
                  </a:lnTo>
                  <a:lnTo>
                    <a:pt x="1249420" y="2315"/>
                  </a:lnTo>
                  <a:lnTo>
                    <a:pt x="1257278" y="2327"/>
                  </a:lnTo>
                  <a:lnTo>
                    <a:pt x="1265136" y="2337"/>
                  </a:lnTo>
                  <a:lnTo>
                    <a:pt x="1272994" y="2346"/>
                  </a:lnTo>
                  <a:lnTo>
                    <a:pt x="1280852" y="2351"/>
                  </a:lnTo>
                  <a:lnTo>
                    <a:pt x="1288710" y="2361"/>
                  </a:lnTo>
                  <a:lnTo>
                    <a:pt x="1296568" y="2374"/>
                  </a:lnTo>
                  <a:lnTo>
                    <a:pt x="1304426" y="2393"/>
                  </a:lnTo>
                  <a:lnTo>
                    <a:pt x="1312284" y="2407"/>
                  </a:lnTo>
                  <a:lnTo>
                    <a:pt x="1320142" y="2416"/>
                  </a:lnTo>
                  <a:lnTo>
                    <a:pt x="1328000" y="2434"/>
                  </a:lnTo>
                  <a:lnTo>
                    <a:pt x="1335858" y="2448"/>
                  </a:lnTo>
                  <a:lnTo>
                    <a:pt x="1343716" y="2462"/>
                  </a:lnTo>
                  <a:lnTo>
                    <a:pt x="1351574" y="2469"/>
                  </a:lnTo>
                  <a:lnTo>
                    <a:pt x="1359432" y="2479"/>
                  </a:lnTo>
                  <a:lnTo>
                    <a:pt x="1367290" y="2487"/>
                  </a:lnTo>
                  <a:lnTo>
                    <a:pt x="1375148" y="2497"/>
                  </a:lnTo>
                  <a:lnTo>
                    <a:pt x="1383006" y="2506"/>
                  </a:lnTo>
                  <a:lnTo>
                    <a:pt x="1390864" y="2521"/>
                  </a:lnTo>
                  <a:lnTo>
                    <a:pt x="1398722" y="2537"/>
                  </a:lnTo>
                  <a:lnTo>
                    <a:pt x="1406580" y="2554"/>
                  </a:lnTo>
                  <a:lnTo>
                    <a:pt x="1414438" y="2570"/>
                  </a:lnTo>
                  <a:lnTo>
                    <a:pt x="1422296" y="2585"/>
                  </a:lnTo>
                  <a:lnTo>
                    <a:pt x="1430154" y="2598"/>
                  </a:lnTo>
                  <a:lnTo>
                    <a:pt x="1438012" y="2608"/>
                  </a:lnTo>
                  <a:lnTo>
                    <a:pt x="1445870" y="2623"/>
                  </a:lnTo>
                  <a:lnTo>
                    <a:pt x="1453728" y="2637"/>
                  </a:lnTo>
                  <a:lnTo>
                    <a:pt x="1461586" y="2651"/>
                  </a:lnTo>
                  <a:lnTo>
                    <a:pt x="1469444" y="2667"/>
                  </a:lnTo>
                  <a:lnTo>
                    <a:pt x="1477302" y="2681"/>
                  </a:lnTo>
                  <a:lnTo>
                    <a:pt x="1485160" y="2694"/>
                  </a:lnTo>
                  <a:lnTo>
                    <a:pt x="1493018" y="2703"/>
                  </a:lnTo>
                  <a:lnTo>
                    <a:pt x="1500876" y="2716"/>
                  </a:lnTo>
                  <a:lnTo>
                    <a:pt x="1508734" y="2729"/>
                  </a:lnTo>
                  <a:lnTo>
                    <a:pt x="1516592" y="2739"/>
                  </a:lnTo>
                  <a:lnTo>
                    <a:pt x="1524450" y="2752"/>
                  </a:lnTo>
                  <a:lnTo>
                    <a:pt x="1532308" y="2764"/>
                  </a:lnTo>
                  <a:lnTo>
                    <a:pt x="1540166" y="2777"/>
                  </a:lnTo>
                  <a:lnTo>
                    <a:pt x="1548024" y="2788"/>
                  </a:lnTo>
                  <a:lnTo>
                    <a:pt x="1555882" y="2791"/>
                  </a:lnTo>
                  <a:lnTo>
                    <a:pt x="1563740" y="2801"/>
                  </a:lnTo>
                  <a:lnTo>
                    <a:pt x="1571598" y="2815"/>
                  </a:lnTo>
                  <a:lnTo>
                    <a:pt x="1579456" y="2827"/>
                  </a:lnTo>
                  <a:lnTo>
                    <a:pt x="1587314" y="2838"/>
                  </a:lnTo>
                  <a:lnTo>
                    <a:pt x="1595172" y="2854"/>
                  </a:lnTo>
                  <a:lnTo>
                    <a:pt x="1603030" y="2869"/>
                  </a:lnTo>
                  <a:lnTo>
                    <a:pt x="1610888" y="2883"/>
                  </a:lnTo>
                  <a:lnTo>
                    <a:pt x="1618746" y="2896"/>
                  </a:lnTo>
                  <a:lnTo>
                    <a:pt x="1626604" y="2904"/>
                  </a:lnTo>
                  <a:lnTo>
                    <a:pt x="1634462" y="2914"/>
                  </a:lnTo>
                  <a:lnTo>
                    <a:pt x="1642320" y="2926"/>
                  </a:lnTo>
                  <a:lnTo>
                    <a:pt x="1650178" y="2938"/>
                  </a:lnTo>
                  <a:lnTo>
                    <a:pt x="1658036" y="2950"/>
                  </a:lnTo>
                  <a:lnTo>
                    <a:pt x="1665894" y="2959"/>
                  </a:lnTo>
                  <a:lnTo>
                    <a:pt x="1673752" y="2973"/>
                  </a:lnTo>
                  <a:lnTo>
                    <a:pt x="1681610" y="2984"/>
                  </a:lnTo>
                  <a:lnTo>
                    <a:pt x="1689468" y="2995"/>
                  </a:lnTo>
                  <a:lnTo>
                    <a:pt x="1697326" y="3007"/>
                  </a:lnTo>
                  <a:lnTo>
                    <a:pt x="1705184" y="3015"/>
                  </a:lnTo>
                  <a:lnTo>
                    <a:pt x="1713042" y="3025"/>
                  </a:lnTo>
                  <a:lnTo>
                    <a:pt x="1720900" y="3040"/>
                  </a:lnTo>
                  <a:lnTo>
                    <a:pt x="1728758" y="3054"/>
                  </a:lnTo>
                  <a:lnTo>
                    <a:pt x="1736616" y="3071"/>
                  </a:lnTo>
                  <a:lnTo>
                    <a:pt x="1744474" y="3088"/>
                  </a:lnTo>
                  <a:lnTo>
                    <a:pt x="1752332" y="3107"/>
                  </a:lnTo>
                  <a:lnTo>
                    <a:pt x="1760190" y="3121"/>
                  </a:lnTo>
                  <a:lnTo>
                    <a:pt x="1768048" y="3129"/>
                  </a:lnTo>
                  <a:lnTo>
                    <a:pt x="1775906" y="3144"/>
                  </a:lnTo>
                  <a:lnTo>
                    <a:pt x="1783764" y="3160"/>
                  </a:lnTo>
                  <a:lnTo>
                    <a:pt x="1791622" y="3173"/>
                  </a:lnTo>
                  <a:lnTo>
                    <a:pt x="1799480" y="3183"/>
                  </a:lnTo>
                  <a:lnTo>
                    <a:pt x="1807338" y="3193"/>
                  </a:lnTo>
                  <a:lnTo>
                    <a:pt x="1815196" y="3206"/>
                  </a:lnTo>
                  <a:lnTo>
                    <a:pt x="1823054" y="3217"/>
                  </a:lnTo>
                  <a:lnTo>
                    <a:pt x="1830912" y="3231"/>
                  </a:lnTo>
                  <a:lnTo>
                    <a:pt x="1838770" y="3244"/>
                  </a:lnTo>
                  <a:lnTo>
                    <a:pt x="1846628" y="3252"/>
                  </a:lnTo>
                  <a:lnTo>
                    <a:pt x="1854486" y="3263"/>
                  </a:lnTo>
                  <a:lnTo>
                    <a:pt x="1862344" y="3277"/>
                  </a:lnTo>
                  <a:lnTo>
                    <a:pt x="1870202" y="3287"/>
                  </a:lnTo>
                  <a:lnTo>
                    <a:pt x="1878060" y="3298"/>
                  </a:lnTo>
                  <a:lnTo>
                    <a:pt x="1885918" y="3311"/>
                  </a:lnTo>
                  <a:lnTo>
                    <a:pt x="1893776" y="3324"/>
                  </a:lnTo>
                  <a:lnTo>
                    <a:pt x="1901634" y="3336"/>
                  </a:lnTo>
                  <a:lnTo>
                    <a:pt x="1909492" y="3350"/>
                  </a:lnTo>
                  <a:lnTo>
                    <a:pt x="1917350" y="3363"/>
                  </a:lnTo>
                  <a:lnTo>
                    <a:pt x="1925208" y="3374"/>
                  </a:lnTo>
                  <a:lnTo>
                    <a:pt x="1933066" y="3386"/>
                  </a:lnTo>
                  <a:lnTo>
                    <a:pt x="1940924" y="3398"/>
                  </a:lnTo>
                  <a:lnTo>
                    <a:pt x="1948782" y="3413"/>
                  </a:lnTo>
                  <a:lnTo>
                    <a:pt x="1956640" y="3430"/>
                  </a:lnTo>
                  <a:lnTo>
                    <a:pt x="1964498" y="3442"/>
                  </a:lnTo>
                  <a:lnTo>
                    <a:pt x="1972356" y="3453"/>
                  </a:lnTo>
                  <a:lnTo>
                    <a:pt x="1980214" y="3465"/>
                  </a:lnTo>
                  <a:lnTo>
                    <a:pt x="1988072" y="3478"/>
                  </a:lnTo>
                  <a:lnTo>
                    <a:pt x="1995930" y="3494"/>
                  </a:lnTo>
                  <a:lnTo>
                    <a:pt x="2003788" y="3499"/>
                  </a:lnTo>
                  <a:lnTo>
                    <a:pt x="2011646" y="3507"/>
                  </a:lnTo>
                  <a:lnTo>
                    <a:pt x="2019504" y="3517"/>
                  </a:lnTo>
                  <a:lnTo>
                    <a:pt x="2027362" y="3528"/>
                  </a:lnTo>
                  <a:lnTo>
                    <a:pt x="2035220" y="354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1186414" y="4016778"/>
              <a:ext cx="2035220" cy="4395"/>
            </a:xfrm>
            <a:custGeom>
              <a:avLst/>
              <a:pathLst>
                <a:path w="2035220" h="4395">
                  <a:moveTo>
                    <a:pt x="0" y="0"/>
                  </a:moveTo>
                  <a:lnTo>
                    <a:pt x="7857" y="30"/>
                  </a:lnTo>
                  <a:lnTo>
                    <a:pt x="15715" y="59"/>
                  </a:lnTo>
                  <a:lnTo>
                    <a:pt x="23573" y="69"/>
                  </a:lnTo>
                  <a:lnTo>
                    <a:pt x="31431" y="100"/>
                  </a:lnTo>
                  <a:lnTo>
                    <a:pt x="39289" y="115"/>
                  </a:lnTo>
                  <a:lnTo>
                    <a:pt x="47147" y="144"/>
                  </a:lnTo>
                  <a:lnTo>
                    <a:pt x="55005" y="157"/>
                  </a:lnTo>
                  <a:lnTo>
                    <a:pt x="62863" y="174"/>
                  </a:lnTo>
                  <a:lnTo>
                    <a:pt x="70721" y="193"/>
                  </a:lnTo>
                  <a:lnTo>
                    <a:pt x="78579" y="227"/>
                  </a:lnTo>
                  <a:lnTo>
                    <a:pt x="86437" y="253"/>
                  </a:lnTo>
                  <a:lnTo>
                    <a:pt x="94295" y="282"/>
                  </a:lnTo>
                  <a:lnTo>
                    <a:pt x="102153" y="295"/>
                  </a:lnTo>
                  <a:lnTo>
                    <a:pt x="110011" y="299"/>
                  </a:lnTo>
                  <a:lnTo>
                    <a:pt x="117869" y="333"/>
                  </a:lnTo>
                  <a:lnTo>
                    <a:pt x="125727" y="355"/>
                  </a:lnTo>
                  <a:lnTo>
                    <a:pt x="133585" y="363"/>
                  </a:lnTo>
                  <a:lnTo>
                    <a:pt x="141443" y="375"/>
                  </a:lnTo>
                  <a:lnTo>
                    <a:pt x="149301" y="400"/>
                  </a:lnTo>
                  <a:lnTo>
                    <a:pt x="157159" y="418"/>
                  </a:lnTo>
                  <a:lnTo>
                    <a:pt x="165017" y="435"/>
                  </a:lnTo>
                  <a:lnTo>
                    <a:pt x="172875" y="454"/>
                  </a:lnTo>
                  <a:lnTo>
                    <a:pt x="180733" y="481"/>
                  </a:lnTo>
                  <a:lnTo>
                    <a:pt x="188591" y="501"/>
                  </a:lnTo>
                  <a:lnTo>
                    <a:pt x="196449" y="515"/>
                  </a:lnTo>
                  <a:lnTo>
                    <a:pt x="204307" y="525"/>
                  </a:lnTo>
                  <a:lnTo>
                    <a:pt x="212165" y="529"/>
                  </a:lnTo>
                  <a:lnTo>
                    <a:pt x="220023" y="551"/>
                  </a:lnTo>
                  <a:lnTo>
                    <a:pt x="227881" y="560"/>
                  </a:lnTo>
                  <a:lnTo>
                    <a:pt x="235739" y="567"/>
                  </a:lnTo>
                  <a:lnTo>
                    <a:pt x="243597" y="587"/>
                  </a:lnTo>
                  <a:lnTo>
                    <a:pt x="251455" y="608"/>
                  </a:lnTo>
                  <a:lnTo>
                    <a:pt x="259313" y="619"/>
                  </a:lnTo>
                  <a:lnTo>
                    <a:pt x="267171" y="644"/>
                  </a:lnTo>
                  <a:lnTo>
                    <a:pt x="275029" y="658"/>
                  </a:lnTo>
                  <a:lnTo>
                    <a:pt x="282887" y="680"/>
                  </a:lnTo>
                  <a:lnTo>
                    <a:pt x="290745" y="692"/>
                  </a:lnTo>
                  <a:lnTo>
                    <a:pt x="298603" y="713"/>
                  </a:lnTo>
                  <a:lnTo>
                    <a:pt x="306461" y="728"/>
                  </a:lnTo>
                  <a:lnTo>
                    <a:pt x="314319" y="744"/>
                  </a:lnTo>
                  <a:lnTo>
                    <a:pt x="322177" y="760"/>
                  </a:lnTo>
                  <a:lnTo>
                    <a:pt x="330035" y="777"/>
                  </a:lnTo>
                  <a:lnTo>
                    <a:pt x="337893" y="802"/>
                  </a:lnTo>
                  <a:lnTo>
                    <a:pt x="345751" y="834"/>
                  </a:lnTo>
                  <a:lnTo>
                    <a:pt x="353609" y="853"/>
                  </a:lnTo>
                  <a:lnTo>
                    <a:pt x="361467" y="863"/>
                  </a:lnTo>
                  <a:lnTo>
                    <a:pt x="369325" y="889"/>
                  </a:lnTo>
                  <a:lnTo>
                    <a:pt x="377183" y="912"/>
                  </a:lnTo>
                  <a:lnTo>
                    <a:pt x="385041" y="926"/>
                  </a:lnTo>
                  <a:lnTo>
                    <a:pt x="392899" y="946"/>
                  </a:lnTo>
                  <a:lnTo>
                    <a:pt x="400757" y="958"/>
                  </a:lnTo>
                  <a:lnTo>
                    <a:pt x="408615" y="976"/>
                  </a:lnTo>
                  <a:lnTo>
                    <a:pt x="416473" y="995"/>
                  </a:lnTo>
                  <a:lnTo>
                    <a:pt x="424331" y="1011"/>
                  </a:lnTo>
                  <a:lnTo>
                    <a:pt x="432189" y="1035"/>
                  </a:lnTo>
                  <a:lnTo>
                    <a:pt x="440047" y="1052"/>
                  </a:lnTo>
                  <a:lnTo>
                    <a:pt x="447905" y="1061"/>
                  </a:lnTo>
                  <a:lnTo>
                    <a:pt x="455763" y="1070"/>
                  </a:lnTo>
                  <a:lnTo>
                    <a:pt x="463621" y="1084"/>
                  </a:lnTo>
                  <a:lnTo>
                    <a:pt x="471479" y="1114"/>
                  </a:lnTo>
                  <a:lnTo>
                    <a:pt x="479337" y="1136"/>
                  </a:lnTo>
                  <a:lnTo>
                    <a:pt x="487195" y="1150"/>
                  </a:lnTo>
                  <a:lnTo>
                    <a:pt x="495053" y="1153"/>
                  </a:lnTo>
                  <a:lnTo>
                    <a:pt x="502911" y="1163"/>
                  </a:lnTo>
                  <a:lnTo>
                    <a:pt x="510769" y="1183"/>
                  </a:lnTo>
                  <a:lnTo>
                    <a:pt x="518627" y="1208"/>
                  </a:lnTo>
                  <a:lnTo>
                    <a:pt x="526485" y="1226"/>
                  </a:lnTo>
                  <a:lnTo>
                    <a:pt x="534343" y="1244"/>
                  </a:lnTo>
                  <a:lnTo>
                    <a:pt x="542201" y="1260"/>
                  </a:lnTo>
                  <a:lnTo>
                    <a:pt x="550059" y="1285"/>
                  </a:lnTo>
                  <a:lnTo>
                    <a:pt x="557917" y="1300"/>
                  </a:lnTo>
                  <a:lnTo>
                    <a:pt x="565775" y="1313"/>
                  </a:lnTo>
                  <a:lnTo>
                    <a:pt x="573633" y="1329"/>
                  </a:lnTo>
                  <a:lnTo>
                    <a:pt x="581491" y="1347"/>
                  </a:lnTo>
                  <a:lnTo>
                    <a:pt x="589349" y="1361"/>
                  </a:lnTo>
                  <a:lnTo>
                    <a:pt x="597207" y="1387"/>
                  </a:lnTo>
                  <a:lnTo>
                    <a:pt x="605065" y="1410"/>
                  </a:lnTo>
                  <a:lnTo>
                    <a:pt x="612923" y="1435"/>
                  </a:lnTo>
                  <a:lnTo>
                    <a:pt x="620781" y="1439"/>
                  </a:lnTo>
                  <a:lnTo>
                    <a:pt x="628639" y="1460"/>
                  </a:lnTo>
                  <a:lnTo>
                    <a:pt x="636497" y="1480"/>
                  </a:lnTo>
                  <a:lnTo>
                    <a:pt x="644355" y="1496"/>
                  </a:lnTo>
                  <a:lnTo>
                    <a:pt x="652213" y="1510"/>
                  </a:lnTo>
                  <a:lnTo>
                    <a:pt x="660071" y="1519"/>
                  </a:lnTo>
                  <a:lnTo>
                    <a:pt x="667929" y="1543"/>
                  </a:lnTo>
                  <a:lnTo>
                    <a:pt x="675787" y="1555"/>
                  </a:lnTo>
                  <a:lnTo>
                    <a:pt x="683645" y="1567"/>
                  </a:lnTo>
                  <a:lnTo>
                    <a:pt x="691503" y="1589"/>
                  </a:lnTo>
                  <a:lnTo>
                    <a:pt x="699361" y="1610"/>
                  </a:lnTo>
                  <a:lnTo>
                    <a:pt x="707219" y="1622"/>
                  </a:lnTo>
                  <a:lnTo>
                    <a:pt x="715077" y="1651"/>
                  </a:lnTo>
                  <a:lnTo>
                    <a:pt x="722935" y="1667"/>
                  </a:lnTo>
                  <a:lnTo>
                    <a:pt x="730793" y="1683"/>
                  </a:lnTo>
                  <a:lnTo>
                    <a:pt x="738651" y="1700"/>
                  </a:lnTo>
                  <a:lnTo>
                    <a:pt x="746509" y="1724"/>
                  </a:lnTo>
                  <a:lnTo>
                    <a:pt x="754367" y="1754"/>
                  </a:lnTo>
                  <a:lnTo>
                    <a:pt x="762225" y="1763"/>
                  </a:lnTo>
                  <a:lnTo>
                    <a:pt x="770083" y="1788"/>
                  </a:lnTo>
                  <a:lnTo>
                    <a:pt x="777941" y="1813"/>
                  </a:lnTo>
                  <a:lnTo>
                    <a:pt x="785799" y="1848"/>
                  </a:lnTo>
                  <a:lnTo>
                    <a:pt x="793657" y="1863"/>
                  </a:lnTo>
                  <a:lnTo>
                    <a:pt x="801515" y="1886"/>
                  </a:lnTo>
                  <a:lnTo>
                    <a:pt x="809373" y="1909"/>
                  </a:lnTo>
                  <a:lnTo>
                    <a:pt x="817231" y="1919"/>
                  </a:lnTo>
                  <a:lnTo>
                    <a:pt x="825089" y="1939"/>
                  </a:lnTo>
                  <a:lnTo>
                    <a:pt x="832947" y="1954"/>
                  </a:lnTo>
                  <a:lnTo>
                    <a:pt x="840805" y="1969"/>
                  </a:lnTo>
                  <a:lnTo>
                    <a:pt x="848663" y="1987"/>
                  </a:lnTo>
                  <a:lnTo>
                    <a:pt x="856521" y="2005"/>
                  </a:lnTo>
                  <a:lnTo>
                    <a:pt x="864379" y="2025"/>
                  </a:lnTo>
                  <a:lnTo>
                    <a:pt x="872237" y="2049"/>
                  </a:lnTo>
                  <a:lnTo>
                    <a:pt x="880095" y="2081"/>
                  </a:lnTo>
                  <a:lnTo>
                    <a:pt x="887953" y="2086"/>
                  </a:lnTo>
                  <a:lnTo>
                    <a:pt x="895811" y="2102"/>
                  </a:lnTo>
                  <a:lnTo>
                    <a:pt x="903669" y="2115"/>
                  </a:lnTo>
                  <a:lnTo>
                    <a:pt x="911527" y="2139"/>
                  </a:lnTo>
                  <a:lnTo>
                    <a:pt x="919385" y="2155"/>
                  </a:lnTo>
                  <a:lnTo>
                    <a:pt x="927243" y="2167"/>
                  </a:lnTo>
                  <a:lnTo>
                    <a:pt x="935101" y="2185"/>
                  </a:lnTo>
                  <a:lnTo>
                    <a:pt x="942959" y="2200"/>
                  </a:lnTo>
                  <a:lnTo>
                    <a:pt x="950817" y="2210"/>
                  </a:lnTo>
                  <a:lnTo>
                    <a:pt x="958675" y="2234"/>
                  </a:lnTo>
                  <a:lnTo>
                    <a:pt x="966533" y="2252"/>
                  </a:lnTo>
                  <a:lnTo>
                    <a:pt x="974391" y="2267"/>
                  </a:lnTo>
                  <a:lnTo>
                    <a:pt x="982249" y="2293"/>
                  </a:lnTo>
                  <a:lnTo>
                    <a:pt x="990107" y="2308"/>
                  </a:lnTo>
                  <a:lnTo>
                    <a:pt x="997965" y="2324"/>
                  </a:lnTo>
                  <a:lnTo>
                    <a:pt x="1005823" y="2337"/>
                  </a:lnTo>
                  <a:lnTo>
                    <a:pt x="1013681" y="2354"/>
                  </a:lnTo>
                  <a:lnTo>
                    <a:pt x="1021539" y="2377"/>
                  </a:lnTo>
                  <a:lnTo>
                    <a:pt x="1029397" y="2391"/>
                  </a:lnTo>
                  <a:lnTo>
                    <a:pt x="1037254" y="2405"/>
                  </a:lnTo>
                  <a:lnTo>
                    <a:pt x="1045112" y="2414"/>
                  </a:lnTo>
                  <a:lnTo>
                    <a:pt x="1052970" y="2424"/>
                  </a:lnTo>
                  <a:lnTo>
                    <a:pt x="1060828" y="2445"/>
                  </a:lnTo>
                  <a:lnTo>
                    <a:pt x="1068686" y="2468"/>
                  </a:lnTo>
                  <a:lnTo>
                    <a:pt x="1076544" y="2493"/>
                  </a:lnTo>
                  <a:lnTo>
                    <a:pt x="1084402" y="2515"/>
                  </a:lnTo>
                  <a:lnTo>
                    <a:pt x="1092260" y="2534"/>
                  </a:lnTo>
                  <a:lnTo>
                    <a:pt x="1100118" y="2559"/>
                  </a:lnTo>
                  <a:lnTo>
                    <a:pt x="1107976" y="2572"/>
                  </a:lnTo>
                  <a:lnTo>
                    <a:pt x="1115834" y="2581"/>
                  </a:lnTo>
                  <a:lnTo>
                    <a:pt x="1123692" y="2605"/>
                  </a:lnTo>
                  <a:lnTo>
                    <a:pt x="1131550" y="2616"/>
                  </a:lnTo>
                  <a:lnTo>
                    <a:pt x="1139408" y="2638"/>
                  </a:lnTo>
                  <a:lnTo>
                    <a:pt x="1147266" y="2658"/>
                  </a:lnTo>
                  <a:lnTo>
                    <a:pt x="1155124" y="2675"/>
                  </a:lnTo>
                  <a:lnTo>
                    <a:pt x="1162982" y="2686"/>
                  </a:lnTo>
                  <a:lnTo>
                    <a:pt x="1170840" y="2702"/>
                  </a:lnTo>
                  <a:lnTo>
                    <a:pt x="1178698" y="2723"/>
                  </a:lnTo>
                  <a:lnTo>
                    <a:pt x="1186556" y="2743"/>
                  </a:lnTo>
                  <a:lnTo>
                    <a:pt x="1194414" y="2768"/>
                  </a:lnTo>
                  <a:lnTo>
                    <a:pt x="1202272" y="2782"/>
                  </a:lnTo>
                  <a:lnTo>
                    <a:pt x="1210130" y="2795"/>
                  </a:lnTo>
                  <a:lnTo>
                    <a:pt x="1217988" y="2813"/>
                  </a:lnTo>
                  <a:lnTo>
                    <a:pt x="1225846" y="2823"/>
                  </a:lnTo>
                  <a:lnTo>
                    <a:pt x="1233704" y="2838"/>
                  </a:lnTo>
                  <a:lnTo>
                    <a:pt x="1241562" y="2852"/>
                  </a:lnTo>
                  <a:lnTo>
                    <a:pt x="1249420" y="2863"/>
                  </a:lnTo>
                  <a:lnTo>
                    <a:pt x="1257278" y="2872"/>
                  </a:lnTo>
                  <a:lnTo>
                    <a:pt x="1265136" y="2889"/>
                  </a:lnTo>
                  <a:lnTo>
                    <a:pt x="1272994" y="2913"/>
                  </a:lnTo>
                  <a:lnTo>
                    <a:pt x="1280852" y="2929"/>
                  </a:lnTo>
                  <a:lnTo>
                    <a:pt x="1288710" y="2948"/>
                  </a:lnTo>
                  <a:lnTo>
                    <a:pt x="1296568" y="2962"/>
                  </a:lnTo>
                  <a:lnTo>
                    <a:pt x="1304426" y="2985"/>
                  </a:lnTo>
                  <a:lnTo>
                    <a:pt x="1312284" y="3003"/>
                  </a:lnTo>
                  <a:lnTo>
                    <a:pt x="1320142" y="3020"/>
                  </a:lnTo>
                  <a:lnTo>
                    <a:pt x="1328000" y="3037"/>
                  </a:lnTo>
                  <a:lnTo>
                    <a:pt x="1335858" y="3047"/>
                  </a:lnTo>
                  <a:lnTo>
                    <a:pt x="1343716" y="3063"/>
                  </a:lnTo>
                  <a:lnTo>
                    <a:pt x="1351574" y="3070"/>
                  </a:lnTo>
                  <a:lnTo>
                    <a:pt x="1359432" y="3088"/>
                  </a:lnTo>
                  <a:lnTo>
                    <a:pt x="1367290" y="3098"/>
                  </a:lnTo>
                  <a:lnTo>
                    <a:pt x="1375148" y="3117"/>
                  </a:lnTo>
                  <a:lnTo>
                    <a:pt x="1383006" y="3125"/>
                  </a:lnTo>
                  <a:lnTo>
                    <a:pt x="1390864" y="3134"/>
                  </a:lnTo>
                  <a:lnTo>
                    <a:pt x="1398722" y="3146"/>
                  </a:lnTo>
                  <a:lnTo>
                    <a:pt x="1406580" y="3161"/>
                  </a:lnTo>
                  <a:lnTo>
                    <a:pt x="1414438" y="3176"/>
                  </a:lnTo>
                  <a:lnTo>
                    <a:pt x="1422296" y="3193"/>
                  </a:lnTo>
                  <a:lnTo>
                    <a:pt x="1430154" y="3213"/>
                  </a:lnTo>
                  <a:lnTo>
                    <a:pt x="1438012" y="3228"/>
                  </a:lnTo>
                  <a:lnTo>
                    <a:pt x="1445870" y="3236"/>
                  </a:lnTo>
                  <a:lnTo>
                    <a:pt x="1453728" y="3249"/>
                  </a:lnTo>
                  <a:lnTo>
                    <a:pt x="1461586" y="3266"/>
                  </a:lnTo>
                  <a:lnTo>
                    <a:pt x="1469444" y="3286"/>
                  </a:lnTo>
                  <a:lnTo>
                    <a:pt x="1477302" y="3307"/>
                  </a:lnTo>
                  <a:lnTo>
                    <a:pt x="1485160" y="3323"/>
                  </a:lnTo>
                  <a:lnTo>
                    <a:pt x="1493018" y="3335"/>
                  </a:lnTo>
                  <a:lnTo>
                    <a:pt x="1500876" y="3356"/>
                  </a:lnTo>
                  <a:lnTo>
                    <a:pt x="1508734" y="3371"/>
                  </a:lnTo>
                  <a:lnTo>
                    <a:pt x="1516592" y="3380"/>
                  </a:lnTo>
                  <a:lnTo>
                    <a:pt x="1524450" y="3394"/>
                  </a:lnTo>
                  <a:lnTo>
                    <a:pt x="1532308" y="3413"/>
                  </a:lnTo>
                  <a:lnTo>
                    <a:pt x="1540166" y="3432"/>
                  </a:lnTo>
                  <a:lnTo>
                    <a:pt x="1548024" y="3447"/>
                  </a:lnTo>
                  <a:lnTo>
                    <a:pt x="1555882" y="3461"/>
                  </a:lnTo>
                  <a:lnTo>
                    <a:pt x="1563740" y="3483"/>
                  </a:lnTo>
                  <a:lnTo>
                    <a:pt x="1571598" y="3502"/>
                  </a:lnTo>
                  <a:lnTo>
                    <a:pt x="1579456" y="3512"/>
                  </a:lnTo>
                  <a:lnTo>
                    <a:pt x="1587314" y="3533"/>
                  </a:lnTo>
                  <a:lnTo>
                    <a:pt x="1595172" y="3558"/>
                  </a:lnTo>
                  <a:lnTo>
                    <a:pt x="1603030" y="3580"/>
                  </a:lnTo>
                  <a:lnTo>
                    <a:pt x="1610888" y="3600"/>
                  </a:lnTo>
                  <a:lnTo>
                    <a:pt x="1618746" y="3621"/>
                  </a:lnTo>
                  <a:lnTo>
                    <a:pt x="1626604" y="3641"/>
                  </a:lnTo>
                  <a:lnTo>
                    <a:pt x="1634462" y="3666"/>
                  </a:lnTo>
                  <a:lnTo>
                    <a:pt x="1642320" y="3676"/>
                  </a:lnTo>
                  <a:lnTo>
                    <a:pt x="1650178" y="3692"/>
                  </a:lnTo>
                  <a:lnTo>
                    <a:pt x="1658036" y="3708"/>
                  </a:lnTo>
                  <a:lnTo>
                    <a:pt x="1665894" y="3728"/>
                  </a:lnTo>
                  <a:lnTo>
                    <a:pt x="1673752" y="3744"/>
                  </a:lnTo>
                  <a:lnTo>
                    <a:pt x="1681610" y="3767"/>
                  </a:lnTo>
                  <a:lnTo>
                    <a:pt x="1689468" y="3785"/>
                  </a:lnTo>
                  <a:lnTo>
                    <a:pt x="1697326" y="3800"/>
                  </a:lnTo>
                  <a:lnTo>
                    <a:pt x="1705184" y="3811"/>
                  </a:lnTo>
                  <a:lnTo>
                    <a:pt x="1713042" y="3821"/>
                  </a:lnTo>
                  <a:lnTo>
                    <a:pt x="1720900" y="3833"/>
                  </a:lnTo>
                  <a:lnTo>
                    <a:pt x="1728758" y="3843"/>
                  </a:lnTo>
                  <a:lnTo>
                    <a:pt x="1736616" y="3854"/>
                  </a:lnTo>
                  <a:lnTo>
                    <a:pt x="1744474" y="3872"/>
                  </a:lnTo>
                  <a:lnTo>
                    <a:pt x="1752332" y="3891"/>
                  </a:lnTo>
                  <a:lnTo>
                    <a:pt x="1760190" y="3907"/>
                  </a:lnTo>
                  <a:lnTo>
                    <a:pt x="1768048" y="3921"/>
                  </a:lnTo>
                  <a:lnTo>
                    <a:pt x="1775906" y="3931"/>
                  </a:lnTo>
                  <a:lnTo>
                    <a:pt x="1783764" y="3943"/>
                  </a:lnTo>
                  <a:lnTo>
                    <a:pt x="1791622" y="3955"/>
                  </a:lnTo>
                  <a:lnTo>
                    <a:pt x="1799480" y="3971"/>
                  </a:lnTo>
                  <a:lnTo>
                    <a:pt x="1807338" y="3991"/>
                  </a:lnTo>
                  <a:lnTo>
                    <a:pt x="1815196" y="4008"/>
                  </a:lnTo>
                  <a:lnTo>
                    <a:pt x="1823054" y="4019"/>
                  </a:lnTo>
                  <a:lnTo>
                    <a:pt x="1830912" y="4032"/>
                  </a:lnTo>
                  <a:lnTo>
                    <a:pt x="1838770" y="4046"/>
                  </a:lnTo>
                  <a:lnTo>
                    <a:pt x="1846628" y="4059"/>
                  </a:lnTo>
                  <a:lnTo>
                    <a:pt x="1854486" y="4081"/>
                  </a:lnTo>
                  <a:lnTo>
                    <a:pt x="1862344" y="4096"/>
                  </a:lnTo>
                  <a:lnTo>
                    <a:pt x="1870202" y="4106"/>
                  </a:lnTo>
                  <a:lnTo>
                    <a:pt x="1878060" y="4120"/>
                  </a:lnTo>
                  <a:lnTo>
                    <a:pt x="1885918" y="4135"/>
                  </a:lnTo>
                  <a:lnTo>
                    <a:pt x="1893776" y="4148"/>
                  </a:lnTo>
                  <a:lnTo>
                    <a:pt x="1901634" y="4167"/>
                  </a:lnTo>
                  <a:lnTo>
                    <a:pt x="1909492" y="4187"/>
                  </a:lnTo>
                  <a:lnTo>
                    <a:pt x="1917350" y="4200"/>
                  </a:lnTo>
                  <a:lnTo>
                    <a:pt x="1925208" y="4209"/>
                  </a:lnTo>
                  <a:lnTo>
                    <a:pt x="1933066" y="4224"/>
                  </a:lnTo>
                  <a:lnTo>
                    <a:pt x="1940924" y="4241"/>
                  </a:lnTo>
                  <a:lnTo>
                    <a:pt x="1948782" y="4259"/>
                  </a:lnTo>
                  <a:lnTo>
                    <a:pt x="1956640" y="4272"/>
                  </a:lnTo>
                  <a:lnTo>
                    <a:pt x="1964498" y="4282"/>
                  </a:lnTo>
                  <a:lnTo>
                    <a:pt x="1972356" y="4293"/>
                  </a:lnTo>
                  <a:lnTo>
                    <a:pt x="1980214" y="4305"/>
                  </a:lnTo>
                  <a:lnTo>
                    <a:pt x="1988072" y="4318"/>
                  </a:lnTo>
                  <a:lnTo>
                    <a:pt x="1995930" y="4330"/>
                  </a:lnTo>
                  <a:lnTo>
                    <a:pt x="2003788" y="4348"/>
                  </a:lnTo>
                  <a:lnTo>
                    <a:pt x="2011646" y="4357"/>
                  </a:lnTo>
                  <a:lnTo>
                    <a:pt x="2019504" y="4363"/>
                  </a:lnTo>
                  <a:lnTo>
                    <a:pt x="2027362" y="4383"/>
                  </a:lnTo>
                  <a:lnTo>
                    <a:pt x="2035220" y="4395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1186414" y="4016133"/>
              <a:ext cx="2035220" cy="3967"/>
            </a:xfrm>
            <a:custGeom>
              <a:avLst/>
              <a:pathLst>
                <a:path w="2035220" h="3967">
                  <a:moveTo>
                    <a:pt x="0" y="3967"/>
                  </a:moveTo>
                  <a:lnTo>
                    <a:pt x="7857" y="3946"/>
                  </a:lnTo>
                  <a:lnTo>
                    <a:pt x="15715" y="3934"/>
                  </a:lnTo>
                  <a:lnTo>
                    <a:pt x="23573" y="3925"/>
                  </a:lnTo>
                  <a:lnTo>
                    <a:pt x="31431" y="3914"/>
                  </a:lnTo>
                  <a:lnTo>
                    <a:pt x="39289" y="3895"/>
                  </a:lnTo>
                  <a:lnTo>
                    <a:pt x="47147" y="3885"/>
                  </a:lnTo>
                  <a:lnTo>
                    <a:pt x="55005" y="3870"/>
                  </a:lnTo>
                  <a:lnTo>
                    <a:pt x="62863" y="3869"/>
                  </a:lnTo>
                  <a:lnTo>
                    <a:pt x="70721" y="3854"/>
                  </a:lnTo>
                  <a:lnTo>
                    <a:pt x="78579" y="3838"/>
                  </a:lnTo>
                  <a:lnTo>
                    <a:pt x="86437" y="3821"/>
                  </a:lnTo>
                  <a:lnTo>
                    <a:pt x="94295" y="3805"/>
                  </a:lnTo>
                  <a:lnTo>
                    <a:pt x="102153" y="3790"/>
                  </a:lnTo>
                  <a:lnTo>
                    <a:pt x="110011" y="3778"/>
                  </a:lnTo>
                  <a:lnTo>
                    <a:pt x="117869" y="3773"/>
                  </a:lnTo>
                  <a:lnTo>
                    <a:pt x="125727" y="3760"/>
                  </a:lnTo>
                  <a:lnTo>
                    <a:pt x="133585" y="3751"/>
                  </a:lnTo>
                  <a:lnTo>
                    <a:pt x="141443" y="3738"/>
                  </a:lnTo>
                  <a:lnTo>
                    <a:pt x="149301" y="3722"/>
                  </a:lnTo>
                  <a:lnTo>
                    <a:pt x="157159" y="3704"/>
                  </a:lnTo>
                  <a:lnTo>
                    <a:pt x="165017" y="3689"/>
                  </a:lnTo>
                  <a:lnTo>
                    <a:pt x="172875" y="3679"/>
                  </a:lnTo>
                  <a:lnTo>
                    <a:pt x="180733" y="3661"/>
                  </a:lnTo>
                  <a:lnTo>
                    <a:pt x="188591" y="3653"/>
                  </a:lnTo>
                  <a:lnTo>
                    <a:pt x="196449" y="3642"/>
                  </a:lnTo>
                  <a:lnTo>
                    <a:pt x="204307" y="3632"/>
                  </a:lnTo>
                  <a:lnTo>
                    <a:pt x="212165" y="3621"/>
                  </a:lnTo>
                  <a:lnTo>
                    <a:pt x="220023" y="3610"/>
                  </a:lnTo>
                  <a:lnTo>
                    <a:pt x="227881" y="3597"/>
                  </a:lnTo>
                  <a:lnTo>
                    <a:pt x="235739" y="3580"/>
                  </a:lnTo>
                  <a:lnTo>
                    <a:pt x="243597" y="3572"/>
                  </a:lnTo>
                  <a:lnTo>
                    <a:pt x="251455" y="3564"/>
                  </a:lnTo>
                  <a:lnTo>
                    <a:pt x="259313" y="3553"/>
                  </a:lnTo>
                  <a:lnTo>
                    <a:pt x="267171" y="3539"/>
                  </a:lnTo>
                  <a:lnTo>
                    <a:pt x="275029" y="3526"/>
                  </a:lnTo>
                  <a:lnTo>
                    <a:pt x="282887" y="3509"/>
                  </a:lnTo>
                  <a:lnTo>
                    <a:pt x="290745" y="3491"/>
                  </a:lnTo>
                  <a:lnTo>
                    <a:pt x="298603" y="3477"/>
                  </a:lnTo>
                  <a:lnTo>
                    <a:pt x="306461" y="3465"/>
                  </a:lnTo>
                  <a:lnTo>
                    <a:pt x="314319" y="3459"/>
                  </a:lnTo>
                  <a:lnTo>
                    <a:pt x="322177" y="3444"/>
                  </a:lnTo>
                  <a:lnTo>
                    <a:pt x="330035" y="3425"/>
                  </a:lnTo>
                  <a:lnTo>
                    <a:pt x="337893" y="3410"/>
                  </a:lnTo>
                  <a:lnTo>
                    <a:pt x="345751" y="3397"/>
                  </a:lnTo>
                  <a:lnTo>
                    <a:pt x="353609" y="3387"/>
                  </a:lnTo>
                  <a:lnTo>
                    <a:pt x="361467" y="3380"/>
                  </a:lnTo>
                  <a:lnTo>
                    <a:pt x="369325" y="3367"/>
                  </a:lnTo>
                  <a:lnTo>
                    <a:pt x="377183" y="3353"/>
                  </a:lnTo>
                  <a:lnTo>
                    <a:pt x="385041" y="3337"/>
                  </a:lnTo>
                  <a:lnTo>
                    <a:pt x="392899" y="3327"/>
                  </a:lnTo>
                  <a:lnTo>
                    <a:pt x="400757" y="3317"/>
                  </a:lnTo>
                  <a:lnTo>
                    <a:pt x="408615" y="3297"/>
                  </a:lnTo>
                  <a:lnTo>
                    <a:pt x="416473" y="3279"/>
                  </a:lnTo>
                  <a:lnTo>
                    <a:pt x="424331" y="3268"/>
                  </a:lnTo>
                  <a:lnTo>
                    <a:pt x="432189" y="3253"/>
                  </a:lnTo>
                  <a:lnTo>
                    <a:pt x="440047" y="3242"/>
                  </a:lnTo>
                  <a:lnTo>
                    <a:pt x="447905" y="3218"/>
                  </a:lnTo>
                  <a:lnTo>
                    <a:pt x="455763" y="3193"/>
                  </a:lnTo>
                  <a:lnTo>
                    <a:pt x="463621" y="3178"/>
                  </a:lnTo>
                  <a:lnTo>
                    <a:pt x="471479" y="3162"/>
                  </a:lnTo>
                  <a:lnTo>
                    <a:pt x="479337" y="3151"/>
                  </a:lnTo>
                  <a:lnTo>
                    <a:pt x="487195" y="3134"/>
                  </a:lnTo>
                  <a:lnTo>
                    <a:pt x="495053" y="3112"/>
                  </a:lnTo>
                  <a:lnTo>
                    <a:pt x="502911" y="3106"/>
                  </a:lnTo>
                  <a:lnTo>
                    <a:pt x="510769" y="3093"/>
                  </a:lnTo>
                  <a:lnTo>
                    <a:pt x="518627" y="3075"/>
                  </a:lnTo>
                  <a:lnTo>
                    <a:pt x="526485" y="3062"/>
                  </a:lnTo>
                  <a:lnTo>
                    <a:pt x="534343" y="3046"/>
                  </a:lnTo>
                  <a:lnTo>
                    <a:pt x="542201" y="3040"/>
                  </a:lnTo>
                  <a:lnTo>
                    <a:pt x="550059" y="3026"/>
                  </a:lnTo>
                  <a:lnTo>
                    <a:pt x="557917" y="3006"/>
                  </a:lnTo>
                  <a:lnTo>
                    <a:pt x="565775" y="2987"/>
                  </a:lnTo>
                  <a:lnTo>
                    <a:pt x="573633" y="2977"/>
                  </a:lnTo>
                  <a:lnTo>
                    <a:pt x="581491" y="2956"/>
                  </a:lnTo>
                  <a:lnTo>
                    <a:pt x="589349" y="2936"/>
                  </a:lnTo>
                  <a:lnTo>
                    <a:pt x="597207" y="2923"/>
                  </a:lnTo>
                  <a:lnTo>
                    <a:pt x="605065" y="2914"/>
                  </a:lnTo>
                  <a:lnTo>
                    <a:pt x="612923" y="2899"/>
                  </a:lnTo>
                  <a:lnTo>
                    <a:pt x="620781" y="2881"/>
                  </a:lnTo>
                  <a:lnTo>
                    <a:pt x="628639" y="2867"/>
                  </a:lnTo>
                  <a:lnTo>
                    <a:pt x="636497" y="2849"/>
                  </a:lnTo>
                  <a:lnTo>
                    <a:pt x="644355" y="2834"/>
                  </a:lnTo>
                  <a:lnTo>
                    <a:pt x="652213" y="2819"/>
                  </a:lnTo>
                  <a:lnTo>
                    <a:pt x="660071" y="2787"/>
                  </a:lnTo>
                  <a:lnTo>
                    <a:pt x="667929" y="2770"/>
                  </a:lnTo>
                  <a:lnTo>
                    <a:pt x="675787" y="2751"/>
                  </a:lnTo>
                  <a:lnTo>
                    <a:pt x="683645" y="2733"/>
                  </a:lnTo>
                  <a:lnTo>
                    <a:pt x="691503" y="2712"/>
                  </a:lnTo>
                  <a:lnTo>
                    <a:pt x="699361" y="2702"/>
                  </a:lnTo>
                  <a:lnTo>
                    <a:pt x="707219" y="2689"/>
                  </a:lnTo>
                  <a:lnTo>
                    <a:pt x="715077" y="2670"/>
                  </a:lnTo>
                  <a:lnTo>
                    <a:pt x="722935" y="2661"/>
                  </a:lnTo>
                  <a:lnTo>
                    <a:pt x="730793" y="2649"/>
                  </a:lnTo>
                  <a:lnTo>
                    <a:pt x="738651" y="2633"/>
                  </a:lnTo>
                  <a:lnTo>
                    <a:pt x="746509" y="2616"/>
                  </a:lnTo>
                  <a:lnTo>
                    <a:pt x="754367" y="2602"/>
                  </a:lnTo>
                  <a:lnTo>
                    <a:pt x="762225" y="2586"/>
                  </a:lnTo>
                  <a:lnTo>
                    <a:pt x="770083" y="2575"/>
                  </a:lnTo>
                  <a:lnTo>
                    <a:pt x="777941" y="2563"/>
                  </a:lnTo>
                  <a:lnTo>
                    <a:pt x="785799" y="2548"/>
                  </a:lnTo>
                  <a:lnTo>
                    <a:pt x="793657" y="2531"/>
                  </a:lnTo>
                  <a:lnTo>
                    <a:pt x="801515" y="2520"/>
                  </a:lnTo>
                  <a:lnTo>
                    <a:pt x="809373" y="2507"/>
                  </a:lnTo>
                  <a:lnTo>
                    <a:pt x="817231" y="2502"/>
                  </a:lnTo>
                  <a:lnTo>
                    <a:pt x="825089" y="2491"/>
                  </a:lnTo>
                  <a:lnTo>
                    <a:pt x="832947" y="2478"/>
                  </a:lnTo>
                  <a:lnTo>
                    <a:pt x="840805" y="2468"/>
                  </a:lnTo>
                  <a:lnTo>
                    <a:pt x="848663" y="2454"/>
                  </a:lnTo>
                  <a:lnTo>
                    <a:pt x="856521" y="2445"/>
                  </a:lnTo>
                  <a:lnTo>
                    <a:pt x="864379" y="2425"/>
                  </a:lnTo>
                  <a:lnTo>
                    <a:pt x="872237" y="2412"/>
                  </a:lnTo>
                  <a:lnTo>
                    <a:pt x="880095" y="2400"/>
                  </a:lnTo>
                  <a:lnTo>
                    <a:pt x="887953" y="2381"/>
                  </a:lnTo>
                  <a:lnTo>
                    <a:pt x="895811" y="2359"/>
                  </a:lnTo>
                  <a:lnTo>
                    <a:pt x="903669" y="2347"/>
                  </a:lnTo>
                  <a:lnTo>
                    <a:pt x="911527" y="2331"/>
                  </a:lnTo>
                  <a:lnTo>
                    <a:pt x="919385" y="2309"/>
                  </a:lnTo>
                  <a:lnTo>
                    <a:pt x="927243" y="2289"/>
                  </a:lnTo>
                  <a:lnTo>
                    <a:pt x="935101" y="2275"/>
                  </a:lnTo>
                  <a:lnTo>
                    <a:pt x="942959" y="2257"/>
                  </a:lnTo>
                  <a:lnTo>
                    <a:pt x="950817" y="2244"/>
                  </a:lnTo>
                  <a:lnTo>
                    <a:pt x="958675" y="2231"/>
                  </a:lnTo>
                  <a:lnTo>
                    <a:pt x="966533" y="2224"/>
                  </a:lnTo>
                  <a:lnTo>
                    <a:pt x="974391" y="2215"/>
                  </a:lnTo>
                  <a:lnTo>
                    <a:pt x="982249" y="2192"/>
                  </a:lnTo>
                  <a:lnTo>
                    <a:pt x="990107" y="2170"/>
                  </a:lnTo>
                  <a:lnTo>
                    <a:pt x="997965" y="2157"/>
                  </a:lnTo>
                  <a:lnTo>
                    <a:pt x="1005823" y="2146"/>
                  </a:lnTo>
                  <a:lnTo>
                    <a:pt x="1013681" y="2133"/>
                  </a:lnTo>
                  <a:lnTo>
                    <a:pt x="1021539" y="2119"/>
                  </a:lnTo>
                  <a:lnTo>
                    <a:pt x="1029397" y="2104"/>
                  </a:lnTo>
                  <a:lnTo>
                    <a:pt x="1037254" y="2086"/>
                  </a:lnTo>
                  <a:lnTo>
                    <a:pt x="1045112" y="2061"/>
                  </a:lnTo>
                  <a:lnTo>
                    <a:pt x="1052970" y="2038"/>
                  </a:lnTo>
                  <a:lnTo>
                    <a:pt x="1060828" y="2016"/>
                  </a:lnTo>
                  <a:lnTo>
                    <a:pt x="1068686" y="1994"/>
                  </a:lnTo>
                  <a:lnTo>
                    <a:pt x="1076544" y="1984"/>
                  </a:lnTo>
                  <a:lnTo>
                    <a:pt x="1084402" y="1973"/>
                  </a:lnTo>
                  <a:lnTo>
                    <a:pt x="1092260" y="1956"/>
                  </a:lnTo>
                  <a:lnTo>
                    <a:pt x="1100118" y="1945"/>
                  </a:lnTo>
                  <a:lnTo>
                    <a:pt x="1107976" y="1924"/>
                  </a:lnTo>
                  <a:lnTo>
                    <a:pt x="1115834" y="1913"/>
                  </a:lnTo>
                  <a:lnTo>
                    <a:pt x="1123692" y="1900"/>
                  </a:lnTo>
                  <a:lnTo>
                    <a:pt x="1131550" y="1882"/>
                  </a:lnTo>
                  <a:lnTo>
                    <a:pt x="1139408" y="1859"/>
                  </a:lnTo>
                  <a:lnTo>
                    <a:pt x="1147266" y="1846"/>
                  </a:lnTo>
                  <a:lnTo>
                    <a:pt x="1155124" y="1831"/>
                  </a:lnTo>
                  <a:lnTo>
                    <a:pt x="1162982" y="1817"/>
                  </a:lnTo>
                  <a:lnTo>
                    <a:pt x="1170840" y="1806"/>
                  </a:lnTo>
                  <a:lnTo>
                    <a:pt x="1178698" y="1782"/>
                  </a:lnTo>
                  <a:lnTo>
                    <a:pt x="1186556" y="1766"/>
                  </a:lnTo>
                  <a:lnTo>
                    <a:pt x="1194414" y="1747"/>
                  </a:lnTo>
                  <a:lnTo>
                    <a:pt x="1202272" y="1735"/>
                  </a:lnTo>
                  <a:lnTo>
                    <a:pt x="1210130" y="1717"/>
                  </a:lnTo>
                  <a:lnTo>
                    <a:pt x="1217988" y="1703"/>
                  </a:lnTo>
                  <a:lnTo>
                    <a:pt x="1225846" y="1688"/>
                  </a:lnTo>
                  <a:lnTo>
                    <a:pt x="1233704" y="1676"/>
                  </a:lnTo>
                  <a:lnTo>
                    <a:pt x="1241562" y="1662"/>
                  </a:lnTo>
                  <a:lnTo>
                    <a:pt x="1249420" y="1638"/>
                  </a:lnTo>
                  <a:lnTo>
                    <a:pt x="1257278" y="1631"/>
                  </a:lnTo>
                  <a:lnTo>
                    <a:pt x="1265136" y="1619"/>
                  </a:lnTo>
                  <a:lnTo>
                    <a:pt x="1272994" y="1607"/>
                  </a:lnTo>
                  <a:lnTo>
                    <a:pt x="1280852" y="1592"/>
                  </a:lnTo>
                  <a:lnTo>
                    <a:pt x="1288710" y="1572"/>
                  </a:lnTo>
                  <a:lnTo>
                    <a:pt x="1296568" y="1557"/>
                  </a:lnTo>
                  <a:lnTo>
                    <a:pt x="1304426" y="1545"/>
                  </a:lnTo>
                  <a:lnTo>
                    <a:pt x="1312284" y="1532"/>
                  </a:lnTo>
                  <a:lnTo>
                    <a:pt x="1320142" y="1514"/>
                  </a:lnTo>
                  <a:lnTo>
                    <a:pt x="1328000" y="1497"/>
                  </a:lnTo>
                  <a:lnTo>
                    <a:pt x="1335858" y="1479"/>
                  </a:lnTo>
                  <a:lnTo>
                    <a:pt x="1343716" y="1456"/>
                  </a:lnTo>
                  <a:lnTo>
                    <a:pt x="1351574" y="1436"/>
                  </a:lnTo>
                  <a:lnTo>
                    <a:pt x="1359432" y="1422"/>
                  </a:lnTo>
                  <a:lnTo>
                    <a:pt x="1367290" y="1406"/>
                  </a:lnTo>
                  <a:lnTo>
                    <a:pt x="1375148" y="1388"/>
                  </a:lnTo>
                  <a:lnTo>
                    <a:pt x="1383006" y="1373"/>
                  </a:lnTo>
                  <a:lnTo>
                    <a:pt x="1390864" y="1365"/>
                  </a:lnTo>
                  <a:lnTo>
                    <a:pt x="1398722" y="1349"/>
                  </a:lnTo>
                  <a:lnTo>
                    <a:pt x="1406580" y="1338"/>
                  </a:lnTo>
                  <a:lnTo>
                    <a:pt x="1414438" y="1320"/>
                  </a:lnTo>
                  <a:lnTo>
                    <a:pt x="1422296" y="1309"/>
                  </a:lnTo>
                  <a:lnTo>
                    <a:pt x="1430154" y="1290"/>
                  </a:lnTo>
                  <a:lnTo>
                    <a:pt x="1438012" y="1275"/>
                  </a:lnTo>
                  <a:lnTo>
                    <a:pt x="1445870" y="1255"/>
                  </a:lnTo>
                  <a:lnTo>
                    <a:pt x="1453728" y="1243"/>
                  </a:lnTo>
                  <a:lnTo>
                    <a:pt x="1461586" y="1225"/>
                  </a:lnTo>
                  <a:lnTo>
                    <a:pt x="1469444" y="1202"/>
                  </a:lnTo>
                  <a:lnTo>
                    <a:pt x="1477302" y="1186"/>
                  </a:lnTo>
                  <a:lnTo>
                    <a:pt x="1485160" y="1168"/>
                  </a:lnTo>
                  <a:lnTo>
                    <a:pt x="1493018" y="1157"/>
                  </a:lnTo>
                  <a:lnTo>
                    <a:pt x="1500876" y="1144"/>
                  </a:lnTo>
                  <a:lnTo>
                    <a:pt x="1508734" y="1126"/>
                  </a:lnTo>
                  <a:lnTo>
                    <a:pt x="1516592" y="1106"/>
                  </a:lnTo>
                  <a:lnTo>
                    <a:pt x="1524450" y="1090"/>
                  </a:lnTo>
                  <a:lnTo>
                    <a:pt x="1532308" y="1085"/>
                  </a:lnTo>
                  <a:lnTo>
                    <a:pt x="1540166" y="1073"/>
                  </a:lnTo>
                  <a:lnTo>
                    <a:pt x="1548024" y="1060"/>
                  </a:lnTo>
                  <a:lnTo>
                    <a:pt x="1555882" y="1044"/>
                  </a:lnTo>
                  <a:lnTo>
                    <a:pt x="1563740" y="1028"/>
                  </a:lnTo>
                  <a:lnTo>
                    <a:pt x="1571598" y="1014"/>
                  </a:lnTo>
                  <a:lnTo>
                    <a:pt x="1579456" y="999"/>
                  </a:lnTo>
                  <a:lnTo>
                    <a:pt x="1587314" y="979"/>
                  </a:lnTo>
                  <a:lnTo>
                    <a:pt x="1595172" y="949"/>
                  </a:lnTo>
                  <a:lnTo>
                    <a:pt x="1603030" y="940"/>
                  </a:lnTo>
                  <a:lnTo>
                    <a:pt x="1610888" y="921"/>
                  </a:lnTo>
                  <a:lnTo>
                    <a:pt x="1618746" y="899"/>
                  </a:lnTo>
                  <a:lnTo>
                    <a:pt x="1626604" y="872"/>
                  </a:lnTo>
                  <a:lnTo>
                    <a:pt x="1634462" y="861"/>
                  </a:lnTo>
                  <a:lnTo>
                    <a:pt x="1642320" y="847"/>
                  </a:lnTo>
                  <a:lnTo>
                    <a:pt x="1650178" y="825"/>
                  </a:lnTo>
                  <a:lnTo>
                    <a:pt x="1658036" y="805"/>
                  </a:lnTo>
                  <a:lnTo>
                    <a:pt x="1665894" y="789"/>
                  </a:lnTo>
                  <a:lnTo>
                    <a:pt x="1673752" y="773"/>
                  </a:lnTo>
                  <a:lnTo>
                    <a:pt x="1681610" y="763"/>
                  </a:lnTo>
                  <a:lnTo>
                    <a:pt x="1689468" y="750"/>
                  </a:lnTo>
                  <a:lnTo>
                    <a:pt x="1697326" y="729"/>
                  </a:lnTo>
                  <a:lnTo>
                    <a:pt x="1705184" y="704"/>
                  </a:lnTo>
                  <a:lnTo>
                    <a:pt x="1713042" y="682"/>
                  </a:lnTo>
                  <a:lnTo>
                    <a:pt x="1720900" y="659"/>
                  </a:lnTo>
                  <a:lnTo>
                    <a:pt x="1728758" y="647"/>
                  </a:lnTo>
                  <a:lnTo>
                    <a:pt x="1736616" y="629"/>
                  </a:lnTo>
                  <a:lnTo>
                    <a:pt x="1744474" y="615"/>
                  </a:lnTo>
                  <a:lnTo>
                    <a:pt x="1752332" y="593"/>
                  </a:lnTo>
                  <a:lnTo>
                    <a:pt x="1760190" y="585"/>
                  </a:lnTo>
                  <a:lnTo>
                    <a:pt x="1768048" y="577"/>
                  </a:lnTo>
                  <a:lnTo>
                    <a:pt x="1775906" y="561"/>
                  </a:lnTo>
                  <a:lnTo>
                    <a:pt x="1783764" y="547"/>
                  </a:lnTo>
                  <a:lnTo>
                    <a:pt x="1791622" y="525"/>
                  </a:lnTo>
                  <a:lnTo>
                    <a:pt x="1799480" y="502"/>
                  </a:lnTo>
                  <a:lnTo>
                    <a:pt x="1807338" y="481"/>
                  </a:lnTo>
                  <a:lnTo>
                    <a:pt x="1815196" y="467"/>
                  </a:lnTo>
                  <a:lnTo>
                    <a:pt x="1823054" y="448"/>
                  </a:lnTo>
                  <a:lnTo>
                    <a:pt x="1830912" y="447"/>
                  </a:lnTo>
                  <a:lnTo>
                    <a:pt x="1838770" y="443"/>
                  </a:lnTo>
                  <a:lnTo>
                    <a:pt x="1846628" y="415"/>
                  </a:lnTo>
                  <a:lnTo>
                    <a:pt x="1854486" y="401"/>
                  </a:lnTo>
                  <a:lnTo>
                    <a:pt x="1862344" y="383"/>
                  </a:lnTo>
                  <a:lnTo>
                    <a:pt x="1870202" y="356"/>
                  </a:lnTo>
                  <a:lnTo>
                    <a:pt x="1878060" y="331"/>
                  </a:lnTo>
                  <a:lnTo>
                    <a:pt x="1885918" y="315"/>
                  </a:lnTo>
                  <a:lnTo>
                    <a:pt x="1893776" y="298"/>
                  </a:lnTo>
                  <a:lnTo>
                    <a:pt x="1901634" y="281"/>
                  </a:lnTo>
                  <a:lnTo>
                    <a:pt x="1909492" y="268"/>
                  </a:lnTo>
                  <a:lnTo>
                    <a:pt x="1917350" y="259"/>
                  </a:lnTo>
                  <a:lnTo>
                    <a:pt x="1925208" y="240"/>
                  </a:lnTo>
                  <a:lnTo>
                    <a:pt x="1933066" y="224"/>
                  </a:lnTo>
                  <a:lnTo>
                    <a:pt x="1940924" y="206"/>
                  </a:lnTo>
                  <a:lnTo>
                    <a:pt x="1948782" y="191"/>
                  </a:lnTo>
                  <a:lnTo>
                    <a:pt x="1956640" y="175"/>
                  </a:lnTo>
                  <a:lnTo>
                    <a:pt x="1964498" y="153"/>
                  </a:lnTo>
                  <a:lnTo>
                    <a:pt x="1972356" y="133"/>
                  </a:lnTo>
                  <a:lnTo>
                    <a:pt x="1980214" y="114"/>
                  </a:lnTo>
                  <a:lnTo>
                    <a:pt x="1988072" y="94"/>
                  </a:lnTo>
                  <a:lnTo>
                    <a:pt x="1995930" y="80"/>
                  </a:lnTo>
                  <a:lnTo>
                    <a:pt x="2003788" y="66"/>
                  </a:lnTo>
                  <a:lnTo>
                    <a:pt x="2011646" y="55"/>
                  </a:lnTo>
                  <a:lnTo>
                    <a:pt x="2019504" y="41"/>
                  </a:lnTo>
                  <a:lnTo>
                    <a:pt x="2027362" y="23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1186414" y="4022652"/>
              <a:ext cx="2035220" cy="160"/>
            </a:xfrm>
            <a:custGeom>
              <a:avLst/>
              <a:pathLst>
                <a:path w="2035220" h="160">
                  <a:moveTo>
                    <a:pt x="0" y="160"/>
                  </a:moveTo>
                  <a:lnTo>
                    <a:pt x="7857" y="157"/>
                  </a:lnTo>
                  <a:lnTo>
                    <a:pt x="15715" y="151"/>
                  </a:lnTo>
                  <a:lnTo>
                    <a:pt x="23573" y="153"/>
                  </a:lnTo>
                  <a:lnTo>
                    <a:pt x="31431" y="155"/>
                  </a:lnTo>
                  <a:lnTo>
                    <a:pt x="39289" y="158"/>
                  </a:lnTo>
                  <a:lnTo>
                    <a:pt x="47147" y="156"/>
                  </a:lnTo>
                  <a:lnTo>
                    <a:pt x="55005" y="157"/>
                  </a:lnTo>
                  <a:lnTo>
                    <a:pt x="62863" y="155"/>
                  </a:lnTo>
                  <a:lnTo>
                    <a:pt x="70721" y="155"/>
                  </a:lnTo>
                  <a:lnTo>
                    <a:pt x="78579" y="153"/>
                  </a:lnTo>
                  <a:lnTo>
                    <a:pt x="86437" y="149"/>
                  </a:lnTo>
                  <a:lnTo>
                    <a:pt x="94295" y="154"/>
                  </a:lnTo>
                  <a:lnTo>
                    <a:pt x="102153" y="152"/>
                  </a:lnTo>
                  <a:lnTo>
                    <a:pt x="110011" y="150"/>
                  </a:lnTo>
                  <a:lnTo>
                    <a:pt x="117869" y="153"/>
                  </a:lnTo>
                  <a:lnTo>
                    <a:pt x="125727" y="150"/>
                  </a:lnTo>
                  <a:lnTo>
                    <a:pt x="133585" y="148"/>
                  </a:lnTo>
                  <a:lnTo>
                    <a:pt x="141443" y="149"/>
                  </a:lnTo>
                  <a:lnTo>
                    <a:pt x="149301" y="150"/>
                  </a:lnTo>
                  <a:lnTo>
                    <a:pt x="157159" y="148"/>
                  </a:lnTo>
                  <a:lnTo>
                    <a:pt x="165017" y="146"/>
                  </a:lnTo>
                  <a:lnTo>
                    <a:pt x="172875" y="144"/>
                  </a:lnTo>
                  <a:lnTo>
                    <a:pt x="180733" y="141"/>
                  </a:lnTo>
                  <a:lnTo>
                    <a:pt x="188591" y="138"/>
                  </a:lnTo>
                  <a:lnTo>
                    <a:pt x="196449" y="138"/>
                  </a:lnTo>
                  <a:lnTo>
                    <a:pt x="204307" y="133"/>
                  </a:lnTo>
                  <a:lnTo>
                    <a:pt x="212165" y="133"/>
                  </a:lnTo>
                  <a:lnTo>
                    <a:pt x="220023" y="135"/>
                  </a:lnTo>
                  <a:lnTo>
                    <a:pt x="227881" y="135"/>
                  </a:lnTo>
                  <a:lnTo>
                    <a:pt x="235739" y="136"/>
                  </a:lnTo>
                  <a:lnTo>
                    <a:pt x="243597" y="136"/>
                  </a:lnTo>
                  <a:lnTo>
                    <a:pt x="251455" y="139"/>
                  </a:lnTo>
                  <a:lnTo>
                    <a:pt x="259313" y="134"/>
                  </a:lnTo>
                  <a:lnTo>
                    <a:pt x="267171" y="133"/>
                  </a:lnTo>
                  <a:lnTo>
                    <a:pt x="275029" y="132"/>
                  </a:lnTo>
                  <a:lnTo>
                    <a:pt x="282887" y="131"/>
                  </a:lnTo>
                  <a:lnTo>
                    <a:pt x="290745" y="133"/>
                  </a:lnTo>
                  <a:lnTo>
                    <a:pt x="298603" y="132"/>
                  </a:lnTo>
                  <a:lnTo>
                    <a:pt x="306461" y="130"/>
                  </a:lnTo>
                  <a:lnTo>
                    <a:pt x="314319" y="126"/>
                  </a:lnTo>
                  <a:lnTo>
                    <a:pt x="322177" y="123"/>
                  </a:lnTo>
                  <a:lnTo>
                    <a:pt x="330035" y="118"/>
                  </a:lnTo>
                  <a:lnTo>
                    <a:pt x="337893" y="117"/>
                  </a:lnTo>
                  <a:lnTo>
                    <a:pt x="345751" y="113"/>
                  </a:lnTo>
                  <a:lnTo>
                    <a:pt x="353609" y="112"/>
                  </a:lnTo>
                  <a:lnTo>
                    <a:pt x="361467" y="110"/>
                  </a:lnTo>
                  <a:lnTo>
                    <a:pt x="369325" y="113"/>
                  </a:lnTo>
                  <a:lnTo>
                    <a:pt x="377183" y="115"/>
                  </a:lnTo>
                  <a:lnTo>
                    <a:pt x="385041" y="115"/>
                  </a:lnTo>
                  <a:lnTo>
                    <a:pt x="392899" y="116"/>
                  </a:lnTo>
                  <a:lnTo>
                    <a:pt x="400757" y="119"/>
                  </a:lnTo>
                  <a:lnTo>
                    <a:pt x="408615" y="120"/>
                  </a:lnTo>
                  <a:lnTo>
                    <a:pt x="416473" y="121"/>
                  </a:lnTo>
                  <a:lnTo>
                    <a:pt x="424331" y="120"/>
                  </a:lnTo>
                  <a:lnTo>
                    <a:pt x="432189" y="122"/>
                  </a:lnTo>
                  <a:lnTo>
                    <a:pt x="440047" y="125"/>
                  </a:lnTo>
                  <a:lnTo>
                    <a:pt x="447905" y="126"/>
                  </a:lnTo>
                  <a:lnTo>
                    <a:pt x="455763" y="129"/>
                  </a:lnTo>
                  <a:lnTo>
                    <a:pt x="463621" y="129"/>
                  </a:lnTo>
                  <a:lnTo>
                    <a:pt x="471479" y="127"/>
                  </a:lnTo>
                  <a:lnTo>
                    <a:pt x="479337" y="124"/>
                  </a:lnTo>
                  <a:lnTo>
                    <a:pt x="487195" y="122"/>
                  </a:lnTo>
                  <a:lnTo>
                    <a:pt x="495053" y="119"/>
                  </a:lnTo>
                  <a:lnTo>
                    <a:pt x="502911" y="117"/>
                  </a:lnTo>
                  <a:lnTo>
                    <a:pt x="510769" y="111"/>
                  </a:lnTo>
                  <a:lnTo>
                    <a:pt x="518627" y="106"/>
                  </a:lnTo>
                  <a:lnTo>
                    <a:pt x="526485" y="105"/>
                  </a:lnTo>
                  <a:lnTo>
                    <a:pt x="534343" y="100"/>
                  </a:lnTo>
                  <a:lnTo>
                    <a:pt x="542201" y="103"/>
                  </a:lnTo>
                  <a:lnTo>
                    <a:pt x="550059" y="101"/>
                  </a:lnTo>
                  <a:lnTo>
                    <a:pt x="557917" y="103"/>
                  </a:lnTo>
                  <a:lnTo>
                    <a:pt x="565775" y="102"/>
                  </a:lnTo>
                  <a:lnTo>
                    <a:pt x="573633" y="93"/>
                  </a:lnTo>
                  <a:lnTo>
                    <a:pt x="581491" y="96"/>
                  </a:lnTo>
                  <a:lnTo>
                    <a:pt x="589349" y="95"/>
                  </a:lnTo>
                  <a:lnTo>
                    <a:pt x="597207" y="95"/>
                  </a:lnTo>
                  <a:lnTo>
                    <a:pt x="605065" y="93"/>
                  </a:lnTo>
                  <a:lnTo>
                    <a:pt x="612923" y="93"/>
                  </a:lnTo>
                  <a:lnTo>
                    <a:pt x="620781" y="85"/>
                  </a:lnTo>
                  <a:lnTo>
                    <a:pt x="628639" y="80"/>
                  </a:lnTo>
                  <a:lnTo>
                    <a:pt x="636497" y="78"/>
                  </a:lnTo>
                  <a:lnTo>
                    <a:pt x="644355" y="76"/>
                  </a:lnTo>
                  <a:lnTo>
                    <a:pt x="652213" y="73"/>
                  </a:lnTo>
                  <a:lnTo>
                    <a:pt x="660071" y="72"/>
                  </a:lnTo>
                  <a:lnTo>
                    <a:pt x="667929" y="72"/>
                  </a:lnTo>
                  <a:lnTo>
                    <a:pt x="675787" y="69"/>
                  </a:lnTo>
                  <a:lnTo>
                    <a:pt x="683645" y="69"/>
                  </a:lnTo>
                  <a:lnTo>
                    <a:pt x="691503" y="73"/>
                  </a:lnTo>
                  <a:lnTo>
                    <a:pt x="699361" y="70"/>
                  </a:lnTo>
                  <a:lnTo>
                    <a:pt x="707219" y="65"/>
                  </a:lnTo>
                  <a:lnTo>
                    <a:pt x="715077" y="62"/>
                  </a:lnTo>
                  <a:lnTo>
                    <a:pt x="722935" y="59"/>
                  </a:lnTo>
                  <a:lnTo>
                    <a:pt x="730793" y="56"/>
                  </a:lnTo>
                  <a:lnTo>
                    <a:pt x="738651" y="59"/>
                  </a:lnTo>
                  <a:lnTo>
                    <a:pt x="746509" y="57"/>
                  </a:lnTo>
                  <a:lnTo>
                    <a:pt x="754367" y="52"/>
                  </a:lnTo>
                  <a:lnTo>
                    <a:pt x="762225" y="61"/>
                  </a:lnTo>
                  <a:lnTo>
                    <a:pt x="770083" y="59"/>
                  </a:lnTo>
                  <a:lnTo>
                    <a:pt x="777941" y="60"/>
                  </a:lnTo>
                  <a:lnTo>
                    <a:pt x="785799" y="64"/>
                  </a:lnTo>
                  <a:lnTo>
                    <a:pt x="793657" y="62"/>
                  </a:lnTo>
                  <a:lnTo>
                    <a:pt x="801515" y="64"/>
                  </a:lnTo>
                  <a:lnTo>
                    <a:pt x="809373" y="62"/>
                  </a:lnTo>
                  <a:lnTo>
                    <a:pt x="817231" y="61"/>
                  </a:lnTo>
                  <a:lnTo>
                    <a:pt x="825089" y="58"/>
                  </a:lnTo>
                  <a:lnTo>
                    <a:pt x="832947" y="60"/>
                  </a:lnTo>
                  <a:lnTo>
                    <a:pt x="840805" y="62"/>
                  </a:lnTo>
                  <a:lnTo>
                    <a:pt x="848663" y="51"/>
                  </a:lnTo>
                  <a:lnTo>
                    <a:pt x="856521" y="45"/>
                  </a:lnTo>
                  <a:lnTo>
                    <a:pt x="864379" y="39"/>
                  </a:lnTo>
                  <a:lnTo>
                    <a:pt x="872237" y="37"/>
                  </a:lnTo>
                  <a:lnTo>
                    <a:pt x="880095" y="35"/>
                  </a:lnTo>
                  <a:lnTo>
                    <a:pt x="887953" y="34"/>
                  </a:lnTo>
                  <a:lnTo>
                    <a:pt x="895811" y="30"/>
                  </a:lnTo>
                  <a:lnTo>
                    <a:pt x="903669" y="35"/>
                  </a:lnTo>
                  <a:lnTo>
                    <a:pt x="911527" y="33"/>
                  </a:lnTo>
                  <a:lnTo>
                    <a:pt x="919385" y="33"/>
                  </a:lnTo>
                  <a:lnTo>
                    <a:pt x="927243" y="31"/>
                  </a:lnTo>
                  <a:lnTo>
                    <a:pt x="935101" y="27"/>
                  </a:lnTo>
                  <a:lnTo>
                    <a:pt x="942959" y="22"/>
                  </a:lnTo>
                  <a:lnTo>
                    <a:pt x="950817" y="20"/>
                  </a:lnTo>
                  <a:lnTo>
                    <a:pt x="958675" y="18"/>
                  </a:lnTo>
                  <a:lnTo>
                    <a:pt x="966533" y="15"/>
                  </a:lnTo>
                  <a:lnTo>
                    <a:pt x="974391" y="13"/>
                  </a:lnTo>
                  <a:lnTo>
                    <a:pt x="982249" y="13"/>
                  </a:lnTo>
                  <a:lnTo>
                    <a:pt x="990107" y="10"/>
                  </a:lnTo>
                  <a:lnTo>
                    <a:pt x="997965" y="8"/>
                  </a:lnTo>
                  <a:lnTo>
                    <a:pt x="1005823" y="13"/>
                  </a:lnTo>
                  <a:lnTo>
                    <a:pt x="1013681" y="12"/>
                  </a:lnTo>
                  <a:lnTo>
                    <a:pt x="1021539" y="17"/>
                  </a:lnTo>
                  <a:lnTo>
                    <a:pt x="1029397" y="18"/>
                  </a:lnTo>
                  <a:lnTo>
                    <a:pt x="1037254" y="18"/>
                  </a:lnTo>
                  <a:lnTo>
                    <a:pt x="1045112" y="20"/>
                  </a:lnTo>
                  <a:lnTo>
                    <a:pt x="1052970" y="21"/>
                  </a:lnTo>
                  <a:lnTo>
                    <a:pt x="1060828" y="20"/>
                  </a:lnTo>
                  <a:lnTo>
                    <a:pt x="1068686" y="22"/>
                  </a:lnTo>
                  <a:lnTo>
                    <a:pt x="1076544" y="30"/>
                  </a:lnTo>
                  <a:lnTo>
                    <a:pt x="1084402" y="33"/>
                  </a:lnTo>
                  <a:lnTo>
                    <a:pt x="1092260" y="29"/>
                  </a:lnTo>
                  <a:lnTo>
                    <a:pt x="1100118" y="30"/>
                  </a:lnTo>
                  <a:lnTo>
                    <a:pt x="1107976" y="33"/>
                  </a:lnTo>
                  <a:lnTo>
                    <a:pt x="1115834" y="31"/>
                  </a:lnTo>
                  <a:lnTo>
                    <a:pt x="1123692" y="32"/>
                  </a:lnTo>
                  <a:lnTo>
                    <a:pt x="1131550" y="30"/>
                  </a:lnTo>
                  <a:lnTo>
                    <a:pt x="1139408" y="30"/>
                  </a:lnTo>
                  <a:lnTo>
                    <a:pt x="1147266" y="28"/>
                  </a:lnTo>
                  <a:lnTo>
                    <a:pt x="1155124" y="27"/>
                  </a:lnTo>
                  <a:lnTo>
                    <a:pt x="1162982" y="24"/>
                  </a:lnTo>
                  <a:lnTo>
                    <a:pt x="1170840" y="19"/>
                  </a:lnTo>
                  <a:lnTo>
                    <a:pt x="1178698" y="19"/>
                  </a:lnTo>
                  <a:lnTo>
                    <a:pt x="1186556" y="15"/>
                  </a:lnTo>
                  <a:lnTo>
                    <a:pt x="1194414" y="15"/>
                  </a:lnTo>
                  <a:lnTo>
                    <a:pt x="1202272" y="14"/>
                  </a:lnTo>
                  <a:lnTo>
                    <a:pt x="1210130" y="12"/>
                  </a:lnTo>
                  <a:lnTo>
                    <a:pt x="1217988" y="11"/>
                  </a:lnTo>
                  <a:lnTo>
                    <a:pt x="1225846" y="17"/>
                  </a:lnTo>
                  <a:lnTo>
                    <a:pt x="1233704" y="16"/>
                  </a:lnTo>
                  <a:lnTo>
                    <a:pt x="1241562" y="17"/>
                  </a:lnTo>
                  <a:lnTo>
                    <a:pt x="1249420" y="16"/>
                  </a:lnTo>
                  <a:lnTo>
                    <a:pt x="1257278" y="16"/>
                  </a:lnTo>
                  <a:lnTo>
                    <a:pt x="1265136" y="14"/>
                  </a:lnTo>
                  <a:lnTo>
                    <a:pt x="1272994" y="13"/>
                  </a:lnTo>
                  <a:lnTo>
                    <a:pt x="1280852" y="13"/>
                  </a:lnTo>
                  <a:lnTo>
                    <a:pt x="1288710" y="12"/>
                  </a:lnTo>
                  <a:lnTo>
                    <a:pt x="1296568" y="13"/>
                  </a:lnTo>
                  <a:lnTo>
                    <a:pt x="1304426" y="14"/>
                  </a:lnTo>
                  <a:lnTo>
                    <a:pt x="1312284" y="13"/>
                  </a:lnTo>
                  <a:lnTo>
                    <a:pt x="1320142" y="14"/>
                  </a:lnTo>
                  <a:lnTo>
                    <a:pt x="1328000" y="14"/>
                  </a:lnTo>
                  <a:lnTo>
                    <a:pt x="1335858" y="15"/>
                  </a:lnTo>
                  <a:lnTo>
                    <a:pt x="1343716" y="17"/>
                  </a:lnTo>
                  <a:lnTo>
                    <a:pt x="1351574" y="18"/>
                  </a:lnTo>
                  <a:lnTo>
                    <a:pt x="1359432" y="16"/>
                  </a:lnTo>
                  <a:lnTo>
                    <a:pt x="1367290" y="14"/>
                  </a:lnTo>
                  <a:lnTo>
                    <a:pt x="1375148" y="13"/>
                  </a:lnTo>
                  <a:lnTo>
                    <a:pt x="1383006" y="13"/>
                  </a:lnTo>
                  <a:lnTo>
                    <a:pt x="1390864" y="17"/>
                  </a:lnTo>
                  <a:lnTo>
                    <a:pt x="1398722" y="20"/>
                  </a:lnTo>
                  <a:lnTo>
                    <a:pt x="1406580" y="23"/>
                  </a:lnTo>
                  <a:lnTo>
                    <a:pt x="1414438" y="25"/>
                  </a:lnTo>
                  <a:lnTo>
                    <a:pt x="1422296" y="22"/>
                  </a:lnTo>
                  <a:lnTo>
                    <a:pt x="1430154" y="23"/>
                  </a:lnTo>
                  <a:lnTo>
                    <a:pt x="1438012" y="23"/>
                  </a:lnTo>
                  <a:lnTo>
                    <a:pt x="1445870" y="23"/>
                  </a:lnTo>
                  <a:lnTo>
                    <a:pt x="1453728" y="25"/>
                  </a:lnTo>
                  <a:lnTo>
                    <a:pt x="1461586" y="29"/>
                  </a:lnTo>
                  <a:lnTo>
                    <a:pt x="1469444" y="31"/>
                  </a:lnTo>
                  <a:lnTo>
                    <a:pt x="1477302" y="30"/>
                  </a:lnTo>
                  <a:lnTo>
                    <a:pt x="1485160" y="33"/>
                  </a:lnTo>
                  <a:lnTo>
                    <a:pt x="1493018" y="35"/>
                  </a:lnTo>
                  <a:lnTo>
                    <a:pt x="1500876" y="30"/>
                  </a:lnTo>
                  <a:lnTo>
                    <a:pt x="1508734" y="29"/>
                  </a:lnTo>
                  <a:lnTo>
                    <a:pt x="1516592" y="29"/>
                  </a:lnTo>
                  <a:lnTo>
                    <a:pt x="1524450" y="19"/>
                  </a:lnTo>
                  <a:lnTo>
                    <a:pt x="1532308" y="16"/>
                  </a:lnTo>
                  <a:lnTo>
                    <a:pt x="1540166" y="15"/>
                  </a:lnTo>
                  <a:lnTo>
                    <a:pt x="1548024" y="15"/>
                  </a:lnTo>
                  <a:lnTo>
                    <a:pt x="1555882" y="20"/>
                  </a:lnTo>
                  <a:lnTo>
                    <a:pt x="1563740" y="21"/>
                  </a:lnTo>
                  <a:lnTo>
                    <a:pt x="1571598" y="21"/>
                  </a:lnTo>
                  <a:lnTo>
                    <a:pt x="1579456" y="15"/>
                  </a:lnTo>
                  <a:lnTo>
                    <a:pt x="1587314" y="10"/>
                  </a:lnTo>
                  <a:lnTo>
                    <a:pt x="1595172" y="12"/>
                  </a:lnTo>
                  <a:lnTo>
                    <a:pt x="1603030" y="17"/>
                  </a:lnTo>
                  <a:lnTo>
                    <a:pt x="1610888" y="13"/>
                  </a:lnTo>
                  <a:lnTo>
                    <a:pt x="1618746" y="16"/>
                  </a:lnTo>
                  <a:lnTo>
                    <a:pt x="1626604" y="18"/>
                  </a:lnTo>
                  <a:lnTo>
                    <a:pt x="1634462" y="14"/>
                  </a:lnTo>
                  <a:lnTo>
                    <a:pt x="1642320" y="14"/>
                  </a:lnTo>
                  <a:lnTo>
                    <a:pt x="1650178" y="9"/>
                  </a:lnTo>
                  <a:lnTo>
                    <a:pt x="1658036" y="11"/>
                  </a:lnTo>
                  <a:lnTo>
                    <a:pt x="1665894" y="14"/>
                  </a:lnTo>
                  <a:lnTo>
                    <a:pt x="1673752" y="18"/>
                  </a:lnTo>
                  <a:lnTo>
                    <a:pt x="1681610" y="17"/>
                  </a:lnTo>
                  <a:lnTo>
                    <a:pt x="1689468" y="16"/>
                  </a:lnTo>
                  <a:lnTo>
                    <a:pt x="1697326" y="18"/>
                  </a:lnTo>
                  <a:lnTo>
                    <a:pt x="1705184" y="13"/>
                  </a:lnTo>
                  <a:lnTo>
                    <a:pt x="1713042" y="13"/>
                  </a:lnTo>
                  <a:lnTo>
                    <a:pt x="1720900" y="14"/>
                  </a:lnTo>
                  <a:lnTo>
                    <a:pt x="1728758" y="17"/>
                  </a:lnTo>
                  <a:lnTo>
                    <a:pt x="1736616" y="18"/>
                  </a:lnTo>
                  <a:lnTo>
                    <a:pt x="1744474" y="15"/>
                  </a:lnTo>
                  <a:lnTo>
                    <a:pt x="1752332" y="9"/>
                  </a:lnTo>
                  <a:lnTo>
                    <a:pt x="1760190" y="13"/>
                  </a:lnTo>
                  <a:lnTo>
                    <a:pt x="1768048" y="14"/>
                  </a:lnTo>
                  <a:lnTo>
                    <a:pt x="1775906" y="14"/>
                  </a:lnTo>
                  <a:lnTo>
                    <a:pt x="1783764" y="17"/>
                  </a:lnTo>
                  <a:lnTo>
                    <a:pt x="1791622" y="19"/>
                  </a:lnTo>
                  <a:lnTo>
                    <a:pt x="1799480" y="16"/>
                  </a:lnTo>
                  <a:lnTo>
                    <a:pt x="1807338" y="18"/>
                  </a:lnTo>
                  <a:lnTo>
                    <a:pt x="1815196" y="19"/>
                  </a:lnTo>
                  <a:lnTo>
                    <a:pt x="1823054" y="18"/>
                  </a:lnTo>
                  <a:lnTo>
                    <a:pt x="1830912" y="22"/>
                  </a:lnTo>
                  <a:lnTo>
                    <a:pt x="1838770" y="26"/>
                  </a:lnTo>
                  <a:lnTo>
                    <a:pt x="1846628" y="26"/>
                  </a:lnTo>
                  <a:lnTo>
                    <a:pt x="1854486" y="23"/>
                  </a:lnTo>
                  <a:lnTo>
                    <a:pt x="1862344" y="23"/>
                  </a:lnTo>
                  <a:lnTo>
                    <a:pt x="1870202" y="19"/>
                  </a:lnTo>
                  <a:lnTo>
                    <a:pt x="1878060" y="13"/>
                  </a:lnTo>
                  <a:lnTo>
                    <a:pt x="1885918" y="13"/>
                  </a:lnTo>
                  <a:lnTo>
                    <a:pt x="1893776" y="13"/>
                  </a:lnTo>
                  <a:lnTo>
                    <a:pt x="1901634" y="13"/>
                  </a:lnTo>
                  <a:lnTo>
                    <a:pt x="1909492" y="12"/>
                  </a:lnTo>
                  <a:lnTo>
                    <a:pt x="1917350" y="10"/>
                  </a:lnTo>
                  <a:lnTo>
                    <a:pt x="1925208" y="14"/>
                  </a:lnTo>
                  <a:lnTo>
                    <a:pt x="1933066" y="13"/>
                  </a:lnTo>
                  <a:lnTo>
                    <a:pt x="1940924" y="12"/>
                  </a:lnTo>
                  <a:lnTo>
                    <a:pt x="1948782" y="12"/>
                  </a:lnTo>
                  <a:lnTo>
                    <a:pt x="1956640" y="10"/>
                  </a:lnTo>
                  <a:lnTo>
                    <a:pt x="1964498" y="6"/>
                  </a:lnTo>
                  <a:lnTo>
                    <a:pt x="1972356" y="4"/>
                  </a:lnTo>
                  <a:lnTo>
                    <a:pt x="1980214" y="3"/>
                  </a:lnTo>
                  <a:lnTo>
                    <a:pt x="1988072" y="7"/>
                  </a:lnTo>
                  <a:lnTo>
                    <a:pt x="1995930" y="5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1"/>
                  </a:lnTo>
                  <a:lnTo>
                    <a:pt x="2027362" y="1"/>
                  </a:lnTo>
                  <a:lnTo>
                    <a:pt x="2035220" y="4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1186414" y="4019842"/>
              <a:ext cx="2035220" cy="3042"/>
            </a:xfrm>
            <a:custGeom>
              <a:avLst/>
              <a:pathLst>
                <a:path w="2035220" h="3042">
                  <a:moveTo>
                    <a:pt x="0" y="3042"/>
                  </a:moveTo>
                  <a:lnTo>
                    <a:pt x="7857" y="3040"/>
                  </a:lnTo>
                  <a:lnTo>
                    <a:pt x="15715" y="3035"/>
                  </a:lnTo>
                  <a:lnTo>
                    <a:pt x="23573" y="3014"/>
                  </a:lnTo>
                  <a:lnTo>
                    <a:pt x="31431" y="3019"/>
                  </a:lnTo>
                  <a:lnTo>
                    <a:pt x="39289" y="2998"/>
                  </a:lnTo>
                  <a:lnTo>
                    <a:pt x="47147" y="2983"/>
                  </a:lnTo>
                  <a:lnTo>
                    <a:pt x="55005" y="2951"/>
                  </a:lnTo>
                  <a:lnTo>
                    <a:pt x="62863" y="2944"/>
                  </a:lnTo>
                  <a:lnTo>
                    <a:pt x="70721" y="2925"/>
                  </a:lnTo>
                  <a:lnTo>
                    <a:pt x="78579" y="2915"/>
                  </a:lnTo>
                  <a:lnTo>
                    <a:pt x="86437" y="2884"/>
                  </a:lnTo>
                  <a:lnTo>
                    <a:pt x="94295" y="2870"/>
                  </a:lnTo>
                  <a:lnTo>
                    <a:pt x="102153" y="2863"/>
                  </a:lnTo>
                  <a:lnTo>
                    <a:pt x="110011" y="2851"/>
                  </a:lnTo>
                  <a:lnTo>
                    <a:pt x="117869" y="2834"/>
                  </a:lnTo>
                  <a:lnTo>
                    <a:pt x="125727" y="2830"/>
                  </a:lnTo>
                  <a:lnTo>
                    <a:pt x="133585" y="2824"/>
                  </a:lnTo>
                  <a:lnTo>
                    <a:pt x="141443" y="2816"/>
                  </a:lnTo>
                  <a:lnTo>
                    <a:pt x="149301" y="2793"/>
                  </a:lnTo>
                  <a:lnTo>
                    <a:pt x="157159" y="2792"/>
                  </a:lnTo>
                  <a:lnTo>
                    <a:pt x="165017" y="2782"/>
                  </a:lnTo>
                  <a:lnTo>
                    <a:pt x="172875" y="2781"/>
                  </a:lnTo>
                  <a:lnTo>
                    <a:pt x="180733" y="2770"/>
                  </a:lnTo>
                  <a:lnTo>
                    <a:pt x="188591" y="2764"/>
                  </a:lnTo>
                  <a:lnTo>
                    <a:pt x="196449" y="2762"/>
                  </a:lnTo>
                  <a:lnTo>
                    <a:pt x="204307" y="2755"/>
                  </a:lnTo>
                  <a:lnTo>
                    <a:pt x="212165" y="2736"/>
                  </a:lnTo>
                  <a:lnTo>
                    <a:pt x="220023" y="2732"/>
                  </a:lnTo>
                  <a:lnTo>
                    <a:pt x="227881" y="2721"/>
                  </a:lnTo>
                  <a:lnTo>
                    <a:pt x="235739" y="2699"/>
                  </a:lnTo>
                  <a:lnTo>
                    <a:pt x="243597" y="2689"/>
                  </a:lnTo>
                  <a:lnTo>
                    <a:pt x="251455" y="2672"/>
                  </a:lnTo>
                  <a:lnTo>
                    <a:pt x="259313" y="2659"/>
                  </a:lnTo>
                  <a:lnTo>
                    <a:pt x="267171" y="2641"/>
                  </a:lnTo>
                  <a:lnTo>
                    <a:pt x="275029" y="2625"/>
                  </a:lnTo>
                  <a:lnTo>
                    <a:pt x="282887" y="2625"/>
                  </a:lnTo>
                  <a:lnTo>
                    <a:pt x="290745" y="2601"/>
                  </a:lnTo>
                  <a:lnTo>
                    <a:pt x="298603" y="2607"/>
                  </a:lnTo>
                  <a:lnTo>
                    <a:pt x="306461" y="2605"/>
                  </a:lnTo>
                  <a:lnTo>
                    <a:pt x="314319" y="2599"/>
                  </a:lnTo>
                  <a:lnTo>
                    <a:pt x="322177" y="2597"/>
                  </a:lnTo>
                  <a:lnTo>
                    <a:pt x="330035" y="2597"/>
                  </a:lnTo>
                  <a:lnTo>
                    <a:pt x="337893" y="2587"/>
                  </a:lnTo>
                  <a:lnTo>
                    <a:pt x="345751" y="2577"/>
                  </a:lnTo>
                  <a:lnTo>
                    <a:pt x="353609" y="2556"/>
                  </a:lnTo>
                  <a:lnTo>
                    <a:pt x="361467" y="2538"/>
                  </a:lnTo>
                  <a:lnTo>
                    <a:pt x="369325" y="2542"/>
                  </a:lnTo>
                  <a:lnTo>
                    <a:pt x="377183" y="2521"/>
                  </a:lnTo>
                  <a:lnTo>
                    <a:pt x="385041" y="2518"/>
                  </a:lnTo>
                  <a:lnTo>
                    <a:pt x="392899" y="2511"/>
                  </a:lnTo>
                  <a:lnTo>
                    <a:pt x="400757" y="2506"/>
                  </a:lnTo>
                  <a:lnTo>
                    <a:pt x="408615" y="2497"/>
                  </a:lnTo>
                  <a:lnTo>
                    <a:pt x="416473" y="2497"/>
                  </a:lnTo>
                  <a:lnTo>
                    <a:pt x="424331" y="2504"/>
                  </a:lnTo>
                  <a:lnTo>
                    <a:pt x="432189" y="2508"/>
                  </a:lnTo>
                  <a:lnTo>
                    <a:pt x="440047" y="2497"/>
                  </a:lnTo>
                  <a:lnTo>
                    <a:pt x="447905" y="2461"/>
                  </a:lnTo>
                  <a:lnTo>
                    <a:pt x="455763" y="2447"/>
                  </a:lnTo>
                  <a:lnTo>
                    <a:pt x="463621" y="2430"/>
                  </a:lnTo>
                  <a:lnTo>
                    <a:pt x="471479" y="2429"/>
                  </a:lnTo>
                  <a:lnTo>
                    <a:pt x="479337" y="2420"/>
                  </a:lnTo>
                  <a:lnTo>
                    <a:pt x="487195" y="2404"/>
                  </a:lnTo>
                  <a:lnTo>
                    <a:pt x="495053" y="2394"/>
                  </a:lnTo>
                  <a:lnTo>
                    <a:pt x="502911" y="2376"/>
                  </a:lnTo>
                  <a:lnTo>
                    <a:pt x="510769" y="2368"/>
                  </a:lnTo>
                  <a:lnTo>
                    <a:pt x="518627" y="2369"/>
                  </a:lnTo>
                  <a:lnTo>
                    <a:pt x="526485" y="2348"/>
                  </a:lnTo>
                  <a:lnTo>
                    <a:pt x="534343" y="2328"/>
                  </a:lnTo>
                  <a:lnTo>
                    <a:pt x="542201" y="2318"/>
                  </a:lnTo>
                  <a:lnTo>
                    <a:pt x="550059" y="2302"/>
                  </a:lnTo>
                  <a:lnTo>
                    <a:pt x="557917" y="2302"/>
                  </a:lnTo>
                  <a:lnTo>
                    <a:pt x="565775" y="2275"/>
                  </a:lnTo>
                  <a:lnTo>
                    <a:pt x="573633" y="2271"/>
                  </a:lnTo>
                  <a:lnTo>
                    <a:pt x="581491" y="2264"/>
                  </a:lnTo>
                  <a:lnTo>
                    <a:pt x="589349" y="2264"/>
                  </a:lnTo>
                  <a:lnTo>
                    <a:pt x="597207" y="2250"/>
                  </a:lnTo>
                  <a:lnTo>
                    <a:pt x="605065" y="2248"/>
                  </a:lnTo>
                  <a:lnTo>
                    <a:pt x="612923" y="2243"/>
                  </a:lnTo>
                  <a:lnTo>
                    <a:pt x="620781" y="2228"/>
                  </a:lnTo>
                  <a:lnTo>
                    <a:pt x="628639" y="2209"/>
                  </a:lnTo>
                  <a:lnTo>
                    <a:pt x="636497" y="2194"/>
                  </a:lnTo>
                  <a:lnTo>
                    <a:pt x="644355" y="2189"/>
                  </a:lnTo>
                  <a:lnTo>
                    <a:pt x="652213" y="2183"/>
                  </a:lnTo>
                  <a:lnTo>
                    <a:pt x="660071" y="2174"/>
                  </a:lnTo>
                  <a:lnTo>
                    <a:pt x="667929" y="2157"/>
                  </a:lnTo>
                  <a:lnTo>
                    <a:pt x="675787" y="2118"/>
                  </a:lnTo>
                  <a:lnTo>
                    <a:pt x="683645" y="2102"/>
                  </a:lnTo>
                  <a:lnTo>
                    <a:pt x="691503" y="2087"/>
                  </a:lnTo>
                  <a:lnTo>
                    <a:pt x="699361" y="2069"/>
                  </a:lnTo>
                  <a:lnTo>
                    <a:pt x="707219" y="2062"/>
                  </a:lnTo>
                  <a:lnTo>
                    <a:pt x="715077" y="2067"/>
                  </a:lnTo>
                  <a:lnTo>
                    <a:pt x="722935" y="2058"/>
                  </a:lnTo>
                  <a:lnTo>
                    <a:pt x="730793" y="2040"/>
                  </a:lnTo>
                  <a:lnTo>
                    <a:pt x="738651" y="2043"/>
                  </a:lnTo>
                  <a:lnTo>
                    <a:pt x="746509" y="2028"/>
                  </a:lnTo>
                  <a:lnTo>
                    <a:pt x="754367" y="2016"/>
                  </a:lnTo>
                  <a:lnTo>
                    <a:pt x="762225" y="2001"/>
                  </a:lnTo>
                  <a:lnTo>
                    <a:pt x="770083" y="1976"/>
                  </a:lnTo>
                  <a:lnTo>
                    <a:pt x="777941" y="1960"/>
                  </a:lnTo>
                  <a:lnTo>
                    <a:pt x="785799" y="1945"/>
                  </a:lnTo>
                  <a:lnTo>
                    <a:pt x="793657" y="1939"/>
                  </a:lnTo>
                  <a:lnTo>
                    <a:pt x="801515" y="1923"/>
                  </a:lnTo>
                  <a:lnTo>
                    <a:pt x="809373" y="1909"/>
                  </a:lnTo>
                  <a:lnTo>
                    <a:pt x="817231" y="1898"/>
                  </a:lnTo>
                  <a:lnTo>
                    <a:pt x="825089" y="1889"/>
                  </a:lnTo>
                  <a:lnTo>
                    <a:pt x="832947" y="1887"/>
                  </a:lnTo>
                  <a:lnTo>
                    <a:pt x="840805" y="1879"/>
                  </a:lnTo>
                  <a:lnTo>
                    <a:pt x="848663" y="1866"/>
                  </a:lnTo>
                  <a:lnTo>
                    <a:pt x="856521" y="1852"/>
                  </a:lnTo>
                  <a:lnTo>
                    <a:pt x="864379" y="1848"/>
                  </a:lnTo>
                  <a:lnTo>
                    <a:pt x="872237" y="1832"/>
                  </a:lnTo>
                  <a:lnTo>
                    <a:pt x="880095" y="1814"/>
                  </a:lnTo>
                  <a:lnTo>
                    <a:pt x="887953" y="1806"/>
                  </a:lnTo>
                  <a:lnTo>
                    <a:pt x="895811" y="1804"/>
                  </a:lnTo>
                  <a:lnTo>
                    <a:pt x="903669" y="1791"/>
                  </a:lnTo>
                  <a:lnTo>
                    <a:pt x="911527" y="1768"/>
                  </a:lnTo>
                  <a:lnTo>
                    <a:pt x="919385" y="1749"/>
                  </a:lnTo>
                  <a:lnTo>
                    <a:pt x="927243" y="1739"/>
                  </a:lnTo>
                  <a:lnTo>
                    <a:pt x="935101" y="1726"/>
                  </a:lnTo>
                  <a:lnTo>
                    <a:pt x="942959" y="1713"/>
                  </a:lnTo>
                  <a:lnTo>
                    <a:pt x="950817" y="1711"/>
                  </a:lnTo>
                  <a:lnTo>
                    <a:pt x="958675" y="1705"/>
                  </a:lnTo>
                  <a:lnTo>
                    <a:pt x="966533" y="1704"/>
                  </a:lnTo>
                  <a:lnTo>
                    <a:pt x="974391" y="1700"/>
                  </a:lnTo>
                  <a:lnTo>
                    <a:pt x="982249" y="1701"/>
                  </a:lnTo>
                  <a:lnTo>
                    <a:pt x="990107" y="1696"/>
                  </a:lnTo>
                  <a:lnTo>
                    <a:pt x="997965" y="1680"/>
                  </a:lnTo>
                  <a:lnTo>
                    <a:pt x="1005823" y="1668"/>
                  </a:lnTo>
                  <a:lnTo>
                    <a:pt x="1013681" y="1668"/>
                  </a:lnTo>
                  <a:lnTo>
                    <a:pt x="1021539" y="1665"/>
                  </a:lnTo>
                  <a:lnTo>
                    <a:pt x="1029397" y="1649"/>
                  </a:lnTo>
                  <a:lnTo>
                    <a:pt x="1037254" y="1627"/>
                  </a:lnTo>
                  <a:lnTo>
                    <a:pt x="1045112" y="1616"/>
                  </a:lnTo>
                  <a:lnTo>
                    <a:pt x="1052970" y="1608"/>
                  </a:lnTo>
                  <a:lnTo>
                    <a:pt x="1060828" y="1599"/>
                  </a:lnTo>
                  <a:lnTo>
                    <a:pt x="1068686" y="1593"/>
                  </a:lnTo>
                  <a:lnTo>
                    <a:pt x="1076544" y="1587"/>
                  </a:lnTo>
                  <a:lnTo>
                    <a:pt x="1084402" y="1577"/>
                  </a:lnTo>
                  <a:lnTo>
                    <a:pt x="1092260" y="1568"/>
                  </a:lnTo>
                  <a:lnTo>
                    <a:pt x="1100118" y="1556"/>
                  </a:lnTo>
                  <a:lnTo>
                    <a:pt x="1107976" y="1542"/>
                  </a:lnTo>
                  <a:lnTo>
                    <a:pt x="1115834" y="1540"/>
                  </a:lnTo>
                  <a:lnTo>
                    <a:pt x="1123692" y="1525"/>
                  </a:lnTo>
                  <a:lnTo>
                    <a:pt x="1131550" y="1505"/>
                  </a:lnTo>
                  <a:lnTo>
                    <a:pt x="1139408" y="1495"/>
                  </a:lnTo>
                  <a:lnTo>
                    <a:pt x="1147266" y="1486"/>
                  </a:lnTo>
                  <a:lnTo>
                    <a:pt x="1155124" y="1472"/>
                  </a:lnTo>
                  <a:lnTo>
                    <a:pt x="1162982" y="1447"/>
                  </a:lnTo>
                  <a:lnTo>
                    <a:pt x="1170840" y="1432"/>
                  </a:lnTo>
                  <a:lnTo>
                    <a:pt x="1178698" y="1417"/>
                  </a:lnTo>
                  <a:lnTo>
                    <a:pt x="1186556" y="1419"/>
                  </a:lnTo>
                  <a:lnTo>
                    <a:pt x="1194414" y="1413"/>
                  </a:lnTo>
                  <a:lnTo>
                    <a:pt x="1202272" y="1394"/>
                  </a:lnTo>
                  <a:lnTo>
                    <a:pt x="1210130" y="1381"/>
                  </a:lnTo>
                  <a:lnTo>
                    <a:pt x="1217988" y="1372"/>
                  </a:lnTo>
                  <a:lnTo>
                    <a:pt x="1225846" y="1362"/>
                  </a:lnTo>
                  <a:lnTo>
                    <a:pt x="1233704" y="1350"/>
                  </a:lnTo>
                  <a:lnTo>
                    <a:pt x="1241562" y="1328"/>
                  </a:lnTo>
                  <a:lnTo>
                    <a:pt x="1249420" y="1311"/>
                  </a:lnTo>
                  <a:lnTo>
                    <a:pt x="1257278" y="1304"/>
                  </a:lnTo>
                  <a:lnTo>
                    <a:pt x="1265136" y="1285"/>
                  </a:lnTo>
                  <a:lnTo>
                    <a:pt x="1272994" y="1268"/>
                  </a:lnTo>
                  <a:lnTo>
                    <a:pt x="1280852" y="1247"/>
                  </a:lnTo>
                  <a:lnTo>
                    <a:pt x="1288710" y="1240"/>
                  </a:lnTo>
                  <a:lnTo>
                    <a:pt x="1296568" y="1232"/>
                  </a:lnTo>
                  <a:lnTo>
                    <a:pt x="1304426" y="1228"/>
                  </a:lnTo>
                  <a:lnTo>
                    <a:pt x="1312284" y="1213"/>
                  </a:lnTo>
                  <a:lnTo>
                    <a:pt x="1320142" y="1199"/>
                  </a:lnTo>
                  <a:lnTo>
                    <a:pt x="1328000" y="1186"/>
                  </a:lnTo>
                  <a:lnTo>
                    <a:pt x="1335858" y="1190"/>
                  </a:lnTo>
                  <a:lnTo>
                    <a:pt x="1343716" y="1171"/>
                  </a:lnTo>
                  <a:lnTo>
                    <a:pt x="1351574" y="1167"/>
                  </a:lnTo>
                  <a:lnTo>
                    <a:pt x="1359432" y="1156"/>
                  </a:lnTo>
                  <a:lnTo>
                    <a:pt x="1367290" y="1145"/>
                  </a:lnTo>
                  <a:lnTo>
                    <a:pt x="1375148" y="1134"/>
                  </a:lnTo>
                  <a:lnTo>
                    <a:pt x="1383006" y="1126"/>
                  </a:lnTo>
                  <a:lnTo>
                    <a:pt x="1390864" y="1112"/>
                  </a:lnTo>
                  <a:lnTo>
                    <a:pt x="1398722" y="1097"/>
                  </a:lnTo>
                  <a:lnTo>
                    <a:pt x="1406580" y="1089"/>
                  </a:lnTo>
                  <a:lnTo>
                    <a:pt x="1414438" y="1090"/>
                  </a:lnTo>
                  <a:lnTo>
                    <a:pt x="1422296" y="1075"/>
                  </a:lnTo>
                  <a:lnTo>
                    <a:pt x="1430154" y="1068"/>
                  </a:lnTo>
                  <a:lnTo>
                    <a:pt x="1438012" y="1054"/>
                  </a:lnTo>
                  <a:lnTo>
                    <a:pt x="1445870" y="1034"/>
                  </a:lnTo>
                  <a:lnTo>
                    <a:pt x="1453728" y="1024"/>
                  </a:lnTo>
                  <a:lnTo>
                    <a:pt x="1461586" y="1015"/>
                  </a:lnTo>
                  <a:lnTo>
                    <a:pt x="1469444" y="1003"/>
                  </a:lnTo>
                  <a:lnTo>
                    <a:pt x="1477302" y="990"/>
                  </a:lnTo>
                  <a:lnTo>
                    <a:pt x="1485160" y="979"/>
                  </a:lnTo>
                  <a:lnTo>
                    <a:pt x="1493018" y="965"/>
                  </a:lnTo>
                  <a:lnTo>
                    <a:pt x="1500876" y="951"/>
                  </a:lnTo>
                  <a:lnTo>
                    <a:pt x="1508734" y="937"/>
                  </a:lnTo>
                  <a:lnTo>
                    <a:pt x="1516592" y="928"/>
                  </a:lnTo>
                  <a:lnTo>
                    <a:pt x="1524450" y="907"/>
                  </a:lnTo>
                  <a:lnTo>
                    <a:pt x="1532308" y="896"/>
                  </a:lnTo>
                  <a:lnTo>
                    <a:pt x="1540166" y="891"/>
                  </a:lnTo>
                  <a:lnTo>
                    <a:pt x="1548024" y="886"/>
                  </a:lnTo>
                  <a:lnTo>
                    <a:pt x="1555882" y="870"/>
                  </a:lnTo>
                  <a:lnTo>
                    <a:pt x="1563740" y="860"/>
                  </a:lnTo>
                  <a:lnTo>
                    <a:pt x="1571598" y="855"/>
                  </a:lnTo>
                  <a:lnTo>
                    <a:pt x="1579456" y="853"/>
                  </a:lnTo>
                  <a:lnTo>
                    <a:pt x="1587314" y="843"/>
                  </a:lnTo>
                  <a:lnTo>
                    <a:pt x="1595172" y="829"/>
                  </a:lnTo>
                  <a:lnTo>
                    <a:pt x="1603030" y="814"/>
                  </a:lnTo>
                  <a:lnTo>
                    <a:pt x="1610888" y="803"/>
                  </a:lnTo>
                  <a:lnTo>
                    <a:pt x="1618746" y="789"/>
                  </a:lnTo>
                  <a:lnTo>
                    <a:pt x="1626604" y="781"/>
                  </a:lnTo>
                  <a:lnTo>
                    <a:pt x="1634462" y="771"/>
                  </a:lnTo>
                  <a:lnTo>
                    <a:pt x="1642320" y="762"/>
                  </a:lnTo>
                  <a:lnTo>
                    <a:pt x="1650178" y="757"/>
                  </a:lnTo>
                  <a:lnTo>
                    <a:pt x="1658036" y="746"/>
                  </a:lnTo>
                  <a:lnTo>
                    <a:pt x="1665894" y="735"/>
                  </a:lnTo>
                  <a:lnTo>
                    <a:pt x="1673752" y="717"/>
                  </a:lnTo>
                  <a:lnTo>
                    <a:pt x="1681610" y="706"/>
                  </a:lnTo>
                  <a:lnTo>
                    <a:pt x="1689468" y="695"/>
                  </a:lnTo>
                  <a:lnTo>
                    <a:pt x="1697326" y="680"/>
                  </a:lnTo>
                  <a:lnTo>
                    <a:pt x="1705184" y="664"/>
                  </a:lnTo>
                  <a:lnTo>
                    <a:pt x="1713042" y="649"/>
                  </a:lnTo>
                  <a:lnTo>
                    <a:pt x="1720900" y="637"/>
                  </a:lnTo>
                  <a:lnTo>
                    <a:pt x="1728758" y="626"/>
                  </a:lnTo>
                  <a:lnTo>
                    <a:pt x="1736616" y="610"/>
                  </a:lnTo>
                  <a:lnTo>
                    <a:pt x="1744474" y="592"/>
                  </a:lnTo>
                  <a:lnTo>
                    <a:pt x="1752332" y="574"/>
                  </a:lnTo>
                  <a:lnTo>
                    <a:pt x="1760190" y="557"/>
                  </a:lnTo>
                  <a:lnTo>
                    <a:pt x="1768048" y="541"/>
                  </a:lnTo>
                  <a:lnTo>
                    <a:pt x="1775906" y="530"/>
                  </a:lnTo>
                  <a:lnTo>
                    <a:pt x="1783764" y="520"/>
                  </a:lnTo>
                  <a:lnTo>
                    <a:pt x="1791622" y="510"/>
                  </a:lnTo>
                  <a:lnTo>
                    <a:pt x="1799480" y="500"/>
                  </a:lnTo>
                  <a:lnTo>
                    <a:pt x="1807338" y="479"/>
                  </a:lnTo>
                  <a:lnTo>
                    <a:pt x="1815196" y="455"/>
                  </a:lnTo>
                  <a:lnTo>
                    <a:pt x="1823054" y="430"/>
                  </a:lnTo>
                  <a:lnTo>
                    <a:pt x="1830912" y="430"/>
                  </a:lnTo>
                  <a:lnTo>
                    <a:pt x="1838770" y="415"/>
                  </a:lnTo>
                  <a:lnTo>
                    <a:pt x="1846628" y="392"/>
                  </a:lnTo>
                  <a:lnTo>
                    <a:pt x="1854486" y="369"/>
                  </a:lnTo>
                  <a:lnTo>
                    <a:pt x="1862344" y="348"/>
                  </a:lnTo>
                  <a:lnTo>
                    <a:pt x="1870202" y="327"/>
                  </a:lnTo>
                  <a:lnTo>
                    <a:pt x="1878060" y="307"/>
                  </a:lnTo>
                  <a:lnTo>
                    <a:pt x="1885918" y="295"/>
                  </a:lnTo>
                  <a:lnTo>
                    <a:pt x="1893776" y="274"/>
                  </a:lnTo>
                  <a:lnTo>
                    <a:pt x="1901634" y="256"/>
                  </a:lnTo>
                  <a:lnTo>
                    <a:pt x="1909492" y="240"/>
                  </a:lnTo>
                  <a:lnTo>
                    <a:pt x="1917350" y="224"/>
                  </a:lnTo>
                  <a:lnTo>
                    <a:pt x="1925208" y="208"/>
                  </a:lnTo>
                  <a:lnTo>
                    <a:pt x="1933066" y="188"/>
                  </a:lnTo>
                  <a:lnTo>
                    <a:pt x="1940924" y="178"/>
                  </a:lnTo>
                  <a:lnTo>
                    <a:pt x="1948782" y="179"/>
                  </a:lnTo>
                  <a:lnTo>
                    <a:pt x="1956640" y="175"/>
                  </a:lnTo>
                  <a:lnTo>
                    <a:pt x="1964498" y="166"/>
                  </a:lnTo>
                  <a:lnTo>
                    <a:pt x="1972356" y="149"/>
                  </a:lnTo>
                  <a:lnTo>
                    <a:pt x="1980214" y="127"/>
                  </a:lnTo>
                  <a:lnTo>
                    <a:pt x="1988072" y="102"/>
                  </a:lnTo>
                  <a:lnTo>
                    <a:pt x="1995930" y="81"/>
                  </a:lnTo>
                  <a:lnTo>
                    <a:pt x="2003788" y="66"/>
                  </a:lnTo>
                  <a:lnTo>
                    <a:pt x="2011646" y="49"/>
                  </a:lnTo>
                  <a:lnTo>
                    <a:pt x="2019504" y="33"/>
                  </a:lnTo>
                  <a:lnTo>
                    <a:pt x="2027362" y="16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1084653" y="3322206"/>
              <a:ext cx="2238742" cy="742778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1084653" y="4247864"/>
              <a:ext cx="2238742" cy="7427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1084653" y="4956881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1084653" y="4732305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1084653" y="4507729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1084653" y="4283153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1102983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1622827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2142671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2662515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3182359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7"/>
            <p:cNvSpPr/>
            <p:nvPr/>
          </p:nvSpPr>
          <p:spPr>
            <a:xfrm>
              <a:off x="1186414" y="4570810"/>
              <a:ext cx="2035220" cy="370527"/>
            </a:xfrm>
            <a:custGeom>
              <a:avLst/>
              <a:pathLst>
                <a:path w="2035220" h="370527">
                  <a:moveTo>
                    <a:pt x="0" y="337491"/>
                  </a:moveTo>
                  <a:lnTo>
                    <a:pt x="7857" y="337239"/>
                  </a:lnTo>
                  <a:lnTo>
                    <a:pt x="15715" y="337130"/>
                  </a:lnTo>
                  <a:lnTo>
                    <a:pt x="23573" y="337021"/>
                  </a:lnTo>
                  <a:lnTo>
                    <a:pt x="31431" y="336640"/>
                  </a:lnTo>
                  <a:lnTo>
                    <a:pt x="39289" y="336412"/>
                  </a:lnTo>
                  <a:lnTo>
                    <a:pt x="47147" y="336255"/>
                  </a:lnTo>
                  <a:lnTo>
                    <a:pt x="55005" y="336039"/>
                  </a:lnTo>
                  <a:lnTo>
                    <a:pt x="62863" y="335718"/>
                  </a:lnTo>
                  <a:lnTo>
                    <a:pt x="70721" y="335607"/>
                  </a:lnTo>
                  <a:lnTo>
                    <a:pt x="78579" y="335542"/>
                  </a:lnTo>
                  <a:lnTo>
                    <a:pt x="86437" y="335376"/>
                  </a:lnTo>
                  <a:lnTo>
                    <a:pt x="94295" y="335174"/>
                  </a:lnTo>
                  <a:lnTo>
                    <a:pt x="102153" y="334988"/>
                  </a:lnTo>
                  <a:lnTo>
                    <a:pt x="110011" y="334802"/>
                  </a:lnTo>
                  <a:lnTo>
                    <a:pt x="117869" y="334494"/>
                  </a:lnTo>
                  <a:lnTo>
                    <a:pt x="125727" y="334410"/>
                  </a:lnTo>
                  <a:lnTo>
                    <a:pt x="133585" y="334128"/>
                  </a:lnTo>
                  <a:lnTo>
                    <a:pt x="141443" y="333949"/>
                  </a:lnTo>
                  <a:lnTo>
                    <a:pt x="149301" y="333713"/>
                  </a:lnTo>
                  <a:lnTo>
                    <a:pt x="157159" y="333389"/>
                  </a:lnTo>
                  <a:lnTo>
                    <a:pt x="165017" y="333064"/>
                  </a:lnTo>
                  <a:lnTo>
                    <a:pt x="172875" y="332738"/>
                  </a:lnTo>
                  <a:lnTo>
                    <a:pt x="180733" y="332411"/>
                  </a:lnTo>
                  <a:lnTo>
                    <a:pt x="188591" y="332167"/>
                  </a:lnTo>
                  <a:lnTo>
                    <a:pt x="196449" y="331811"/>
                  </a:lnTo>
                  <a:lnTo>
                    <a:pt x="204307" y="331456"/>
                  </a:lnTo>
                  <a:lnTo>
                    <a:pt x="212165" y="331208"/>
                  </a:lnTo>
                  <a:lnTo>
                    <a:pt x="220023" y="331128"/>
                  </a:lnTo>
                  <a:lnTo>
                    <a:pt x="227881" y="330925"/>
                  </a:lnTo>
                  <a:lnTo>
                    <a:pt x="235739" y="330625"/>
                  </a:lnTo>
                  <a:lnTo>
                    <a:pt x="243597" y="330364"/>
                  </a:lnTo>
                  <a:lnTo>
                    <a:pt x="251455" y="330171"/>
                  </a:lnTo>
                  <a:lnTo>
                    <a:pt x="259313" y="329856"/>
                  </a:lnTo>
                  <a:lnTo>
                    <a:pt x="267171" y="329588"/>
                  </a:lnTo>
                  <a:lnTo>
                    <a:pt x="275029" y="329258"/>
                  </a:lnTo>
                  <a:lnTo>
                    <a:pt x="282887" y="328994"/>
                  </a:lnTo>
                  <a:lnTo>
                    <a:pt x="290745" y="328695"/>
                  </a:lnTo>
                  <a:lnTo>
                    <a:pt x="298603" y="328395"/>
                  </a:lnTo>
                  <a:lnTo>
                    <a:pt x="306461" y="327972"/>
                  </a:lnTo>
                  <a:lnTo>
                    <a:pt x="314319" y="327667"/>
                  </a:lnTo>
                  <a:lnTo>
                    <a:pt x="322177" y="327261"/>
                  </a:lnTo>
                  <a:lnTo>
                    <a:pt x="330035" y="326959"/>
                  </a:lnTo>
                  <a:lnTo>
                    <a:pt x="337893" y="326663"/>
                  </a:lnTo>
                  <a:lnTo>
                    <a:pt x="345751" y="326172"/>
                  </a:lnTo>
                  <a:lnTo>
                    <a:pt x="353609" y="325601"/>
                  </a:lnTo>
                  <a:lnTo>
                    <a:pt x="361467" y="325169"/>
                  </a:lnTo>
                  <a:lnTo>
                    <a:pt x="369325" y="324665"/>
                  </a:lnTo>
                  <a:lnTo>
                    <a:pt x="377183" y="324292"/>
                  </a:lnTo>
                  <a:lnTo>
                    <a:pt x="385041" y="323872"/>
                  </a:lnTo>
                  <a:lnTo>
                    <a:pt x="392899" y="323470"/>
                  </a:lnTo>
                  <a:lnTo>
                    <a:pt x="400757" y="323066"/>
                  </a:lnTo>
                  <a:lnTo>
                    <a:pt x="408615" y="322663"/>
                  </a:lnTo>
                  <a:lnTo>
                    <a:pt x="416473" y="322363"/>
                  </a:lnTo>
                  <a:lnTo>
                    <a:pt x="424331" y="322038"/>
                  </a:lnTo>
                  <a:lnTo>
                    <a:pt x="432189" y="321631"/>
                  </a:lnTo>
                  <a:lnTo>
                    <a:pt x="440047" y="321296"/>
                  </a:lnTo>
                  <a:lnTo>
                    <a:pt x="447905" y="321206"/>
                  </a:lnTo>
                  <a:lnTo>
                    <a:pt x="455763" y="320652"/>
                  </a:lnTo>
                  <a:lnTo>
                    <a:pt x="463621" y="319952"/>
                  </a:lnTo>
                  <a:lnTo>
                    <a:pt x="471479" y="319328"/>
                  </a:lnTo>
                  <a:lnTo>
                    <a:pt x="479337" y="318899"/>
                  </a:lnTo>
                  <a:lnTo>
                    <a:pt x="487195" y="318333"/>
                  </a:lnTo>
                  <a:lnTo>
                    <a:pt x="495053" y="317791"/>
                  </a:lnTo>
                  <a:lnTo>
                    <a:pt x="502911" y="317380"/>
                  </a:lnTo>
                  <a:lnTo>
                    <a:pt x="510769" y="317014"/>
                  </a:lnTo>
                  <a:lnTo>
                    <a:pt x="518627" y="316473"/>
                  </a:lnTo>
                  <a:lnTo>
                    <a:pt x="526485" y="315881"/>
                  </a:lnTo>
                  <a:lnTo>
                    <a:pt x="534343" y="315381"/>
                  </a:lnTo>
                  <a:lnTo>
                    <a:pt x="542201" y="315023"/>
                  </a:lnTo>
                  <a:lnTo>
                    <a:pt x="550059" y="314469"/>
                  </a:lnTo>
                  <a:lnTo>
                    <a:pt x="557917" y="313903"/>
                  </a:lnTo>
                  <a:lnTo>
                    <a:pt x="565775" y="313337"/>
                  </a:lnTo>
                  <a:lnTo>
                    <a:pt x="573633" y="312758"/>
                  </a:lnTo>
                  <a:lnTo>
                    <a:pt x="581491" y="312171"/>
                  </a:lnTo>
                  <a:lnTo>
                    <a:pt x="589349" y="311605"/>
                  </a:lnTo>
                  <a:lnTo>
                    <a:pt x="597207" y="311014"/>
                  </a:lnTo>
                  <a:lnTo>
                    <a:pt x="605065" y="310310"/>
                  </a:lnTo>
                  <a:lnTo>
                    <a:pt x="612923" y="309788"/>
                  </a:lnTo>
                  <a:lnTo>
                    <a:pt x="620781" y="309206"/>
                  </a:lnTo>
                  <a:lnTo>
                    <a:pt x="628639" y="308404"/>
                  </a:lnTo>
                  <a:lnTo>
                    <a:pt x="636497" y="307952"/>
                  </a:lnTo>
                  <a:lnTo>
                    <a:pt x="644355" y="307503"/>
                  </a:lnTo>
                  <a:lnTo>
                    <a:pt x="652213" y="307045"/>
                  </a:lnTo>
                  <a:lnTo>
                    <a:pt x="660071" y="306283"/>
                  </a:lnTo>
                  <a:lnTo>
                    <a:pt x="667929" y="305956"/>
                  </a:lnTo>
                  <a:lnTo>
                    <a:pt x="675787" y="305398"/>
                  </a:lnTo>
                  <a:lnTo>
                    <a:pt x="683645" y="304835"/>
                  </a:lnTo>
                  <a:lnTo>
                    <a:pt x="691503" y="304270"/>
                  </a:lnTo>
                  <a:lnTo>
                    <a:pt x="699361" y="303645"/>
                  </a:lnTo>
                  <a:lnTo>
                    <a:pt x="707219" y="303127"/>
                  </a:lnTo>
                  <a:lnTo>
                    <a:pt x="715077" y="302576"/>
                  </a:lnTo>
                  <a:lnTo>
                    <a:pt x="722935" y="301967"/>
                  </a:lnTo>
                  <a:lnTo>
                    <a:pt x="730793" y="301019"/>
                  </a:lnTo>
                  <a:lnTo>
                    <a:pt x="738651" y="300237"/>
                  </a:lnTo>
                  <a:lnTo>
                    <a:pt x="746509" y="299567"/>
                  </a:lnTo>
                  <a:lnTo>
                    <a:pt x="754367" y="298835"/>
                  </a:lnTo>
                  <a:lnTo>
                    <a:pt x="762225" y="297874"/>
                  </a:lnTo>
                  <a:lnTo>
                    <a:pt x="770083" y="297049"/>
                  </a:lnTo>
                  <a:lnTo>
                    <a:pt x="777941" y="296356"/>
                  </a:lnTo>
                  <a:lnTo>
                    <a:pt x="785799" y="295664"/>
                  </a:lnTo>
                  <a:lnTo>
                    <a:pt x="793657" y="294968"/>
                  </a:lnTo>
                  <a:lnTo>
                    <a:pt x="801515" y="294266"/>
                  </a:lnTo>
                  <a:lnTo>
                    <a:pt x="809373" y="293539"/>
                  </a:lnTo>
                  <a:lnTo>
                    <a:pt x="817231" y="292832"/>
                  </a:lnTo>
                  <a:lnTo>
                    <a:pt x="825089" y="292110"/>
                  </a:lnTo>
                  <a:lnTo>
                    <a:pt x="832947" y="291389"/>
                  </a:lnTo>
                  <a:lnTo>
                    <a:pt x="840805" y="290663"/>
                  </a:lnTo>
                  <a:lnTo>
                    <a:pt x="848663" y="289728"/>
                  </a:lnTo>
                  <a:lnTo>
                    <a:pt x="856521" y="288998"/>
                  </a:lnTo>
                  <a:lnTo>
                    <a:pt x="864379" y="288109"/>
                  </a:lnTo>
                  <a:lnTo>
                    <a:pt x="872237" y="287265"/>
                  </a:lnTo>
                  <a:lnTo>
                    <a:pt x="880095" y="286191"/>
                  </a:lnTo>
                  <a:lnTo>
                    <a:pt x="887953" y="285109"/>
                  </a:lnTo>
                  <a:lnTo>
                    <a:pt x="895811" y="284021"/>
                  </a:lnTo>
                  <a:lnTo>
                    <a:pt x="903669" y="282986"/>
                  </a:lnTo>
                  <a:lnTo>
                    <a:pt x="911527" y="281820"/>
                  </a:lnTo>
                  <a:lnTo>
                    <a:pt x="919385" y="280930"/>
                  </a:lnTo>
                  <a:lnTo>
                    <a:pt x="927243" y="280135"/>
                  </a:lnTo>
                  <a:lnTo>
                    <a:pt x="935101" y="279335"/>
                  </a:lnTo>
                  <a:lnTo>
                    <a:pt x="942959" y="277989"/>
                  </a:lnTo>
                  <a:lnTo>
                    <a:pt x="950817" y="276533"/>
                  </a:lnTo>
                  <a:lnTo>
                    <a:pt x="958675" y="275062"/>
                  </a:lnTo>
                  <a:lnTo>
                    <a:pt x="966533" y="274152"/>
                  </a:lnTo>
                  <a:lnTo>
                    <a:pt x="974391" y="273371"/>
                  </a:lnTo>
                  <a:lnTo>
                    <a:pt x="982249" y="272704"/>
                  </a:lnTo>
                  <a:lnTo>
                    <a:pt x="990107" y="271812"/>
                  </a:lnTo>
                  <a:lnTo>
                    <a:pt x="997965" y="270984"/>
                  </a:lnTo>
                  <a:lnTo>
                    <a:pt x="1005823" y="270180"/>
                  </a:lnTo>
                  <a:lnTo>
                    <a:pt x="1013681" y="269060"/>
                  </a:lnTo>
                  <a:lnTo>
                    <a:pt x="1021539" y="267847"/>
                  </a:lnTo>
                  <a:lnTo>
                    <a:pt x="1029397" y="266911"/>
                  </a:lnTo>
                  <a:lnTo>
                    <a:pt x="1037254" y="265866"/>
                  </a:lnTo>
                  <a:lnTo>
                    <a:pt x="1045112" y="264684"/>
                  </a:lnTo>
                  <a:lnTo>
                    <a:pt x="1052970" y="263623"/>
                  </a:lnTo>
                  <a:lnTo>
                    <a:pt x="1060828" y="262742"/>
                  </a:lnTo>
                  <a:lnTo>
                    <a:pt x="1068686" y="261861"/>
                  </a:lnTo>
                  <a:lnTo>
                    <a:pt x="1076544" y="260893"/>
                  </a:lnTo>
                  <a:lnTo>
                    <a:pt x="1084402" y="259706"/>
                  </a:lnTo>
                  <a:lnTo>
                    <a:pt x="1092260" y="258489"/>
                  </a:lnTo>
                  <a:lnTo>
                    <a:pt x="1100118" y="257074"/>
                  </a:lnTo>
                  <a:lnTo>
                    <a:pt x="1107976" y="255771"/>
                  </a:lnTo>
                  <a:lnTo>
                    <a:pt x="1115834" y="254466"/>
                  </a:lnTo>
                  <a:lnTo>
                    <a:pt x="1123692" y="253443"/>
                  </a:lnTo>
                  <a:lnTo>
                    <a:pt x="1131550" y="252008"/>
                  </a:lnTo>
                  <a:lnTo>
                    <a:pt x="1139408" y="250534"/>
                  </a:lnTo>
                  <a:lnTo>
                    <a:pt x="1147266" y="249113"/>
                  </a:lnTo>
                  <a:lnTo>
                    <a:pt x="1155124" y="247743"/>
                  </a:lnTo>
                  <a:lnTo>
                    <a:pt x="1162982" y="246361"/>
                  </a:lnTo>
                  <a:lnTo>
                    <a:pt x="1170840" y="244662"/>
                  </a:lnTo>
                  <a:lnTo>
                    <a:pt x="1178698" y="243096"/>
                  </a:lnTo>
                  <a:lnTo>
                    <a:pt x="1186556" y="241566"/>
                  </a:lnTo>
                  <a:lnTo>
                    <a:pt x="1194414" y="240084"/>
                  </a:lnTo>
                  <a:lnTo>
                    <a:pt x="1202272" y="238675"/>
                  </a:lnTo>
                  <a:lnTo>
                    <a:pt x="1210130" y="236988"/>
                  </a:lnTo>
                  <a:lnTo>
                    <a:pt x="1217988" y="235830"/>
                  </a:lnTo>
                  <a:lnTo>
                    <a:pt x="1225846" y="234611"/>
                  </a:lnTo>
                  <a:lnTo>
                    <a:pt x="1233704" y="233214"/>
                  </a:lnTo>
                  <a:lnTo>
                    <a:pt x="1241562" y="231522"/>
                  </a:lnTo>
                  <a:lnTo>
                    <a:pt x="1249420" y="230396"/>
                  </a:lnTo>
                  <a:lnTo>
                    <a:pt x="1257278" y="228874"/>
                  </a:lnTo>
                  <a:lnTo>
                    <a:pt x="1265136" y="227359"/>
                  </a:lnTo>
                  <a:lnTo>
                    <a:pt x="1272994" y="226104"/>
                  </a:lnTo>
                  <a:lnTo>
                    <a:pt x="1280852" y="224376"/>
                  </a:lnTo>
                  <a:lnTo>
                    <a:pt x="1288710" y="222576"/>
                  </a:lnTo>
                  <a:lnTo>
                    <a:pt x="1296568" y="220898"/>
                  </a:lnTo>
                  <a:lnTo>
                    <a:pt x="1304426" y="219332"/>
                  </a:lnTo>
                  <a:lnTo>
                    <a:pt x="1312284" y="217551"/>
                  </a:lnTo>
                  <a:lnTo>
                    <a:pt x="1320142" y="215722"/>
                  </a:lnTo>
                  <a:lnTo>
                    <a:pt x="1328000" y="213883"/>
                  </a:lnTo>
                  <a:lnTo>
                    <a:pt x="1335858" y="212431"/>
                  </a:lnTo>
                  <a:lnTo>
                    <a:pt x="1343716" y="211251"/>
                  </a:lnTo>
                  <a:lnTo>
                    <a:pt x="1351574" y="209581"/>
                  </a:lnTo>
                  <a:lnTo>
                    <a:pt x="1359432" y="207897"/>
                  </a:lnTo>
                  <a:lnTo>
                    <a:pt x="1367290" y="206203"/>
                  </a:lnTo>
                  <a:lnTo>
                    <a:pt x="1375148" y="204709"/>
                  </a:lnTo>
                  <a:lnTo>
                    <a:pt x="1383006" y="203020"/>
                  </a:lnTo>
                  <a:lnTo>
                    <a:pt x="1390864" y="201092"/>
                  </a:lnTo>
                  <a:lnTo>
                    <a:pt x="1398722" y="199253"/>
                  </a:lnTo>
                  <a:lnTo>
                    <a:pt x="1406580" y="197481"/>
                  </a:lnTo>
                  <a:lnTo>
                    <a:pt x="1414438" y="195664"/>
                  </a:lnTo>
                  <a:lnTo>
                    <a:pt x="1422296" y="193758"/>
                  </a:lnTo>
                  <a:lnTo>
                    <a:pt x="1430154" y="191826"/>
                  </a:lnTo>
                  <a:lnTo>
                    <a:pt x="1438012" y="189923"/>
                  </a:lnTo>
                  <a:lnTo>
                    <a:pt x="1445870" y="187921"/>
                  </a:lnTo>
                  <a:lnTo>
                    <a:pt x="1453728" y="185955"/>
                  </a:lnTo>
                  <a:lnTo>
                    <a:pt x="1461586" y="183961"/>
                  </a:lnTo>
                  <a:lnTo>
                    <a:pt x="1469444" y="181960"/>
                  </a:lnTo>
                  <a:lnTo>
                    <a:pt x="1477302" y="179938"/>
                  </a:lnTo>
                  <a:lnTo>
                    <a:pt x="1485160" y="177901"/>
                  </a:lnTo>
                  <a:lnTo>
                    <a:pt x="1493018" y="175850"/>
                  </a:lnTo>
                  <a:lnTo>
                    <a:pt x="1500876" y="173784"/>
                  </a:lnTo>
                  <a:lnTo>
                    <a:pt x="1508734" y="171702"/>
                  </a:lnTo>
                  <a:lnTo>
                    <a:pt x="1516592" y="169688"/>
                  </a:lnTo>
                  <a:lnTo>
                    <a:pt x="1524450" y="167741"/>
                  </a:lnTo>
                  <a:lnTo>
                    <a:pt x="1532308" y="165917"/>
                  </a:lnTo>
                  <a:lnTo>
                    <a:pt x="1540166" y="164164"/>
                  </a:lnTo>
                  <a:lnTo>
                    <a:pt x="1548024" y="161889"/>
                  </a:lnTo>
                  <a:lnTo>
                    <a:pt x="1555882" y="159756"/>
                  </a:lnTo>
                  <a:lnTo>
                    <a:pt x="1563740" y="157279"/>
                  </a:lnTo>
                  <a:lnTo>
                    <a:pt x="1571598" y="154888"/>
                  </a:lnTo>
                  <a:lnTo>
                    <a:pt x="1579456" y="152513"/>
                  </a:lnTo>
                  <a:lnTo>
                    <a:pt x="1587314" y="150128"/>
                  </a:lnTo>
                  <a:lnTo>
                    <a:pt x="1595172" y="147775"/>
                  </a:lnTo>
                  <a:lnTo>
                    <a:pt x="1603030" y="145521"/>
                  </a:lnTo>
                  <a:lnTo>
                    <a:pt x="1610888" y="142895"/>
                  </a:lnTo>
                  <a:lnTo>
                    <a:pt x="1618746" y="140385"/>
                  </a:lnTo>
                  <a:lnTo>
                    <a:pt x="1626604" y="137732"/>
                  </a:lnTo>
                  <a:lnTo>
                    <a:pt x="1634462" y="135431"/>
                  </a:lnTo>
                  <a:lnTo>
                    <a:pt x="1642320" y="132901"/>
                  </a:lnTo>
                  <a:lnTo>
                    <a:pt x="1650178" y="130474"/>
                  </a:lnTo>
                  <a:lnTo>
                    <a:pt x="1658036" y="128194"/>
                  </a:lnTo>
                  <a:lnTo>
                    <a:pt x="1665894" y="125900"/>
                  </a:lnTo>
                  <a:lnTo>
                    <a:pt x="1673752" y="123525"/>
                  </a:lnTo>
                  <a:lnTo>
                    <a:pt x="1681610" y="120585"/>
                  </a:lnTo>
                  <a:lnTo>
                    <a:pt x="1689468" y="117695"/>
                  </a:lnTo>
                  <a:lnTo>
                    <a:pt x="1697326" y="115488"/>
                  </a:lnTo>
                  <a:lnTo>
                    <a:pt x="1705184" y="113471"/>
                  </a:lnTo>
                  <a:lnTo>
                    <a:pt x="1713042" y="111443"/>
                  </a:lnTo>
                  <a:lnTo>
                    <a:pt x="1720900" y="109405"/>
                  </a:lnTo>
                  <a:lnTo>
                    <a:pt x="1728758" y="107050"/>
                  </a:lnTo>
                  <a:lnTo>
                    <a:pt x="1736616" y="104522"/>
                  </a:lnTo>
                  <a:lnTo>
                    <a:pt x="1744474" y="101978"/>
                  </a:lnTo>
                  <a:lnTo>
                    <a:pt x="1752332" y="99462"/>
                  </a:lnTo>
                  <a:lnTo>
                    <a:pt x="1760190" y="97120"/>
                  </a:lnTo>
                  <a:lnTo>
                    <a:pt x="1768048" y="94715"/>
                  </a:lnTo>
                  <a:lnTo>
                    <a:pt x="1775906" y="92130"/>
                  </a:lnTo>
                  <a:lnTo>
                    <a:pt x="1783764" y="89530"/>
                  </a:lnTo>
                  <a:lnTo>
                    <a:pt x="1791622" y="86915"/>
                  </a:lnTo>
                  <a:lnTo>
                    <a:pt x="1799480" y="84285"/>
                  </a:lnTo>
                  <a:lnTo>
                    <a:pt x="1807338" y="81641"/>
                  </a:lnTo>
                  <a:lnTo>
                    <a:pt x="1815196" y="78990"/>
                  </a:lnTo>
                  <a:lnTo>
                    <a:pt x="1823054" y="76324"/>
                  </a:lnTo>
                  <a:lnTo>
                    <a:pt x="1830912" y="73822"/>
                  </a:lnTo>
                  <a:lnTo>
                    <a:pt x="1838770" y="71190"/>
                  </a:lnTo>
                  <a:lnTo>
                    <a:pt x="1846628" y="68214"/>
                  </a:lnTo>
                  <a:lnTo>
                    <a:pt x="1854486" y="65474"/>
                  </a:lnTo>
                  <a:lnTo>
                    <a:pt x="1862344" y="62730"/>
                  </a:lnTo>
                  <a:lnTo>
                    <a:pt x="1870202" y="59972"/>
                  </a:lnTo>
                  <a:lnTo>
                    <a:pt x="1878060" y="57201"/>
                  </a:lnTo>
                  <a:lnTo>
                    <a:pt x="1885918" y="54415"/>
                  </a:lnTo>
                  <a:lnTo>
                    <a:pt x="1893776" y="51616"/>
                  </a:lnTo>
                  <a:lnTo>
                    <a:pt x="1901634" y="48808"/>
                  </a:lnTo>
                  <a:lnTo>
                    <a:pt x="1909492" y="45990"/>
                  </a:lnTo>
                  <a:lnTo>
                    <a:pt x="1917350" y="43158"/>
                  </a:lnTo>
                  <a:lnTo>
                    <a:pt x="1925208" y="40428"/>
                  </a:lnTo>
                  <a:lnTo>
                    <a:pt x="1933066" y="37842"/>
                  </a:lnTo>
                  <a:lnTo>
                    <a:pt x="1940924" y="35246"/>
                  </a:lnTo>
                  <a:lnTo>
                    <a:pt x="1948782" y="32639"/>
                  </a:lnTo>
                  <a:lnTo>
                    <a:pt x="1956640" y="30021"/>
                  </a:lnTo>
                  <a:lnTo>
                    <a:pt x="1964498" y="27394"/>
                  </a:lnTo>
                  <a:lnTo>
                    <a:pt x="1972356" y="24756"/>
                  </a:lnTo>
                  <a:lnTo>
                    <a:pt x="1980214" y="22019"/>
                  </a:lnTo>
                  <a:lnTo>
                    <a:pt x="1988072" y="18824"/>
                  </a:lnTo>
                  <a:lnTo>
                    <a:pt x="1995930" y="15616"/>
                  </a:lnTo>
                  <a:lnTo>
                    <a:pt x="2003788" y="12394"/>
                  </a:lnTo>
                  <a:lnTo>
                    <a:pt x="2011646" y="9158"/>
                  </a:lnTo>
                  <a:lnTo>
                    <a:pt x="2019504" y="5908"/>
                  </a:lnTo>
                  <a:lnTo>
                    <a:pt x="2027362" y="2890"/>
                  </a:lnTo>
                  <a:lnTo>
                    <a:pt x="2035220" y="0"/>
                  </a:lnTo>
                  <a:lnTo>
                    <a:pt x="2035220" y="326855"/>
                  </a:lnTo>
                  <a:lnTo>
                    <a:pt x="2027362" y="327068"/>
                  </a:lnTo>
                  <a:lnTo>
                    <a:pt x="2019504" y="327219"/>
                  </a:lnTo>
                  <a:lnTo>
                    <a:pt x="2011646" y="327298"/>
                  </a:lnTo>
                  <a:lnTo>
                    <a:pt x="2003788" y="327385"/>
                  </a:lnTo>
                  <a:lnTo>
                    <a:pt x="1995930" y="327605"/>
                  </a:lnTo>
                  <a:lnTo>
                    <a:pt x="1988072" y="327824"/>
                  </a:lnTo>
                  <a:lnTo>
                    <a:pt x="1980214" y="328042"/>
                  </a:lnTo>
                  <a:lnTo>
                    <a:pt x="1972356" y="328260"/>
                  </a:lnTo>
                  <a:lnTo>
                    <a:pt x="1964498" y="328474"/>
                  </a:lnTo>
                  <a:lnTo>
                    <a:pt x="1956640" y="328687"/>
                  </a:lnTo>
                  <a:lnTo>
                    <a:pt x="1948782" y="328859"/>
                  </a:lnTo>
                  <a:lnTo>
                    <a:pt x="1940924" y="328950"/>
                  </a:lnTo>
                  <a:lnTo>
                    <a:pt x="1933066" y="329041"/>
                  </a:lnTo>
                  <a:lnTo>
                    <a:pt x="1925208" y="329132"/>
                  </a:lnTo>
                  <a:lnTo>
                    <a:pt x="1917350" y="329221"/>
                  </a:lnTo>
                  <a:lnTo>
                    <a:pt x="1909492" y="329307"/>
                  </a:lnTo>
                  <a:lnTo>
                    <a:pt x="1901634" y="329394"/>
                  </a:lnTo>
                  <a:lnTo>
                    <a:pt x="1893776" y="329480"/>
                  </a:lnTo>
                  <a:lnTo>
                    <a:pt x="1885918" y="329566"/>
                  </a:lnTo>
                  <a:lnTo>
                    <a:pt x="1878060" y="329690"/>
                  </a:lnTo>
                  <a:lnTo>
                    <a:pt x="1870202" y="329834"/>
                  </a:lnTo>
                  <a:lnTo>
                    <a:pt x="1862344" y="329978"/>
                  </a:lnTo>
                  <a:lnTo>
                    <a:pt x="1854486" y="330090"/>
                  </a:lnTo>
                  <a:lnTo>
                    <a:pt x="1846628" y="330143"/>
                  </a:lnTo>
                  <a:lnTo>
                    <a:pt x="1838770" y="330196"/>
                  </a:lnTo>
                  <a:lnTo>
                    <a:pt x="1830912" y="330297"/>
                  </a:lnTo>
                  <a:lnTo>
                    <a:pt x="1823054" y="330454"/>
                  </a:lnTo>
                  <a:lnTo>
                    <a:pt x="1815196" y="330611"/>
                  </a:lnTo>
                  <a:lnTo>
                    <a:pt x="1807338" y="330767"/>
                  </a:lnTo>
                  <a:lnTo>
                    <a:pt x="1799480" y="330923"/>
                  </a:lnTo>
                  <a:lnTo>
                    <a:pt x="1791622" y="331079"/>
                  </a:lnTo>
                  <a:lnTo>
                    <a:pt x="1783764" y="331234"/>
                  </a:lnTo>
                  <a:lnTo>
                    <a:pt x="1775906" y="331388"/>
                  </a:lnTo>
                  <a:lnTo>
                    <a:pt x="1768048" y="331541"/>
                  </a:lnTo>
                  <a:lnTo>
                    <a:pt x="1760190" y="331694"/>
                  </a:lnTo>
                  <a:lnTo>
                    <a:pt x="1752332" y="331835"/>
                  </a:lnTo>
                  <a:lnTo>
                    <a:pt x="1744474" y="331999"/>
                  </a:lnTo>
                  <a:lnTo>
                    <a:pt x="1736616" y="332163"/>
                  </a:lnTo>
                  <a:lnTo>
                    <a:pt x="1728758" y="332327"/>
                  </a:lnTo>
                  <a:lnTo>
                    <a:pt x="1720900" y="332490"/>
                  </a:lnTo>
                  <a:lnTo>
                    <a:pt x="1713042" y="332652"/>
                  </a:lnTo>
                  <a:lnTo>
                    <a:pt x="1705184" y="332787"/>
                  </a:lnTo>
                  <a:lnTo>
                    <a:pt x="1697326" y="332912"/>
                  </a:lnTo>
                  <a:lnTo>
                    <a:pt x="1689468" y="333070"/>
                  </a:lnTo>
                  <a:lnTo>
                    <a:pt x="1681610" y="333232"/>
                  </a:lnTo>
                  <a:lnTo>
                    <a:pt x="1673752" y="333392"/>
                  </a:lnTo>
                  <a:lnTo>
                    <a:pt x="1665894" y="333564"/>
                  </a:lnTo>
                  <a:lnTo>
                    <a:pt x="1658036" y="333776"/>
                  </a:lnTo>
                  <a:lnTo>
                    <a:pt x="1650178" y="333934"/>
                  </a:lnTo>
                  <a:lnTo>
                    <a:pt x="1642320" y="334029"/>
                  </a:lnTo>
                  <a:lnTo>
                    <a:pt x="1634462" y="334187"/>
                  </a:lnTo>
                  <a:lnTo>
                    <a:pt x="1626604" y="334345"/>
                  </a:lnTo>
                  <a:lnTo>
                    <a:pt x="1618746" y="334502"/>
                  </a:lnTo>
                  <a:lnTo>
                    <a:pt x="1610888" y="334657"/>
                  </a:lnTo>
                  <a:lnTo>
                    <a:pt x="1603030" y="334788"/>
                  </a:lnTo>
                  <a:lnTo>
                    <a:pt x="1595172" y="334922"/>
                  </a:lnTo>
                  <a:lnTo>
                    <a:pt x="1587314" y="335089"/>
                  </a:lnTo>
                  <a:lnTo>
                    <a:pt x="1579456" y="335205"/>
                  </a:lnTo>
                  <a:lnTo>
                    <a:pt x="1571598" y="335275"/>
                  </a:lnTo>
                  <a:lnTo>
                    <a:pt x="1563740" y="335420"/>
                  </a:lnTo>
                  <a:lnTo>
                    <a:pt x="1555882" y="335587"/>
                  </a:lnTo>
                  <a:lnTo>
                    <a:pt x="1548024" y="335797"/>
                  </a:lnTo>
                  <a:lnTo>
                    <a:pt x="1540166" y="335882"/>
                  </a:lnTo>
                  <a:lnTo>
                    <a:pt x="1532308" y="335993"/>
                  </a:lnTo>
                  <a:lnTo>
                    <a:pt x="1524450" y="336136"/>
                  </a:lnTo>
                  <a:lnTo>
                    <a:pt x="1516592" y="336278"/>
                  </a:lnTo>
                  <a:lnTo>
                    <a:pt x="1508734" y="336419"/>
                  </a:lnTo>
                  <a:lnTo>
                    <a:pt x="1500876" y="336561"/>
                  </a:lnTo>
                  <a:lnTo>
                    <a:pt x="1493018" y="336702"/>
                  </a:lnTo>
                  <a:lnTo>
                    <a:pt x="1485160" y="336842"/>
                  </a:lnTo>
                  <a:lnTo>
                    <a:pt x="1477302" y="336982"/>
                  </a:lnTo>
                  <a:lnTo>
                    <a:pt x="1469444" y="337122"/>
                  </a:lnTo>
                  <a:lnTo>
                    <a:pt x="1461586" y="337261"/>
                  </a:lnTo>
                  <a:lnTo>
                    <a:pt x="1453728" y="337400"/>
                  </a:lnTo>
                  <a:lnTo>
                    <a:pt x="1445870" y="337545"/>
                  </a:lnTo>
                  <a:lnTo>
                    <a:pt x="1438012" y="337797"/>
                  </a:lnTo>
                  <a:lnTo>
                    <a:pt x="1430154" y="338048"/>
                  </a:lnTo>
                  <a:lnTo>
                    <a:pt x="1422296" y="338210"/>
                  </a:lnTo>
                  <a:lnTo>
                    <a:pt x="1414438" y="338307"/>
                  </a:lnTo>
                  <a:lnTo>
                    <a:pt x="1406580" y="338372"/>
                  </a:lnTo>
                  <a:lnTo>
                    <a:pt x="1398722" y="338505"/>
                  </a:lnTo>
                  <a:lnTo>
                    <a:pt x="1390864" y="338607"/>
                  </a:lnTo>
                  <a:lnTo>
                    <a:pt x="1383006" y="338705"/>
                  </a:lnTo>
                  <a:lnTo>
                    <a:pt x="1375148" y="338804"/>
                  </a:lnTo>
                  <a:lnTo>
                    <a:pt x="1367290" y="338905"/>
                  </a:lnTo>
                  <a:lnTo>
                    <a:pt x="1359432" y="339047"/>
                  </a:lnTo>
                  <a:lnTo>
                    <a:pt x="1351574" y="339195"/>
                  </a:lnTo>
                  <a:lnTo>
                    <a:pt x="1343716" y="339342"/>
                  </a:lnTo>
                  <a:lnTo>
                    <a:pt x="1335858" y="339490"/>
                  </a:lnTo>
                  <a:lnTo>
                    <a:pt x="1328000" y="339636"/>
                  </a:lnTo>
                  <a:lnTo>
                    <a:pt x="1320142" y="339782"/>
                  </a:lnTo>
                  <a:lnTo>
                    <a:pt x="1312284" y="339927"/>
                  </a:lnTo>
                  <a:lnTo>
                    <a:pt x="1304426" y="340071"/>
                  </a:lnTo>
                  <a:lnTo>
                    <a:pt x="1296568" y="340215"/>
                  </a:lnTo>
                  <a:lnTo>
                    <a:pt x="1288710" y="340358"/>
                  </a:lnTo>
                  <a:lnTo>
                    <a:pt x="1280852" y="340486"/>
                  </a:lnTo>
                  <a:lnTo>
                    <a:pt x="1272994" y="340487"/>
                  </a:lnTo>
                  <a:lnTo>
                    <a:pt x="1265136" y="340648"/>
                  </a:lnTo>
                  <a:lnTo>
                    <a:pt x="1257278" y="340819"/>
                  </a:lnTo>
                  <a:lnTo>
                    <a:pt x="1249420" y="340988"/>
                  </a:lnTo>
                  <a:lnTo>
                    <a:pt x="1241562" y="341099"/>
                  </a:lnTo>
                  <a:lnTo>
                    <a:pt x="1233704" y="341193"/>
                  </a:lnTo>
                  <a:lnTo>
                    <a:pt x="1225846" y="341286"/>
                  </a:lnTo>
                  <a:lnTo>
                    <a:pt x="1217988" y="341385"/>
                  </a:lnTo>
                  <a:lnTo>
                    <a:pt x="1210130" y="341536"/>
                  </a:lnTo>
                  <a:lnTo>
                    <a:pt x="1202272" y="341749"/>
                  </a:lnTo>
                  <a:lnTo>
                    <a:pt x="1194414" y="341771"/>
                  </a:lnTo>
                  <a:lnTo>
                    <a:pt x="1186556" y="341900"/>
                  </a:lnTo>
                  <a:lnTo>
                    <a:pt x="1178698" y="342025"/>
                  </a:lnTo>
                  <a:lnTo>
                    <a:pt x="1170840" y="342148"/>
                  </a:lnTo>
                  <a:lnTo>
                    <a:pt x="1162982" y="342271"/>
                  </a:lnTo>
                  <a:lnTo>
                    <a:pt x="1155124" y="342331"/>
                  </a:lnTo>
                  <a:lnTo>
                    <a:pt x="1147266" y="342523"/>
                  </a:lnTo>
                  <a:lnTo>
                    <a:pt x="1139408" y="342658"/>
                  </a:lnTo>
                  <a:lnTo>
                    <a:pt x="1131550" y="342797"/>
                  </a:lnTo>
                  <a:lnTo>
                    <a:pt x="1123692" y="343028"/>
                  </a:lnTo>
                  <a:lnTo>
                    <a:pt x="1115834" y="343256"/>
                  </a:lnTo>
                  <a:lnTo>
                    <a:pt x="1107976" y="343482"/>
                  </a:lnTo>
                  <a:lnTo>
                    <a:pt x="1100118" y="343696"/>
                  </a:lnTo>
                  <a:lnTo>
                    <a:pt x="1092260" y="343833"/>
                  </a:lnTo>
                  <a:lnTo>
                    <a:pt x="1084402" y="343968"/>
                  </a:lnTo>
                  <a:lnTo>
                    <a:pt x="1076544" y="344099"/>
                  </a:lnTo>
                  <a:lnTo>
                    <a:pt x="1068686" y="344210"/>
                  </a:lnTo>
                  <a:lnTo>
                    <a:pt x="1060828" y="344363"/>
                  </a:lnTo>
                  <a:lnTo>
                    <a:pt x="1052970" y="344495"/>
                  </a:lnTo>
                  <a:lnTo>
                    <a:pt x="1045112" y="344629"/>
                  </a:lnTo>
                  <a:lnTo>
                    <a:pt x="1037254" y="344761"/>
                  </a:lnTo>
                  <a:lnTo>
                    <a:pt x="1029397" y="344960"/>
                  </a:lnTo>
                  <a:lnTo>
                    <a:pt x="1021539" y="345188"/>
                  </a:lnTo>
                  <a:lnTo>
                    <a:pt x="1013681" y="345369"/>
                  </a:lnTo>
                  <a:lnTo>
                    <a:pt x="1005823" y="345614"/>
                  </a:lnTo>
                  <a:lnTo>
                    <a:pt x="997965" y="345918"/>
                  </a:lnTo>
                  <a:lnTo>
                    <a:pt x="990107" y="346106"/>
                  </a:lnTo>
                  <a:lnTo>
                    <a:pt x="982249" y="346289"/>
                  </a:lnTo>
                  <a:lnTo>
                    <a:pt x="974391" y="346377"/>
                  </a:lnTo>
                  <a:lnTo>
                    <a:pt x="966533" y="346657"/>
                  </a:lnTo>
                  <a:lnTo>
                    <a:pt x="958675" y="346838"/>
                  </a:lnTo>
                  <a:lnTo>
                    <a:pt x="950817" y="347019"/>
                  </a:lnTo>
                  <a:lnTo>
                    <a:pt x="942959" y="347194"/>
                  </a:lnTo>
                  <a:lnTo>
                    <a:pt x="935101" y="347379"/>
                  </a:lnTo>
                  <a:lnTo>
                    <a:pt x="927243" y="347595"/>
                  </a:lnTo>
                  <a:lnTo>
                    <a:pt x="919385" y="347809"/>
                  </a:lnTo>
                  <a:lnTo>
                    <a:pt x="911527" y="348020"/>
                  </a:lnTo>
                  <a:lnTo>
                    <a:pt x="903669" y="348117"/>
                  </a:lnTo>
                  <a:lnTo>
                    <a:pt x="895811" y="348270"/>
                  </a:lnTo>
                  <a:lnTo>
                    <a:pt x="887953" y="348464"/>
                  </a:lnTo>
                  <a:lnTo>
                    <a:pt x="880095" y="348684"/>
                  </a:lnTo>
                  <a:lnTo>
                    <a:pt x="872237" y="348935"/>
                  </a:lnTo>
                  <a:lnTo>
                    <a:pt x="864379" y="349184"/>
                  </a:lnTo>
                  <a:lnTo>
                    <a:pt x="856521" y="349431"/>
                  </a:lnTo>
                  <a:lnTo>
                    <a:pt x="848663" y="349633"/>
                  </a:lnTo>
                  <a:lnTo>
                    <a:pt x="840805" y="349875"/>
                  </a:lnTo>
                  <a:lnTo>
                    <a:pt x="832947" y="350079"/>
                  </a:lnTo>
                  <a:lnTo>
                    <a:pt x="825089" y="350279"/>
                  </a:lnTo>
                  <a:lnTo>
                    <a:pt x="817231" y="350451"/>
                  </a:lnTo>
                  <a:lnTo>
                    <a:pt x="809373" y="350572"/>
                  </a:lnTo>
                  <a:lnTo>
                    <a:pt x="801515" y="350871"/>
                  </a:lnTo>
                  <a:lnTo>
                    <a:pt x="793657" y="351067"/>
                  </a:lnTo>
                  <a:lnTo>
                    <a:pt x="785799" y="351309"/>
                  </a:lnTo>
                  <a:lnTo>
                    <a:pt x="777941" y="351508"/>
                  </a:lnTo>
                  <a:lnTo>
                    <a:pt x="770083" y="351647"/>
                  </a:lnTo>
                  <a:lnTo>
                    <a:pt x="762225" y="351903"/>
                  </a:lnTo>
                  <a:lnTo>
                    <a:pt x="754367" y="352048"/>
                  </a:lnTo>
                  <a:lnTo>
                    <a:pt x="746509" y="352221"/>
                  </a:lnTo>
                  <a:lnTo>
                    <a:pt x="738651" y="352373"/>
                  </a:lnTo>
                  <a:lnTo>
                    <a:pt x="730793" y="352552"/>
                  </a:lnTo>
                  <a:lnTo>
                    <a:pt x="722935" y="352645"/>
                  </a:lnTo>
                  <a:lnTo>
                    <a:pt x="715077" y="352820"/>
                  </a:lnTo>
                  <a:lnTo>
                    <a:pt x="707219" y="352967"/>
                  </a:lnTo>
                  <a:lnTo>
                    <a:pt x="699361" y="353201"/>
                  </a:lnTo>
                  <a:lnTo>
                    <a:pt x="691503" y="353430"/>
                  </a:lnTo>
                  <a:lnTo>
                    <a:pt x="683645" y="353662"/>
                  </a:lnTo>
                  <a:lnTo>
                    <a:pt x="675787" y="353878"/>
                  </a:lnTo>
                  <a:lnTo>
                    <a:pt x="667929" y="354071"/>
                  </a:lnTo>
                  <a:lnTo>
                    <a:pt x="660071" y="354287"/>
                  </a:lnTo>
                  <a:lnTo>
                    <a:pt x="652213" y="354503"/>
                  </a:lnTo>
                  <a:lnTo>
                    <a:pt x="644355" y="354735"/>
                  </a:lnTo>
                  <a:lnTo>
                    <a:pt x="636497" y="354929"/>
                  </a:lnTo>
                  <a:lnTo>
                    <a:pt x="628639" y="355107"/>
                  </a:lnTo>
                  <a:lnTo>
                    <a:pt x="620781" y="355277"/>
                  </a:lnTo>
                  <a:lnTo>
                    <a:pt x="612923" y="355475"/>
                  </a:lnTo>
                  <a:lnTo>
                    <a:pt x="605065" y="355665"/>
                  </a:lnTo>
                  <a:lnTo>
                    <a:pt x="597207" y="355797"/>
                  </a:lnTo>
                  <a:lnTo>
                    <a:pt x="589349" y="356008"/>
                  </a:lnTo>
                  <a:lnTo>
                    <a:pt x="581491" y="356148"/>
                  </a:lnTo>
                  <a:lnTo>
                    <a:pt x="573633" y="356358"/>
                  </a:lnTo>
                  <a:lnTo>
                    <a:pt x="565775" y="356526"/>
                  </a:lnTo>
                  <a:lnTo>
                    <a:pt x="557917" y="356778"/>
                  </a:lnTo>
                  <a:lnTo>
                    <a:pt x="550059" y="356984"/>
                  </a:lnTo>
                  <a:lnTo>
                    <a:pt x="542201" y="357071"/>
                  </a:lnTo>
                  <a:lnTo>
                    <a:pt x="534343" y="357298"/>
                  </a:lnTo>
                  <a:lnTo>
                    <a:pt x="526485" y="357425"/>
                  </a:lnTo>
                  <a:lnTo>
                    <a:pt x="518627" y="357625"/>
                  </a:lnTo>
                  <a:lnTo>
                    <a:pt x="510769" y="357817"/>
                  </a:lnTo>
                  <a:lnTo>
                    <a:pt x="502911" y="358057"/>
                  </a:lnTo>
                  <a:lnTo>
                    <a:pt x="495053" y="358301"/>
                  </a:lnTo>
                  <a:lnTo>
                    <a:pt x="487195" y="358526"/>
                  </a:lnTo>
                  <a:lnTo>
                    <a:pt x="479337" y="358743"/>
                  </a:lnTo>
                  <a:lnTo>
                    <a:pt x="471479" y="358965"/>
                  </a:lnTo>
                  <a:lnTo>
                    <a:pt x="463621" y="359172"/>
                  </a:lnTo>
                  <a:lnTo>
                    <a:pt x="455763" y="359364"/>
                  </a:lnTo>
                  <a:lnTo>
                    <a:pt x="447905" y="359554"/>
                  </a:lnTo>
                  <a:lnTo>
                    <a:pt x="440047" y="359742"/>
                  </a:lnTo>
                  <a:lnTo>
                    <a:pt x="432189" y="359978"/>
                  </a:lnTo>
                  <a:lnTo>
                    <a:pt x="424331" y="360114"/>
                  </a:lnTo>
                  <a:lnTo>
                    <a:pt x="416473" y="360319"/>
                  </a:lnTo>
                  <a:lnTo>
                    <a:pt x="408615" y="360583"/>
                  </a:lnTo>
                  <a:lnTo>
                    <a:pt x="400757" y="360771"/>
                  </a:lnTo>
                  <a:lnTo>
                    <a:pt x="392899" y="360993"/>
                  </a:lnTo>
                  <a:lnTo>
                    <a:pt x="385041" y="361228"/>
                  </a:lnTo>
                  <a:lnTo>
                    <a:pt x="377183" y="361416"/>
                  </a:lnTo>
                  <a:lnTo>
                    <a:pt x="369325" y="361593"/>
                  </a:lnTo>
                  <a:lnTo>
                    <a:pt x="361467" y="361796"/>
                  </a:lnTo>
                  <a:lnTo>
                    <a:pt x="353609" y="362007"/>
                  </a:lnTo>
                  <a:lnTo>
                    <a:pt x="345751" y="362197"/>
                  </a:lnTo>
                  <a:lnTo>
                    <a:pt x="337893" y="362386"/>
                  </a:lnTo>
                  <a:lnTo>
                    <a:pt x="330035" y="362574"/>
                  </a:lnTo>
                  <a:lnTo>
                    <a:pt x="322177" y="362761"/>
                  </a:lnTo>
                  <a:lnTo>
                    <a:pt x="314319" y="362946"/>
                  </a:lnTo>
                  <a:lnTo>
                    <a:pt x="306461" y="363122"/>
                  </a:lnTo>
                  <a:lnTo>
                    <a:pt x="298603" y="363329"/>
                  </a:lnTo>
                  <a:lnTo>
                    <a:pt x="290745" y="363492"/>
                  </a:lnTo>
                  <a:lnTo>
                    <a:pt x="282887" y="363671"/>
                  </a:lnTo>
                  <a:lnTo>
                    <a:pt x="275029" y="363860"/>
                  </a:lnTo>
                  <a:lnTo>
                    <a:pt x="267171" y="364029"/>
                  </a:lnTo>
                  <a:lnTo>
                    <a:pt x="259313" y="364201"/>
                  </a:lnTo>
                  <a:lnTo>
                    <a:pt x="251455" y="364384"/>
                  </a:lnTo>
                  <a:lnTo>
                    <a:pt x="243597" y="364546"/>
                  </a:lnTo>
                  <a:lnTo>
                    <a:pt x="235739" y="364717"/>
                  </a:lnTo>
                  <a:lnTo>
                    <a:pt x="227881" y="364888"/>
                  </a:lnTo>
                  <a:lnTo>
                    <a:pt x="220023" y="365114"/>
                  </a:lnTo>
                  <a:lnTo>
                    <a:pt x="212165" y="365366"/>
                  </a:lnTo>
                  <a:lnTo>
                    <a:pt x="204307" y="365596"/>
                  </a:lnTo>
                  <a:lnTo>
                    <a:pt x="196449" y="365836"/>
                  </a:lnTo>
                  <a:lnTo>
                    <a:pt x="188591" y="366062"/>
                  </a:lnTo>
                  <a:lnTo>
                    <a:pt x="180733" y="366268"/>
                  </a:lnTo>
                  <a:lnTo>
                    <a:pt x="172875" y="366508"/>
                  </a:lnTo>
                  <a:lnTo>
                    <a:pt x="165017" y="366697"/>
                  </a:lnTo>
                  <a:lnTo>
                    <a:pt x="157159" y="366868"/>
                  </a:lnTo>
                  <a:lnTo>
                    <a:pt x="149301" y="367084"/>
                  </a:lnTo>
                  <a:lnTo>
                    <a:pt x="141443" y="367260"/>
                  </a:lnTo>
                  <a:lnTo>
                    <a:pt x="133585" y="367486"/>
                  </a:lnTo>
                  <a:lnTo>
                    <a:pt x="125727" y="367680"/>
                  </a:lnTo>
                  <a:lnTo>
                    <a:pt x="117869" y="367890"/>
                  </a:lnTo>
                  <a:lnTo>
                    <a:pt x="110011" y="368099"/>
                  </a:lnTo>
                  <a:lnTo>
                    <a:pt x="102153" y="368272"/>
                  </a:lnTo>
                  <a:lnTo>
                    <a:pt x="94295" y="368439"/>
                  </a:lnTo>
                  <a:lnTo>
                    <a:pt x="86437" y="368648"/>
                  </a:lnTo>
                  <a:lnTo>
                    <a:pt x="78579" y="368849"/>
                  </a:lnTo>
                  <a:lnTo>
                    <a:pt x="70721" y="369052"/>
                  </a:lnTo>
                  <a:lnTo>
                    <a:pt x="62863" y="369212"/>
                  </a:lnTo>
                  <a:lnTo>
                    <a:pt x="55005" y="369363"/>
                  </a:lnTo>
                  <a:lnTo>
                    <a:pt x="47147" y="369531"/>
                  </a:lnTo>
                  <a:lnTo>
                    <a:pt x="39289" y="369707"/>
                  </a:lnTo>
                  <a:lnTo>
                    <a:pt x="31431" y="369857"/>
                  </a:lnTo>
                  <a:lnTo>
                    <a:pt x="23573" y="370014"/>
                  </a:lnTo>
                  <a:lnTo>
                    <a:pt x="15715" y="370190"/>
                  </a:lnTo>
                  <a:lnTo>
                    <a:pt x="7857" y="370361"/>
                  </a:lnTo>
                  <a:lnTo>
                    <a:pt x="0" y="370527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1186414" y="4570810"/>
              <a:ext cx="2035220" cy="337491"/>
            </a:xfrm>
            <a:custGeom>
              <a:avLst/>
              <a:pathLst>
                <a:path w="2035220" h="337491">
                  <a:moveTo>
                    <a:pt x="0" y="337491"/>
                  </a:moveTo>
                  <a:lnTo>
                    <a:pt x="7857" y="337239"/>
                  </a:lnTo>
                  <a:lnTo>
                    <a:pt x="15715" y="337130"/>
                  </a:lnTo>
                  <a:lnTo>
                    <a:pt x="23573" y="337021"/>
                  </a:lnTo>
                  <a:lnTo>
                    <a:pt x="31431" y="336640"/>
                  </a:lnTo>
                  <a:lnTo>
                    <a:pt x="39289" y="336412"/>
                  </a:lnTo>
                  <a:lnTo>
                    <a:pt x="47147" y="336255"/>
                  </a:lnTo>
                  <a:lnTo>
                    <a:pt x="55005" y="336039"/>
                  </a:lnTo>
                  <a:lnTo>
                    <a:pt x="62863" y="335718"/>
                  </a:lnTo>
                  <a:lnTo>
                    <a:pt x="70721" y="335607"/>
                  </a:lnTo>
                  <a:lnTo>
                    <a:pt x="78579" y="335542"/>
                  </a:lnTo>
                  <a:lnTo>
                    <a:pt x="86437" y="335376"/>
                  </a:lnTo>
                  <a:lnTo>
                    <a:pt x="94295" y="335174"/>
                  </a:lnTo>
                  <a:lnTo>
                    <a:pt x="102153" y="334988"/>
                  </a:lnTo>
                  <a:lnTo>
                    <a:pt x="110011" y="334802"/>
                  </a:lnTo>
                  <a:lnTo>
                    <a:pt x="117869" y="334494"/>
                  </a:lnTo>
                  <a:lnTo>
                    <a:pt x="125727" y="334410"/>
                  </a:lnTo>
                  <a:lnTo>
                    <a:pt x="133585" y="334128"/>
                  </a:lnTo>
                  <a:lnTo>
                    <a:pt x="141443" y="333949"/>
                  </a:lnTo>
                  <a:lnTo>
                    <a:pt x="149301" y="333713"/>
                  </a:lnTo>
                  <a:lnTo>
                    <a:pt x="157159" y="333389"/>
                  </a:lnTo>
                  <a:lnTo>
                    <a:pt x="165017" y="333064"/>
                  </a:lnTo>
                  <a:lnTo>
                    <a:pt x="172875" y="332738"/>
                  </a:lnTo>
                  <a:lnTo>
                    <a:pt x="180733" y="332411"/>
                  </a:lnTo>
                  <a:lnTo>
                    <a:pt x="188591" y="332167"/>
                  </a:lnTo>
                  <a:lnTo>
                    <a:pt x="196449" y="331811"/>
                  </a:lnTo>
                  <a:lnTo>
                    <a:pt x="204307" y="331456"/>
                  </a:lnTo>
                  <a:lnTo>
                    <a:pt x="212165" y="331208"/>
                  </a:lnTo>
                  <a:lnTo>
                    <a:pt x="220023" y="331128"/>
                  </a:lnTo>
                  <a:lnTo>
                    <a:pt x="227881" y="330925"/>
                  </a:lnTo>
                  <a:lnTo>
                    <a:pt x="235739" y="330625"/>
                  </a:lnTo>
                  <a:lnTo>
                    <a:pt x="243597" y="330364"/>
                  </a:lnTo>
                  <a:lnTo>
                    <a:pt x="251455" y="330171"/>
                  </a:lnTo>
                  <a:lnTo>
                    <a:pt x="259313" y="329856"/>
                  </a:lnTo>
                  <a:lnTo>
                    <a:pt x="267171" y="329588"/>
                  </a:lnTo>
                  <a:lnTo>
                    <a:pt x="275029" y="329258"/>
                  </a:lnTo>
                  <a:lnTo>
                    <a:pt x="282887" y="328994"/>
                  </a:lnTo>
                  <a:lnTo>
                    <a:pt x="290745" y="328695"/>
                  </a:lnTo>
                  <a:lnTo>
                    <a:pt x="298603" y="328395"/>
                  </a:lnTo>
                  <a:lnTo>
                    <a:pt x="306461" y="327972"/>
                  </a:lnTo>
                  <a:lnTo>
                    <a:pt x="314319" y="327667"/>
                  </a:lnTo>
                  <a:lnTo>
                    <a:pt x="322177" y="327261"/>
                  </a:lnTo>
                  <a:lnTo>
                    <a:pt x="330035" y="326959"/>
                  </a:lnTo>
                  <a:lnTo>
                    <a:pt x="337893" y="326663"/>
                  </a:lnTo>
                  <a:lnTo>
                    <a:pt x="345751" y="326172"/>
                  </a:lnTo>
                  <a:lnTo>
                    <a:pt x="353609" y="325601"/>
                  </a:lnTo>
                  <a:lnTo>
                    <a:pt x="361467" y="325169"/>
                  </a:lnTo>
                  <a:lnTo>
                    <a:pt x="369325" y="324665"/>
                  </a:lnTo>
                  <a:lnTo>
                    <a:pt x="377183" y="324292"/>
                  </a:lnTo>
                  <a:lnTo>
                    <a:pt x="385041" y="323872"/>
                  </a:lnTo>
                  <a:lnTo>
                    <a:pt x="392899" y="323470"/>
                  </a:lnTo>
                  <a:lnTo>
                    <a:pt x="400757" y="323066"/>
                  </a:lnTo>
                  <a:lnTo>
                    <a:pt x="408615" y="322663"/>
                  </a:lnTo>
                  <a:lnTo>
                    <a:pt x="416473" y="322363"/>
                  </a:lnTo>
                  <a:lnTo>
                    <a:pt x="424331" y="322038"/>
                  </a:lnTo>
                  <a:lnTo>
                    <a:pt x="432189" y="321631"/>
                  </a:lnTo>
                  <a:lnTo>
                    <a:pt x="440047" y="321296"/>
                  </a:lnTo>
                  <a:lnTo>
                    <a:pt x="447905" y="321206"/>
                  </a:lnTo>
                  <a:lnTo>
                    <a:pt x="455763" y="320652"/>
                  </a:lnTo>
                  <a:lnTo>
                    <a:pt x="463621" y="319952"/>
                  </a:lnTo>
                  <a:lnTo>
                    <a:pt x="471479" y="319328"/>
                  </a:lnTo>
                  <a:lnTo>
                    <a:pt x="479337" y="318899"/>
                  </a:lnTo>
                  <a:lnTo>
                    <a:pt x="487195" y="318333"/>
                  </a:lnTo>
                  <a:lnTo>
                    <a:pt x="495053" y="317791"/>
                  </a:lnTo>
                  <a:lnTo>
                    <a:pt x="502911" y="317380"/>
                  </a:lnTo>
                  <a:lnTo>
                    <a:pt x="510769" y="317014"/>
                  </a:lnTo>
                  <a:lnTo>
                    <a:pt x="518627" y="316473"/>
                  </a:lnTo>
                  <a:lnTo>
                    <a:pt x="526485" y="315881"/>
                  </a:lnTo>
                  <a:lnTo>
                    <a:pt x="534343" y="315381"/>
                  </a:lnTo>
                  <a:lnTo>
                    <a:pt x="542201" y="315023"/>
                  </a:lnTo>
                  <a:lnTo>
                    <a:pt x="550059" y="314469"/>
                  </a:lnTo>
                  <a:lnTo>
                    <a:pt x="557917" y="313903"/>
                  </a:lnTo>
                  <a:lnTo>
                    <a:pt x="565775" y="313337"/>
                  </a:lnTo>
                  <a:lnTo>
                    <a:pt x="573633" y="312758"/>
                  </a:lnTo>
                  <a:lnTo>
                    <a:pt x="581491" y="312171"/>
                  </a:lnTo>
                  <a:lnTo>
                    <a:pt x="589349" y="311605"/>
                  </a:lnTo>
                  <a:lnTo>
                    <a:pt x="597207" y="311014"/>
                  </a:lnTo>
                  <a:lnTo>
                    <a:pt x="605065" y="310310"/>
                  </a:lnTo>
                  <a:lnTo>
                    <a:pt x="612923" y="309788"/>
                  </a:lnTo>
                  <a:lnTo>
                    <a:pt x="620781" y="309206"/>
                  </a:lnTo>
                  <a:lnTo>
                    <a:pt x="628639" y="308404"/>
                  </a:lnTo>
                  <a:lnTo>
                    <a:pt x="636497" y="307952"/>
                  </a:lnTo>
                  <a:lnTo>
                    <a:pt x="644355" y="307503"/>
                  </a:lnTo>
                  <a:lnTo>
                    <a:pt x="652213" y="307045"/>
                  </a:lnTo>
                  <a:lnTo>
                    <a:pt x="660071" y="306283"/>
                  </a:lnTo>
                  <a:lnTo>
                    <a:pt x="667929" y="305956"/>
                  </a:lnTo>
                  <a:lnTo>
                    <a:pt x="675787" y="305398"/>
                  </a:lnTo>
                  <a:lnTo>
                    <a:pt x="683645" y="304835"/>
                  </a:lnTo>
                  <a:lnTo>
                    <a:pt x="691503" y="304270"/>
                  </a:lnTo>
                  <a:lnTo>
                    <a:pt x="699361" y="303645"/>
                  </a:lnTo>
                  <a:lnTo>
                    <a:pt x="707219" y="303127"/>
                  </a:lnTo>
                  <a:lnTo>
                    <a:pt x="715077" y="302576"/>
                  </a:lnTo>
                  <a:lnTo>
                    <a:pt x="722935" y="301967"/>
                  </a:lnTo>
                  <a:lnTo>
                    <a:pt x="730793" y="301019"/>
                  </a:lnTo>
                  <a:lnTo>
                    <a:pt x="738651" y="300237"/>
                  </a:lnTo>
                  <a:lnTo>
                    <a:pt x="746509" y="299567"/>
                  </a:lnTo>
                  <a:lnTo>
                    <a:pt x="754367" y="298835"/>
                  </a:lnTo>
                  <a:lnTo>
                    <a:pt x="762225" y="297874"/>
                  </a:lnTo>
                  <a:lnTo>
                    <a:pt x="770083" y="297049"/>
                  </a:lnTo>
                  <a:lnTo>
                    <a:pt x="777941" y="296356"/>
                  </a:lnTo>
                  <a:lnTo>
                    <a:pt x="785799" y="295664"/>
                  </a:lnTo>
                  <a:lnTo>
                    <a:pt x="793657" y="294968"/>
                  </a:lnTo>
                  <a:lnTo>
                    <a:pt x="801515" y="294266"/>
                  </a:lnTo>
                  <a:lnTo>
                    <a:pt x="809373" y="293539"/>
                  </a:lnTo>
                  <a:lnTo>
                    <a:pt x="817231" y="292832"/>
                  </a:lnTo>
                  <a:lnTo>
                    <a:pt x="825089" y="292110"/>
                  </a:lnTo>
                  <a:lnTo>
                    <a:pt x="832947" y="291389"/>
                  </a:lnTo>
                  <a:lnTo>
                    <a:pt x="840805" y="290663"/>
                  </a:lnTo>
                  <a:lnTo>
                    <a:pt x="848663" y="289728"/>
                  </a:lnTo>
                  <a:lnTo>
                    <a:pt x="856521" y="288998"/>
                  </a:lnTo>
                  <a:lnTo>
                    <a:pt x="864379" y="288109"/>
                  </a:lnTo>
                  <a:lnTo>
                    <a:pt x="872237" y="287265"/>
                  </a:lnTo>
                  <a:lnTo>
                    <a:pt x="880095" y="286191"/>
                  </a:lnTo>
                  <a:lnTo>
                    <a:pt x="887953" y="285109"/>
                  </a:lnTo>
                  <a:lnTo>
                    <a:pt x="895811" y="284021"/>
                  </a:lnTo>
                  <a:lnTo>
                    <a:pt x="903669" y="282986"/>
                  </a:lnTo>
                  <a:lnTo>
                    <a:pt x="911527" y="281820"/>
                  </a:lnTo>
                  <a:lnTo>
                    <a:pt x="919385" y="280930"/>
                  </a:lnTo>
                  <a:lnTo>
                    <a:pt x="927243" y="280135"/>
                  </a:lnTo>
                  <a:lnTo>
                    <a:pt x="935101" y="279335"/>
                  </a:lnTo>
                  <a:lnTo>
                    <a:pt x="942959" y="277989"/>
                  </a:lnTo>
                  <a:lnTo>
                    <a:pt x="950817" y="276533"/>
                  </a:lnTo>
                  <a:lnTo>
                    <a:pt x="958675" y="275062"/>
                  </a:lnTo>
                  <a:lnTo>
                    <a:pt x="966533" y="274152"/>
                  </a:lnTo>
                  <a:lnTo>
                    <a:pt x="974391" y="273371"/>
                  </a:lnTo>
                  <a:lnTo>
                    <a:pt x="982249" y="272704"/>
                  </a:lnTo>
                  <a:lnTo>
                    <a:pt x="990107" y="271812"/>
                  </a:lnTo>
                  <a:lnTo>
                    <a:pt x="997965" y="270984"/>
                  </a:lnTo>
                  <a:lnTo>
                    <a:pt x="1005823" y="270180"/>
                  </a:lnTo>
                  <a:lnTo>
                    <a:pt x="1013681" y="269060"/>
                  </a:lnTo>
                  <a:lnTo>
                    <a:pt x="1021539" y="267847"/>
                  </a:lnTo>
                  <a:lnTo>
                    <a:pt x="1029397" y="266911"/>
                  </a:lnTo>
                  <a:lnTo>
                    <a:pt x="1037254" y="265866"/>
                  </a:lnTo>
                  <a:lnTo>
                    <a:pt x="1045112" y="264684"/>
                  </a:lnTo>
                  <a:lnTo>
                    <a:pt x="1052970" y="263623"/>
                  </a:lnTo>
                  <a:lnTo>
                    <a:pt x="1060828" y="262742"/>
                  </a:lnTo>
                  <a:lnTo>
                    <a:pt x="1068686" y="261861"/>
                  </a:lnTo>
                  <a:lnTo>
                    <a:pt x="1076544" y="260893"/>
                  </a:lnTo>
                  <a:lnTo>
                    <a:pt x="1084402" y="259706"/>
                  </a:lnTo>
                  <a:lnTo>
                    <a:pt x="1092260" y="258489"/>
                  </a:lnTo>
                  <a:lnTo>
                    <a:pt x="1100118" y="257074"/>
                  </a:lnTo>
                  <a:lnTo>
                    <a:pt x="1107976" y="255771"/>
                  </a:lnTo>
                  <a:lnTo>
                    <a:pt x="1115834" y="254466"/>
                  </a:lnTo>
                  <a:lnTo>
                    <a:pt x="1123692" y="253443"/>
                  </a:lnTo>
                  <a:lnTo>
                    <a:pt x="1131550" y="252008"/>
                  </a:lnTo>
                  <a:lnTo>
                    <a:pt x="1139408" y="250534"/>
                  </a:lnTo>
                  <a:lnTo>
                    <a:pt x="1147266" y="249113"/>
                  </a:lnTo>
                  <a:lnTo>
                    <a:pt x="1155124" y="247743"/>
                  </a:lnTo>
                  <a:lnTo>
                    <a:pt x="1162982" y="246361"/>
                  </a:lnTo>
                  <a:lnTo>
                    <a:pt x="1170840" y="244662"/>
                  </a:lnTo>
                  <a:lnTo>
                    <a:pt x="1178698" y="243096"/>
                  </a:lnTo>
                  <a:lnTo>
                    <a:pt x="1186556" y="241566"/>
                  </a:lnTo>
                  <a:lnTo>
                    <a:pt x="1194414" y="240084"/>
                  </a:lnTo>
                  <a:lnTo>
                    <a:pt x="1202272" y="238675"/>
                  </a:lnTo>
                  <a:lnTo>
                    <a:pt x="1210130" y="236988"/>
                  </a:lnTo>
                  <a:lnTo>
                    <a:pt x="1217988" y="235830"/>
                  </a:lnTo>
                  <a:lnTo>
                    <a:pt x="1225846" y="234611"/>
                  </a:lnTo>
                  <a:lnTo>
                    <a:pt x="1233704" y="233214"/>
                  </a:lnTo>
                  <a:lnTo>
                    <a:pt x="1241562" y="231522"/>
                  </a:lnTo>
                  <a:lnTo>
                    <a:pt x="1249420" y="230396"/>
                  </a:lnTo>
                  <a:lnTo>
                    <a:pt x="1257278" y="228874"/>
                  </a:lnTo>
                  <a:lnTo>
                    <a:pt x="1265136" y="227359"/>
                  </a:lnTo>
                  <a:lnTo>
                    <a:pt x="1272994" y="226104"/>
                  </a:lnTo>
                  <a:lnTo>
                    <a:pt x="1280852" y="224376"/>
                  </a:lnTo>
                  <a:lnTo>
                    <a:pt x="1288710" y="222576"/>
                  </a:lnTo>
                  <a:lnTo>
                    <a:pt x="1296568" y="220898"/>
                  </a:lnTo>
                  <a:lnTo>
                    <a:pt x="1304426" y="219332"/>
                  </a:lnTo>
                  <a:lnTo>
                    <a:pt x="1312284" y="217551"/>
                  </a:lnTo>
                  <a:lnTo>
                    <a:pt x="1320142" y="215722"/>
                  </a:lnTo>
                  <a:lnTo>
                    <a:pt x="1328000" y="213883"/>
                  </a:lnTo>
                  <a:lnTo>
                    <a:pt x="1335858" y="212431"/>
                  </a:lnTo>
                  <a:lnTo>
                    <a:pt x="1343716" y="211251"/>
                  </a:lnTo>
                  <a:lnTo>
                    <a:pt x="1351574" y="209581"/>
                  </a:lnTo>
                  <a:lnTo>
                    <a:pt x="1359432" y="207897"/>
                  </a:lnTo>
                  <a:lnTo>
                    <a:pt x="1367290" y="206203"/>
                  </a:lnTo>
                  <a:lnTo>
                    <a:pt x="1375148" y="204709"/>
                  </a:lnTo>
                  <a:lnTo>
                    <a:pt x="1383006" y="203020"/>
                  </a:lnTo>
                  <a:lnTo>
                    <a:pt x="1390864" y="201092"/>
                  </a:lnTo>
                  <a:lnTo>
                    <a:pt x="1398722" y="199253"/>
                  </a:lnTo>
                  <a:lnTo>
                    <a:pt x="1406580" y="197481"/>
                  </a:lnTo>
                  <a:lnTo>
                    <a:pt x="1414438" y="195664"/>
                  </a:lnTo>
                  <a:lnTo>
                    <a:pt x="1422296" y="193758"/>
                  </a:lnTo>
                  <a:lnTo>
                    <a:pt x="1430154" y="191826"/>
                  </a:lnTo>
                  <a:lnTo>
                    <a:pt x="1438012" y="189923"/>
                  </a:lnTo>
                  <a:lnTo>
                    <a:pt x="1445870" y="187921"/>
                  </a:lnTo>
                  <a:lnTo>
                    <a:pt x="1453728" y="185955"/>
                  </a:lnTo>
                  <a:lnTo>
                    <a:pt x="1461586" y="183961"/>
                  </a:lnTo>
                  <a:lnTo>
                    <a:pt x="1469444" y="181960"/>
                  </a:lnTo>
                  <a:lnTo>
                    <a:pt x="1477302" y="179938"/>
                  </a:lnTo>
                  <a:lnTo>
                    <a:pt x="1485160" y="177901"/>
                  </a:lnTo>
                  <a:lnTo>
                    <a:pt x="1493018" y="175850"/>
                  </a:lnTo>
                  <a:lnTo>
                    <a:pt x="1500876" y="173784"/>
                  </a:lnTo>
                  <a:lnTo>
                    <a:pt x="1508734" y="171702"/>
                  </a:lnTo>
                  <a:lnTo>
                    <a:pt x="1516592" y="169688"/>
                  </a:lnTo>
                  <a:lnTo>
                    <a:pt x="1524450" y="167741"/>
                  </a:lnTo>
                  <a:lnTo>
                    <a:pt x="1532308" y="165917"/>
                  </a:lnTo>
                  <a:lnTo>
                    <a:pt x="1540166" y="164164"/>
                  </a:lnTo>
                  <a:lnTo>
                    <a:pt x="1548024" y="161889"/>
                  </a:lnTo>
                  <a:lnTo>
                    <a:pt x="1555882" y="159756"/>
                  </a:lnTo>
                  <a:lnTo>
                    <a:pt x="1563740" y="157279"/>
                  </a:lnTo>
                  <a:lnTo>
                    <a:pt x="1571598" y="154888"/>
                  </a:lnTo>
                  <a:lnTo>
                    <a:pt x="1579456" y="152513"/>
                  </a:lnTo>
                  <a:lnTo>
                    <a:pt x="1587314" y="150128"/>
                  </a:lnTo>
                  <a:lnTo>
                    <a:pt x="1595172" y="147775"/>
                  </a:lnTo>
                  <a:lnTo>
                    <a:pt x="1603030" y="145521"/>
                  </a:lnTo>
                  <a:lnTo>
                    <a:pt x="1610888" y="142895"/>
                  </a:lnTo>
                  <a:lnTo>
                    <a:pt x="1618746" y="140385"/>
                  </a:lnTo>
                  <a:lnTo>
                    <a:pt x="1626604" y="137732"/>
                  </a:lnTo>
                  <a:lnTo>
                    <a:pt x="1634462" y="135431"/>
                  </a:lnTo>
                  <a:lnTo>
                    <a:pt x="1642320" y="132901"/>
                  </a:lnTo>
                  <a:lnTo>
                    <a:pt x="1650178" y="130474"/>
                  </a:lnTo>
                  <a:lnTo>
                    <a:pt x="1658036" y="128194"/>
                  </a:lnTo>
                  <a:lnTo>
                    <a:pt x="1665894" y="125900"/>
                  </a:lnTo>
                  <a:lnTo>
                    <a:pt x="1673752" y="123525"/>
                  </a:lnTo>
                  <a:lnTo>
                    <a:pt x="1681610" y="120585"/>
                  </a:lnTo>
                  <a:lnTo>
                    <a:pt x="1689468" y="117695"/>
                  </a:lnTo>
                  <a:lnTo>
                    <a:pt x="1697326" y="115488"/>
                  </a:lnTo>
                  <a:lnTo>
                    <a:pt x="1705184" y="113471"/>
                  </a:lnTo>
                  <a:lnTo>
                    <a:pt x="1713042" y="111443"/>
                  </a:lnTo>
                  <a:lnTo>
                    <a:pt x="1720900" y="109405"/>
                  </a:lnTo>
                  <a:lnTo>
                    <a:pt x="1728758" y="107050"/>
                  </a:lnTo>
                  <a:lnTo>
                    <a:pt x="1736616" y="104522"/>
                  </a:lnTo>
                  <a:lnTo>
                    <a:pt x="1744474" y="101978"/>
                  </a:lnTo>
                  <a:lnTo>
                    <a:pt x="1752332" y="99462"/>
                  </a:lnTo>
                  <a:lnTo>
                    <a:pt x="1760190" y="97120"/>
                  </a:lnTo>
                  <a:lnTo>
                    <a:pt x="1768048" y="94715"/>
                  </a:lnTo>
                  <a:lnTo>
                    <a:pt x="1775906" y="92130"/>
                  </a:lnTo>
                  <a:lnTo>
                    <a:pt x="1783764" y="89530"/>
                  </a:lnTo>
                  <a:lnTo>
                    <a:pt x="1791622" y="86915"/>
                  </a:lnTo>
                  <a:lnTo>
                    <a:pt x="1799480" y="84285"/>
                  </a:lnTo>
                  <a:lnTo>
                    <a:pt x="1807338" y="81641"/>
                  </a:lnTo>
                  <a:lnTo>
                    <a:pt x="1815196" y="78990"/>
                  </a:lnTo>
                  <a:lnTo>
                    <a:pt x="1823054" y="76324"/>
                  </a:lnTo>
                  <a:lnTo>
                    <a:pt x="1830912" y="73822"/>
                  </a:lnTo>
                  <a:lnTo>
                    <a:pt x="1838770" y="71190"/>
                  </a:lnTo>
                  <a:lnTo>
                    <a:pt x="1846628" y="68214"/>
                  </a:lnTo>
                  <a:lnTo>
                    <a:pt x="1854486" y="65474"/>
                  </a:lnTo>
                  <a:lnTo>
                    <a:pt x="1862344" y="62730"/>
                  </a:lnTo>
                  <a:lnTo>
                    <a:pt x="1870202" y="59972"/>
                  </a:lnTo>
                  <a:lnTo>
                    <a:pt x="1878060" y="57201"/>
                  </a:lnTo>
                  <a:lnTo>
                    <a:pt x="1885918" y="54415"/>
                  </a:lnTo>
                  <a:lnTo>
                    <a:pt x="1893776" y="51616"/>
                  </a:lnTo>
                  <a:lnTo>
                    <a:pt x="1901634" y="48808"/>
                  </a:lnTo>
                  <a:lnTo>
                    <a:pt x="1909492" y="45990"/>
                  </a:lnTo>
                  <a:lnTo>
                    <a:pt x="1917350" y="43158"/>
                  </a:lnTo>
                  <a:lnTo>
                    <a:pt x="1925208" y="40428"/>
                  </a:lnTo>
                  <a:lnTo>
                    <a:pt x="1933066" y="37842"/>
                  </a:lnTo>
                  <a:lnTo>
                    <a:pt x="1940924" y="35246"/>
                  </a:lnTo>
                  <a:lnTo>
                    <a:pt x="1948782" y="32639"/>
                  </a:lnTo>
                  <a:lnTo>
                    <a:pt x="1956640" y="30021"/>
                  </a:lnTo>
                  <a:lnTo>
                    <a:pt x="1964498" y="27394"/>
                  </a:lnTo>
                  <a:lnTo>
                    <a:pt x="1972356" y="24756"/>
                  </a:lnTo>
                  <a:lnTo>
                    <a:pt x="1980214" y="22019"/>
                  </a:lnTo>
                  <a:lnTo>
                    <a:pt x="1988072" y="18824"/>
                  </a:lnTo>
                  <a:lnTo>
                    <a:pt x="1995930" y="15616"/>
                  </a:lnTo>
                  <a:lnTo>
                    <a:pt x="2003788" y="12394"/>
                  </a:lnTo>
                  <a:lnTo>
                    <a:pt x="2011646" y="9158"/>
                  </a:lnTo>
                  <a:lnTo>
                    <a:pt x="2019504" y="5908"/>
                  </a:lnTo>
                  <a:lnTo>
                    <a:pt x="2027362" y="289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1186414" y="4897665"/>
              <a:ext cx="2035220" cy="43671"/>
            </a:xfrm>
            <a:custGeom>
              <a:avLst/>
              <a:pathLst>
                <a:path w="2035220" h="43671">
                  <a:moveTo>
                    <a:pt x="2035220" y="0"/>
                  </a:moveTo>
                  <a:lnTo>
                    <a:pt x="2027362" y="212"/>
                  </a:lnTo>
                  <a:lnTo>
                    <a:pt x="2019504" y="363"/>
                  </a:lnTo>
                  <a:lnTo>
                    <a:pt x="2011646" y="443"/>
                  </a:lnTo>
                  <a:lnTo>
                    <a:pt x="2003788" y="529"/>
                  </a:lnTo>
                  <a:lnTo>
                    <a:pt x="1995930" y="749"/>
                  </a:lnTo>
                  <a:lnTo>
                    <a:pt x="1988072" y="968"/>
                  </a:lnTo>
                  <a:lnTo>
                    <a:pt x="1980214" y="1187"/>
                  </a:lnTo>
                  <a:lnTo>
                    <a:pt x="1972356" y="1404"/>
                  </a:lnTo>
                  <a:lnTo>
                    <a:pt x="1964498" y="1619"/>
                  </a:lnTo>
                  <a:lnTo>
                    <a:pt x="1956640" y="1832"/>
                  </a:lnTo>
                  <a:lnTo>
                    <a:pt x="1948782" y="2004"/>
                  </a:lnTo>
                  <a:lnTo>
                    <a:pt x="1940924" y="2095"/>
                  </a:lnTo>
                  <a:lnTo>
                    <a:pt x="1933066" y="2186"/>
                  </a:lnTo>
                  <a:lnTo>
                    <a:pt x="1925208" y="2277"/>
                  </a:lnTo>
                  <a:lnTo>
                    <a:pt x="1917350" y="2366"/>
                  </a:lnTo>
                  <a:lnTo>
                    <a:pt x="1909492" y="2452"/>
                  </a:lnTo>
                  <a:lnTo>
                    <a:pt x="1901634" y="2538"/>
                  </a:lnTo>
                  <a:lnTo>
                    <a:pt x="1893776" y="2624"/>
                  </a:lnTo>
                  <a:lnTo>
                    <a:pt x="1885918" y="2711"/>
                  </a:lnTo>
                  <a:lnTo>
                    <a:pt x="1878060" y="2835"/>
                  </a:lnTo>
                  <a:lnTo>
                    <a:pt x="1870202" y="2979"/>
                  </a:lnTo>
                  <a:lnTo>
                    <a:pt x="1862344" y="3123"/>
                  </a:lnTo>
                  <a:lnTo>
                    <a:pt x="1854486" y="3235"/>
                  </a:lnTo>
                  <a:lnTo>
                    <a:pt x="1846628" y="3288"/>
                  </a:lnTo>
                  <a:lnTo>
                    <a:pt x="1838770" y="3340"/>
                  </a:lnTo>
                  <a:lnTo>
                    <a:pt x="1830912" y="3441"/>
                  </a:lnTo>
                  <a:lnTo>
                    <a:pt x="1823054" y="3599"/>
                  </a:lnTo>
                  <a:lnTo>
                    <a:pt x="1815196" y="3755"/>
                  </a:lnTo>
                  <a:lnTo>
                    <a:pt x="1807338" y="3912"/>
                  </a:lnTo>
                  <a:lnTo>
                    <a:pt x="1799480" y="4068"/>
                  </a:lnTo>
                  <a:lnTo>
                    <a:pt x="1791622" y="4223"/>
                  </a:lnTo>
                  <a:lnTo>
                    <a:pt x="1783764" y="4378"/>
                  </a:lnTo>
                  <a:lnTo>
                    <a:pt x="1775906" y="4533"/>
                  </a:lnTo>
                  <a:lnTo>
                    <a:pt x="1768048" y="4686"/>
                  </a:lnTo>
                  <a:lnTo>
                    <a:pt x="1760190" y="4839"/>
                  </a:lnTo>
                  <a:lnTo>
                    <a:pt x="1752332" y="4979"/>
                  </a:lnTo>
                  <a:lnTo>
                    <a:pt x="1744474" y="5143"/>
                  </a:lnTo>
                  <a:lnTo>
                    <a:pt x="1736616" y="5307"/>
                  </a:lnTo>
                  <a:lnTo>
                    <a:pt x="1728758" y="5472"/>
                  </a:lnTo>
                  <a:lnTo>
                    <a:pt x="1720900" y="5635"/>
                  </a:lnTo>
                  <a:lnTo>
                    <a:pt x="1713042" y="5797"/>
                  </a:lnTo>
                  <a:lnTo>
                    <a:pt x="1705184" y="5931"/>
                  </a:lnTo>
                  <a:lnTo>
                    <a:pt x="1697326" y="6057"/>
                  </a:lnTo>
                  <a:lnTo>
                    <a:pt x="1689468" y="6215"/>
                  </a:lnTo>
                  <a:lnTo>
                    <a:pt x="1681610" y="6376"/>
                  </a:lnTo>
                  <a:lnTo>
                    <a:pt x="1673752" y="6537"/>
                  </a:lnTo>
                  <a:lnTo>
                    <a:pt x="1665894" y="6709"/>
                  </a:lnTo>
                  <a:lnTo>
                    <a:pt x="1658036" y="6920"/>
                  </a:lnTo>
                  <a:lnTo>
                    <a:pt x="1650178" y="7079"/>
                  </a:lnTo>
                  <a:lnTo>
                    <a:pt x="1642320" y="7174"/>
                  </a:lnTo>
                  <a:lnTo>
                    <a:pt x="1634462" y="7332"/>
                  </a:lnTo>
                  <a:lnTo>
                    <a:pt x="1626604" y="7489"/>
                  </a:lnTo>
                  <a:lnTo>
                    <a:pt x="1618746" y="7646"/>
                  </a:lnTo>
                  <a:lnTo>
                    <a:pt x="1610888" y="7802"/>
                  </a:lnTo>
                  <a:lnTo>
                    <a:pt x="1603030" y="7932"/>
                  </a:lnTo>
                  <a:lnTo>
                    <a:pt x="1595172" y="8067"/>
                  </a:lnTo>
                  <a:lnTo>
                    <a:pt x="1587314" y="8234"/>
                  </a:lnTo>
                  <a:lnTo>
                    <a:pt x="1579456" y="8349"/>
                  </a:lnTo>
                  <a:lnTo>
                    <a:pt x="1571598" y="8420"/>
                  </a:lnTo>
                  <a:lnTo>
                    <a:pt x="1563740" y="8564"/>
                  </a:lnTo>
                  <a:lnTo>
                    <a:pt x="1555882" y="8732"/>
                  </a:lnTo>
                  <a:lnTo>
                    <a:pt x="1548024" y="8942"/>
                  </a:lnTo>
                  <a:lnTo>
                    <a:pt x="1540166" y="9027"/>
                  </a:lnTo>
                  <a:lnTo>
                    <a:pt x="1532308" y="9138"/>
                  </a:lnTo>
                  <a:lnTo>
                    <a:pt x="1524450" y="9280"/>
                  </a:lnTo>
                  <a:lnTo>
                    <a:pt x="1516592" y="9423"/>
                  </a:lnTo>
                  <a:lnTo>
                    <a:pt x="1508734" y="9564"/>
                  </a:lnTo>
                  <a:lnTo>
                    <a:pt x="1500876" y="9705"/>
                  </a:lnTo>
                  <a:lnTo>
                    <a:pt x="1493018" y="9846"/>
                  </a:lnTo>
                  <a:lnTo>
                    <a:pt x="1485160" y="9987"/>
                  </a:lnTo>
                  <a:lnTo>
                    <a:pt x="1477302" y="10127"/>
                  </a:lnTo>
                  <a:lnTo>
                    <a:pt x="1469444" y="10267"/>
                  </a:lnTo>
                  <a:lnTo>
                    <a:pt x="1461586" y="10406"/>
                  </a:lnTo>
                  <a:lnTo>
                    <a:pt x="1453728" y="10545"/>
                  </a:lnTo>
                  <a:lnTo>
                    <a:pt x="1445870" y="10690"/>
                  </a:lnTo>
                  <a:lnTo>
                    <a:pt x="1438012" y="10942"/>
                  </a:lnTo>
                  <a:lnTo>
                    <a:pt x="1430154" y="11192"/>
                  </a:lnTo>
                  <a:lnTo>
                    <a:pt x="1422296" y="11355"/>
                  </a:lnTo>
                  <a:lnTo>
                    <a:pt x="1414438" y="11452"/>
                  </a:lnTo>
                  <a:lnTo>
                    <a:pt x="1406580" y="11517"/>
                  </a:lnTo>
                  <a:lnTo>
                    <a:pt x="1398722" y="11650"/>
                  </a:lnTo>
                  <a:lnTo>
                    <a:pt x="1390864" y="11752"/>
                  </a:lnTo>
                  <a:lnTo>
                    <a:pt x="1383006" y="11850"/>
                  </a:lnTo>
                  <a:lnTo>
                    <a:pt x="1375148" y="11948"/>
                  </a:lnTo>
                  <a:lnTo>
                    <a:pt x="1367290" y="12049"/>
                  </a:lnTo>
                  <a:lnTo>
                    <a:pt x="1359432" y="12192"/>
                  </a:lnTo>
                  <a:lnTo>
                    <a:pt x="1351574" y="12340"/>
                  </a:lnTo>
                  <a:lnTo>
                    <a:pt x="1343716" y="12487"/>
                  </a:lnTo>
                  <a:lnTo>
                    <a:pt x="1335858" y="12634"/>
                  </a:lnTo>
                  <a:lnTo>
                    <a:pt x="1328000" y="12781"/>
                  </a:lnTo>
                  <a:lnTo>
                    <a:pt x="1320142" y="12927"/>
                  </a:lnTo>
                  <a:lnTo>
                    <a:pt x="1312284" y="13072"/>
                  </a:lnTo>
                  <a:lnTo>
                    <a:pt x="1304426" y="13216"/>
                  </a:lnTo>
                  <a:lnTo>
                    <a:pt x="1296568" y="13360"/>
                  </a:lnTo>
                  <a:lnTo>
                    <a:pt x="1288710" y="13502"/>
                  </a:lnTo>
                  <a:lnTo>
                    <a:pt x="1280852" y="13630"/>
                  </a:lnTo>
                  <a:lnTo>
                    <a:pt x="1272994" y="13632"/>
                  </a:lnTo>
                  <a:lnTo>
                    <a:pt x="1265136" y="13793"/>
                  </a:lnTo>
                  <a:lnTo>
                    <a:pt x="1257278" y="13963"/>
                  </a:lnTo>
                  <a:lnTo>
                    <a:pt x="1249420" y="14132"/>
                  </a:lnTo>
                  <a:lnTo>
                    <a:pt x="1241562" y="14244"/>
                  </a:lnTo>
                  <a:lnTo>
                    <a:pt x="1233704" y="14338"/>
                  </a:lnTo>
                  <a:lnTo>
                    <a:pt x="1225846" y="14431"/>
                  </a:lnTo>
                  <a:lnTo>
                    <a:pt x="1217988" y="14529"/>
                  </a:lnTo>
                  <a:lnTo>
                    <a:pt x="1210130" y="14680"/>
                  </a:lnTo>
                  <a:lnTo>
                    <a:pt x="1202272" y="14894"/>
                  </a:lnTo>
                  <a:lnTo>
                    <a:pt x="1194414" y="14916"/>
                  </a:lnTo>
                  <a:lnTo>
                    <a:pt x="1186556" y="15045"/>
                  </a:lnTo>
                  <a:lnTo>
                    <a:pt x="1178698" y="15169"/>
                  </a:lnTo>
                  <a:lnTo>
                    <a:pt x="1170840" y="15293"/>
                  </a:lnTo>
                  <a:lnTo>
                    <a:pt x="1162982" y="15416"/>
                  </a:lnTo>
                  <a:lnTo>
                    <a:pt x="1155124" y="15475"/>
                  </a:lnTo>
                  <a:lnTo>
                    <a:pt x="1147266" y="15668"/>
                  </a:lnTo>
                  <a:lnTo>
                    <a:pt x="1139408" y="15803"/>
                  </a:lnTo>
                  <a:lnTo>
                    <a:pt x="1131550" y="15941"/>
                  </a:lnTo>
                  <a:lnTo>
                    <a:pt x="1123692" y="16172"/>
                  </a:lnTo>
                  <a:lnTo>
                    <a:pt x="1115834" y="16400"/>
                  </a:lnTo>
                  <a:lnTo>
                    <a:pt x="1107976" y="16626"/>
                  </a:lnTo>
                  <a:lnTo>
                    <a:pt x="1100118" y="16841"/>
                  </a:lnTo>
                  <a:lnTo>
                    <a:pt x="1092260" y="16977"/>
                  </a:lnTo>
                  <a:lnTo>
                    <a:pt x="1084402" y="17113"/>
                  </a:lnTo>
                  <a:lnTo>
                    <a:pt x="1076544" y="17244"/>
                  </a:lnTo>
                  <a:lnTo>
                    <a:pt x="1068686" y="17355"/>
                  </a:lnTo>
                  <a:lnTo>
                    <a:pt x="1060828" y="17508"/>
                  </a:lnTo>
                  <a:lnTo>
                    <a:pt x="1052970" y="17640"/>
                  </a:lnTo>
                  <a:lnTo>
                    <a:pt x="1045112" y="17774"/>
                  </a:lnTo>
                  <a:lnTo>
                    <a:pt x="1037254" y="17906"/>
                  </a:lnTo>
                  <a:lnTo>
                    <a:pt x="1029397" y="18105"/>
                  </a:lnTo>
                  <a:lnTo>
                    <a:pt x="1021539" y="18333"/>
                  </a:lnTo>
                  <a:lnTo>
                    <a:pt x="1013681" y="18514"/>
                  </a:lnTo>
                  <a:lnTo>
                    <a:pt x="1005823" y="18759"/>
                  </a:lnTo>
                  <a:lnTo>
                    <a:pt x="997965" y="19062"/>
                  </a:lnTo>
                  <a:lnTo>
                    <a:pt x="990107" y="19251"/>
                  </a:lnTo>
                  <a:lnTo>
                    <a:pt x="982249" y="19434"/>
                  </a:lnTo>
                  <a:lnTo>
                    <a:pt x="974391" y="19522"/>
                  </a:lnTo>
                  <a:lnTo>
                    <a:pt x="966533" y="19801"/>
                  </a:lnTo>
                  <a:lnTo>
                    <a:pt x="958675" y="19983"/>
                  </a:lnTo>
                  <a:lnTo>
                    <a:pt x="950817" y="20163"/>
                  </a:lnTo>
                  <a:lnTo>
                    <a:pt x="942959" y="20339"/>
                  </a:lnTo>
                  <a:lnTo>
                    <a:pt x="935101" y="20524"/>
                  </a:lnTo>
                  <a:lnTo>
                    <a:pt x="927243" y="20739"/>
                  </a:lnTo>
                  <a:lnTo>
                    <a:pt x="919385" y="20954"/>
                  </a:lnTo>
                  <a:lnTo>
                    <a:pt x="911527" y="21165"/>
                  </a:lnTo>
                  <a:lnTo>
                    <a:pt x="903669" y="21261"/>
                  </a:lnTo>
                  <a:lnTo>
                    <a:pt x="895811" y="21415"/>
                  </a:lnTo>
                  <a:lnTo>
                    <a:pt x="887953" y="21609"/>
                  </a:lnTo>
                  <a:lnTo>
                    <a:pt x="880095" y="21829"/>
                  </a:lnTo>
                  <a:lnTo>
                    <a:pt x="872237" y="22080"/>
                  </a:lnTo>
                  <a:lnTo>
                    <a:pt x="864379" y="22329"/>
                  </a:lnTo>
                  <a:lnTo>
                    <a:pt x="856521" y="22576"/>
                  </a:lnTo>
                  <a:lnTo>
                    <a:pt x="848663" y="22778"/>
                  </a:lnTo>
                  <a:lnTo>
                    <a:pt x="840805" y="23020"/>
                  </a:lnTo>
                  <a:lnTo>
                    <a:pt x="832947" y="23223"/>
                  </a:lnTo>
                  <a:lnTo>
                    <a:pt x="825089" y="23424"/>
                  </a:lnTo>
                  <a:lnTo>
                    <a:pt x="817231" y="23596"/>
                  </a:lnTo>
                  <a:lnTo>
                    <a:pt x="809373" y="23717"/>
                  </a:lnTo>
                  <a:lnTo>
                    <a:pt x="801515" y="24016"/>
                  </a:lnTo>
                  <a:lnTo>
                    <a:pt x="793657" y="24212"/>
                  </a:lnTo>
                  <a:lnTo>
                    <a:pt x="785799" y="24454"/>
                  </a:lnTo>
                  <a:lnTo>
                    <a:pt x="777941" y="24653"/>
                  </a:lnTo>
                  <a:lnTo>
                    <a:pt x="770083" y="24792"/>
                  </a:lnTo>
                  <a:lnTo>
                    <a:pt x="762225" y="25048"/>
                  </a:lnTo>
                  <a:lnTo>
                    <a:pt x="754367" y="25192"/>
                  </a:lnTo>
                  <a:lnTo>
                    <a:pt x="746509" y="25366"/>
                  </a:lnTo>
                  <a:lnTo>
                    <a:pt x="738651" y="25517"/>
                  </a:lnTo>
                  <a:lnTo>
                    <a:pt x="730793" y="25696"/>
                  </a:lnTo>
                  <a:lnTo>
                    <a:pt x="722935" y="25790"/>
                  </a:lnTo>
                  <a:lnTo>
                    <a:pt x="715077" y="25965"/>
                  </a:lnTo>
                  <a:lnTo>
                    <a:pt x="707219" y="26112"/>
                  </a:lnTo>
                  <a:lnTo>
                    <a:pt x="699361" y="26346"/>
                  </a:lnTo>
                  <a:lnTo>
                    <a:pt x="691503" y="26575"/>
                  </a:lnTo>
                  <a:lnTo>
                    <a:pt x="683645" y="26807"/>
                  </a:lnTo>
                  <a:lnTo>
                    <a:pt x="675787" y="27023"/>
                  </a:lnTo>
                  <a:lnTo>
                    <a:pt x="667929" y="27216"/>
                  </a:lnTo>
                  <a:lnTo>
                    <a:pt x="660071" y="27432"/>
                  </a:lnTo>
                  <a:lnTo>
                    <a:pt x="652213" y="27648"/>
                  </a:lnTo>
                  <a:lnTo>
                    <a:pt x="644355" y="27879"/>
                  </a:lnTo>
                  <a:lnTo>
                    <a:pt x="636497" y="28073"/>
                  </a:lnTo>
                  <a:lnTo>
                    <a:pt x="628639" y="28252"/>
                  </a:lnTo>
                  <a:lnTo>
                    <a:pt x="620781" y="28422"/>
                  </a:lnTo>
                  <a:lnTo>
                    <a:pt x="612923" y="28619"/>
                  </a:lnTo>
                  <a:lnTo>
                    <a:pt x="605065" y="28810"/>
                  </a:lnTo>
                  <a:lnTo>
                    <a:pt x="597207" y="28942"/>
                  </a:lnTo>
                  <a:lnTo>
                    <a:pt x="589349" y="29152"/>
                  </a:lnTo>
                  <a:lnTo>
                    <a:pt x="581491" y="29292"/>
                  </a:lnTo>
                  <a:lnTo>
                    <a:pt x="573633" y="29503"/>
                  </a:lnTo>
                  <a:lnTo>
                    <a:pt x="565775" y="29671"/>
                  </a:lnTo>
                  <a:lnTo>
                    <a:pt x="557917" y="29922"/>
                  </a:lnTo>
                  <a:lnTo>
                    <a:pt x="550059" y="30128"/>
                  </a:lnTo>
                  <a:lnTo>
                    <a:pt x="542201" y="30215"/>
                  </a:lnTo>
                  <a:lnTo>
                    <a:pt x="534343" y="30442"/>
                  </a:lnTo>
                  <a:lnTo>
                    <a:pt x="526485" y="30569"/>
                  </a:lnTo>
                  <a:lnTo>
                    <a:pt x="518627" y="30769"/>
                  </a:lnTo>
                  <a:lnTo>
                    <a:pt x="510769" y="30962"/>
                  </a:lnTo>
                  <a:lnTo>
                    <a:pt x="502911" y="31201"/>
                  </a:lnTo>
                  <a:lnTo>
                    <a:pt x="495053" y="31446"/>
                  </a:lnTo>
                  <a:lnTo>
                    <a:pt x="487195" y="31670"/>
                  </a:lnTo>
                  <a:lnTo>
                    <a:pt x="479337" y="31888"/>
                  </a:lnTo>
                  <a:lnTo>
                    <a:pt x="471479" y="32110"/>
                  </a:lnTo>
                  <a:lnTo>
                    <a:pt x="463621" y="32317"/>
                  </a:lnTo>
                  <a:lnTo>
                    <a:pt x="455763" y="32508"/>
                  </a:lnTo>
                  <a:lnTo>
                    <a:pt x="447905" y="32698"/>
                  </a:lnTo>
                  <a:lnTo>
                    <a:pt x="440047" y="32887"/>
                  </a:lnTo>
                  <a:lnTo>
                    <a:pt x="432189" y="33123"/>
                  </a:lnTo>
                  <a:lnTo>
                    <a:pt x="424331" y="33259"/>
                  </a:lnTo>
                  <a:lnTo>
                    <a:pt x="416473" y="33464"/>
                  </a:lnTo>
                  <a:lnTo>
                    <a:pt x="408615" y="33728"/>
                  </a:lnTo>
                  <a:lnTo>
                    <a:pt x="400757" y="33916"/>
                  </a:lnTo>
                  <a:lnTo>
                    <a:pt x="392899" y="34138"/>
                  </a:lnTo>
                  <a:lnTo>
                    <a:pt x="385041" y="34372"/>
                  </a:lnTo>
                  <a:lnTo>
                    <a:pt x="377183" y="34560"/>
                  </a:lnTo>
                  <a:lnTo>
                    <a:pt x="369325" y="34737"/>
                  </a:lnTo>
                  <a:lnTo>
                    <a:pt x="361467" y="34941"/>
                  </a:lnTo>
                  <a:lnTo>
                    <a:pt x="353609" y="35152"/>
                  </a:lnTo>
                  <a:lnTo>
                    <a:pt x="345751" y="35342"/>
                  </a:lnTo>
                  <a:lnTo>
                    <a:pt x="337893" y="35531"/>
                  </a:lnTo>
                  <a:lnTo>
                    <a:pt x="330035" y="35719"/>
                  </a:lnTo>
                  <a:lnTo>
                    <a:pt x="322177" y="35905"/>
                  </a:lnTo>
                  <a:lnTo>
                    <a:pt x="314319" y="36091"/>
                  </a:lnTo>
                  <a:lnTo>
                    <a:pt x="306461" y="36267"/>
                  </a:lnTo>
                  <a:lnTo>
                    <a:pt x="298603" y="36474"/>
                  </a:lnTo>
                  <a:lnTo>
                    <a:pt x="290745" y="36637"/>
                  </a:lnTo>
                  <a:lnTo>
                    <a:pt x="282887" y="36816"/>
                  </a:lnTo>
                  <a:lnTo>
                    <a:pt x="275029" y="37005"/>
                  </a:lnTo>
                  <a:lnTo>
                    <a:pt x="267171" y="37174"/>
                  </a:lnTo>
                  <a:lnTo>
                    <a:pt x="259313" y="37345"/>
                  </a:lnTo>
                  <a:lnTo>
                    <a:pt x="251455" y="37529"/>
                  </a:lnTo>
                  <a:lnTo>
                    <a:pt x="243597" y="37691"/>
                  </a:lnTo>
                  <a:lnTo>
                    <a:pt x="235739" y="37862"/>
                  </a:lnTo>
                  <a:lnTo>
                    <a:pt x="227881" y="38032"/>
                  </a:lnTo>
                  <a:lnTo>
                    <a:pt x="220023" y="38258"/>
                  </a:lnTo>
                  <a:lnTo>
                    <a:pt x="212165" y="38511"/>
                  </a:lnTo>
                  <a:lnTo>
                    <a:pt x="204307" y="38741"/>
                  </a:lnTo>
                  <a:lnTo>
                    <a:pt x="196449" y="38981"/>
                  </a:lnTo>
                  <a:lnTo>
                    <a:pt x="188591" y="39206"/>
                  </a:lnTo>
                  <a:lnTo>
                    <a:pt x="180733" y="39413"/>
                  </a:lnTo>
                  <a:lnTo>
                    <a:pt x="172875" y="39653"/>
                  </a:lnTo>
                  <a:lnTo>
                    <a:pt x="165017" y="39841"/>
                  </a:lnTo>
                  <a:lnTo>
                    <a:pt x="157159" y="40013"/>
                  </a:lnTo>
                  <a:lnTo>
                    <a:pt x="149301" y="40229"/>
                  </a:lnTo>
                  <a:lnTo>
                    <a:pt x="141443" y="40404"/>
                  </a:lnTo>
                  <a:lnTo>
                    <a:pt x="133585" y="40631"/>
                  </a:lnTo>
                  <a:lnTo>
                    <a:pt x="125727" y="40824"/>
                  </a:lnTo>
                  <a:lnTo>
                    <a:pt x="117869" y="41035"/>
                  </a:lnTo>
                  <a:lnTo>
                    <a:pt x="110011" y="41244"/>
                  </a:lnTo>
                  <a:lnTo>
                    <a:pt x="102153" y="41417"/>
                  </a:lnTo>
                  <a:lnTo>
                    <a:pt x="94295" y="41584"/>
                  </a:lnTo>
                  <a:lnTo>
                    <a:pt x="86437" y="41793"/>
                  </a:lnTo>
                  <a:lnTo>
                    <a:pt x="78579" y="41994"/>
                  </a:lnTo>
                  <a:lnTo>
                    <a:pt x="70721" y="42196"/>
                  </a:lnTo>
                  <a:lnTo>
                    <a:pt x="62863" y="42357"/>
                  </a:lnTo>
                  <a:lnTo>
                    <a:pt x="55005" y="42507"/>
                  </a:lnTo>
                  <a:lnTo>
                    <a:pt x="47147" y="42675"/>
                  </a:lnTo>
                  <a:lnTo>
                    <a:pt x="39289" y="42851"/>
                  </a:lnTo>
                  <a:lnTo>
                    <a:pt x="31431" y="43002"/>
                  </a:lnTo>
                  <a:lnTo>
                    <a:pt x="23573" y="43159"/>
                  </a:lnTo>
                  <a:lnTo>
                    <a:pt x="15715" y="43334"/>
                  </a:lnTo>
                  <a:lnTo>
                    <a:pt x="7857" y="43505"/>
                  </a:lnTo>
                  <a:lnTo>
                    <a:pt x="0" y="436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1" name="pg80"/>
            <p:cNvSpPr/>
            <p:nvPr/>
          </p:nvSpPr>
          <p:spPr>
            <a:xfrm>
              <a:off x="1186414" y="4560202"/>
              <a:ext cx="2035220" cy="388565"/>
            </a:xfrm>
            <a:custGeom>
              <a:avLst/>
              <a:pathLst>
                <a:path w="2035220" h="388565">
                  <a:moveTo>
                    <a:pt x="0" y="368618"/>
                  </a:moveTo>
                  <a:lnTo>
                    <a:pt x="7857" y="368509"/>
                  </a:lnTo>
                  <a:lnTo>
                    <a:pt x="15715" y="368364"/>
                  </a:lnTo>
                  <a:lnTo>
                    <a:pt x="23573" y="368172"/>
                  </a:lnTo>
                  <a:lnTo>
                    <a:pt x="31431" y="367977"/>
                  </a:lnTo>
                  <a:lnTo>
                    <a:pt x="39289" y="367924"/>
                  </a:lnTo>
                  <a:lnTo>
                    <a:pt x="47147" y="367813"/>
                  </a:lnTo>
                  <a:lnTo>
                    <a:pt x="55005" y="367729"/>
                  </a:lnTo>
                  <a:lnTo>
                    <a:pt x="62863" y="367502"/>
                  </a:lnTo>
                  <a:lnTo>
                    <a:pt x="70721" y="367448"/>
                  </a:lnTo>
                  <a:lnTo>
                    <a:pt x="78579" y="367344"/>
                  </a:lnTo>
                  <a:lnTo>
                    <a:pt x="86437" y="367158"/>
                  </a:lnTo>
                  <a:lnTo>
                    <a:pt x="94295" y="366946"/>
                  </a:lnTo>
                  <a:lnTo>
                    <a:pt x="102153" y="366716"/>
                  </a:lnTo>
                  <a:lnTo>
                    <a:pt x="110011" y="366559"/>
                  </a:lnTo>
                  <a:lnTo>
                    <a:pt x="117869" y="366397"/>
                  </a:lnTo>
                  <a:lnTo>
                    <a:pt x="125727" y="366135"/>
                  </a:lnTo>
                  <a:lnTo>
                    <a:pt x="133585" y="365835"/>
                  </a:lnTo>
                  <a:lnTo>
                    <a:pt x="141443" y="365667"/>
                  </a:lnTo>
                  <a:lnTo>
                    <a:pt x="149301" y="365498"/>
                  </a:lnTo>
                  <a:lnTo>
                    <a:pt x="157159" y="365345"/>
                  </a:lnTo>
                  <a:lnTo>
                    <a:pt x="165017" y="365200"/>
                  </a:lnTo>
                  <a:lnTo>
                    <a:pt x="172875" y="365054"/>
                  </a:lnTo>
                  <a:lnTo>
                    <a:pt x="180733" y="364832"/>
                  </a:lnTo>
                  <a:lnTo>
                    <a:pt x="188591" y="364634"/>
                  </a:lnTo>
                  <a:lnTo>
                    <a:pt x="196449" y="364463"/>
                  </a:lnTo>
                  <a:lnTo>
                    <a:pt x="204307" y="364251"/>
                  </a:lnTo>
                  <a:lnTo>
                    <a:pt x="212165" y="364010"/>
                  </a:lnTo>
                  <a:lnTo>
                    <a:pt x="220023" y="363831"/>
                  </a:lnTo>
                  <a:lnTo>
                    <a:pt x="227881" y="363595"/>
                  </a:lnTo>
                  <a:lnTo>
                    <a:pt x="235739" y="363363"/>
                  </a:lnTo>
                  <a:lnTo>
                    <a:pt x="243597" y="363171"/>
                  </a:lnTo>
                  <a:lnTo>
                    <a:pt x="251455" y="362955"/>
                  </a:lnTo>
                  <a:lnTo>
                    <a:pt x="259313" y="362665"/>
                  </a:lnTo>
                  <a:lnTo>
                    <a:pt x="267171" y="362358"/>
                  </a:lnTo>
                  <a:lnTo>
                    <a:pt x="275029" y="362046"/>
                  </a:lnTo>
                  <a:lnTo>
                    <a:pt x="282887" y="361966"/>
                  </a:lnTo>
                  <a:lnTo>
                    <a:pt x="290745" y="361649"/>
                  </a:lnTo>
                  <a:lnTo>
                    <a:pt x="298603" y="361462"/>
                  </a:lnTo>
                  <a:lnTo>
                    <a:pt x="306461" y="361326"/>
                  </a:lnTo>
                  <a:lnTo>
                    <a:pt x="314319" y="361190"/>
                  </a:lnTo>
                  <a:lnTo>
                    <a:pt x="322177" y="360768"/>
                  </a:lnTo>
                  <a:lnTo>
                    <a:pt x="330035" y="360277"/>
                  </a:lnTo>
                  <a:lnTo>
                    <a:pt x="337893" y="360210"/>
                  </a:lnTo>
                  <a:lnTo>
                    <a:pt x="345751" y="360031"/>
                  </a:lnTo>
                  <a:lnTo>
                    <a:pt x="353609" y="359664"/>
                  </a:lnTo>
                  <a:lnTo>
                    <a:pt x="361467" y="359434"/>
                  </a:lnTo>
                  <a:lnTo>
                    <a:pt x="369325" y="359201"/>
                  </a:lnTo>
                  <a:lnTo>
                    <a:pt x="377183" y="358965"/>
                  </a:lnTo>
                  <a:lnTo>
                    <a:pt x="385041" y="358651"/>
                  </a:lnTo>
                  <a:lnTo>
                    <a:pt x="392899" y="358334"/>
                  </a:lnTo>
                  <a:lnTo>
                    <a:pt x="400757" y="357986"/>
                  </a:lnTo>
                  <a:lnTo>
                    <a:pt x="408615" y="357656"/>
                  </a:lnTo>
                  <a:lnTo>
                    <a:pt x="416473" y="357371"/>
                  </a:lnTo>
                  <a:lnTo>
                    <a:pt x="424331" y="357016"/>
                  </a:lnTo>
                  <a:lnTo>
                    <a:pt x="432189" y="356593"/>
                  </a:lnTo>
                  <a:lnTo>
                    <a:pt x="440047" y="356295"/>
                  </a:lnTo>
                  <a:lnTo>
                    <a:pt x="447905" y="355870"/>
                  </a:lnTo>
                  <a:lnTo>
                    <a:pt x="455763" y="355469"/>
                  </a:lnTo>
                  <a:lnTo>
                    <a:pt x="463621" y="355048"/>
                  </a:lnTo>
                  <a:lnTo>
                    <a:pt x="471479" y="354887"/>
                  </a:lnTo>
                  <a:lnTo>
                    <a:pt x="479337" y="354523"/>
                  </a:lnTo>
                  <a:lnTo>
                    <a:pt x="487195" y="354307"/>
                  </a:lnTo>
                  <a:lnTo>
                    <a:pt x="495053" y="354057"/>
                  </a:lnTo>
                  <a:lnTo>
                    <a:pt x="502911" y="353669"/>
                  </a:lnTo>
                  <a:lnTo>
                    <a:pt x="510769" y="353535"/>
                  </a:lnTo>
                  <a:lnTo>
                    <a:pt x="518627" y="353097"/>
                  </a:lnTo>
                  <a:lnTo>
                    <a:pt x="526485" y="352686"/>
                  </a:lnTo>
                  <a:lnTo>
                    <a:pt x="534343" y="352201"/>
                  </a:lnTo>
                  <a:lnTo>
                    <a:pt x="542201" y="351831"/>
                  </a:lnTo>
                  <a:lnTo>
                    <a:pt x="550059" y="351459"/>
                  </a:lnTo>
                  <a:lnTo>
                    <a:pt x="557917" y="350982"/>
                  </a:lnTo>
                  <a:lnTo>
                    <a:pt x="565775" y="350480"/>
                  </a:lnTo>
                  <a:lnTo>
                    <a:pt x="573633" y="349973"/>
                  </a:lnTo>
                  <a:lnTo>
                    <a:pt x="581491" y="349391"/>
                  </a:lnTo>
                  <a:lnTo>
                    <a:pt x="589349" y="348681"/>
                  </a:lnTo>
                  <a:lnTo>
                    <a:pt x="597207" y="348015"/>
                  </a:lnTo>
                  <a:lnTo>
                    <a:pt x="605065" y="347346"/>
                  </a:lnTo>
                  <a:lnTo>
                    <a:pt x="612923" y="346843"/>
                  </a:lnTo>
                  <a:lnTo>
                    <a:pt x="620781" y="346160"/>
                  </a:lnTo>
                  <a:lnTo>
                    <a:pt x="628639" y="345791"/>
                  </a:lnTo>
                  <a:lnTo>
                    <a:pt x="636497" y="345428"/>
                  </a:lnTo>
                  <a:lnTo>
                    <a:pt x="644355" y="344729"/>
                  </a:lnTo>
                  <a:lnTo>
                    <a:pt x="652213" y="344147"/>
                  </a:lnTo>
                  <a:lnTo>
                    <a:pt x="660071" y="343719"/>
                  </a:lnTo>
                  <a:lnTo>
                    <a:pt x="667929" y="343306"/>
                  </a:lnTo>
                  <a:lnTo>
                    <a:pt x="675787" y="342857"/>
                  </a:lnTo>
                  <a:lnTo>
                    <a:pt x="683645" y="342196"/>
                  </a:lnTo>
                  <a:lnTo>
                    <a:pt x="691503" y="341682"/>
                  </a:lnTo>
                  <a:lnTo>
                    <a:pt x="699361" y="341220"/>
                  </a:lnTo>
                  <a:lnTo>
                    <a:pt x="707219" y="340789"/>
                  </a:lnTo>
                  <a:lnTo>
                    <a:pt x="715077" y="340384"/>
                  </a:lnTo>
                  <a:lnTo>
                    <a:pt x="722935" y="339921"/>
                  </a:lnTo>
                  <a:lnTo>
                    <a:pt x="730793" y="339250"/>
                  </a:lnTo>
                  <a:lnTo>
                    <a:pt x="738651" y="338551"/>
                  </a:lnTo>
                  <a:lnTo>
                    <a:pt x="746509" y="337972"/>
                  </a:lnTo>
                  <a:lnTo>
                    <a:pt x="754367" y="337464"/>
                  </a:lnTo>
                  <a:lnTo>
                    <a:pt x="762225" y="336804"/>
                  </a:lnTo>
                  <a:lnTo>
                    <a:pt x="770083" y="336132"/>
                  </a:lnTo>
                  <a:lnTo>
                    <a:pt x="777941" y="335426"/>
                  </a:lnTo>
                  <a:lnTo>
                    <a:pt x="785799" y="334696"/>
                  </a:lnTo>
                  <a:lnTo>
                    <a:pt x="793657" y="334073"/>
                  </a:lnTo>
                  <a:lnTo>
                    <a:pt x="801515" y="333474"/>
                  </a:lnTo>
                  <a:lnTo>
                    <a:pt x="809373" y="332814"/>
                  </a:lnTo>
                  <a:lnTo>
                    <a:pt x="817231" y="332091"/>
                  </a:lnTo>
                  <a:lnTo>
                    <a:pt x="825089" y="331385"/>
                  </a:lnTo>
                  <a:lnTo>
                    <a:pt x="832947" y="330768"/>
                  </a:lnTo>
                  <a:lnTo>
                    <a:pt x="840805" y="329953"/>
                  </a:lnTo>
                  <a:lnTo>
                    <a:pt x="848663" y="329257"/>
                  </a:lnTo>
                  <a:lnTo>
                    <a:pt x="856521" y="328497"/>
                  </a:lnTo>
                  <a:lnTo>
                    <a:pt x="864379" y="327755"/>
                  </a:lnTo>
                  <a:lnTo>
                    <a:pt x="872237" y="327008"/>
                  </a:lnTo>
                  <a:lnTo>
                    <a:pt x="880095" y="326049"/>
                  </a:lnTo>
                  <a:lnTo>
                    <a:pt x="887953" y="325224"/>
                  </a:lnTo>
                  <a:lnTo>
                    <a:pt x="895811" y="324392"/>
                  </a:lnTo>
                  <a:lnTo>
                    <a:pt x="903669" y="323551"/>
                  </a:lnTo>
                  <a:lnTo>
                    <a:pt x="911527" y="322698"/>
                  </a:lnTo>
                  <a:lnTo>
                    <a:pt x="919385" y="321891"/>
                  </a:lnTo>
                  <a:lnTo>
                    <a:pt x="927243" y="321084"/>
                  </a:lnTo>
                  <a:lnTo>
                    <a:pt x="935101" y="320246"/>
                  </a:lnTo>
                  <a:lnTo>
                    <a:pt x="942959" y="319399"/>
                  </a:lnTo>
                  <a:lnTo>
                    <a:pt x="950817" y="318519"/>
                  </a:lnTo>
                  <a:lnTo>
                    <a:pt x="958675" y="317456"/>
                  </a:lnTo>
                  <a:lnTo>
                    <a:pt x="966533" y="316610"/>
                  </a:lnTo>
                  <a:lnTo>
                    <a:pt x="974391" y="315715"/>
                  </a:lnTo>
                  <a:lnTo>
                    <a:pt x="982249" y="314714"/>
                  </a:lnTo>
                  <a:lnTo>
                    <a:pt x="990107" y="313912"/>
                  </a:lnTo>
                  <a:lnTo>
                    <a:pt x="997965" y="313102"/>
                  </a:lnTo>
                  <a:lnTo>
                    <a:pt x="1005823" y="311824"/>
                  </a:lnTo>
                  <a:lnTo>
                    <a:pt x="1013681" y="310963"/>
                  </a:lnTo>
                  <a:lnTo>
                    <a:pt x="1021539" y="309781"/>
                  </a:lnTo>
                  <a:lnTo>
                    <a:pt x="1029397" y="308776"/>
                  </a:lnTo>
                  <a:lnTo>
                    <a:pt x="1037254" y="307537"/>
                  </a:lnTo>
                  <a:lnTo>
                    <a:pt x="1045112" y="306443"/>
                  </a:lnTo>
                  <a:lnTo>
                    <a:pt x="1052970" y="305405"/>
                  </a:lnTo>
                  <a:lnTo>
                    <a:pt x="1060828" y="304283"/>
                  </a:lnTo>
                  <a:lnTo>
                    <a:pt x="1068686" y="302986"/>
                  </a:lnTo>
                  <a:lnTo>
                    <a:pt x="1076544" y="301672"/>
                  </a:lnTo>
                  <a:lnTo>
                    <a:pt x="1084402" y="300342"/>
                  </a:lnTo>
                  <a:lnTo>
                    <a:pt x="1092260" y="299004"/>
                  </a:lnTo>
                  <a:lnTo>
                    <a:pt x="1100118" y="297665"/>
                  </a:lnTo>
                  <a:lnTo>
                    <a:pt x="1107976" y="296325"/>
                  </a:lnTo>
                  <a:lnTo>
                    <a:pt x="1115834" y="294868"/>
                  </a:lnTo>
                  <a:lnTo>
                    <a:pt x="1123692" y="293454"/>
                  </a:lnTo>
                  <a:lnTo>
                    <a:pt x="1131550" y="292016"/>
                  </a:lnTo>
                  <a:lnTo>
                    <a:pt x="1139408" y="290561"/>
                  </a:lnTo>
                  <a:lnTo>
                    <a:pt x="1147266" y="289121"/>
                  </a:lnTo>
                  <a:lnTo>
                    <a:pt x="1155124" y="288064"/>
                  </a:lnTo>
                  <a:lnTo>
                    <a:pt x="1162982" y="287018"/>
                  </a:lnTo>
                  <a:lnTo>
                    <a:pt x="1170840" y="286004"/>
                  </a:lnTo>
                  <a:lnTo>
                    <a:pt x="1178698" y="284741"/>
                  </a:lnTo>
                  <a:lnTo>
                    <a:pt x="1186556" y="283083"/>
                  </a:lnTo>
                  <a:lnTo>
                    <a:pt x="1194414" y="281444"/>
                  </a:lnTo>
                  <a:lnTo>
                    <a:pt x="1202272" y="279944"/>
                  </a:lnTo>
                  <a:lnTo>
                    <a:pt x="1210130" y="278337"/>
                  </a:lnTo>
                  <a:lnTo>
                    <a:pt x="1217988" y="276967"/>
                  </a:lnTo>
                  <a:lnTo>
                    <a:pt x="1225846" y="275583"/>
                  </a:lnTo>
                  <a:lnTo>
                    <a:pt x="1233704" y="274138"/>
                  </a:lnTo>
                  <a:lnTo>
                    <a:pt x="1241562" y="272390"/>
                  </a:lnTo>
                  <a:lnTo>
                    <a:pt x="1249420" y="270700"/>
                  </a:lnTo>
                  <a:lnTo>
                    <a:pt x="1257278" y="269206"/>
                  </a:lnTo>
                  <a:lnTo>
                    <a:pt x="1265136" y="267697"/>
                  </a:lnTo>
                  <a:lnTo>
                    <a:pt x="1272994" y="266136"/>
                  </a:lnTo>
                  <a:lnTo>
                    <a:pt x="1280852" y="264375"/>
                  </a:lnTo>
                  <a:lnTo>
                    <a:pt x="1288710" y="262596"/>
                  </a:lnTo>
                  <a:lnTo>
                    <a:pt x="1296568" y="260719"/>
                  </a:lnTo>
                  <a:lnTo>
                    <a:pt x="1304426" y="258817"/>
                  </a:lnTo>
                  <a:lnTo>
                    <a:pt x="1312284" y="256892"/>
                  </a:lnTo>
                  <a:lnTo>
                    <a:pt x="1320142" y="254944"/>
                  </a:lnTo>
                  <a:lnTo>
                    <a:pt x="1328000" y="252973"/>
                  </a:lnTo>
                  <a:lnTo>
                    <a:pt x="1335858" y="250979"/>
                  </a:lnTo>
                  <a:lnTo>
                    <a:pt x="1343716" y="248961"/>
                  </a:lnTo>
                  <a:lnTo>
                    <a:pt x="1351574" y="246975"/>
                  </a:lnTo>
                  <a:lnTo>
                    <a:pt x="1359432" y="245159"/>
                  </a:lnTo>
                  <a:lnTo>
                    <a:pt x="1367290" y="243010"/>
                  </a:lnTo>
                  <a:lnTo>
                    <a:pt x="1375148" y="240837"/>
                  </a:lnTo>
                  <a:lnTo>
                    <a:pt x="1383006" y="238662"/>
                  </a:lnTo>
                  <a:lnTo>
                    <a:pt x="1390864" y="236615"/>
                  </a:lnTo>
                  <a:lnTo>
                    <a:pt x="1398722" y="234380"/>
                  </a:lnTo>
                  <a:lnTo>
                    <a:pt x="1406580" y="232115"/>
                  </a:lnTo>
                  <a:lnTo>
                    <a:pt x="1414438" y="229827"/>
                  </a:lnTo>
                  <a:lnTo>
                    <a:pt x="1422296" y="227875"/>
                  </a:lnTo>
                  <a:lnTo>
                    <a:pt x="1430154" y="225781"/>
                  </a:lnTo>
                  <a:lnTo>
                    <a:pt x="1438012" y="223487"/>
                  </a:lnTo>
                  <a:lnTo>
                    <a:pt x="1445870" y="221168"/>
                  </a:lnTo>
                  <a:lnTo>
                    <a:pt x="1453728" y="218823"/>
                  </a:lnTo>
                  <a:lnTo>
                    <a:pt x="1461586" y="216309"/>
                  </a:lnTo>
                  <a:lnTo>
                    <a:pt x="1469444" y="214061"/>
                  </a:lnTo>
                  <a:lnTo>
                    <a:pt x="1477302" y="211647"/>
                  </a:lnTo>
                  <a:lnTo>
                    <a:pt x="1485160" y="209286"/>
                  </a:lnTo>
                  <a:lnTo>
                    <a:pt x="1493018" y="207312"/>
                  </a:lnTo>
                  <a:lnTo>
                    <a:pt x="1500876" y="205331"/>
                  </a:lnTo>
                  <a:lnTo>
                    <a:pt x="1508734" y="203128"/>
                  </a:lnTo>
                  <a:lnTo>
                    <a:pt x="1516592" y="200772"/>
                  </a:lnTo>
                  <a:lnTo>
                    <a:pt x="1524450" y="198434"/>
                  </a:lnTo>
                  <a:lnTo>
                    <a:pt x="1532308" y="195977"/>
                  </a:lnTo>
                  <a:lnTo>
                    <a:pt x="1540166" y="193496"/>
                  </a:lnTo>
                  <a:lnTo>
                    <a:pt x="1548024" y="190817"/>
                  </a:lnTo>
                  <a:lnTo>
                    <a:pt x="1555882" y="187999"/>
                  </a:lnTo>
                  <a:lnTo>
                    <a:pt x="1563740" y="185553"/>
                  </a:lnTo>
                  <a:lnTo>
                    <a:pt x="1571598" y="183352"/>
                  </a:lnTo>
                  <a:lnTo>
                    <a:pt x="1579456" y="180757"/>
                  </a:lnTo>
                  <a:lnTo>
                    <a:pt x="1587314" y="178139"/>
                  </a:lnTo>
                  <a:lnTo>
                    <a:pt x="1595172" y="175575"/>
                  </a:lnTo>
                  <a:lnTo>
                    <a:pt x="1603030" y="172980"/>
                  </a:lnTo>
                  <a:lnTo>
                    <a:pt x="1610888" y="170124"/>
                  </a:lnTo>
                  <a:lnTo>
                    <a:pt x="1618746" y="167404"/>
                  </a:lnTo>
                  <a:lnTo>
                    <a:pt x="1626604" y="164779"/>
                  </a:lnTo>
                  <a:lnTo>
                    <a:pt x="1634462" y="162080"/>
                  </a:lnTo>
                  <a:lnTo>
                    <a:pt x="1642320" y="159885"/>
                  </a:lnTo>
                  <a:lnTo>
                    <a:pt x="1650178" y="157245"/>
                  </a:lnTo>
                  <a:lnTo>
                    <a:pt x="1658036" y="154548"/>
                  </a:lnTo>
                  <a:lnTo>
                    <a:pt x="1665894" y="151821"/>
                  </a:lnTo>
                  <a:lnTo>
                    <a:pt x="1673752" y="149062"/>
                  </a:lnTo>
                  <a:lnTo>
                    <a:pt x="1681610" y="146282"/>
                  </a:lnTo>
                  <a:lnTo>
                    <a:pt x="1689468" y="143479"/>
                  </a:lnTo>
                  <a:lnTo>
                    <a:pt x="1697326" y="140654"/>
                  </a:lnTo>
                  <a:lnTo>
                    <a:pt x="1705184" y="137809"/>
                  </a:lnTo>
                  <a:lnTo>
                    <a:pt x="1713042" y="134946"/>
                  </a:lnTo>
                  <a:lnTo>
                    <a:pt x="1720900" y="132061"/>
                  </a:lnTo>
                  <a:lnTo>
                    <a:pt x="1728758" y="129154"/>
                  </a:lnTo>
                  <a:lnTo>
                    <a:pt x="1736616" y="126225"/>
                  </a:lnTo>
                  <a:lnTo>
                    <a:pt x="1744474" y="123278"/>
                  </a:lnTo>
                  <a:lnTo>
                    <a:pt x="1752332" y="120310"/>
                  </a:lnTo>
                  <a:lnTo>
                    <a:pt x="1760190" y="117321"/>
                  </a:lnTo>
                  <a:lnTo>
                    <a:pt x="1768048" y="114310"/>
                  </a:lnTo>
                  <a:lnTo>
                    <a:pt x="1775906" y="111277"/>
                  </a:lnTo>
                  <a:lnTo>
                    <a:pt x="1783764" y="108224"/>
                  </a:lnTo>
                  <a:lnTo>
                    <a:pt x="1791622" y="105150"/>
                  </a:lnTo>
                  <a:lnTo>
                    <a:pt x="1799480" y="102055"/>
                  </a:lnTo>
                  <a:lnTo>
                    <a:pt x="1807338" y="98939"/>
                  </a:lnTo>
                  <a:lnTo>
                    <a:pt x="1815196" y="95802"/>
                  </a:lnTo>
                  <a:lnTo>
                    <a:pt x="1823054" y="92644"/>
                  </a:lnTo>
                  <a:lnTo>
                    <a:pt x="1830912" y="89465"/>
                  </a:lnTo>
                  <a:lnTo>
                    <a:pt x="1838770" y="86266"/>
                  </a:lnTo>
                  <a:lnTo>
                    <a:pt x="1846628" y="83046"/>
                  </a:lnTo>
                  <a:lnTo>
                    <a:pt x="1854486" y="79805"/>
                  </a:lnTo>
                  <a:lnTo>
                    <a:pt x="1862344" y="76545"/>
                  </a:lnTo>
                  <a:lnTo>
                    <a:pt x="1870202" y="73264"/>
                  </a:lnTo>
                  <a:lnTo>
                    <a:pt x="1878060" y="69964"/>
                  </a:lnTo>
                  <a:lnTo>
                    <a:pt x="1885918" y="66644"/>
                  </a:lnTo>
                  <a:lnTo>
                    <a:pt x="1893776" y="63304"/>
                  </a:lnTo>
                  <a:lnTo>
                    <a:pt x="1901634" y="59944"/>
                  </a:lnTo>
                  <a:lnTo>
                    <a:pt x="1909492" y="56566"/>
                  </a:lnTo>
                  <a:lnTo>
                    <a:pt x="1917350" y="53168"/>
                  </a:lnTo>
                  <a:lnTo>
                    <a:pt x="1925208" y="49751"/>
                  </a:lnTo>
                  <a:lnTo>
                    <a:pt x="1933066" y="46316"/>
                  </a:lnTo>
                  <a:lnTo>
                    <a:pt x="1940924" y="42862"/>
                  </a:lnTo>
                  <a:lnTo>
                    <a:pt x="1948782" y="39390"/>
                  </a:lnTo>
                  <a:lnTo>
                    <a:pt x="1956640" y="35900"/>
                  </a:lnTo>
                  <a:lnTo>
                    <a:pt x="1964498" y="32477"/>
                  </a:lnTo>
                  <a:lnTo>
                    <a:pt x="1972356" y="29067"/>
                  </a:lnTo>
                  <a:lnTo>
                    <a:pt x="1980214" y="25641"/>
                  </a:lnTo>
                  <a:lnTo>
                    <a:pt x="1988072" y="22198"/>
                  </a:lnTo>
                  <a:lnTo>
                    <a:pt x="1995930" y="18296"/>
                  </a:lnTo>
                  <a:lnTo>
                    <a:pt x="2003788" y="14568"/>
                  </a:lnTo>
                  <a:lnTo>
                    <a:pt x="2011646" y="10945"/>
                  </a:lnTo>
                  <a:lnTo>
                    <a:pt x="2019504" y="7307"/>
                  </a:lnTo>
                  <a:lnTo>
                    <a:pt x="2027362" y="3660"/>
                  </a:lnTo>
                  <a:lnTo>
                    <a:pt x="2035220" y="0"/>
                  </a:lnTo>
                  <a:lnTo>
                    <a:pt x="2035220" y="366340"/>
                  </a:lnTo>
                  <a:lnTo>
                    <a:pt x="2027362" y="366406"/>
                  </a:lnTo>
                  <a:lnTo>
                    <a:pt x="2019504" y="366472"/>
                  </a:lnTo>
                  <a:lnTo>
                    <a:pt x="2011646" y="366530"/>
                  </a:lnTo>
                  <a:lnTo>
                    <a:pt x="2003788" y="366576"/>
                  </a:lnTo>
                  <a:lnTo>
                    <a:pt x="1995930" y="366623"/>
                  </a:lnTo>
                  <a:lnTo>
                    <a:pt x="1988072" y="366669"/>
                  </a:lnTo>
                  <a:lnTo>
                    <a:pt x="1980214" y="366716"/>
                  </a:lnTo>
                  <a:lnTo>
                    <a:pt x="1972356" y="366762"/>
                  </a:lnTo>
                  <a:lnTo>
                    <a:pt x="1964498" y="366808"/>
                  </a:lnTo>
                  <a:lnTo>
                    <a:pt x="1956640" y="366854"/>
                  </a:lnTo>
                  <a:lnTo>
                    <a:pt x="1948782" y="366900"/>
                  </a:lnTo>
                  <a:lnTo>
                    <a:pt x="1940924" y="366959"/>
                  </a:lnTo>
                  <a:lnTo>
                    <a:pt x="1933066" y="367018"/>
                  </a:lnTo>
                  <a:lnTo>
                    <a:pt x="1925208" y="367076"/>
                  </a:lnTo>
                  <a:lnTo>
                    <a:pt x="1917350" y="367134"/>
                  </a:lnTo>
                  <a:lnTo>
                    <a:pt x="1909492" y="367192"/>
                  </a:lnTo>
                  <a:lnTo>
                    <a:pt x="1901634" y="367249"/>
                  </a:lnTo>
                  <a:lnTo>
                    <a:pt x="1893776" y="367307"/>
                  </a:lnTo>
                  <a:lnTo>
                    <a:pt x="1885918" y="367364"/>
                  </a:lnTo>
                  <a:lnTo>
                    <a:pt x="1878060" y="367421"/>
                  </a:lnTo>
                  <a:lnTo>
                    <a:pt x="1870202" y="367478"/>
                  </a:lnTo>
                  <a:lnTo>
                    <a:pt x="1862344" y="367535"/>
                  </a:lnTo>
                  <a:lnTo>
                    <a:pt x="1854486" y="367592"/>
                  </a:lnTo>
                  <a:lnTo>
                    <a:pt x="1846628" y="367649"/>
                  </a:lnTo>
                  <a:lnTo>
                    <a:pt x="1838770" y="367706"/>
                  </a:lnTo>
                  <a:lnTo>
                    <a:pt x="1830912" y="367762"/>
                  </a:lnTo>
                  <a:lnTo>
                    <a:pt x="1823054" y="367803"/>
                  </a:lnTo>
                  <a:lnTo>
                    <a:pt x="1815196" y="367827"/>
                  </a:lnTo>
                  <a:lnTo>
                    <a:pt x="1807338" y="367850"/>
                  </a:lnTo>
                  <a:lnTo>
                    <a:pt x="1799480" y="367923"/>
                  </a:lnTo>
                  <a:lnTo>
                    <a:pt x="1791622" y="367996"/>
                  </a:lnTo>
                  <a:lnTo>
                    <a:pt x="1783764" y="368048"/>
                  </a:lnTo>
                  <a:lnTo>
                    <a:pt x="1775906" y="368091"/>
                  </a:lnTo>
                  <a:lnTo>
                    <a:pt x="1768048" y="368133"/>
                  </a:lnTo>
                  <a:lnTo>
                    <a:pt x="1760190" y="368161"/>
                  </a:lnTo>
                  <a:lnTo>
                    <a:pt x="1752332" y="368198"/>
                  </a:lnTo>
                  <a:lnTo>
                    <a:pt x="1744474" y="368258"/>
                  </a:lnTo>
                  <a:lnTo>
                    <a:pt x="1736616" y="368301"/>
                  </a:lnTo>
                  <a:lnTo>
                    <a:pt x="1728758" y="368344"/>
                  </a:lnTo>
                  <a:lnTo>
                    <a:pt x="1720900" y="368386"/>
                  </a:lnTo>
                  <a:lnTo>
                    <a:pt x="1713042" y="368429"/>
                  </a:lnTo>
                  <a:lnTo>
                    <a:pt x="1705184" y="368474"/>
                  </a:lnTo>
                  <a:lnTo>
                    <a:pt x="1697326" y="368586"/>
                  </a:lnTo>
                  <a:lnTo>
                    <a:pt x="1689468" y="368698"/>
                  </a:lnTo>
                  <a:lnTo>
                    <a:pt x="1681610" y="368810"/>
                  </a:lnTo>
                  <a:lnTo>
                    <a:pt x="1673752" y="368878"/>
                  </a:lnTo>
                  <a:lnTo>
                    <a:pt x="1665894" y="368934"/>
                  </a:lnTo>
                  <a:lnTo>
                    <a:pt x="1658036" y="368990"/>
                  </a:lnTo>
                  <a:lnTo>
                    <a:pt x="1650178" y="369044"/>
                  </a:lnTo>
                  <a:lnTo>
                    <a:pt x="1642320" y="369097"/>
                  </a:lnTo>
                  <a:lnTo>
                    <a:pt x="1634462" y="369150"/>
                  </a:lnTo>
                  <a:lnTo>
                    <a:pt x="1626604" y="369168"/>
                  </a:lnTo>
                  <a:lnTo>
                    <a:pt x="1618746" y="369198"/>
                  </a:lnTo>
                  <a:lnTo>
                    <a:pt x="1610888" y="369304"/>
                  </a:lnTo>
                  <a:lnTo>
                    <a:pt x="1603030" y="369366"/>
                  </a:lnTo>
                  <a:lnTo>
                    <a:pt x="1595172" y="369457"/>
                  </a:lnTo>
                  <a:lnTo>
                    <a:pt x="1587314" y="369545"/>
                  </a:lnTo>
                  <a:lnTo>
                    <a:pt x="1579456" y="369642"/>
                  </a:lnTo>
                  <a:lnTo>
                    <a:pt x="1571598" y="369581"/>
                  </a:lnTo>
                  <a:lnTo>
                    <a:pt x="1563740" y="369634"/>
                  </a:lnTo>
                  <a:lnTo>
                    <a:pt x="1555882" y="369690"/>
                  </a:lnTo>
                  <a:lnTo>
                    <a:pt x="1548024" y="369741"/>
                  </a:lnTo>
                  <a:lnTo>
                    <a:pt x="1540166" y="369795"/>
                  </a:lnTo>
                  <a:lnTo>
                    <a:pt x="1532308" y="369848"/>
                  </a:lnTo>
                  <a:lnTo>
                    <a:pt x="1524450" y="369899"/>
                  </a:lnTo>
                  <a:lnTo>
                    <a:pt x="1516592" y="369921"/>
                  </a:lnTo>
                  <a:lnTo>
                    <a:pt x="1508734" y="369910"/>
                  </a:lnTo>
                  <a:lnTo>
                    <a:pt x="1500876" y="369899"/>
                  </a:lnTo>
                  <a:lnTo>
                    <a:pt x="1493018" y="369917"/>
                  </a:lnTo>
                  <a:lnTo>
                    <a:pt x="1485160" y="370049"/>
                  </a:lnTo>
                  <a:lnTo>
                    <a:pt x="1477302" y="370093"/>
                  </a:lnTo>
                  <a:lnTo>
                    <a:pt x="1469444" y="370195"/>
                  </a:lnTo>
                  <a:lnTo>
                    <a:pt x="1461586" y="370295"/>
                  </a:lnTo>
                  <a:lnTo>
                    <a:pt x="1453728" y="370345"/>
                  </a:lnTo>
                  <a:lnTo>
                    <a:pt x="1445870" y="370346"/>
                  </a:lnTo>
                  <a:lnTo>
                    <a:pt x="1438012" y="370374"/>
                  </a:lnTo>
                  <a:lnTo>
                    <a:pt x="1430154" y="370453"/>
                  </a:lnTo>
                  <a:lnTo>
                    <a:pt x="1422296" y="370533"/>
                  </a:lnTo>
                  <a:lnTo>
                    <a:pt x="1414438" y="370612"/>
                  </a:lnTo>
                  <a:lnTo>
                    <a:pt x="1406580" y="370690"/>
                  </a:lnTo>
                  <a:lnTo>
                    <a:pt x="1398722" y="370730"/>
                  </a:lnTo>
                  <a:lnTo>
                    <a:pt x="1390864" y="370782"/>
                  </a:lnTo>
                  <a:lnTo>
                    <a:pt x="1383006" y="370834"/>
                  </a:lnTo>
                  <a:lnTo>
                    <a:pt x="1375148" y="370885"/>
                  </a:lnTo>
                  <a:lnTo>
                    <a:pt x="1367290" y="370967"/>
                  </a:lnTo>
                  <a:lnTo>
                    <a:pt x="1359432" y="371057"/>
                  </a:lnTo>
                  <a:lnTo>
                    <a:pt x="1351574" y="371120"/>
                  </a:lnTo>
                  <a:lnTo>
                    <a:pt x="1343716" y="371199"/>
                  </a:lnTo>
                  <a:lnTo>
                    <a:pt x="1335858" y="371277"/>
                  </a:lnTo>
                  <a:lnTo>
                    <a:pt x="1328000" y="371353"/>
                  </a:lnTo>
                  <a:lnTo>
                    <a:pt x="1320142" y="371377"/>
                  </a:lnTo>
                  <a:lnTo>
                    <a:pt x="1312284" y="371398"/>
                  </a:lnTo>
                  <a:lnTo>
                    <a:pt x="1304426" y="371426"/>
                  </a:lnTo>
                  <a:lnTo>
                    <a:pt x="1296568" y="371590"/>
                  </a:lnTo>
                  <a:lnTo>
                    <a:pt x="1288710" y="371740"/>
                  </a:lnTo>
                  <a:lnTo>
                    <a:pt x="1280852" y="371746"/>
                  </a:lnTo>
                  <a:lnTo>
                    <a:pt x="1272994" y="371745"/>
                  </a:lnTo>
                  <a:lnTo>
                    <a:pt x="1265136" y="371744"/>
                  </a:lnTo>
                  <a:lnTo>
                    <a:pt x="1257278" y="371742"/>
                  </a:lnTo>
                  <a:lnTo>
                    <a:pt x="1249420" y="371764"/>
                  </a:lnTo>
                  <a:lnTo>
                    <a:pt x="1241562" y="371880"/>
                  </a:lnTo>
                  <a:lnTo>
                    <a:pt x="1233704" y="371996"/>
                  </a:lnTo>
                  <a:lnTo>
                    <a:pt x="1225846" y="372024"/>
                  </a:lnTo>
                  <a:lnTo>
                    <a:pt x="1217988" y="372038"/>
                  </a:lnTo>
                  <a:lnTo>
                    <a:pt x="1210130" y="372053"/>
                  </a:lnTo>
                  <a:lnTo>
                    <a:pt x="1202272" y="372074"/>
                  </a:lnTo>
                  <a:lnTo>
                    <a:pt x="1194414" y="372123"/>
                  </a:lnTo>
                  <a:lnTo>
                    <a:pt x="1186556" y="372247"/>
                  </a:lnTo>
                  <a:lnTo>
                    <a:pt x="1178698" y="372367"/>
                  </a:lnTo>
                  <a:lnTo>
                    <a:pt x="1170840" y="372427"/>
                  </a:lnTo>
                  <a:lnTo>
                    <a:pt x="1162982" y="372456"/>
                  </a:lnTo>
                  <a:lnTo>
                    <a:pt x="1155124" y="372484"/>
                  </a:lnTo>
                  <a:lnTo>
                    <a:pt x="1147266" y="372534"/>
                  </a:lnTo>
                  <a:lnTo>
                    <a:pt x="1139408" y="372541"/>
                  </a:lnTo>
                  <a:lnTo>
                    <a:pt x="1131550" y="372642"/>
                  </a:lnTo>
                  <a:lnTo>
                    <a:pt x="1123692" y="372723"/>
                  </a:lnTo>
                  <a:lnTo>
                    <a:pt x="1115834" y="372844"/>
                  </a:lnTo>
                  <a:lnTo>
                    <a:pt x="1107976" y="372963"/>
                  </a:lnTo>
                  <a:lnTo>
                    <a:pt x="1100118" y="373071"/>
                  </a:lnTo>
                  <a:lnTo>
                    <a:pt x="1092260" y="373141"/>
                  </a:lnTo>
                  <a:lnTo>
                    <a:pt x="1084402" y="373175"/>
                  </a:lnTo>
                  <a:lnTo>
                    <a:pt x="1076544" y="373209"/>
                  </a:lnTo>
                  <a:lnTo>
                    <a:pt x="1068686" y="373271"/>
                  </a:lnTo>
                  <a:lnTo>
                    <a:pt x="1060828" y="373377"/>
                  </a:lnTo>
                  <a:lnTo>
                    <a:pt x="1052970" y="373436"/>
                  </a:lnTo>
                  <a:lnTo>
                    <a:pt x="1045112" y="373482"/>
                  </a:lnTo>
                  <a:lnTo>
                    <a:pt x="1037254" y="373528"/>
                  </a:lnTo>
                  <a:lnTo>
                    <a:pt x="1029397" y="373574"/>
                  </a:lnTo>
                  <a:lnTo>
                    <a:pt x="1021539" y="373620"/>
                  </a:lnTo>
                  <a:lnTo>
                    <a:pt x="1013681" y="373657"/>
                  </a:lnTo>
                  <a:lnTo>
                    <a:pt x="1005823" y="373694"/>
                  </a:lnTo>
                  <a:lnTo>
                    <a:pt x="997965" y="373759"/>
                  </a:lnTo>
                  <a:lnTo>
                    <a:pt x="990107" y="373805"/>
                  </a:lnTo>
                  <a:lnTo>
                    <a:pt x="982249" y="373850"/>
                  </a:lnTo>
                  <a:lnTo>
                    <a:pt x="974391" y="373918"/>
                  </a:lnTo>
                  <a:lnTo>
                    <a:pt x="966533" y="373960"/>
                  </a:lnTo>
                  <a:lnTo>
                    <a:pt x="958675" y="374010"/>
                  </a:lnTo>
                  <a:lnTo>
                    <a:pt x="950817" y="374114"/>
                  </a:lnTo>
                  <a:lnTo>
                    <a:pt x="942959" y="374218"/>
                  </a:lnTo>
                  <a:lnTo>
                    <a:pt x="935101" y="374319"/>
                  </a:lnTo>
                  <a:lnTo>
                    <a:pt x="927243" y="374421"/>
                  </a:lnTo>
                  <a:lnTo>
                    <a:pt x="919385" y="374493"/>
                  </a:lnTo>
                  <a:lnTo>
                    <a:pt x="911527" y="374625"/>
                  </a:lnTo>
                  <a:lnTo>
                    <a:pt x="903669" y="374764"/>
                  </a:lnTo>
                  <a:lnTo>
                    <a:pt x="895811" y="374917"/>
                  </a:lnTo>
                  <a:lnTo>
                    <a:pt x="887953" y="374956"/>
                  </a:lnTo>
                  <a:lnTo>
                    <a:pt x="880095" y="375032"/>
                  </a:lnTo>
                  <a:lnTo>
                    <a:pt x="872237" y="375133"/>
                  </a:lnTo>
                  <a:lnTo>
                    <a:pt x="864379" y="375274"/>
                  </a:lnTo>
                  <a:lnTo>
                    <a:pt x="856521" y="375342"/>
                  </a:lnTo>
                  <a:lnTo>
                    <a:pt x="848663" y="375409"/>
                  </a:lnTo>
                  <a:lnTo>
                    <a:pt x="840805" y="375517"/>
                  </a:lnTo>
                  <a:lnTo>
                    <a:pt x="832947" y="375635"/>
                  </a:lnTo>
                  <a:lnTo>
                    <a:pt x="825089" y="375787"/>
                  </a:lnTo>
                  <a:lnTo>
                    <a:pt x="817231" y="375887"/>
                  </a:lnTo>
                  <a:lnTo>
                    <a:pt x="809373" y="375961"/>
                  </a:lnTo>
                  <a:lnTo>
                    <a:pt x="801515" y="376080"/>
                  </a:lnTo>
                  <a:lnTo>
                    <a:pt x="793657" y="376145"/>
                  </a:lnTo>
                  <a:lnTo>
                    <a:pt x="785799" y="376249"/>
                  </a:lnTo>
                  <a:lnTo>
                    <a:pt x="777941" y="376363"/>
                  </a:lnTo>
                  <a:lnTo>
                    <a:pt x="770083" y="376503"/>
                  </a:lnTo>
                  <a:lnTo>
                    <a:pt x="762225" y="376554"/>
                  </a:lnTo>
                  <a:lnTo>
                    <a:pt x="754367" y="376596"/>
                  </a:lnTo>
                  <a:lnTo>
                    <a:pt x="746509" y="376701"/>
                  </a:lnTo>
                  <a:lnTo>
                    <a:pt x="738651" y="376790"/>
                  </a:lnTo>
                  <a:lnTo>
                    <a:pt x="730793" y="376911"/>
                  </a:lnTo>
                  <a:lnTo>
                    <a:pt x="722935" y="377017"/>
                  </a:lnTo>
                  <a:lnTo>
                    <a:pt x="715077" y="377122"/>
                  </a:lnTo>
                  <a:lnTo>
                    <a:pt x="707219" y="377257"/>
                  </a:lnTo>
                  <a:lnTo>
                    <a:pt x="699361" y="377334"/>
                  </a:lnTo>
                  <a:lnTo>
                    <a:pt x="691503" y="377470"/>
                  </a:lnTo>
                  <a:lnTo>
                    <a:pt x="683645" y="377608"/>
                  </a:lnTo>
                  <a:lnTo>
                    <a:pt x="675787" y="377743"/>
                  </a:lnTo>
                  <a:lnTo>
                    <a:pt x="667929" y="377876"/>
                  </a:lnTo>
                  <a:lnTo>
                    <a:pt x="660071" y="377989"/>
                  </a:lnTo>
                  <a:lnTo>
                    <a:pt x="652213" y="378050"/>
                  </a:lnTo>
                  <a:lnTo>
                    <a:pt x="644355" y="378231"/>
                  </a:lnTo>
                  <a:lnTo>
                    <a:pt x="636497" y="378384"/>
                  </a:lnTo>
                  <a:lnTo>
                    <a:pt x="628639" y="378532"/>
                  </a:lnTo>
                  <a:lnTo>
                    <a:pt x="620781" y="378695"/>
                  </a:lnTo>
                  <a:lnTo>
                    <a:pt x="612923" y="378839"/>
                  </a:lnTo>
                  <a:lnTo>
                    <a:pt x="605065" y="378920"/>
                  </a:lnTo>
                  <a:lnTo>
                    <a:pt x="597207" y="379043"/>
                  </a:lnTo>
                  <a:lnTo>
                    <a:pt x="589349" y="379169"/>
                  </a:lnTo>
                  <a:lnTo>
                    <a:pt x="581491" y="379300"/>
                  </a:lnTo>
                  <a:lnTo>
                    <a:pt x="573633" y="379511"/>
                  </a:lnTo>
                  <a:lnTo>
                    <a:pt x="565775" y="379681"/>
                  </a:lnTo>
                  <a:lnTo>
                    <a:pt x="557917" y="379744"/>
                  </a:lnTo>
                  <a:lnTo>
                    <a:pt x="550059" y="379830"/>
                  </a:lnTo>
                  <a:lnTo>
                    <a:pt x="542201" y="379924"/>
                  </a:lnTo>
                  <a:lnTo>
                    <a:pt x="534343" y="380020"/>
                  </a:lnTo>
                  <a:lnTo>
                    <a:pt x="526485" y="380135"/>
                  </a:lnTo>
                  <a:lnTo>
                    <a:pt x="518627" y="380283"/>
                  </a:lnTo>
                  <a:lnTo>
                    <a:pt x="510769" y="380434"/>
                  </a:lnTo>
                  <a:lnTo>
                    <a:pt x="502911" y="380542"/>
                  </a:lnTo>
                  <a:lnTo>
                    <a:pt x="495053" y="380669"/>
                  </a:lnTo>
                  <a:lnTo>
                    <a:pt x="487195" y="380778"/>
                  </a:lnTo>
                  <a:lnTo>
                    <a:pt x="479337" y="380887"/>
                  </a:lnTo>
                  <a:lnTo>
                    <a:pt x="471479" y="380992"/>
                  </a:lnTo>
                  <a:lnTo>
                    <a:pt x="463621" y="381095"/>
                  </a:lnTo>
                  <a:lnTo>
                    <a:pt x="455763" y="381198"/>
                  </a:lnTo>
                  <a:lnTo>
                    <a:pt x="447905" y="381339"/>
                  </a:lnTo>
                  <a:lnTo>
                    <a:pt x="440047" y="381466"/>
                  </a:lnTo>
                  <a:lnTo>
                    <a:pt x="432189" y="381577"/>
                  </a:lnTo>
                  <a:lnTo>
                    <a:pt x="424331" y="381713"/>
                  </a:lnTo>
                  <a:lnTo>
                    <a:pt x="416473" y="381848"/>
                  </a:lnTo>
                  <a:lnTo>
                    <a:pt x="408615" y="381958"/>
                  </a:lnTo>
                  <a:lnTo>
                    <a:pt x="400757" y="382095"/>
                  </a:lnTo>
                  <a:lnTo>
                    <a:pt x="392899" y="382231"/>
                  </a:lnTo>
                  <a:lnTo>
                    <a:pt x="385041" y="382363"/>
                  </a:lnTo>
                  <a:lnTo>
                    <a:pt x="377183" y="382496"/>
                  </a:lnTo>
                  <a:lnTo>
                    <a:pt x="369325" y="382584"/>
                  </a:lnTo>
                  <a:lnTo>
                    <a:pt x="361467" y="382722"/>
                  </a:lnTo>
                  <a:lnTo>
                    <a:pt x="353609" y="382868"/>
                  </a:lnTo>
                  <a:lnTo>
                    <a:pt x="345751" y="383012"/>
                  </a:lnTo>
                  <a:lnTo>
                    <a:pt x="337893" y="383136"/>
                  </a:lnTo>
                  <a:lnTo>
                    <a:pt x="330035" y="383263"/>
                  </a:lnTo>
                  <a:lnTo>
                    <a:pt x="322177" y="383412"/>
                  </a:lnTo>
                  <a:lnTo>
                    <a:pt x="314319" y="383515"/>
                  </a:lnTo>
                  <a:lnTo>
                    <a:pt x="306461" y="383656"/>
                  </a:lnTo>
                  <a:lnTo>
                    <a:pt x="298603" y="383872"/>
                  </a:lnTo>
                  <a:lnTo>
                    <a:pt x="290745" y="384022"/>
                  </a:lnTo>
                  <a:lnTo>
                    <a:pt x="282887" y="384170"/>
                  </a:lnTo>
                  <a:lnTo>
                    <a:pt x="275029" y="384215"/>
                  </a:lnTo>
                  <a:lnTo>
                    <a:pt x="267171" y="384364"/>
                  </a:lnTo>
                  <a:lnTo>
                    <a:pt x="259313" y="384508"/>
                  </a:lnTo>
                  <a:lnTo>
                    <a:pt x="251455" y="384607"/>
                  </a:lnTo>
                  <a:lnTo>
                    <a:pt x="243597" y="384774"/>
                  </a:lnTo>
                  <a:lnTo>
                    <a:pt x="235739" y="384865"/>
                  </a:lnTo>
                  <a:lnTo>
                    <a:pt x="227881" y="384998"/>
                  </a:lnTo>
                  <a:lnTo>
                    <a:pt x="220023" y="385106"/>
                  </a:lnTo>
                  <a:lnTo>
                    <a:pt x="212165" y="385236"/>
                  </a:lnTo>
                  <a:lnTo>
                    <a:pt x="204307" y="385372"/>
                  </a:lnTo>
                  <a:lnTo>
                    <a:pt x="196449" y="385486"/>
                  </a:lnTo>
                  <a:lnTo>
                    <a:pt x="188591" y="385629"/>
                  </a:lnTo>
                  <a:lnTo>
                    <a:pt x="180733" y="385778"/>
                  </a:lnTo>
                  <a:lnTo>
                    <a:pt x="172875" y="385924"/>
                  </a:lnTo>
                  <a:lnTo>
                    <a:pt x="165017" y="386067"/>
                  </a:lnTo>
                  <a:lnTo>
                    <a:pt x="157159" y="386213"/>
                  </a:lnTo>
                  <a:lnTo>
                    <a:pt x="149301" y="386343"/>
                  </a:lnTo>
                  <a:lnTo>
                    <a:pt x="141443" y="386465"/>
                  </a:lnTo>
                  <a:lnTo>
                    <a:pt x="133585" y="386584"/>
                  </a:lnTo>
                  <a:lnTo>
                    <a:pt x="125727" y="386721"/>
                  </a:lnTo>
                  <a:lnTo>
                    <a:pt x="117869" y="386841"/>
                  </a:lnTo>
                  <a:lnTo>
                    <a:pt x="110011" y="386959"/>
                  </a:lnTo>
                  <a:lnTo>
                    <a:pt x="102153" y="387107"/>
                  </a:lnTo>
                  <a:lnTo>
                    <a:pt x="94295" y="387236"/>
                  </a:lnTo>
                  <a:lnTo>
                    <a:pt x="86437" y="387359"/>
                  </a:lnTo>
                  <a:lnTo>
                    <a:pt x="78579" y="387469"/>
                  </a:lnTo>
                  <a:lnTo>
                    <a:pt x="70721" y="387597"/>
                  </a:lnTo>
                  <a:lnTo>
                    <a:pt x="62863" y="387702"/>
                  </a:lnTo>
                  <a:lnTo>
                    <a:pt x="55005" y="387826"/>
                  </a:lnTo>
                  <a:lnTo>
                    <a:pt x="47147" y="387959"/>
                  </a:lnTo>
                  <a:lnTo>
                    <a:pt x="39289" y="388050"/>
                  </a:lnTo>
                  <a:lnTo>
                    <a:pt x="31431" y="388136"/>
                  </a:lnTo>
                  <a:lnTo>
                    <a:pt x="23573" y="388221"/>
                  </a:lnTo>
                  <a:lnTo>
                    <a:pt x="15715" y="388332"/>
                  </a:lnTo>
                  <a:lnTo>
                    <a:pt x="7857" y="388449"/>
                  </a:lnTo>
                  <a:lnTo>
                    <a:pt x="0" y="388565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1186414" y="4560202"/>
              <a:ext cx="2035220" cy="368618"/>
            </a:xfrm>
            <a:custGeom>
              <a:avLst/>
              <a:pathLst>
                <a:path w="2035220" h="368618">
                  <a:moveTo>
                    <a:pt x="0" y="368618"/>
                  </a:moveTo>
                  <a:lnTo>
                    <a:pt x="7857" y="368509"/>
                  </a:lnTo>
                  <a:lnTo>
                    <a:pt x="15715" y="368364"/>
                  </a:lnTo>
                  <a:lnTo>
                    <a:pt x="23573" y="368172"/>
                  </a:lnTo>
                  <a:lnTo>
                    <a:pt x="31431" y="367977"/>
                  </a:lnTo>
                  <a:lnTo>
                    <a:pt x="39289" y="367924"/>
                  </a:lnTo>
                  <a:lnTo>
                    <a:pt x="47147" y="367813"/>
                  </a:lnTo>
                  <a:lnTo>
                    <a:pt x="55005" y="367729"/>
                  </a:lnTo>
                  <a:lnTo>
                    <a:pt x="62863" y="367502"/>
                  </a:lnTo>
                  <a:lnTo>
                    <a:pt x="70721" y="367448"/>
                  </a:lnTo>
                  <a:lnTo>
                    <a:pt x="78579" y="367344"/>
                  </a:lnTo>
                  <a:lnTo>
                    <a:pt x="86437" y="367158"/>
                  </a:lnTo>
                  <a:lnTo>
                    <a:pt x="94295" y="366946"/>
                  </a:lnTo>
                  <a:lnTo>
                    <a:pt x="102153" y="366716"/>
                  </a:lnTo>
                  <a:lnTo>
                    <a:pt x="110011" y="366559"/>
                  </a:lnTo>
                  <a:lnTo>
                    <a:pt x="117869" y="366397"/>
                  </a:lnTo>
                  <a:lnTo>
                    <a:pt x="125727" y="366135"/>
                  </a:lnTo>
                  <a:lnTo>
                    <a:pt x="133585" y="365835"/>
                  </a:lnTo>
                  <a:lnTo>
                    <a:pt x="141443" y="365667"/>
                  </a:lnTo>
                  <a:lnTo>
                    <a:pt x="149301" y="365498"/>
                  </a:lnTo>
                  <a:lnTo>
                    <a:pt x="157159" y="365345"/>
                  </a:lnTo>
                  <a:lnTo>
                    <a:pt x="165017" y="365200"/>
                  </a:lnTo>
                  <a:lnTo>
                    <a:pt x="172875" y="365054"/>
                  </a:lnTo>
                  <a:lnTo>
                    <a:pt x="180733" y="364832"/>
                  </a:lnTo>
                  <a:lnTo>
                    <a:pt x="188591" y="364634"/>
                  </a:lnTo>
                  <a:lnTo>
                    <a:pt x="196449" y="364463"/>
                  </a:lnTo>
                  <a:lnTo>
                    <a:pt x="204307" y="364251"/>
                  </a:lnTo>
                  <a:lnTo>
                    <a:pt x="212165" y="364010"/>
                  </a:lnTo>
                  <a:lnTo>
                    <a:pt x="220023" y="363831"/>
                  </a:lnTo>
                  <a:lnTo>
                    <a:pt x="227881" y="363595"/>
                  </a:lnTo>
                  <a:lnTo>
                    <a:pt x="235739" y="363363"/>
                  </a:lnTo>
                  <a:lnTo>
                    <a:pt x="243597" y="363171"/>
                  </a:lnTo>
                  <a:lnTo>
                    <a:pt x="251455" y="362955"/>
                  </a:lnTo>
                  <a:lnTo>
                    <a:pt x="259313" y="362665"/>
                  </a:lnTo>
                  <a:lnTo>
                    <a:pt x="267171" y="362358"/>
                  </a:lnTo>
                  <a:lnTo>
                    <a:pt x="275029" y="362046"/>
                  </a:lnTo>
                  <a:lnTo>
                    <a:pt x="282887" y="361966"/>
                  </a:lnTo>
                  <a:lnTo>
                    <a:pt x="290745" y="361649"/>
                  </a:lnTo>
                  <a:lnTo>
                    <a:pt x="298603" y="361462"/>
                  </a:lnTo>
                  <a:lnTo>
                    <a:pt x="306461" y="361326"/>
                  </a:lnTo>
                  <a:lnTo>
                    <a:pt x="314319" y="361190"/>
                  </a:lnTo>
                  <a:lnTo>
                    <a:pt x="322177" y="360768"/>
                  </a:lnTo>
                  <a:lnTo>
                    <a:pt x="330035" y="360277"/>
                  </a:lnTo>
                  <a:lnTo>
                    <a:pt x="337893" y="360210"/>
                  </a:lnTo>
                  <a:lnTo>
                    <a:pt x="345751" y="360031"/>
                  </a:lnTo>
                  <a:lnTo>
                    <a:pt x="353609" y="359664"/>
                  </a:lnTo>
                  <a:lnTo>
                    <a:pt x="361467" y="359434"/>
                  </a:lnTo>
                  <a:lnTo>
                    <a:pt x="369325" y="359201"/>
                  </a:lnTo>
                  <a:lnTo>
                    <a:pt x="377183" y="358965"/>
                  </a:lnTo>
                  <a:lnTo>
                    <a:pt x="385041" y="358651"/>
                  </a:lnTo>
                  <a:lnTo>
                    <a:pt x="392899" y="358334"/>
                  </a:lnTo>
                  <a:lnTo>
                    <a:pt x="400757" y="357986"/>
                  </a:lnTo>
                  <a:lnTo>
                    <a:pt x="408615" y="357656"/>
                  </a:lnTo>
                  <a:lnTo>
                    <a:pt x="416473" y="357371"/>
                  </a:lnTo>
                  <a:lnTo>
                    <a:pt x="424331" y="357016"/>
                  </a:lnTo>
                  <a:lnTo>
                    <a:pt x="432189" y="356593"/>
                  </a:lnTo>
                  <a:lnTo>
                    <a:pt x="440047" y="356295"/>
                  </a:lnTo>
                  <a:lnTo>
                    <a:pt x="447905" y="355870"/>
                  </a:lnTo>
                  <a:lnTo>
                    <a:pt x="455763" y="355469"/>
                  </a:lnTo>
                  <a:lnTo>
                    <a:pt x="463621" y="355048"/>
                  </a:lnTo>
                  <a:lnTo>
                    <a:pt x="471479" y="354887"/>
                  </a:lnTo>
                  <a:lnTo>
                    <a:pt x="479337" y="354523"/>
                  </a:lnTo>
                  <a:lnTo>
                    <a:pt x="487195" y="354307"/>
                  </a:lnTo>
                  <a:lnTo>
                    <a:pt x="495053" y="354057"/>
                  </a:lnTo>
                  <a:lnTo>
                    <a:pt x="502911" y="353669"/>
                  </a:lnTo>
                  <a:lnTo>
                    <a:pt x="510769" y="353535"/>
                  </a:lnTo>
                  <a:lnTo>
                    <a:pt x="518627" y="353097"/>
                  </a:lnTo>
                  <a:lnTo>
                    <a:pt x="526485" y="352686"/>
                  </a:lnTo>
                  <a:lnTo>
                    <a:pt x="534343" y="352201"/>
                  </a:lnTo>
                  <a:lnTo>
                    <a:pt x="542201" y="351831"/>
                  </a:lnTo>
                  <a:lnTo>
                    <a:pt x="550059" y="351459"/>
                  </a:lnTo>
                  <a:lnTo>
                    <a:pt x="557917" y="350982"/>
                  </a:lnTo>
                  <a:lnTo>
                    <a:pt x="565775" y="350480"/>
                  </a:lnTo>
                  <a:lnTo>
                    <a:pt x="573633" y="349973"/>
                  </a:lnTo>
                  <a:lnTo>
                    <a:pt x="581491" y="349391"/>
                  </a:lnTo>
                  <a:lnTo>
                    <a:pt x="589349" y="348681"/>
                  </a:lnTo>
                  <a:lnTo>
                    <a:pt x="597207" y="348015"/>
                  </a:lnTo>
                  <a:lnTo>
                    <a:pt x="605065" y="347346"/>
                  </a:lnTo>
                  <a:lnTo>
                    <a:pt x="612923" y="346843"/>
                  </a:lnTo>
                  <a:lnTo>
                    <a:pt x="620781" y="346160"/>
                  </a:lnTo>
                  <a:lnTo>
                    <a:pt x="628639" y="345791"/>
                  </a:lnTo>
                  <a:lnTo>
                    <a:pt x="636497" y="345428"/>
                  </a:lnTo>
                  <a:lnTo>
                    <a:pt x="644355" y="344729"/>
                  </a:lnTo>
                  <a:lnTo>
                    <a:pt x="652213" y="344147"/>
                  </a:lnTo>
                  <a:lnTo>
                    <a:pt x="660071" y="343719"/>
                  </a:lnTo>
                  <a:lnTo>
                    <a:pt x="667929" y="343306"/>
                  </a:lnTo>
                  <a:lnTo>
                    <a:pt x="675787" y="342857"/>
                  </a:lnTo>
                  <a:lnTo>
                    <a:pt x="683645" y="342196"/>
                  </a:lnTo>
                  <a:lnTo>
                    <a:pt x="691503" y="341682"/>
                  </a:lnTo>
                  <a:lnTo>
                    <a:pt x="699361" y="341220"/>
                  </a:lnTo>
                  <a:lnTo>
                    <a:pt x="707219" y="340789"/>
                  </a:lnTo>
                  <a:lnTo>
                    <a:pt x="715077" y="340384"/>
                  </a:lnTo>
                  <a:lnTo>
                    <a:pt x="722935" y="339921"/>
                  </a:lnTo>
                  <a:lnTo>
                    <a:pt x="730793" y="339250"/>
                  </a:lnTo>
                  <a:lnTo>
                    <a:pt x="738651" y="338551"/>
                  </a:lnTo>
                  <a:lnTo>
                    <a:pt x="746509" y="337972"/>
                  </a:lnTo>
                  <a:lnTo>
                    <a:pt x="754367" y="337464"/>
                  </a:lnTo>
                  <a:lnTo>
                    <a:pt x="762225" y="336804"/>
                  </a:lnTo>
                  <a:lnTo>
                    <a:pt x="770083" y="336132"/>
                  </a:lnTo>
                  <a:lnTo>
                    <a:pt x="777941" y="335426"/>
                  </a:lnTo>
                  <a:lnTo>
                    <a:pt x="785799" y="334696"/>
                  </a:lnTo>
                  <a:lnTo>
                    <a:pt x="793657" y="334073"/>
                  </a:lnTo>
                  <a:lnTo>
                    <a:pt x="801515" y="333474"/>
                  </a:lnTo>
                  <a:lnTo>
                    <a:pt x="809373" y="332814"/>
                  </a:lnTo>
                  <a:lnTo>
                    <a:pt x="817231" y="332091"/>
                  </a:lnTo>
                  <a:lnTo>
                    <a:pt x="825089" y="331385"/>
                  </a:lnTo>
                  <a:lnTo>
                    <a:pt x="832947" y="330768"/>
                  </a:lnTo>
                  <a:lnTo>
                    <a:pt x="840805" y="329953"/>
                  </a:lnTo>
                  <a:lnTo>
                    <a:pt x="848663" y="329257"/>
                  </a:lnTo>
                  <a:lnTo>
                    <a:pt x="856521" y="328497"/>
                  </a:lnTo>
                  <a:lnTo>
                    <a:pt x="864379" y="327755"/>
                  </a:lnTo>
                  <a:lnTo>
                    <a:pt x="872237" y="327008"/>
                  </a:lnTo>
                  <a:lnTo>
                    <a:pt x="880095" y="326049"/>
                  </a:lnTo>
                  <a:lnTo>
                    <a:pt x="887953" y="325224"/>
                  </a:lnTo>
                  <a:lnTo>
                    <a:pt x="895811" y="324392"/>
                  </a:lnTo>
                  <a:lnTo>
                    <a:pt x="903669" y="323551"/>
                  </a:lnTo>
                  <a:lnTo>
                    <a:pt x="911527" y="322698"/>
                  </a:lnTo>
                  <a:lnTo>
                    <a:pt x="919385" y="321891"/>
                  </a:lnTo>
                  <a:lnTo>
                    <a:pt x="927243" y="321084"/>
                  </a:lnTo>
                  <a:lnTo>
                    <a:pt x="935101" y="320246"/>
                  </a:lnTo>
                  <a:lnTo>
                    <a:pt x="942959" y="319399"/>
                  </a:lnTo>
                  <a:lnTo>
                    <a:pt x="950817" y="318519"/>
                  </a:lnTo>
                  <a:lnTo>
                    <a:pt x="958675" y="317456"/>
                  </a:lnTo>
                  <a:lnTo>
                    <a:pt x="966533" y="316610"/>
                  </a:lnTo>
                  <a:lnTo>
                    <a:pt x="974391" y="315715"/>
                  </a:lnTo>
                  <a:lnTo>
                    <a:pt x="982249" y="314714"/>
                  </a:lnTo>
                  <a:lnTo>
                    <a:pt x="990107" y="313912"/>
                  </a:lnTo>
                  <a:lnTo>
                    <a:pt x="997965" y="313102"/>
                  </a:lnTo>
                  <a:lnTo>
                    <a:pt x="1005823" y="311824"/>
                  </a:lnTo>
                  <a:lnTo>
                    <a:pt x="1013681" y="310963"/>
                  </a:lnTo>
                  <a:lnTo>
                    <a:pt x="1021539" y="309781"/>
                  </a:lnTo>
                  <a:lnTo>
                    <a:pt x="1029397" y="308776"/>
                  </a:lnTo>
                  <a:lnTo>
                    <a:pt x="1037254" y="307537"/>
                  </a:lnTo>
                  <a:lnTo>
                    <a:pt x="1045112" y="306443"/>
                  </a:lnTo>
                  <a:lnTo>
                    <a:pt x="1052970" y="305405"/>
                  </a:lnTo>
                  <a:lnTo>
                    <a:pt x="1060828" y="304283"/>
                  </a:lnTo>
                  <a:lnTo>
                    <a:pt x="1068686" y="302986"/>
                  </a:lnTo>
                  <a:lnTo>
                    <a:pt x="1076544" y="301672"/>
                  </a:lnTo>
                  <a:lnTo>
                    <a:pt x="1084402" y="300342"/>
                  </a:lnTo>
                  <a:lnTo>
                    <a:pt x="1092260" y="299004"/>
                  </a:lnTo>
                  <a:lnTo>
                    <a:pt x="1100118" y="297665"/>
                  </a:lnTo>
                  <a:lnTo>
                    <a:pt x="1107976" y="296325"/>
                  </a:lnTo>
                  <a:lnTo>
                    <a:pt x="1115834" y="294868"/>
                  </a:lnTo>
                  <a:lnTo>
                    <a:pt x="1123692" y="293454"/>
                  </a:lnTo>
                  <a:lnTo>
                    <a:pt x="1131550" y="292016"/>
                  </a:lnTo>
                  <a:lnTo>
                    <a:pt x="1139408" y="290561"/>
                  </a:lnTo>
                  <a:lnTo>
                    <a:pt x="1147266" y="289121"/>
                  </a:lnTo>
                  <a:lnTo>
                    <a:pt x="1155124" y="288064"/>
                  </a:lnTo>
                  <a:lnTo>
                    <a:pt x="1162982" y="287018"/>
                  </a:lnTo>
                  <a:lnTo>
                    <a:pt x="1170840" y="286004"/>
                  </a:lnTo>
                  <a:lnTo>
                    <a:pt x="1178698" y="284741"/>
                  </a:lnTo>
                  <a:lnTo>
                    <a:pt x="1186556" y="283083"/>
                  </a:lnTo>
                  <a:lnTo>
                    <a:pt x="1194414" y="281444"/>
                  </a:lnTo>
                  <a:lnTo>
                    <a:pt x="1202272" y="279944"/>
                  </a:lnTo>
                  <a:lnTo>
                    <a:pt x="1210130" y="278337"/>
                  </a:lnTo>
                  <a:lnTo>
                    <a:pt x="1217988" y="276967"/>
                  </a:lnTo>
                  <a:lnTo>
                    <a:pt x="1225846" y="275583"/>
                  </a:lnTo>
                  <a:lnTo>
                    <a:pt x="1233704" y="274138"/>
                  </a:lnTo>
                  <a:lnTo>
                    <a:pt x="1241562" y="272390"/>
                  </a:lnTo>
                  <a:lnTo>
                    <a:pt x="1249420" y="270700"/>
                  </a:lnTo>
                  <a:lnTo>
                    <a:pt x="1257278" y="269206"/>
                  </a:lnTo>
                  <a:lnTo>
                    <a:pt x="1265136" y="267697"/>
                  </a:lnTo>
                  <a:lnTo>
                    <a:pt x="1272994" y="266136"/>
                  </a:lnTo>
                  <a:lnTo>
                    <a:pt x="1280852" y="264375"/>
                  </a:lnTo>
                  <a:lnTo>
                    <a:pt x="1288710" y="262596"/>
                  </a:lnTo>
                  <a:lnTo>
                    <a:pt x="1296568" y="260719"/>
                  </a:lnTo>
                  <a:lnTo>
                    <a:pt x="1304426" y="258817"/>
                  </a:lnTo>
                  <a:lnTo>
                    <a:pt x="1312284" y="256892"/>
                  </a:lnTo>
                  <a:lnTo>
                    <a:pt x="1320142" y="254944"/>
                  </a:lnTo>
                  <a:lnTo>
                    <a:pt x="1328000" y="252973"/>
                  </a:lnTo>
                  <a:lnTo>
                    <a:pt x="1335858" y="250979"/>
                  </a:lnTo>
                  <a:lnTo>
                    <a:pt x="1343716" y="248961"/>
                  </a:lnTo>
                  <a:lnTo>
                    <a:pt x="1351574" y="246975"/>
                  </a:lnTo>
                  <a:lnTo>
                    <a:pt x="1359432" y="245159"/>
                  </a:lnTo>
                  <a:lnTo>
                    <a:pt x="1367290" y="243010"/>
                  </a:lnTo>
                  <a:lnTo>
                    <a:pt x="1375148" y="240837"/>
                  </a:lnTo>
                  <a:lnTo>
                    <a:pt x="1383006" y="238662"/>
                  </a:lnTo>
                  <a:lnTo>
                    <a:pt x="1390864" y="236615"/>
                  </a:lnTo>
                  <a:lnTo>
                    <a:pt x="1398722" y="234380"/>
                  </a:lnTo>
                  <a:lnTo>
                    <a:pt x="1406580" y="232115"/>
                  </a:lnTo>
                  <a:lnTo>
                    <a:pt x="1414438" y="229827"/>
                  </a:lnTo>
                  <a:lnTo>
                    <a:pt x="1422296" y="227875"/>
                  </a:lnTo>
                  <a:lnTo>
                    <a:pt x="1430154" y="225781"/>
                  </a:lnTo>
                  <a:lnTo>
                    <a:pt x="1438012" y="223487"/>
                  </a:lnTo>
                  <a:lnTo>
                    <a:pt x="1445870" y="221168"/>
                  </a:lnTo>
                  <a:lnTo>
                    <a:pt x="1453728" y="218823"/>
                  </a:lnTo>
                  <a:lnTo>
                    <a:pt x="1461586" y="216309"/>
                  </a:lnTo>
                  <a:lnTo>
                    <a:pt x="1469444" y="214061"/>
                  </a:lnTo>
                  <a:lnTo>
                    <a:pt x="1477302" y="211647"/>
                  </a:lnTo>
                  <a:lnTo>
                    <a:pt x="1485160" y="209286"/>
                  </a:lnTo>
                  <a:lnTo>
                    <a:pt x="1493018" y="207312"/>
                  </a:lnTo>
                  <a:lnTo>
                    <a:pt x="1500876" y="205331"/>
                  </a:lnTo>
                  <a:lnTo>
                    <a:pt x="1508734" y="203128"/>
                  </a:lnTo>
                  <a:lnTo>
                    <a:pt x="1516592" y="200772"/>
                  </a:lnTo>
                  <a:lnTo>
                    <a:pt x="1524450" y="198434"/>
                  </a:lnTo>
                  <a:lnTo>
                    <a:pt x="1532308" y="195977"/>
                  </a:lnTo>
                  <a:lnTo>
                    <a:pt x="1540166" y="193496"/>
                  </a:lnTo>
                  <a:lnTo>
                    <a:pt x="1548024" y="190817"/>
                  </a:lnTo>
                  <a:lnTo>
                    <a:pt x="1555882" y="187999"/>
                  </a:lnTo>
                  <a:lnTo>
                    <a:pt x="1563740" y="185553"/>
                  </a:lnTo>
                  <a:lnTo>
                    <a:pt x="1571598" y="183352"/>
                  </a:lnTo>
                  <a:lnTo>
                    <a:pt x="1579456" y="180757"/>
                  </a:lnTo>
                  <a:lnTo>
                    <a:pt x="1587314" y="178139"/>
                  </a:lnTo>
                  <a:lnTo>
                    <a:pt x="1595172" y="175575"/>
                  </a:lnTo>
                  <a:lnTo>
                    <a:pt x="1603030" y="172980"/>
                  </a:lnTo>
                  <a:lnTo>
                    <a:pt x="1610888" y="170124"/>
                  </a:lnTo>
                  <a:lnTo>
                    <a:pt x="1618746" y="167404"/>
                  </a:lnTo>
                  <a:lnTo>
                    <a:pt x="1626604" y="164779"/>
                  </a:lnTo>
                  <a:lnTo>
                    <a:pt x="1634462" y="162080"/>
                  </a:lnTo>
                  <a:lnTo>
                    <a:pt x="1642320" y="159885"/>
                  </a:lnTo>
                  <a:lnTo>
                    <a:pt x="1650178" y="157245"/>
                  </a:lnTo>
                  <a:lnTo>
                    <a:pt x="1658036" y="154548"/>
                  </a:lnTo>
                  <a:lnTo>
                    <a:pt x="1665894" y="151821"/>
                  </a:lnTo>
                  <a:lnTo>
                    <a:pt x="1673752" y="149062"/>
                  </a:lnTo>
                  <a:lnTo>
                    <a:pt x="1681610" y="146282"/>
                  </a:lnTo>
                  <a:lnTo>
                    <a:pt x="1689468" y="143479"/>
                  </a:lnTo>
                  <a:lnTo>
                    <a:pt x="1697326" y="140654"/>
                  </a:lnTo>
                  <a:lnTo>
                    <a:pt x="1705184" y="137809"/>
                  </a:lnTo>
                  <a:lnTo>
                    <a:pt x="1713042" y="134946"/>
                  </a:lnTo>
                  <a:lnTo>
                    <a:pt x="1720900" y="132061"/>
                  </a:lnTo>
                  <a:lnTo>
                    <a:pt x="1728758" y="129154"/>
                  </a:lnTo>
                  <a:lnTo>
                    <a:pt x="1736616" y="126225"/>
                  </a:lnTo>
                  <a:lnTo>
                    <a:pt x="1744474" y="123278"/>
                  </a:lnTo>
                  <a:lnTo>
                    <a:pt x="1752332" y="120310"/>
                  </a:lnTo>
                  <a:lnTo>
                    <a:pt x="1760190" y="117321"/>
                  </a:lnTo>
                  <a:lnTo>
                    <a:pt x="1768048" y="114310"/>
                  </a:lnTo>
                  <a:lnTo>
                    <a:pt x="1775906" y="111277"/>
                  </a:lnTo>
                  <a:lnTo>
                    <a:pt x="1783764" y="108224"/>
                  </a:lnTo>
                  <a:lnTo>
                    <a:pt x="1791622" y="105150"/>
                  </a:lnTo>
                  <a:lnTo>
                    <a:pt x="1799480" y="102055"/>
                  </a:lnTo>
                  <a:lnTo>
                    <a:pt x="1807338" y="98939"/>
                  </a:lnTo>
                  <a:lnTo>
                    <a:pt x="1815196" y="95802"/>
                  </a:lnTo>
                  <a:lnTo>
                    <a:pt x="1823054" y="92644"/>
                  </a:lnTo>
                  <a:lnTo>
                    <a:pt x="1830912" y="89465"/>
                  </a:lnTo>
                  <a:lnTo>
                    <a:pt x="1838770" y="86266"/>
                  </a:lnTo>
                  <a:lnTo>
                    <a:pt x="1846628" y="83046"/>
                  </a:lnTo>
                  <a:lnTo>
                    <a:pt x="1854486" y="79805"/>
                  </a:lnTo>
                  <a:lnTo>
                    <a:pt x="1862344" y="76545"/>
                  </a:lnTo>
                  <a:lnTo>
                    <a:pt x="1870202" y="73264"/>
                  </a:lnTo>
                  <a:lnTo>
                    <a:pt x="1878060" y="69964"/>
                  </a:lnTo>
                  <a:lnTo>
                    <a:pt x="1885918" y="66644"/>
                  </a:lnTo>
                  <a:lnTo>
                    <a:pt x="1893776" y="63304"/>
                  </a:lnTo>
                  <a:lnTo>
                    <a:pt x="1901634" y="59944"/>
                  </a:lnTo>
                  <a:lnTo>
                    <a:pt x="1909492" y="56566"/>
                  </a:lnTo>
                  <a:lnTo>
                    <a:pt x="1917350" y="53168"/>
                  </a:lnTo>
                  <a:lnTo>
                    <a:pt x="1925208" y="49751"/>
                  </a:lnTo>
                  <a:lnTo>
                    <a:pt x="1933066" y="46316"/>
                  </a:lnTo>
                  <a:lnTo>
                    <a:pt x="1940924" y="42862"/>
                  </a:lnTo>
                  <a:lnTo>
                    <a:pt x="1948782" y="39390"/>
                  </a:lnTo>
                  <a:lnTo>
                    <a:pt x="1956640" y="35900"/>
                  </a:lnTo>
                  <a:lnTo>
                    <a:pt x="1964498" y="32477"/>
                  </a:lnTo>
                  <a:lnTo>
                    <a:pt x="1972356" y="29067"/>
                  </a:lnTo>
                  <a:lnTo>
                    <a:pt x="1980214" y="25641"/>
                  </a:lnTo>
                  <a:lnTo>
                    <a:pt x="1988072" y="22198"/>
                  </a:lnTo>
                  <a:lnTo>
                    <a:pt x="1995930" y="18296"/>
                  </a:lnTo>
                  <a:lnTo>
                    <a:pt x="2003788" y="14568"/>
                  </a:lnTo>
                  <a:lnTo>
                    <a:pt x="2011646" y="10945"/>
                  </a:lnTo>
                  <a:lnTo>
                    <a:pt x="2019504" y="7307"/>
                  </a:lnTo>
                  <a:lnTo>
                    <a:pt x="2027362" y="366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1186414" y="4926542"/>
              <a:ext cx="2035220" cy="22224"/>
            </a:xfrm>
            <a:custGeom>
              <a:avLst/>
              <a:pathLst>
                <a:path w="2035220" h="22224">
                  <a:moveTo>
                    <a:pt x="2035220" y="0"/>
                  </a:moveTo>
                  <a:lnTo>
                    <a:pt x="2027362" y="66"/>
                  </a:lnTo>
                  <a:lnTo>
                    <a:pt x="2019504" y="131"/>
                  </a:lnTo>
                  <a:lnTo>
                    <a:pt x="2011646" y="189"/>
                  </a:lnTo>
                  <a:lnTo>
                    <a:pt x="2003788" y="236"/>
                  </a:lnTo>
                  <a:lnTo>
                    <a:pt x="1995930" y="282"/>
                  </a:lnTo>
                  <a:lnTo>
                    <a:pt x="1988072" y="329"/>
                  </a:lnTo>
                  <a:lnTo>
                    <a:pt x="1980214" y="375"/>
                  </a:lnTo>
                  <a:lnTo>
                    <a:pt x="1972356" y="421"/>
                  </a:lnTo>
                  <a:lnTo>
                    <a:pt x="1964498" y="467"/>
                  </a:lnTo>
                  <a:lnTo>
                    <a:pt x="1956640" y="514"/>
                  </a:lnTo>
                  <a:lnTo>
                    <a:pt x="1948782" y="560"/>
                  </a:lnTo>
                  <a:lnTo>
                    <a:pt x="1940924" y="619"/>
                  </a:lnTo>
                  <a:lnTo>
                    <a:pt x="1933066" y="677"/>
                  </a:lnTo>
                  <a:lnTo>
                    <a:pt x="1925208" y="735"/>
                  </a:lnTo>
                  <a:lnTo>
                    <a:pt x="1917350" y="794"/>
                  </a:lnTo>
                  <a:lnTo>
                    <a:pt x="1909492" y="851"/>
                  </a:lnTo>
                  <a:lnTo>
                    <a:pt x="1901634" y="909"/>
                  </a:lnTo>
                  <a:lnTo>
                    <a:pt x="1893776" y="966"/>
                  </a:lnTo>
                  <a:lnTo>
                    <a:pt x="1885918" y="1024"/>
                  </a:lnTo>
                  <a:lnTo>
                    <a:pt x="1878060" y="1081"/>
                  </a:lnTo>
                  <a:lnTo>
                    <a:pt x="1870202" y="1138"/>
                  </a:lnTo>
                  <a:lnTo>
                    <a:pt x="1862344" y="1195"/>
                  </a:lnTo>
                  <a:lnTo>
                    <a:pt x="1854486" y="1252"/>
                  </a:lnTo>
                  <a:lnTo>
                    <a:pt x="1846628" y="1308"/>
                  </a:lnTo>
                  <a:lnTo>
                    <a:pt x="1838770" y="1365"/>
                  </a:lnTo>
                  <a:lnTo>
                    <a:pt x="1830912" y="1421"/>
                  </a:lnTo>
                  <a:lnTo>
                    <a:pt x="1823054" y="1462"/>
                  </a:lnTo>
                  <a:lnTo>
                    <a:pt x="1815196" y="1486"/>
                  </a:lnTo>
                  <a:lnTo>
                    <a:pt x="1807338" y="1510"/>
                  </a:lnTo>
                  <a:lnTo>
                    <a:pt x="1799480" y="1582"/>
                  </a:lnTo>
                  <a:lnTo>
                    <a:pt x="1791622" y="1655"/>
                  </a:lnTo>
                  <a:lnTo>
                    <a:pt x="1783764" y="1707"/>
                  </a:lnTo>
                  <a:lnTo>
                    <a:pt x="1775906" y="1750"/>
                  </a:lnTo>
                  <a:lnTo>
                    <a:pt x="1768048" y="1792"/>
                  </a:lnTo>
                  <a:lnTo>
                    <a:pt x="1760190" y="1820"/>
                  </a:lnTo>
                  <a:lnTo>
                    <a:pt x="1752332" y="1857"/>
                  </a:lnTo>
                  <a:lnTo>
                    <a:pt x="1744474" y="1917"/>
                  </a:lnTo>
                  <a:lnTo>
                    <a:pt x="1736616" y="1960"/>
                  </a:lnTo>
                  <a:lnTo>
                    <a:pt x="1728758" y="2003"/>
                  </a:lnTo>
                  <a:lnTo>
                    <a:pt x="1720900" y="2046"/>
                  </a:lnTo>
                  <a:lnTo>
                    <a:pt x="1713042" y="2088"/>
                  </a:lnTo>
                  <a:lnTo>
                    <a:pt x="1705184" y="2133"/>
                  </a:lnTo>
                  <a:lnTo>
                    <a:pt x="1697326" y="2246"/>
                  </a:lnTo>
                  <a:lnTo>
                    <a:pt x="1689468" y="2358"/>
                  </a:lnTo>
                  <a:lnTo>
                    <a:pt x="1681610" y="2469"/>
                  </a:lnTo>
                  <a:lnTo>
                    <a:pt x="1673752" y="2538"/>
                  </a:lnTo>
                  <a:lnTo>
                    <a:pt x="1665894" y="2594"/>
                  </a:lnTo>
                  <a:lnTo>
                    <a:pt x="1658036" y="2650"/>
                  </a:lnTo>
                  <a:lnTo>
                    <a:pt x="1650178" y="2704"/>
                  </a:lnTo>
                  <a:lnTo>
                    <a:pt x="1642320" y="2757"/>
                  </a:lnTo>
                  <a:lnTo>
                    <a:pt x="1634462" y="2809"/>
                  </a:lnTo>
                  <a:lnTo>
                    <a:pt x="1626604" y="2828"/>
                  </a:lnTo>
                  <a:lnTo>
                    <a:pt x="1618746" y="2857"/>
                  </a:lnTo>
                  <a:lnTo>
                    <a:pt x="1610888" y="2963"/>
                  </a:lnTo>
                  <a:lnTo>
                    <a:pt x="1603030" y="3026"/>
                  </a:lnTo>
                  <a:lnTo>
                    <a:pt x="1595172" y="3116"/>
                  </a:lnTo>
                  <a:lnTo>
                    <a:pt x="1587314" y="3204"/>
                  </a:lnTo>
                  <a:lnTo>
                    <a:pt x="1579456" y="3302"/>
                  </a:lnTo>
                  <a:lnTo>
                    <a:pt x="1571598" y="3241"/>
                  </a:lnTo>
                  <a:lnTo>
                    <a:pt x="1563740" y="3293"/>
                  </a:lnTo>
                  <a:lnTo>
                    <a:pt x="1555882" y="3350"/>
                  </a:lnTo>
                  <a:lnTo>
                    <a:pt x="1548024" y="3400"/>
                  </a:lnTo>
                  <a:lnTo>
                    <a:pt x="1540166" y="3455"/>
                  </a:lnTo>
                  <a:lnTo>
                    <a:pt x="1532308" y="3507"/>
                  </a:lnTo>
                  <a:lnTo>
                    <a:pt x="1524450" y="3558"/>
                  </a:lnTo>
                  <a:lnTo>
                    <a:pt x="1516592" y="3580"/>
                  </a:lnTo>
                  <a:lnTo>
                    <a:pt x="1508734" y="3569"/>
                  </a:lnTo>
                  <a:lnTo>
                    <a:pt x="1500876" y="3558"/>
                  </a:lnTo>
                  <a:lnTo>
                    <a:pt x="1493018" y="3577"/>
                  </a:lnTo>
                  <a:lnTo>
                    <a:pt x="1485160" y="3709"/>
                  </a:lnTo>
                  <a:lnTo>
                    <a:pt x="1477302" y="3752"/>
                  </a:lnTo>
                  <a:lnTo>
                    <a:pt x="1469444" y="3854"/>
                  </a:lnTo>
                  <a:lnTo>
                    <a:pt x="1461586" y="3955"/>
                  </a:lnTo>
                  <a:lnTo>
                    <a:pt x="1453728" y="4004"/>
                  </a:lnTo>
                  <a:lnTo>
                    <a:pt x="1445870" y="4005"/>
                  </a:lnTo>
                  <a:lnTo>
                    <a:pt x="1438012" y="4033"/>
                  </a:lnTo>
                  <a:lnTo>
                    <a:pt x="1430154" y="4113"/>
                  </a:lnTo>
                  <a:lnTo>
                    <a:pt x="1422296" y="4192"/>
                  </a:lnTo>
                  <a:lnTo>
                    <a:pt x="1414438" y="4271"/>
                  </a:lnTo>
                  <a:lnTo>
                    <a:pt x="1406580" y="4349"/>
                  </a:lnTo>
                  <a:lnTo>
                    <a:pt x="1398722" y="4389"/>
                  </a:lnTo>
                  <a:lnTo>
                    <a:pt x="1390864" y="4441"/>
                  </a:lnTo>
                  <a:lnTo>
                    <a:pt x="1383006" y="4493"/>
                  </a:lnTo>
                  <a:lnTo>
                    <a:pt x="1375148" y="4545"/>
                  </a:lnTo>
                  <a:lnTo>
                    <a:pt x="1367290" y="4627"/>
                  </a:lnTo>
                  <a:lnTo>
                    <a:pt x="1359432" y="4717"/>
                  </a:lnTo>
                  <a:lnTo>
                    <a:pt x="1351574" y="4779"/>
                  </a:lnTo>
                  <a:lnTo>
                    <a:pt x="1343716" y="4859"/>
                  </a:lnTo>
                  <a:lnTo>
                    <a:pt x="1335858" y="4936"/>
                  </a:lnTo>
                  <a:lnTo>
                    <a:pt x="1328000" y="5013"/>
                  </a:lnTo>
                  <a:lnTo>
                    <a:pt x="1320142" y="5037"/>
                  </a:lnTo>
                  <a:lnTo>
                    <a:pt x="1312284" y="5057"/>
                  </a:lnTo>
                  <a:lnTo>
                    <a:pt x="1304426" y="5086"/>
                  </a:lnTo>
                  <a:lnTo>
                    <a:pt x="1296568" y="5250"/>
                  </a:lnTo>
                  <a:lnTo>
                    <a:pt x="1288710" y="5399"/>
                  </a:lnTo>
                  <a:lnTo>
                    <a:pt x="1280852" y="5406"/>
                  </a:lnTo>
                  <a:lnTo>
                    <a:pt x="1272994" y="5405"/>
                  </a:lnTo>
                  <a:lnTo>
                    <a:pt x="1265136" y="5404"/>
                  </a:lnTo>
                  <a:lnTo>
                    <a:pt x="1257278" y="5402"/>
                  </a:lnTo>
                  <a:lnTo>
                    <a:pt x="1249420" y="5423"/>
                  </a:lnTo>
                  <a:lnTo>
                    <a:pt x="1241562" y="5539"/>
                  </a:lnTo>
                  <a:lnTo>
                    <a:pt x="1233704" y="5655"/>
                  </a:lnTo>
                  <a:lnTo>
                    <a:pt x="1225846" y="5683"/>
                  </a:lnTo>
                  <a:lnTo>
                    <a:pt x="1217988" y="5698"/>
                  </a:lnTo>
                  <a:lnTo>
                    <a:pt x="1210130" y="5712"/>
                  </a:lnTo>
                  <a:lnTo>
                    <a:pt x="1202272" y="5733"/>
                  </a:lnTo>
                  <a:lnTo>
                    <a:pt x="1194414" y="5783"/>
                  </a:lnTo>
                  <a:lnTo>
                    <a:pt x="1186556" y="5906"/>
                  </a:lnTo>
                  <a:lnTo>
                    <a:pt x="1178698" y="6027"/>
                  </a:lnTo>
                  <a:lnTo>
                    <a:pt x="1170840" y="6087"/>
                  </a:lnTo>
                  <a:lnTo>
                    <a:pt x="1162982" y="6115"/>
                  </a:lnTo>
                  <a:lnTo>
                    <a:pt x="1155124" y="6144"/>
                  </a:lnTo>
                  <a:lnTo>
                    <a:pt x="1147266" y="6194"/>
                  </a:lnTo>
                  <a:lnTo>
                    <a:pt x="1139408" y="6200"/>
                  </a:lnTo>
                  <a:lnTo>
                    <a:pt x="1131550" y="6302"/>
                  </a:lnTo>
                  <a:lnTo>
                    <a:pt x="1123692" y="6383"/>
                  </a:lnTo>
                  <a:lnTo>
                    <a:pt x="1115834" y="6503"/>
                  </a:lnTo>
                  <a:lnTo>
                    <a:pt x="1107976" y="6623"/>
                  </a:lnTo>
                  <a:lnTo>
                    <a:pt x="1100118" y="6730"/>
                  </a:lnTo>
                  <a:lnTo>
                    <a:pt x="1092260" y="6800"/>
                  </a:lnTo>
                  <a:lnTo>
                    <a:pt x="1084402" y="6835"/>
                  </a:lnTo>
                  <a:lnTo>
                    <a:pt x="1076544" y="6868"/>
                  </a:lnTo>
                  <a:lnTo>
                    <a:pt x="1068686" y="6930"/>
                  </a:lnTo>
                  <a:lnTo>
                    <a:pt x="1060828" y="7037"/>
                  </a:lnTo>
                  <a:lnTo>
                    <a:pt x="1052970" y="7096"/>
                  </a:lnTo>
                  <a:lnTo>
                    <a:pt x="1045112" y="7142"/>
                  </a:lnTo>
                  <a:lnTo>
                    <a:pt x="1037254" y="7188"/>
                  </a:lnTo>
                  <a:lnTo>
                    <a:pt x="1029397" y="7234"/>
                  </a:lnTo>
                  <a:lnTo>
                    <a:pt x="1021539" y="7280"/>
                  </a:lnTo>
                  <a:lnTo>
                    <a:pt x="1013681" y="7317"/>
                  </a:lnTo>
                  <a:lnTo>
                    <a:pt x="1005823" y="7353"/>
                  </a:lnTo>
                  <a:lnTo>
                    <a:pt x="997965" y="7418"/>
                  </a:lnTo>
                  <a:lnTo>
                    <a:pt x="990107" y="7464"/>
                  </a:lnTo>
                  <a:lnTo>
                    <a:pt x="982249" y="7510"/>
                  </a:lnTo>
                  <a:lnTo>
                    <a:pt x="974391" y="7578"/>
                  </a:lnTo>
                  <a:lnTo>
                    <a:pt x="966533" y="7620"/>
                  </a:lnTo>
                  <a:lnTo>
                    <a:pt x="958675" y="7669"/>
                  </a:lnTo>
                  <a:lnTo>
                    <a:pt x="950817" y="7773"/>
                  </a:lnTo>
                  <a:lnTo>
                    <a:pt x="942959" y="7877"/>
                  </a:lnTo>
                  <a:lnTo>
                    <a:pt x="935101" y="7979"/>
                  </a:lnTo>
                  <a:lnTo>
                    <a:pt x="927243" y="8080"/>
                  </a:lnTo>
                  <a:lnTo>
                    <a:pt x="919385" y="8152"/>
                  </a:lnTo>
                  <a:lnTo>
                    <a:pt x="911527" y="8284"/>
                  </a:lnTo>
                  <a:lnTo>
                    <a:pt x="903669" y="8423"/>
                  </a:lnTo>
                  <a:lnTo>
                    <a:pt x="895811" y="8577"/>
                  </a:lnTo>
                  <a:lnTo>
                    <a:pt x="887953" y="8616"/>
                  </a:lnTo>
                  <a:lnTo>
                    <a:pt x="880095" y="8692"/>
                  </a:lnTo>
                  <a:lnTo>
                    <a:pt x="872237" y="8793"/>
                  </a:lnTo>
                  <a:lnTo>
                    <a:pt x="864379" y="8933"/>
                  </a:lnTo>
                  <a:lnTo>
                    <a:pt x="856521" y="9002"/>
                  </a:lnTo>
                  <a:lnTo>
                    <a:pt x="848663" y="9069"/>
                  </a:lnTo>
                  <a:lnTo>
                    <a:pt x="840805" y="9176"/>
                  </a:lnTo>
                  <a:lnTo>
                    <a:pt x="832947" y="9295"/>
                  </a:lnTo>
                  <a:lnTo>
                    <a:pt x="825089" y="9446"/>
                  </a:lnTo>
                  <a:lnTo>
                    <a:pt x="817231" y="9547"/>
                  </a:lnTo>
                  <a:lnTo>
                    <a:pt x="809373" y="9620"/>
                  </a:lnTo>
                  <a:lnTo>
                    <a:pt x="801515" y="9740"/>
                  </a:lnTo>
                  <a:lnTo>
                    <a:pt x="793657" y="9804"/>
                  </a:lnTo>
                  <a:lnTo>
                    <a:pt x="785799" y="9908"/>
                  </a:lnTo>
                  <a:lnTo>
                    <a:pt x="777941" y="10023"/>
                  </a:lnTo>
                  <a:lnTo>
                    <a:pt x="770083" y="10163"/>
                  </a:lnTo>
                  <a:lnTo>
                    <a:pt x="762225" y="10213"/>
                  </a:lnTo>
                  <a:lnTo>
                    <a:pt x="754367" y="10255"/>
                  </a:lnTo>
                  <a:lnTo>
                    <a:pt x="746509" y="10360"/>
                  </a:lnTo>
                  <a:lnTo>
                    <a:pt x="738651" y="10450"/>
                  </a:lnTo>
                  <a:lnTo>
                    <a:pt x="730793" y="10571"/>
                  </a:lnTo>
                  <a:lnTo>
                    <a:pt x="722935" y="10677"/>
                  </a:lnTo>
                  <a:lnTo>
                    <a:pt x="715077" y="10781"/>
                  </a:lnTo>
                  <a:lnTo>
                    <a:pt x="707219" y="10917"/>
                  </a:lnTo>
                  <a:lnTo>
                    <a:pt x="699361" y="10994"/>
                  </a:lnTo>
                  <a:lnTo>
                    <a:pt x="691503" y="11130"/>
                  </a:lnTo>
                  <a:lnTo>
                    <a:pt x="683645" y="11267"/>
                  </a:lnTo>
                  <a:lnTo>
                    <a:pt x="675787" y="11402"/>
                  </a:lnTo>
                  <a:lnTo>
                    <a:pt x="667929" y="11536"/>
                  </a:lnTo>
                  <a:lnTo>
                    <a:pt x="660071" y="11648"/>
                  </a:lnTo>
                  <a:lnTo>
                    <a:pt x="652213" y="11709"/>
                  </a:lnTo>
                  <a:lnTo>
                    <a:pt x="644355" y="11890"/>
                  </a:lnTo>
                  <a:lnTo>
                    <a:pt x="636497" y="12043"/>
                  </a:lnTo>
                  <a:lnTo>
                    <a:pt x="628639" y="12192"/>
                  </a:lnTo>
                  <a:lnTo>
                    <a:pt x="620781" y="12355"/>
                  </a:lnTo>
                  <a:lnTo>
                    <a:pt x="612923" y="12498"/>
                  </a:lnTo>
                  <a:lnTo>
                    <a:pt x="605065" y="12580"/>
                  </a:lnTo>
                  <a:lnTo>
                    <a:pt x="597207" y="12703"/>
                  </a:lnTo>
                  <a:lnTo>
                    <a:pt x="589349" y="12828"/>
                  </a:lnTo>
                  <a:lnTo>
                    <a:pt x="581491" y="12959"/>
                  </a:lnTo>
                  <a:lnTo>
                    <a:pt x="573633" y="13171"/>
                  </a:lnTo>
                  <a:lnTo>
                    <a:pt x="565775" y="13341"/>
                  </a:lnTo>
                  <a:lnTo>
                    <a:pt x="557917" y="13403"/>
                  </a:lnTo>
                  <a:lnTo>
                    <a:pt x="550059" y="13489"/>
                  </a:lnTo>
                  <a:lnTo>
                    <a:pt x="542201" y="13584"/>
                  </a:lnTo>
                  <a:lnTo>
                    <a:pt x="534343" y="13679"/>
                  </a:lnTo>
                  <a:lnTo>
                    <a:pt x="526485" y="13795"/>
                  </a:lnTo>
                  <a:lnTo>
                    <a:pt x="518627" y="13942"/>
                  </a:lnTo>
                  <a:lnTo>
                    <a:pt x="510769" y="14094"/>
                  </a:lnTo>
                  <a:lnTo>
                    <a:pt x="502911" y="14201"/>
                  </a:lnTo>
                  <a:lnTo>
                    <a:pt x="495053" y="14329"/>
                  </a:lnTo>
                  <a:lnTo>
                    <a:pt x="487195" y="14438"/>
                  </a:lnTo>
                  <a:lnTo>
                    <a:pt x="479337" y="14546"/>
                  </a:lnTo>
                  <a:lnTo>
                    <a:pt x="471479" y="14651"/>
                  </a:lnTo>
                  <a:lnTo>
                    <a:pt x="463621" y="14755"/>
                  </a:lnTo>
                  <a:lnTo>
                    <a:pt x="455763" y="14857"/>
                  </a:lnTo>
                  <a:lnTo>
                    <a:pt x="447905" y="14998"/>
                  </a:lnTo>
                  <a:lnTo>
                    <a:pt x="440047" y="15125"/>
                  </a:lnTo>
                  <a:lnTo>
                    <a:pt x="432189" y="15237"/>
                  </a:lnTo>
                  <a:lnTo>
                    <a:pt x="424331" y="15373"/>
                  </a:lnTo>
                  <a:lnTo>
                    <a:pt x="416473" y="15507"/>
                  </a:lnTo>
                  <a:lnTo>
                    <a:pt x="408615" y="15618"/>
                  </a:lnTo>
                  <a:lnTo>
                    <a:pt x="400757" y="15754"/>
                  </a:lnTo>
                  <a:lnTo>
                    <a:pt x="392899" y="15891"/>
                  </a:lnTo>
                  <a:lnTo>
                    <a:pt x="385041" y="16023"/>
                  </a:lnTo>
                  <a:lnTo>
                    <a:pt x="377183" y="16155"/>
                  </a:lnTo>
                  <a:lnTo>
                    <a:pt x="369325" y="16244"/>
                  </a:lnTo>
                  <a:lnTo>
                    <a:pt x="361467" y="16381"/>
                  </a:lnTo>
                  <a:lnTo>
                    <a:pt x="353609" y="16528"/>
                  </a:lnTo>
                  <a:lnTo>
                    <a:pt x="345751" y="16671"/>
                  </a:lnTo>
                  <a:lnTo>
                    <a:pt x="337893" y="16795"/>
                  </a:lnTo>
                  <a:lnTo>
                    <a:pt x="330035" y="16922"/>
                  </a:lnTo>
                  <a:lnTo>
                    <a:pt x="322177" y="17072"/>
                  </a:lnTo>
                  <a:lnTo>
                    <a:pt x="314319" y="17175"/>
                  </a:lnTo>
                  <a:lnTo>
                    <a:pt x="306461" y="17315"/>
                  </a:lnTo>
                  <a:lnTo>
                    <a:pt x="298603" y="17531"/>
                  </a:lnTo>
                  <a:lnTo>
                    <a:pt x="290745" y="17682"/>
                  </a:lnTo>
                  <a:lnTo>
                    <a:pt x="282887" y="17829"/>
                  </a:lnTo>
                  <a:lnTo>
                    <a:pt x="275029" y="17874"/>
                  </a:lnTo>
                  <a:lnTo>
                    <a:pt x="267171" y="18023"/>
                  </a:lnTo>
                  <a:lnTo>
                    <a:pt x="259313" y="18168"/>
                  </a:lnTo>
                  <a:lnTo>
                    <a:pt x="251455" y="18266"/>
                  </a:lnTo>
                  <a:lnTo>
                    <a:pt x="243597" y="18433"/>
                  </a:lnTo>
                  <a:lnTo>
                    <a:pt x="235739" y="18524"/>
                  </a:lnTo>
                  <a:lnTo>
                    <a:pt x="227881" y="18658"/>
                  </a:lnTo>
                  <a:lnTo>
                    <a:pt x="220023" y="18765"/>
                  </a:lnTo>
                  <a:lnTo>
                    <a:pt x="212165" y="18895"/>
                  </a:lnTo>
                  <a:lnTo>
                    <a:pt x="204307" y="19031"/>
                  </a:lnTo>
                  <a:lnTo>
                    <a:pt x="196449" y="19146"/>
                  </a:lnTo>
                  <a:lnTo>
                    <a:pt x="188591" y="19288"/>
                  </a:lnTo>
                  <a:lnTo>
                    <a:pt x="180733" y="19438"/>
                  </a:lnTo>
                  <a:lnTo>
                    <a:pt x="172875" y="19584"/>
                  </a:lnTo>
                  <a:lnTo>
                    <a:pt x="165017" y="19727"/>
                  </a:lnTo>
                  <a:lnTo>
                    <a:pt x="157159" y="19872"/>
                  </a:lnTo>
                  <a:lnTo>
                    <a:pt x="149301" y="20003"/>
                  </a:lnTo>
                  <a:lnTo>
                    <a:pt x="141443" y="20124"/>
                  </a:lnTo>
                  <a:lnTo>
                    <a:pt x="133585" y="20243"/>
                  </a:lnTo>
                  <a:lnTo>
                    <a:pt x="125727" y="20381"/>
                  </a:lnTo>
                  <a:lnTo>
                    <a:pt x="117869" y="20500"/>
                  </a:lnTo>
                  <a:lnTo>
                    <a:pt x="110011" y="20618"/>
                  </a:lnTo>
                  <a:lnTo>
                    <a:pt x="102153" y="20766"/>
                  </a:lnTo>
                  <a:lnTo>
                    <a:pt x="94295" y="20896"/>
                  </a:lnTo>
                  <a:lnTo>
                    <a:pt x="86437" y="21019"/>
                  </a:lnTo>
                  <a:lnTo>
                    <a:pt x="78579" y="21128"/>
                  </a:lnTo>
                  <a:lnTo>
                    <a:pt x="70721" y="21257"/>
                  </a:lnTo>
                  <a:lnTo>
                    <a:pt x="62863" y="21361"/>
                  </a:lnTo>
                  <a:lnTo>
                    <a:pt x="55005" y="21486"/>
                  </a:lnTo>
                  <a:lnTo>
                    <a:pt x="47147" y="21618"/>
                  </a:lnTo>
                  <a:lnTo>
                    <a:pt x="39289" y="21709"/>
                  </a:lnTo>
                  <a:lnTo>
                    <a:pt x="31431" y="21795"/>
                  </a:lnTo>
                  <a:lnTo>
                    <a:pt x="23573" y="21880"/>
                  </a:lnTo>
                  <a:lnTo>
                    <a:pt x="15715" y="21991"/>
                  </a:lnTo>
                  <a:lnTo>
                    <a:pt x="7857" y="22108"/>
                  </a:lnTo>
                  <a:lnTo>
                    <a:pt x="0" y="2222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4" name="pg83"/>
            <p:cNvSpPr/>
            <p:nvPr/>
          </p:nvSpPr>
          <p:spPr>
            <a:xfrm>
              <a:off x="1186414" y="4907504"/>
              <a:ext cx="2035220" cy="47919"/>
            </a:xfrm>
            <a:custGeom>
              <a:avLst/>
              <a:pathLst>
                <a:path w="2035220" h="47919">
                  <a:moveTo>
                    <a:pt x="0" y="0"/>
                  </a:moveTo>
                  <a:lnTo>
                    <a:pt x="7857" y="493"/>
                  </a:lnTo>
                  <a:lnTo>
                    <a:pt x="15715" y="901"/>
                  </a:lnTo>
                  <a:lnTo>
                    <a:pt x="23573" y="1294"/>
                  </a:lnTo>
                  <a:lnTo>
                    <a:pt x="31431" y="1685"/>
                  </a:lnTo>
                  <a:lnTo>
                    <a:pt x="39289" y="2116"/>
                  </a:lnTo>
                  <a:lnTo>
                    <a:pt x="47147" y="2565"/>
                  </a:lnTo>
                  <a:lnTo>
                    <a:pt x="55005" y="3012"/>
                  </a:lnTo>
                  <a:lnTo>
                    <a:pt x="62863" y="3486"/>
                  </a:lnTo>
                  <a:lnTo>
                    <a:pt x="70721" y="3891"/>
                  </a:lnTo>
                  <a:lnTo>
                    <a:pt x="78579" y="4322"/>
                  </a:lnTo>
                  <a:lnTo>
                    <a:pt x="86437" y="4752"/>
                  </a:lnTo>
                  <a:lnTo>
                    <a:pt x="94295" y="5059"/>
                  </a:lnTo>
                  <a:lnTo>
                    <a:pt x="102153" y="5454"/>
                  </a:lnTo>
                  <a:lnTo>
                    <a:pt x="110011" y="5865"/>
                  </a:lnTo>
                  <a:lnTo>
                    <a:pt x="117869" y="6212"/>
                  </a:lnTo>
                  <a:lnTo>
                    <a:pt x="125727" y="6561"/>
                  </a:lnTo>
                  <a:lnTo>
                    <a:pt x="133585" y="6906"/>
                  </a:lnTo>
                  <a:lnTo>
                    <a:pt x="141443" y="7259"/>
                  </a:lnTo>
                  <a:lnTo>
                    <a:pt x="149301" y="7644"/>
                  </a:lnTo>
                  <a:lnTo>
                    <a:pt x="157159" y="7922"/>
                  </a:lnTo>
                  <a:lnTo>
                    <a:pt x="165017" y="8319"/>
                  </a:lnTo>
                  <a:lnTo>
                    <a:pt x="172875" y="8888"/>
                  </a:lnTo>
                  <a:lnTo>
                    <a:pt x="180733" y="9201"/>
                  </a:lnTo>
                  <a:lnTo>
                    <a:pt x="188591" y="9623"/>
                  </a:lnTo>
                  <a:lnTo>
                    <a:pt x="196449" y="9891"/>
                  </a:lnTo>
                  <a:lnTo>
                    <a:pt x="204307" y="10280"/>
                  </a:lnTo>
                  <a:lnTo>
                    <a:pt x="212165" y="10596"/>
                  </a:lnTo>
                  <a:lnTo>
                    <a:pt x="220023" y="10809"/>
                  </a:lnTo>
                  <a:lnTo>
                    <a:pt x="227881" y="11020"/>
                  </a:lnTo>
                  <a:lnTo>
                    <a:pt x="235739" y="11231"/>
                  </a:lnTo>
                  <a:lnTo>
                    <a:pt x="243597" y="11440"/>
                  </a:lnTo>
                  <a:lnTo>
                    <a:pt x="251455" y="11680"/>
                  </a:lnTo>
                  <a:lnTo>
                    <a:pt x="259313" y="11977"/>
                  </a:lnTo>
                  <a:lnTo>
                    <a:pt x="267171" y="12378"/>
                  </a:lnTo>
                  <a:lnTo>
                    <a:pt x="275029" y="12783"/>
                  </a:lnTo>
                  <a:lnTo>
                    <a:pt x="282887" y="13079"/>
                  </a:lnTo>
                  <a:lnTo>
                    <a:pt x="290745" y="13238"/>
                  </a:lnTo>
                  <a:lnTo>
                    <a:pt x="298603" y="13513"/>
                  </a:lnTo>
                  <a:lnTo>
                    <a:pt x="306461" y="13635"/>
                  </a:lnTo>
                  <a:lnTo>
                    <a:pt x="314319" y="14015"/>
                  </a:lnTo>
                  <a:lnTo>
                    <a:pt x="322177" y="14244"/>
                  </a:lnTo>
                  <a:lnTo>
                    <a:pt x="330035" y="14545"/>
                  </a:lnTo>
                  <a:lnTo>
                    <a:pt x="337893" y="14843"/>
                  </a:lnTo>
                  <a:lnTo>
                    <a:pt x="345751" y="15138"/>
                  </a:lnTo>
                  <a:lnTo>
                    <a:pt x="353609" y="15434"/>
                  </a:lnTo>
                  <a:lnTo>
                    <a:pt x="361467" y="15772"/>
                  </a:lnTo>
                  <a:lnTo>
                    <a:pt x="369325" y="16051"/>
                  </a:lnTo>
                  <a:lnTo>
                    <a:pt x="377183" y="16320"/>
                  </a:lnTo>
                  <a:lnTo>
                    <a:pt x="385041" y="16585"/>
                  </a:lnTo>
                  <a:lnTo>
                    <a:pt x="392899" y="16855"/>
                  </a:lnTo>
                  <a:lnTo>
                    <a:pt x="400757" y="17146"/>
                  </a:lnTo>
                  <a:lnTo>
                    <a:pt x="408615" y="17424"/>
                  </a:lnTo>
                  <a:lnTo>
                    <a:pt x="416473" y="17697"/>
                  </a:lnTo>
                  <a:lnTo>
                    <a:pt x="424331" y="17943"/>
                  </a:lnTo>
                  <a:lnTo>
                    <a:pt x="432189" y="18147"/>
                  </a:lnTo>
                  <a:lnTo>
                    <a:pt x="440047" y="18390"/>
                  </a:lnTo>
                  <a:lnTo>
                    <a:pt x="447905" y="18592"/>
                  </a:lnTo>
                  <a:lnTo>
                    <a:pt x="455763" y="18899"/>
                  </a:lnTo>
                  <a:lnTo>
                    <a:pt x="463621" y="19137"/>
                  </a:lnTo>
                  <a:lnTo>
                    <a:pt x="471479" y="19392"/>
                  </a:lnTo>
                  <a:lnTo>
                    <a:pt x="479337" y="19634"/>
                  </a:lnTo>
                  <a:lnTo>
                    <a:pt x="487195" y="19874"/>
                  </a:lnTo>
                  <a:lnTo>
                    <a:pt x="495053" y="20114"/>
                  </a:lnTo>
                  <a:lnTo>
                    <a:pt x="502911" y="20351"/>
                  </a:lnTo>
                  <a:lnTo>
                    <a:pt x="510769" y="20527"/>
                  </a:lnTo>
                  <a:lnTo>
                    <a:pt x="518627" y="20767"/>
                  </a:lnTo>
                  <a:lnTo>
                    <a:pt x="526485" y="21053"/>
                  </a:lnTo>
                  <a:lnTo>
                    <a:pt x="534343" y="21283"/>
                  </a:lnTo>
                  <a:lnTo>
                    <a:pt x="542201" y="21511"/>
                  </a:lnTo>
                  <a:lnTo>
                    <a:pt x="550059" y="21737"/>
                  </a:lnTo>
                  <a:lnTo>
                    <a:pt x="557917" y="21939"/>
                  </a:lnTo>
                  <a:lnTo>
                    <a:pt x="565775" y="22072"/>
                  </a:lnTo>
                  <a:lnTo>
                    <a:pt x="573633" y="22211"/>
                  </a:lnTo>
                  <a:lnTo>
                    <a:pt x="581491" y="22342"/>
                  </a:lnTo>
                  <a:lnTo>
                    <a:pt x="589349" y="22565"/>
                  </a:lnTo>
                  <a:lnTo>
                    <a:pt x="597207" y="22741"/>
                  </a:lnTo>
                  <a:lnTo>
                    <a:pt x="605065" y="22851"/>
                  </a:lnTo>
                  <a:lnTo>
                    <a:pt x="612923" y="22940"/>
                  </a:lnTo>
                  <a:lnTo>
                    <a:pt x="620781" y="23137"/>
                  </a:lnTo>
                  <a:lnTo>
                    <a:pt x="628639" y="23262"/>
                  </a:lnTo>
                  <a:lnTo>
                    <a:pt x="636497" y="23465"/>
                  </a:lnTo>
                  <a:lnTo>
                    <a:pt x="644355" y="23607"/>
                  </a:lnTo>
                  <a:lnTo>
                    <a:pt x="652213" y="23818"/>
                  </a:lnTo>
                  <a:lnTo>
                    <a:pt x="660071" y="24029"/>
                  </a:lnTo>
                  <a:lnTo>
                    <a:pt x="667929" y="24230"/>
                  </a:lnTo>
                  <a:lnTo>
                    <a:pt x="675787" y="24344"/>
                  </a:lnTo>
                  <a:lnTo>
                    <a:pt x="683645" y="24493"/>
                  </a:lnTo>
                  <a:lnTo>
                    <a:pt x="691503" y="24646"/>
                  </a:lnTo>
                  <a:lnTo>
                    <a:pt x="699361" y="24831"/>
                  </a:lnTo>
                  <a:lnTo>
                    <a:pt x="707219" y="24970"/>
                  </a:lnTo>
                  <a:lnTo>
                    <a:pt x="715077" y="25117"/>
                  </a:lnTo>
                  <a:lnTo>
                    <a:pt x="722935" y="25272"/>
                  </a:lnTo>
                  <a:lnTo>
                    <a:pt x="730793" y="25412"/>
                  </a:lnTo>
                  <a:lnTo>
                    <a:pt x="738651" y="25544"/>
                  </a:lnTo>
                  <a:lnTo>
                    <a:pt x="746509" y="25687"/>
                  </a:lnTo>
                  <a:lnTo>
                    <a:pt x="754367" y="25818"/>
                  </a:lnTo>
                  <a:lnTo>
                    <a:pt x="762225" y="26003"/>
                  </a:lnTo>
                  <a:lnTo>
                    <a:pt x="770083" y="26151"/>
                  </a:lnTo>
                  <a:lnTo>
                    <a:pt x="777941" y="26221"/>
                  </a:lnTo>
                  <a:lnTo>
                    <a:pt x="785799" y="26325"/>
                  </a:lnTo>
                  <a:lnTo>
                    <a:pt x="793657" y="26452"/>
                  </a:lnTo>
                  <a:lnTo>
                    <a:pt x="801515" y="26579"/>
                  </a:lnTo>
                  <a:lnTo>
                    <a:pt x="809373" y="26767"/>
                  </a:lnTo>
                  <a:lnTo>
                    <a:pt x="817231" y="26831"/>
                  </a:lnTo>
                  <a:lnTo>
                    <a:pt x="825089" y="26971"/>
                  </a:lnTo>
                  <a:lnTo>
                    <a:pt x="832947" y="27080"/>
                  </a:lnTo>
                  <a:lnTo>
                    <a:pt x="840805" y="27207"/>
                  </a:lnTo>
                  <a:lnTo>
                    <a:pt x="848663" y="27339"/>
                  </a:lnTo>
                  <a:lnTo>
                    <a:pt x="856521" y="27448"/>
                  </a:lnTo>
                  <a:lnTo>
                    <a:pt x="864379" y="27553"/>
                  </a:lnTo>
                  <a:lnTo>
                    <a:pt x="872237" y="27631"/>
                  </a:lnTo>
                  <a:lnTo>
                    <a:pt x="880095" y="27729"/>
                  </a:lnTo>
                  <a:lnTo>
                    <a:pt x="887953" y="27819"/>
                  </a:lnTo>
                  <a:lnTo>
                    <a:pt x="895811" y="27922"/>
                  </a:lnTo>
                  <a:lnTo>
                    <a:pt x="903669" y="28017"/>
                  </a:lnTo>
                  <a:lnTo>
                    <a:pt x="911527" y="28112"/>
                  </a:lnTo>
                  <a:lnTo>
                    <a:pt x="919385" y="28132"/>
                  </a:lnTo>
                  <a:lnTo>
                    <a:pt x="927243" y="28209"/>
                  </a:lnTo>
                  <a:lnTo>
                    <a:pt x="935101" y="28292"/>
                  </a:lnTo>
                  <a:lnTo>
                    <a:pt x="942959" y="28421"/>
                  </a:lnTo>
                  <a:lnTo>
                    <a:pt x="950817" y="28494"/>
                  </a:lnTo>
                  <a:lnTo>
                    <a:pt x="958675" y="28567"/>
                  </a:lnTo>
                  <a:lnTo>
                    <a:pt x="966533" y="28639"/>
                  </a:lnTo>
                  <a:lnTo>
                    <a:pt x="974391" y="28712"/>
                  </a:lnTo>
                  <a:lnTo>
                    <a:pt x="982249" y="28783"/>
                  </a:lnTo>
                  <a:lnTo>
                    <a:pt x="990107" y="28856"/>
                  </a:lnTo>
                  <a:lnTo>
                    <a:pt x="997965" y="28927"/>
                  </a:lnTo>
                  <a:lnTo>
                    <a:pt x="1005823" y="28999"/>
                  </a:lnTo>
                  <a:lnTo>
                    <a:pt x="1013681" y="29109"/>
                  </a:lnTo>
                  <a:lnTo>
                    <a:pt x="1021539" y="29141"/>
                  </a:lnTo>
                  <a:lnTo>
                    <a:pt x="1029397" y="29237"/>
                  </a:lnTo>
                  <a:lnTo>
                    <a:pt x="1037254" y="29284"/>
                  </a:lnTo>
                  <a:lnTo>
                    <a:pt x="1045112" y="29352"/>
                  </a:lnTo>
                  <a:lnTo>
                    <a:pt x="1052970" y="29488"/>
                  </a:lnTo>
                  <a:lnTo>
                    <a:pt x="1060828" y="29570"/>
                  </a:lnTo>
                  <a:lnTo>
                    <a:pt x="1068686" y="29566"/>
                  </a:lnTo>
                  <a:lnTo>
                    <a:pt x="1076544" y="29638"/>
                  </a:lnTo>
                  <a:lnTo>
                    <a:pt x="1084402" y="29711"/>
                  </a:lnTo>
                  <a:lnTo>
                    <a:pt x="1092260" y="29767"/>
                  </a:lnTo>
                  <a:lnTo>
                    <a:pt x="1100118" y="29835"/>
                  </a:lnTo>
                  <a:lnTo>
                    <a:pt x="1107976" y="29902"/>
                  </a:lnTo>
                  <a:lnTo>
                    <a:pt x="1115834" y="29984"/>
                  </a:lnTo>
                  <a:lnTo>
                    <a:pt x="1123692" y="30069"/>
                  </a:lnTo>
                  <a:lnTo>
                    <a:pt x="1131550" y="30140"/>
                  </a:lnTo>
                  <a:lnTo>
                    <a:pt x="1139408" y="30227"/>
                  </a:lnTo>
                  <a:lnTo>
                    <a:pt x="1147266" y="30282"/>
                  </a:lnTo>
                  <a:lnTo>
                    <a:pt x="1155124" y="30350"/>
                  </a:lnTo>
                  <a:lnTo>
                    <a:pt x="1162982" y="30420"/>
                  </a:lnTo>
                  <a:lnTo>
                    <a:pt x="1170840" y="30490"/>
                  </a:lnTo>
                  <a:lnTo>
                    <a:pt x="1178698" y="30559"/>
                  </a:lnTo>
                  <a:lnTo>
                    <a:pt x="1186556" y="30628"/>
                  </a:lnTo>
                  <a:lnTo>
                    <a:pt x="1194414" y="30658"/>
                  </a:lnTo>
                  <a:lnTo>
                    <a:pt x="1202272" y="30704"/>
                  </a:lnTo>
                  <a:lnTo>
                    <a:pt x="1210130" y="30768"/>
                  </a:lnTo>
                  <a:lnTo>
                    <a:pt x="1217988" y="30827"/>
                  </a:lnTo>
                  <a:lnTo>
                    <a:pt x="1225846" y="30846"/>
                  </a:lnTo>
                  <a:lnTo>
                    <a:pt x="1233704" y="30909"/>
                  </a:lnTo>
                  <a:lnTo>
                    <a:pt x="1241562" y="30968"/>
                  </a:lnTo>
                  <a:lnTo>
                    <a:pt x="1249420" y="31076"/>
                  </a:lnTo>
                  <a:lnTo>
                    <a:pt x="1257278" y="31155"/>
                  </a:lnTo>
                  <a:lnTo>
                    <a:pt x="1265136" y="31223"/>
                  </a:lnTo>
                  <a:lnTo>
                    <a:pt x="1272994" y="31303"/>
                  </a:lnTo>
                  <a:lnTo>
                    <a:pt x="1280852" y="31345"/>
                  </a:lnTo>
                  <a:lnTo>
                    <a:pt x="1288710" y="31408"/>
                  </a:lnTo>
                  <a:lnTo>
                    <a:pt x="1296568" y="31472"/>
                  </a:lnTo>
                  <a:lnTo>
                    <a:pt x="1304426" y="31565"/>
                  </a:lnTo>
                  <a:lnTo>
                    <a:pt x="1312284" y="31606"/>
                  </a:lnTo>
                  <a:lnTo>
                    <a:pt x="1320142" y="31658"/>
                  </a:lnTo>
                  <a:lnTo>
                    <a:pt x="1328000" y="31720"/>
                  </a:lnTo>
                  <a:lnTo>
                    <a:pt x="1335858" y="31797"/>
                  </a:lnTo>
                  <a:lnTo>
                    <a:pt x="1343716" y="31898"/>
                  </a:lnTo>
                  <a:lnTo>
                    <a:pt x="1351574" y="31999"/>
                  </a:lnTo>
                  <a:lnTo>
                    <a:pt x="1359432" y="32078"/>
                  </a:lnTo>
                  <a:lnTo>
                    <a:pt x="1367290" y="32108"/>
                  </a:lnTo>
                  <a:lnTo>
                    <a:pt x="1375148" y="32120"/>
                  </a:lnTo>
                  <a:lnTo>
                    <a:pt x="1383006" y="32148"/>
                  </a:lnTo>
                  <a:lnTo>
                    <a:pt x="1390864" y="32207"/>
                  </a:lnTo>
                  <a:lnTo>
                    <a:pt x="1398722" y="32267"/>
                  </a:lnTo>
                  <a:lnTo>
                    <a:pt x="1406580" y="32327"/>
                  </a:lnTo>
                  <a:lnTo>
                    <a:pt x="1414438" y="32386"/>
                  </a:lnTo>
                  <a:lnTo>
                    <a:pt x="1422296" y="32446"/>
                  </a:lnTo>
                  <a:lnTo>
                    <a:pt x="1430154" y="32505"/>
                  </a:lnTo>
                  <a:lnTo>
                    <a:pt x="1438012" y="32564"/>
                  </a:lnTo>
                  <a:lnTo>
                    <a:pt x="1445870" y="32610"/>
                  </a:lnTo>
                  <a:lnTo>
                    <a:pt x="1453728" y="32615"/>
                  </a:lnTo>
                  <a:lnTo>
                    <a:pt x="1461586" y="32673"/>
                  </a:lnTo>
                  <a:lnTo>
                    <a:pt x="1469444" y="32730"/>
                  </a:lnTo>
                  <a:lnTo>
                    <a:pt x="1477302" y="32786"/>
                  </a:lnTo>
                  <a:lnTo>
                    <a:pt x="1485160" y="32843"/>
                  </a:lnTo>
                  <a:lnTo>
                    <a:pt x="1493018" y="32857"/>
                  </a:lnTo>
                  <a:lnTo>
                    <a:pt x="1500876" y="32864"/>
                  </a:lnTo>
                  <a:lnTo>
                    <a:pt x="1508734" y="32871"/>
                  </a:lnTo>
                  <a:lnTo>
                    <a:pt x="1516592" y="32914"/>
                  </a:lnTo>
                  <a:lnTo>
                    <a:pt x="1524450" y="33002"/>
                  </a:lnTo>
                  <a:lnTo>
                    <a:pt x="1532308" y="33090"/>
                  </a:lnTo>
                  <a:lnTo>
                    <a:pt x="1540166" y="33179"/>
                  </a:lnTo>
                  <a:lnTo>
                    <a:pt x="1548024" y="33233"/>
                  </a:lnTo>
                  <a:lnTo>
                    <a:pt x="1555882" y="33246"/>
                  </a:lnTo>
                  <a:lnTo>
                    <a:pt x="1563740" y="33258"/>
                  </a:lnTo>
                  <a:lnTo>
                    <a:pt x="1571598" y="33270"/>
                  </a:lnTo>
                  <a:lnTo>
                    <a:pt x="1579456" y="33296"/>
                  </a:lnTo>
                  <a:lnTo>
                    <a:pt x="1587314" y="33357"/>
                  </a:lnTo>
                  <a:lnTo>
                    <a:pt x="1595172" y="33417"/>
                  </a:lnTo>
                  <a:lnTo>
                    <a:pt x="1603030" y="33479"/>
                  </a:lnTo>
                  <a:lnTo>
                    <a:pt x="1610888" y="33541"/>
                  </a:lnTo>
                  <a:lnTo>
                    <a:pt x="1618746" y="33603"/>
                  </a:lnTo>
                  <a:lnTo>
                    <a:pt x="1626604" y="33664"/>
                  </a:lnTo>
                  <a:lnTo>
                    <a:pt x="1634462" y="33725"/>
                  </a:lnTo>
                  <a:lnTo>
                    <a:pt x="1642320" y="33759"/>
                  </a:lnTo>
                  <a:lnTo>
                    <a:pt x="1650178" y="33833"/>
                  </a:lnTo>
                  <a:lnTo>
                    <a:pt x="1658036" y="33880"/>
                  </a:lnTo>
                  <a:lnTo>
                    <a:pt x="1665894" y="33906"/>
                  </a:lnTo>
                  <a:lnTo>
                    <a:pt x="1673752" y="33931"/>
                  </a:lnTo>
                  <a:lnTo>
                    <a:pt x="1681610" y="33956"/>
                  </a:lnTo>
                  <a:lnTo>
                    <a:pt x="1689468" y="33981"/>
                  </a:lnTo>
                  <a:lnTo>
                    <a:pt x="1697326" y="34000"/>
                  </a:lnTo>
                  <a:lnTo>
                    <a:pt x="1705184" y="34012"/>
                  </a:lnTo>
                  <a:lnTo>
                    <a:pt x="1713042" y="34024"/>
                  </a:lnTo>
                  <a:lnTo>
                    <a:pt x="1720900" y="34035"/>
                  </a:lnTo>
                  <a:lnTo>
                    <a:pt x="1728758" y="34047"/>
                  </a:lnTo>
                  <a:lnTo>
                    <a:pt x="1736616" y="34059"/>
                  </a:lnTo>
                  <a:lnTo>
                    <a:pt x="1744474" y="34070"/>
                  </a:lnTo>
                  <a:lnTo>
                    <a:pt x="1752332" y="34082"/>
                  </a:lnTo>
                  <a:lnTo>
                    <a:pt x="1760190" y="34094"/>
                  </a:lnTo>
                  <a:lnTo>
                    <a:pt x="1768048" y="34134"/>
                  </a:lnTo>
                  <a:lnTo>
                    <a:pt x="1775906" y="34172"/>
                  </a:lnTo>
                  <a:lnTo>
                    <a:pt x="1783764" y="34168"/>
                  </a:lnTo>
                  <a:lnTo>
                    <a:pt x="1791622" y="34221"/>
                  </a:lnTo>
                  <a:lnTo>
                    <a:pt x="1799480" y="34292"/>
                  </a:lnTo>
                  <a:lnTo>
                    <a:pt x="1807338" y="34353"/>
                  </a:lnTo>
                  <a:lnTo>
                    <a:pt x="1815196" y="34377"/>
                  </a:lnTo>
                  <a:lnTo>
                    <a:pt x="1823054" y="34399"/>
                  </a:lnTo>
                  <a:lnTo>
                    <a:pt x="1830912" y="34421"/>
                  </a:lnTo>
                  <a:lnTo>
                    <a:pt x="1838770" y="34453"/>
                  </a:lnTo>
                  <a:lnTo>
                    <a:pt x="1846628" y="34472"/>
                  </a:lnTo>
                  <a:lnTo>
                    <a:pt x="1854486" y="34491"/>
                  </a:lnTo>
                  <a:lnTo>
                    <a:pt x="1862344" y="34510"/>
                  </a:lnTo>
                  <a:lnTo>
                    <a:pt x="1870202" y="34528"/>
                  </a:lnTo>
                  <a:lnTo>
                    <a:pt x="1878060" y="34556"/>
                  </a:lnTo>
                  <a:lnTo>
                    <a:pt x="1885918" y="34601"/>
                  </a:lnTo>
                  <a:lnTo>
                    <a:pt x="1893776" y="34625"/>
                  </a:lnTo>
                  <a:lnTo>
                    <a:pt x="1901634" y="34650"/>
                  </a:lnTo>
                  <a:lnTo>
                    <a:pt x="1909492" y="34674"/>
                  </a:lnTo>
                  <a:lnTo>
                    <a:pt x="1917350" y="34698"/>
                  </a:lnTo>
                  <a:lnTo>
                    <a:pt x="1925208" y="34714"/>
                  </a:lnTo>
                  <a:lnTo>
                    <a:pt x="1933066" y="34724"/>
                  </a:lnTo>
                  <a:lnTo>
                    <a:pt x="1940924" y="34734"/>
                  </a:lnTo>
                  <a:lnTo>
                    <a:pt x="1948782" y="34744"/>
                  </a:lnTo>
                  <a:lnTo>
                    <a:pt x="1956640" y="34754"/>
                  </a:lnTo>
                  <a:lnTo>
                    <a:pt x="1964498" y="34767"/>
                  </a:lnTo>
                  <a:lnTo>
                    <a:pt x="1972356" y="34786"/>
                  </a:lnTo>
                  <a:lnTo>
                    <a:pt x="1980214" y="34806"/>
                  </a:lnTo>
                  <a:lnTo>
                    <a:pt x="1988072" y="34826"/>
                  </a:lnTo>
                  <a:lnTo>
                    <a:pt x="1995930" y="34846"/>
                  </a:lnTo>
                  <a:lnTo>
                    <a:pt x="2003788" y="34866"/>
                  </a:lnTo>
                  <a:lnTo>
                    <a:pt x="2011646" y="34886"/>
                  </a:lnTo>
                  <a:lnTo>
                    <a:pt x="2019504" y="34907"/>
                  </a:lnTo>
                  <a:lnTo>
                    <a:pt x="2027362" y="34956"/>
                  </a:lnTo>
                  <a:lnTo>
                    <a:pt x="2035220" y="35004"/>
                  </a:lnTo>
                  <a:lnTo>
                    <a:pt x="2035220" y="47919"/>
                  </a:lnTo>
                  <a:lnTo>
                    <a:pt x="2027362" y="47900"/>
                  </a:lnTo>
                  <a:lnTo>
                    <a:pt x="2019504" y="47881"/>
                  </a:lnTo>
                  <a:lnTo>
                    <a:pt x="2011646" y="47861"/>
                  </a:lnTo>
                  <a:lnTo>
                    <a:pt x="2003788" y="47841"/>
                  </a:lnTo>
                  <a:lnTo>
                    <a:pt x="1995930" y="47821"/>
                  </a:lnTo>
                  <a:lnTo>
                    <a:pt x="1988072" y="47801"/>
                  </a:lnTo>
                  <a:lnTo>
                    <a:pt x="1980214" y="47780"/>
                  </a:lnTo>
                  <a:lnTo>
                    <a:pt x="1972356" y="47759"/>
                  </a:lnTo>
                  <a:lnTo>
                    <a:pt x="1964498" y="47738"/>
                  </a:lnTo>
                  <a:lnTo>
                    <a:pt x="1956640" y="47720"/>
                  </a:lnTo>
                  <a:lnTo>
                    <a:pt x="1948782" y="47704"/>
                  </a:lnTo>
                  <a:lnTo>
                    <a:pt x="1940924" y="47682"/>
                  </a:lnTo>
                  <a:lnTo>
                    <a:pt x="1933066" y="47663"/>
                  </a:lnTo>
                  <a:lnTo>
                    <a:pt x="1925208" y="47648"/>
                  </a:lnTo>
                  <a:lnTo>
                    <a:pt x="1917350" y="47632"/>
                  </a:lnTo>
                  <a:lnTo>
                    <a:pt x="1909492" y="47616"/>
                  </a:lnTo>
                  <a:lnTo>
                    <a:pt x="1901634" y="47595"/>
                  </a:lnTo>
                  <a:lnTo>
                    <a:pt x="1893776" y="47573"/>
                  </a:lnTo>
                  <a:lnTo>
                    <a:pt x="1885918" y="47552"/>
                  </a:lnTo>
                  <a:lnTo>
                    <a:pt x="1878060" y="47529"/>
                  </a:lnTo>
                  <a:lnTo>
                    <a:pt x="1870202" y="47507"/>
                  </a:lnTo>
                  <a:lnTo>
                    <a:pt x="1862344" y="47484"/>
                  </a:lnTo>
                  <a:lnTo>
                    <a:pt x="1854486" y="47461"/>
                  </a:lnTo>
                  <a:lnTo>
                    <a:pt x="1846628" y="47438"/>
                  </a:lnTo>
                  <a:lnTo>
                    <a:pt x="1838770" y="47414"/>
                  </a:lnTo>
                  <a:lnTo>
                    <a:pt x="1830912" y="47394"/>
                  </a:lnTo>
                  <a:lnTo>
                    <a:pt x="1823054" y="47375"/>
                  </a:lnTo>
                  <a:lnTo>
                    <a:pt x="1815196" y="47356"/>
                  </a:lnTo>
                  <a:lnTo>
                    <a:pt x="1807338" y="47337"/>
                  </a:lnTo>
                  <a:lnTo>
                    <a:pt x="1799480" y="47317"/>
                  </a:lnTo>
                  <a:lnTo>
                    <a:pt x="1791622" y="47290"/>
                  </a:lnTo>
                  <a:lnTo>
                    <a:pt x="1783764" y="47267"/>
                  </a:lnTo>
                  <a:lnTo>
                    <a:pt x="1775906" y="47242"/>
                  </a:lnTo>
                  <a:lnTo>
                    <a:pt x="1768048" y="47215"/>
                  </a:lnTo>
                  <a:lnTo>
                    <a:pt x="1760190" y="47187"/>
                  </a:lnTo>
                  <a:lnTo>
                    <a:pt x="1752332" y="47160"/>
                  </a:lnTo>
                  <a:lnTo>
                    <a:pt x="1744474" y="47137"/>
                  </a:lnTo>
                  <a:lnTo>
                    <a:pt x="1736616" y="47115"/>
                  </a:lnTo>
                  <a:lnTo>
                    <a:pt x="1728758" y="47088"/>
                  </a:lnTo>
                  <a:lnTo>
                    <a:pt x="1720900" y="47060"/>
                  </a:lnTo>
                  <a:lnTo>
                    <a:pt x="1713042" y="47037"/>
                  </a:lnTo>
                  <a:lnTo>
                    <a:pt x="1705184" y="47014"/>
                  </a:lnTo>
                  <a:lnTo>
                    <a:pt x="1697326" y="46985"/>
                  </a:lnTo>
                  <a:lnTo>
                    <a:pt x="1689468" y="46955"/>
                  </a:lnTo>
                  <a:lnTo>
                    <a:pt x="1681610" y="46927"/>
                  </a:lnTo>
                  <a:lnTo>
                    <a:pt x="1673752" y="46897"/>
                  </a:lnTo>
                  <a:lnTo>
                    <a:pt x="1665894" y="46867"/>
                  </a:lnTo>
                  <a:lnTo>
                    <a:pt x="1658036" y="46837"/>
                  </a:lnTo>
                  <a:lnTo>
                    <a:pt x="1650178" y="46811"/>
                  </a:lnTo>
                  <a:lnTo>
                    <a:pt x="1642320" y="46786"/>
                  </a:lnTo>
                  <a:lnTo>
                    <a:pt x="1634462" y="46760"/>
                  </a:lnTo>
                  <a:lnTo>
                    <a:pt x="1626604" y="46735"/>
                  </a:lnTo>
                  <a:lnTo>
                    <a:pt x="1618746" y="46705"/>
                  </a:lnTo>
                  <a:lnTo>
                    <a:pt x="1610888" y="46670"/>
                  </a:lnTo>
                  <a:lnTo>
                    <a:pt x="1603030" y="46635"/>
                  </a:lnTo>
                  <a:lnTo>
                    <a:pt x="1595172" y="46599"/>
                  </a:lnTo>
                  <a:lnTo>
                    <a:pt x="1587314" y="46562"/>
                  </a:lnTo>
                  <a:lnTo>
                    <a:pt x="1579456" y="46526"/>
                  </a:lnTo>
                  <a:lnTo>
                    <a:pt x="1571598" y="46495"/>
                  </a:lnTo>
                  <a:lnTo>
                    <a:pt x="1563740" y="46466"/>
                  </a:lnTo>
                  <a:lnTo>
                    <a:pt x="1555882" y="46438"/>
                  </a:lnTo>
                  <a:lnTo>
                    <a:pt x="1548024" y="46409"/>
                  </a:lnTo>
                  <a:lnTo>
                    <a:pt x="1540166" y="46380"/>
                  </a:lnTo>
                  <a:lnTo>
                    <a:pt x="1532308" y="46352"/>
                  </a:lnTo>
                  <a:lnTo>
                    <a:pt x="1524450" y="46325"/>
                  </a:lnTo>
                  <a:lnTo>
                    <a:pt x="1516592" y="46298"/>
                  </a:lnTo>
                  <a:lnTo>
                    <a:pt x="1508734" y="46270"/>
                  </a:lnTo>
                  <a:lnTo>
                    <a:pt x="1500876" y="46242"/>
                  </a:lnTo>
                  <a:lnTo>
                    <a:pt x="1493018" y="46214"/>
                  </a:lnTo>
                  <a:lnTo>
                    <a:pt x="1485160" y="46186"/>
                  </a:lnTo>
                  <a:lnTo>
                    <a:pt x="1477302" y="46153"/>
                  </a:lnTo>
                  <a:lnTo>
                    <a:pt x="1469444" y="46116"/>
                  </a:lnTo>
                  <a:lnTo>
                    <a:pt x="1461586" y="46077"/>
                  </a:lnTo>
                  <a:lnTo>
                    <a:pt x="1453728" y="46038"/>
                  </a:lnTo>
                  <a:lnTo>
                    <a:pt x="1445870" y="45996"/>
                  </a:lnTo>
                  <a:lnTo>
                    <a:pt x="1438012" y="45952"/>
                  </a:lnTo>
                  <a:lnTo>
                    <a:pt x="1430154" y="45903"/>
                  </a:lnTo>
                  <a:lnTo>
                    <a:pt x="1422296" y="45861"/>
                  </a:lnTo>
                  <a:lnTo>
                    <a:pt x="1414438" y="45818"/>
                  </a:lnTo>
                  <a:lnTo>
                    <a:pt x="1406580" y="45779"/>
                  </a:lnTo>
                  <a:lnTo>
                    <a:pt x="1398722" y="45731"/>
                  </a:lnTo>
                  <a:lnTo>
                    <a:pt x="1390864" y="45682"/>
                  </a:lnTo>
                  <a:lnTo>
                    <a:pt x="1383006" y="45633"/>
                  </a:lnTo>
                  <a:lnTo>
                    <a:pt x="1375148" y="45584"/>
                  </a:lnTo>
                  <a:lnTo>
                    <a:pt x="1367290" y="45535"/>
                  </a:lnTo>
                  <a:lnTo>
                    <a:pt x="1359432" y="45486"/>
                  </a:lnTo>
                  <a:lnTo>
                    <a:pt x="1351574" y="45434"/>
                  </a:lnTo>
                  <a:lnTo>
                    <a:pt x="1343716" y="45386"/>
                  </a:lnTo>
                  <a:lnTo>
                    <a:pt x="1335858" y="45348"/>
                  </a:lnTo>
                  <a:lnTo>
                    <a:pt x="1328000" y="45305"/>
                  </a:lnTo>
                  <a:lnTo>
                    <a:pt x="1320142" y="45261"/>
                  </a:lnTo>
                  <a:lnTo>
                    <a:pt x="1312284" y="45217"/>
                  </a:lnTo>
                  <a:lnTo>
                    <a:pt x="1304426" y="45172"/>
                  </a:lnTo>
                  <a:lnTo>
                    <a:pt x="1296568" y="45127"/>
                  </a:lnTo>
                  <a:lnTo>
                    <a:pt x="1288710" y="45081"/>
                  </a:lnTo>
                  <a:lnTo>
                    <a:pt x="1280852" y="45038"/>
                  </a:lnTo>
                  <a:lnTo>
                    <a:pt x="1272994" y="45000"/>
                  </a:lnTo>
                  <a:lnTo>
                    <a:pt x="1265136" y="44961"/>
                  </a:lnTo>
                  <a:lnTo>
                    <a:pt x="1257278" y="44909"/>
                  </a:lnTo>
                  <a:lnTo>
                    <a:pt x="1249420" y="44853"/>
                  </a:lnTo>
                  <a:lnTo>
                    <a:pt x="1241562" y="44796"/>
                  </a:lnTo>
                  <a:lnTo>
                    <a:pt x="1233704" y="44738"/>
                  </a:lnTo>
                  <a:lnTo>
                    <a:pt x="1225846" y="44681"/>
                  </a:lnTo>
                  <a:lnTo>
                    <a:pt x="1217988" y="44631"/>
                  </a:lnTo>
                  <a:lnTo>
                    <a:pt x="1210130" y="44581"/>
                  </a:lnTo>
                  <a:lnTo>
                    <a:pt x="1202272" y="44531"/>
                  </a:lnTo>
                  <a:lnTo>
                    <a:pt x="1194414" y="44480"/>
                  </a:lnTo>
                  <a:lnTo>
                    <a:pt x="1186556" y="44424"/>
                  </a:lnTo>
                  <a:lnTo>
                    <a:pt x="1178698" y="44376"/>
                  </a:lnTo>
                  <a:lnTo>
                    <a:pt x="1170840" y="44325"/>
                  </a:lnTo>
                  <a:lnTo>
                    <a:pt x="1162982" y="44274"/>
                  </a:lnTo>
                  <a:lnTo>
                    <a:pt x="1155124" y="44219"/>
                  </a:lnTo>
                  <a:lnTo>
                    <a:pt x="1147266" y="44163"/>
                  </a:lnTo>
                  <a:lnTo>
                    <a:pt x="1139408" y="44107"/>
                  </a:lnTo>
                  <a:lnTo>
                    <a:pt x="1131550" y="44053"/>
                  </a:lnTo>
                  <a:lnTo>
                    <a:pt x="1123692" y="43997"/>
                  </a:lnTo>
                  <a:lnTo>
                    <a:pt x="1115834" y="43940"/>
                  </a:lnTo>
                  <a:lnTo>
                    <a:pt x="1107976" y="43894"/>
                  </a:lnTo>
                  <a:lnTo>
                    <a:pt x="1100118" y="43844"/>
                  </a:lnTo>
                  <a:lnTo>
                    <a:pt x="1092260" y="43792"/>
                  </a:lnTo>
                  <a:lnTo>
                    <a:pt x="1084402" y="43718"/>
                  </a:lnTo>
                  <a:lnTo>
                    <a:pt x="1076544" y="43672"/>
                  </a:lnTo>
                  <a:lnTo>
                    <a:pt x="1068686" y="43625"/>
                  </a:lnTo>
                  <a:lnTo>
                    <a:pt x="1060828" y="43560"/>
                  </a:lnTo>
                  <a:lnTo>
                    <a:pt x="1052970" y="43507"/>
                  </a:lnTo>
                  <a:lnTo>
                    <a:pt x="1045112" y="43437"/>
                  </a:lnTo>
                  <a:lnTo>
                    <a:pt x="1037254" y="43366"/>
                  </a:lnTo>
                  <a:lnTo>
                    <a:pt x="1029397" y="43305"/>
                  </a:lnTo>
                  <a:lnTo>
                    <a:pt x="1021539" y="43258"/>
                  </a:lnTo>
                  <a:lnTo>
                    <a:pt x="1013681" y="43216"/>
                  </a:lnTo>
                  <a:lnTo>
                    <a:pt x="1005823" y="43180"/>
                  </a:lnTo>
                  <a:lnTo>
                    <a:pt x="997965" y="43138"/>
                  </a:lnTo>
                  <a:lnTo>
                    <a:pt x="990107" y="43083"/>
                  </a:lnTo>
                  <a:lnTo>
                    <a:pt x="982249" y="43023"/>
                  </a:lnTo>
                  <a:lnTo>
                    <a:pt x="974391" y="42945"/>
                  </a:lnTo>
                  <a:lnTo>
                    <a:pt x="966533" y="42900"/>
                  </a:lnTo>
                  <a:lnTo>
                    <a:pt x="958675" y="42848"/>
                  </a:lnTo>
                  <a:lnTo>
                    <a:pt x="950817" y="42794"/>
                  </a:lnTo>
                  <a:lnTo>
                    <a:pt x="942959" y="42740"/>
                  </a:lnTo>
                  <a:lnTo>
                    <a:pt x="935101" y="42684"/>
                  </a:lnTo>
                  <a:lnTo>
                    <a:pt x="927243" y="42623"/>
                  </a:lnTo>
                  <a:lnTo>
                    <a:pt x="919385" y="42574"/>
                  </a:lnTo>
                  <a:lnTo>
                    <a:pt x="911527" y="42525"/>
                  </a:lnTo>
                  <a:lnTo>
                    <a:pt x="903669" y="42475"/>
                  </a:lnTo>
                  <a:lnTo>
                    <a:pt x="895811" y="42424"/>
                  </a:lnTo>
                  <a:lnTo>
                    <a:pt x="887953" y="42374"/>
                  </a:lnTo>
                  <a:lnTo>
                    <a:pt x="880095" y="42323"/>
                  </a:lnTo>
                  <a:lnTo>
                    <a:pt x="872237" y="42271"/>
                  </a:lnTo>
                  <a:lnTo>
                    <a:pt x="864379" y="42209"/>
                  </a:lnTo>
                  <a:lnTo>
                    <a:pt x="856521" y="42126"/>
                  </a:lnTo>
                  <a:lnTo>
                    <a:pt x="848663" y="42077"/>
                  </a:lnTo>
                  <a:lnTo>
                    <a:pt x="840805" y="42018"/>
                  </a:lnTo>
                  <a:lnTo>
                    <a:pt x="832947" y="41925"/>
                  </a:lnTo>
                  <a:lnTo>
                    <a:pt x="825089" y="41860"/>
                  </a:lnTo>
                  <a:lnTo>
                    <a:pt x="817231" y="41843"/>
                  </a:lnTo>
                  <a:lnTo>
                    <a:pt x="809373" y="41760"/>
                  </a:lnTo>
                  <a:lnTo>
                    <a:pt x="801515" y="41662"/>
                  </a:lnTo>
                  <a:lnTo>
                    <a:pt x="793657" y="41617"/>
                  </a:lnTo>
                  <a:lnTo>
                    <a:pt x="785799" y="41535"/>
                  </a:lnTo>
                  <a:lnTo>
                    <a:pt x="777941" y="41449"/>
                  </a:lnTo>
                  <a:lnTo>
                    <a:pt x="770083" y="41412"/>
                  </a:lnTo>
                  <a:lnTo>
                    <a:pt x="762225" y="41374"/>
                  </a:lnTo>
                  <a:lnTo>
                    <a:pt x="754367" y="41290"/>
                  </a:lnTo>
                  <a:lnTo>
                    <a:pt x="746509" y="41200"/>
                  </a:lnTo>
                  <a:lnTo>
                    <a:pt x="738651" y="41107"/>
                  </a:lnTo>
                  <a:lnTo>
                    <a:pt x="730793" y="41065"/>
                  </a:lnTo>
                  <a:lnTo>
                    <a:pt x="722935" y="41027"/>
                  </a:lnTo>
                  <a:lnTo>
                    <a:pt x="715077" y="40982"/>
                  </a:lnTo>
                  <a:lnTo>
                    <a:pt x="707219" y="40910"/>
                  </a:lnTo>
                  <a:lnTo>
                    <a:pt x="699361" y="40813"/>
                  </a:lnTo>
                  <a:lnTo>
                    <a:pt x="691503" y="40783"/>
                  </a:lnTo>
                  <a:lnTo>
                    <a:pt x="683645" y="40730"/>
                  </a:lnTo>
                  <a:lnTo>
                    <a:pt x="675787" y="40645"/>
                  </a:lnTo>
                  <a:lnTo>
                    <a:pt x="667929" y="40560"/>
                  </a:lnTo>
                  <a:lnTo>
                    <a:pt x="660071" y="40462"/>
                  </a:lnTo>
                  <a:lnTo>
                    <a:pt x="652213" y="40378"/>
                  </a:lnTo>
                  <a:lnTo>
                    <a:pt x="644355" y="40300"/>
                  </a:lnTo>
                  <a:lnTo>
                    <a:pt x="636497" y="40212"/>
                  </a:lnTo>
                  <a:lnTo>
                    <a:pt x="628639" y="40122"/>
                  </a:lnTo>
                  <a:lnTo>
                    <a:pt x="620781" y="40059"/>
                  </a:lnTo>
                  <a:lnTo>
                    <a:pt x="612923" y="39971"/>
                  </a:lnTo>
                  <a:lnTo>
                    <a:pt x="605065" y="39899"/>
                  </a:lnTo>
                  <a:lnTo>
                    <a:pt x="597207" y="39847"/>
                  </a:lnTo>
                  <a:lnTo>
                    <a:pt x="589349" y="39797"/>
                  </a:lnTo>
                  <a:lnTo>
                    <a:pt x="581491" y="39746"/>
                  </a:lnTo>
                  <a:lnTo>
                    <a:pt x="573633" y="39678"/>
                  </a:lnTo>
                  <a:lnTo>
                    <a:pt x="565775" y="39590"/>
                  </a:lnTo>
                  <a:lnTo>
                    <a:pt x="557917" y="39502"/>
                  </a:lnTo>
                  <a:lnTo>
                    <a:pt x="550059" y="39412"/>
                  </a:lnTo>
                  <a:lnTo>
                    <a:pt x="542201" y="39324"/>
                  </a:lnTo>
                  <a:lnTo>
                    <a:pt x="534343" y="39290"/>
                  </a:lnTo>
                  <a:lnTo>
                    <a:pt x="526485" y="39294"/>
                  </a:lnTo>
                  <a:lnTo>
                    <a:pt x="518627" y="39277"/>
                  </a:lnTo>
                  <a:lnTo>
                    <a:pt x="510769" y="39198"/>
                  </a:lnTo>
                  <a:lnTo>
                    <a:pt x="502911" y="39119"/>
                  </a:lnTo>
                  <a:lnTo>
                    <a:pt x="495053" y="39038"/>
                  </a:lnTo>
                  <a:lnTo>
                    <a:pt x="487195" y="38957"/>
                  </a:lnTo>
                  <a:lnTo>
                    <a:pt x="479337" y="38875"/>
                  </a:lnTo>
                  <a:lnTo>
                    <a:pt x="471479" y="38785"/>
                  </a:lnTo>
                  <a:lnTo>
                    <a:pt x="463621" y="38700"/>
                  </a:lnTo>
                  <a:lnTo>
                    <a:pt x="455763" y="38626"/>
                  </a:lnTo>
                  <a:lnTo>
                    <a:pt x="447905" y="38549"/>
                  </a:lnTo>
                  <a:lnTo>
                    <a:pt x="440047" y="38510"/>
                  </a:lnTo>
                  <a:lnTo>
                    <a:pt x="432189" y="38406"/>
                  </a:lnTo>
                  <a:lnTo>
                    <a:pt x="424331" y="38319"/>
                  </a:lnTo>
                  <a:lnTo>
                    <a:pt x="416473" y="38225"/>
                  </a:lnTo>
                  <a:lnTo>
                    <a:pt x="408615" y="38151"/>
                  </a:lnTo>
                  <a:lnTo>
                    <a:pt x="400757" y="38077"/>
                  </a:lnTo>
                  <a:lnTo>
                    <a:pt x="392899" y="38004"/>
                  </a:lnTo>
                  <a:lnTo>
                    <a:pt x="385041" y="37930"/>
                  </a:lnTo>
                  <a:lnTo>
                    <a:pt x="377183" y="37904"/>
                  </a:lnTo>
                  <a:lnTo>
                    <a:pt x="369325" y="37814"/>
                  </a:lnTo>
                  <a:lnTo>
                    <a:pt x="361467" y="37704"/>
                  </a:lnTo>
                  <a:lnTo>
                    <a:pt x="353609" y="37628"/>
                  </a:lnTo>
                  <a:lnTo>
                    <a:pt x="345751" y="37559"/>
                  </a:lnTo>
                  <a:lnTo>
                    <a:pt x="337893" y="37474"/>
                  </a:lnTo>
                  <a:lnTo>
                    <a:pt x="330035" y="37386"/>
                  </a:lnTo>
                  <a:lnTo>
                    <a:pt x="322177" y="37318"/>
                  </a:lnTo>
                  <a:lnTo>
                    <a:pt x="314319" y="37282"/>
                  </a:lnTo>
                  <a:lnTo>
                    <a:pt x="306461" y="37191"/>
                  </a:lnTo>
                  <a:lnTo>
                    <a:pt x="298603" y="37152"/>
                  </a:lnTo>
                  <a:lnTo>
                    <a:pt x="290745" y="37099"/>
                  </a:lnTo>
                  <a:lnTo>
                    <a:pt x="282887" y="37077"/>
                  </a:lnTo>
                  <a:lnTo>
                    <a:pt x="275029" y="37010"/>
                  </a:lnTo>
                  <a:lnTo>
                    <a:pt x="267171" y="36931"/>
                  </a:lnTo>
                  <a:lnTo>
                    <a:pt x="259313" y="36879"/>
                  </a:lnTo>
                  <a:lnTo>
                    <a:pt x="251455" y="36786"/>
                  </a:lnTo>
                  <a:lnTo>
                    <a:pt x="243597" y="36709"/>
                  </a:lnTo>
                  <a:lnTo>
                    <a:pt x="235739" y="36671"/>
                  </a:lnTo>
                  <a:lnTo>
                    <a:pt x="227881" y="36629"/>
                  </a:lnTo>
                  <a:lnTo>
                    <a:pt x="220023" y="36576"/>
                  </a:lnTo>
                  <a:lnTo>
                    <a:pt x="212165" y="36523"/>
                  </a:lnTo>
                  <a:lnTo>
                    <a:pt x="204307" y="36469"/>
                  </a:lnTo>
                  <a:lnTo>
                    <a:pt x="196449" y="36416"/>
                  </a:lnTo>
                  <a:lnTo>
                    <a:pt x="188591" y="36348"/>
                  </a:lnTo>
                  <a:lnTo>
                    <a:pt x="180733" y="36306"/>
                  </a:lnTo>
                  <a:lnTo>
                    <a:pt x="172875" y="36245"/>
                  </a:lnTo>
                  <a:lnTo>
                    <a:pt x="165017" y="36179"/>
                  </a:lnTo>
                  <a:lnTo>
                    <a:pt x="157159" y="36124"/>
                  </a:lnTo>
                  <a:lnTo>
                    <a:pt x="149301" y="36089"/>
                  </a:lnTo>
                  <a:lnTo>
                    <a:pt x="141443" y="36034"/>
                  </a:lnTo>
                  <a:lnTo>
                    <a:pt x="133585" y="35979"/>
                  </a:lnTo>
                  <a:lnTo>
                    <a:pt x="125727" y="35922"/>
                  </a:lnTo>
                  <a:lnTo>
                    <a:pt x="117869" y="35805"/>
                  </a:lnTo>
                  <a:lnTo>
                    <a:pt x="110011" y="35774"/>
                  </a:lnTo>
                  <a:lnTo>
                    <a:pt x="102153" y="35754"/>
                  </a:lnTo>
                  <a:lnTo>
                    <a:pt x="94295" y="35698"/>
                  </a:lnTo>
                  <a:lnTo>
                    <a:pt x="86437" y="35641"/>
                  </a:lnTo>
                  <a:lnTo>
                    <a:pt x="78579" y="35584"/>
                  </a:lnTo>
                  <a:lnTo>
                    <a:pt x="70721" y="35527"/>
                  </a:lnTo>
                  <a:lnTo>
                    <a:pt x="62863" y="35469"/>
                  </a:lnTo>
                  <a:lnTo>
                    <a:pt x="55005" y="35420"/>
                  </a:lnTo>
                  <a:lnTo>
                    <a:pt x="47147" y="35361"/>
                  </a:lnTo>
                  <a:lnTo>
                    <a:pt x="39289" y="35298"/>
                  </a:lnTo>
                  <a:lnTo>
                    <a:pt x="31431" y="35280"/>
                  </a:lnTo>
                  <a:lnTo>
                    <a:pt x="23573" y="35245"/>
                  </a:lnTo>
                  <a:lnTo>
                    <a:pt x="15715" y="35198"/>
                  </a:lnTo>
                  <a:lnTo>
                    <a:pt x="7857" y="35161"/>
                  </a:lnTo>
                  <a:lnTo>
                    <a:pt x="0" y="35150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1186414" y="4907504"/>
              <a:ext cx="2035220" cy="35004"/>
            </a:xfrm>
            <a:custGeom>
              <a:avLst/>
              <a:pathLst>
                <a:path w="2035220" h="35004">
                  <a:moveTo>
                    <a:pt x="0" y="0"/>
                  </a:moveTo>
                  <a:lnTo>
                    <a:pt x="7857" y="493"/>
                  </a:lnTo>
                  <a:lnTo>
                    <a:pt x="15715" y="901"/>
                  </a:lnTo>
                  <a:lnTo>
                    <a:pt x="23573" y="1294"/>
                  </a:lnTo>
                  <a:lnTo>
                    <a:pt x="31431" y="1685"/>
                  </a:lnTo>
                  <a:lnTo>
                    <a:pt x="39289" y="2116"/>
                  </a:lnTo>
                  <a:lnTo>
                    <a:pt x="47147" y="2565"/>
                  </a:lnTo>
                  <a:lnTo>
                    <a:pt x="55005" y="3012"/>
                  </a:lnTo>
                  <a:lnTo>
                    <a:pt x="62863" y="3486"/>
                  </a:lnTo>
                  <a:lnTo>
                    <a:pt x="70721" y="3891"/>
                  </a:lnTo>
                  <a:lnTo>
                    <a:pt x="78579" y="4322"/>
                  </a:lnTo>
                  <a:lnTo>
                    <a:pt x="86437" y="4752"/>
                  </a:lnTo>
                  <a:lnTo>
                    <a:pt x="94295" y="5059"/>
                  </a:lnTo>
                  <a:lnTo>
                    <a:pt x="102153" y="5454"/>
                  </a:lnTo>
                  <a:lnTo>
                    <a:pt x="110011" y="5865"/>
                  </a:lnTo>
                  <a:lnTo>
                    <a:pt x="117869" y="6212"/>
                  </a:lnTo>
                  <a:lnTo>
                    <a:pt x="125727" y="6561"/>
                  </a:lnTo>
                  <a:lnTo>
                    <a:pt x="133585" y="6906"/>
                  </a:lnTo>
                  <a:lnTo>
                    <a:pt x="141443" y="7259"/>
                  </a:lnTo>
                  <a:lnTo>
                    <a:pt x="149301" y="7644"/>
                  </a:lnTo>
                  <a:lnTo>
                    <a:pt x="157159" y="7922"/>
                  </a:lnTo>
                  <a:lnTo>
                    <a:pt x="165017" y="8319"/>
                  </a:lnTo>
                  <a:lnTo>
                    <a:pt x="172875" y="8888"/>
                  </a:lnTo>
                  <a:lnTo>
                    <a:pt x="180733" y="9201"/>
                  </a:lnTo>
                  <a:lnTo>
                    <a:pt x="188591" y="9623"/>
                  </a:lnTo>
                  <a:lnTo>
                    <a:pt x="196449" y="9891"/>
                  </a:lnTo>
                  <a:lnTo>
                    <a:pt x="204307" y="10280"/>
                  </a:lnTo>
                  <a:lnTo>
                    <a:pt x="212165" y="10596"/>
                  </a:lnTo>
                  <a:lnTo>
                    <a:pt x="220023" y="10809"/>
                  </a:lnTo>
                  <a:lnTo>
                    <a:pt x="227881" y="11020"/>
                  </a:lnTo>
                  <a:lnTo>
                    <a:pt x="235739" y="11231"/>
                  </a:lnTo>
                  <a:lnTo>
                    <a:pt x="243597" y="11440"/>
                  </a:lnTo>
                  <a:lnTo>
                    <a:pt x="251455" y="11680"/>
                  </a:lnTo>
                  <a:lnTo>
                    <a:pt x="259313" y="11977"/>
                  </a:lnTo>
                  <a:lnTo>
                    <a:pt x="267171" y="12378"/>
                  </a:lnTo>
                  <a:lnTo>
                    <a:pt x="275029" y="12783"/>
                  </a:lnTo>
                  <a:lnTo>
                    <a:pt x="282887" y="13079"/>
                  </a:lnTo>
                  <a:lnTo>
                    <a:pt x="290745" y="13238"/>
                  </a:lnTo>
                  <a:lnTo>
                    <a:pt x="298603" y="13513"/>
                  </a:lnTo>
                  <a:lnTo>
                    <a:pt x="306461" y="13635"/>
                  </a:lnTo>
                  <a:lnTo>
                    <a:pt x="314319" y="14015"/>
                  </a:lnTo>
                  <a:lnTo>
                    <a:pt x="322177" y="14244"/>
                  </a:lnTo>
                  <a:lnTo>
                    <a:pt x="330035" y="14545"/>
                  </a:lnTo>
                  <a:lnTo>
                    <a:pt x="337893" y="14843"/>
                  </a:lnTo>
                  <a:lnTo>
                    <a:pt x="345751" y="15138"/>
                  </a:lnTo>
                  <a:lnTo>
                    <a:pt x="353609" y="15434"/>
                  </a:lnTo>
                  <a:lnTo>
                    <a:pt x="361467" y="15772"/>
                  </a:lnTo>
                  <a:lnTo>
                    <a:pt x="369325" y="16051"/>
                  </a:lnTo>
                  <a:lnTo>
                    <a:pt x="377183" y="16320"/>
                  </a:lnTo>
                  <a:lnTo>
                    <a:pt x="385041" y="16585"/>
                  </a:lnTo>
                  <a:lnTo>
                    <a:pt x="392899" y="16855"/>
                  </a:lnTo>
                  <a:lnTo>
                    <a:pt x="400757" y="17146"/>
                  </a:lnTo>
                  <a:lnTo>
                    <a:pt x="408615" y="17424"/>
                  </a:lnTo>
                  <a:lnTo>
                    <a:pt x="416473" y="17697"/>
                  </a:lnTo>
                  <a:lnTo>
                    <a:pt x="424331" y="17943"/>
                  </a:lnTo>
                  <a:lnTo>
                    <a:pt x="432189" y="18147"/>
                  </a:lnTo>
                  <a:lnTo>
                    <a:pt x="440047" y="18390"/>
                  </a:lnTo>
                  <a:lnTo>
                    <a:pt x="447905" y="18592"/>
                  </a:lnTo>
                  <a:lnTo>
                    <a:pt x="455763" y="18899"/>
                  </a:lnTo>
                  <a:lnTo>
                    <a:pt x="463621" y="19137"/>
                  </a:lnTo>
                  <a:lnTo>
                    <a:pt x="471479" y="19392"/>
                  </a:lnTo>
                  <a:lnTo>
                    <a:pt x="479337" y="19634"/>
                  </a:lnTo>
                  <a:lnTo>
                    <a:pt x="487195" y="19874"/>
                  </a:lnTo>
                  <a:lnTo>
                    <a:pt x="495053" y="20114"/>
                  </a:lnTo>
                  <a:lnTo>
                    <a:pt x="502911" y="20351"/>
                  </a:lnTo>
                  <a:lnTo>
                    <a:pt x="510769" y="20527"/>
                  </a:lnTo>
                  <a:lnTo>
                    <a:pt x="518627" y="20767"/>
                  </a:lnTo>
                  <a:lnTo>
                    <a:pt x="526485" y="21053"/>
                  </a:lnTo>
                  <a:lnTo>
                    <a:pt x="534343" y="21283"/>
                  </a:lnTo>
                  <a:lnTo>
                    <a:pt x="542201" y="21511"/>
                  </a:lnTo>
                  <a:lnTo>
                    <a:pt x="550059" y="21737"/>
                  </a:lnTo>
                  <a:lnTo>
                    <a:pt x="557917" y="21939"/>
                  </a:lnTo>
                  <a:lnTo>
                    <a:pt x="565775" y="22072"/>
                  </a:lnTo>
                  <a:lnTo>
                    <a:pt x="573633" y="22211"/>
                  </a:lnTo>
                  <a:lnTo>
                    <a:pt x="581491" y="22342"/>
                  </a:lnTo>
                  <a:lnTo>
                    <a:pt x="589349" y="22565"/>
                  </a:lnTo>
                  <a:lnTo>
                    <a:pt x="597207" y="22741"/>
                  </a:lnTo>
                  <a:lnTo>
                    <a:pt x="605065" y="22851"/>
                  </a:lnTo>
                  <a:lnTo>
                    <a:pt x="612923" y="22940"/>
                  </a:lnTo>
                  <a:lnTo>
                    <a:pt x="620781" y="23137"/>
                  </a:lnTo>
                  <a:lnTo>
                    <a:pt x="628639" y="23262"/>
                  </a:lnTo>
                  <a:lnTo>
                    <a:pt x="636497" y="23465"/>
                  </a:lnTo>
                  <a:lnTo>
                    <a:pt x="644355" y="23607"/>
                  </a:lnTo>
                  <a:lnTo>
                    <a:pt x="652213" y="23818"/>
                  </a:lnTo>
                  <a:lnTo>
                    <a:pt x="660071" y="24029"/>
                  </a:lnTo>
                  <a:lnTo>
                    <a:pt x="667929" y="24230"/>
                  </a:lnTo>
                  <a:lnTo>
                    <a:pt x="675787" y="24344"/>
                  </a:lnTo>
                  <a:lnTo>
                    <a:pt x="683645" y="24493"/>
                  </a:lnTo>
                  <a:lnTo>
                    <a:pt x="691503" y="24646"/>
                  </a:lnTo>
                  <a:lnTo>
                    <a:pt x="699361" y="24831"/>
                  </a:lnTo>
                  <a:lnTo>
                    <a:pt x="707219" y="24970"/>
                  </a:lnTo>
                  <a:lnTo>
                    <a:pt x="715077" y="25117"/>
                  </a:lnTo>
                  <a:lnTo>
                    <a:pt x="722935" y="25272"/>
                  </a:lnTo>
                  <a:lnTo>
                    <a:pt x="730793" y="25412"/>
                  </a:lnTo>
                  <a:lnTo>
                    <a:pt x="738651" y="25544"/>
                  </a:lnTo>
                  <a:lnTo>
                    <a:pt x="746509" y="25687"/>
                  </a:lnTo>
                  <a:lnTo>
                    <a:pt x="754367" y="25818"/>
                  </a:lnTo>
                  <a:lnTo>
                    <a:pt x="762225" y="26003"/>
                  </a:lnTo>
                  <a:lnTo>
                    <a:pt x="770083" y="26151"/>
                  </a:lnTo>
                  <a:lnTo>
                    <a:pt x="777941" y="26221"/>
                  </a:lnTo>
                  <a:lnTo>
                    <a:pt x="785799" y="26325"/>
                  </a:lnTo>
                  <a:lnTo>
                    <a:pt x="793657" y="26452"/>
                  </a:lnTo>
                  <a:lnTo>
                    <a:pt x="801515" y="26579"/>
                  </a:lnTo>
                  <a:lnTo>
                    <a:pt x="809373" y="26767"/>
                  </a:lnTo>
                  <a:lnTo>
                    <a:pt x="817231" y="26831"/>
                  </a:lnTo>
                  <a:lnTo>
                    <a:pt x="825089" y="26971"/>
                  </a:lnTo>
                  <a:lnTo>
                    <a:pt x="832947" y="27080"/>
                  </a:lnTo>
                  <a:lnTo>
                    <a:pt x="840805" y="27207"/>
                  </a:lnTo>
                  <a:lnTo>
                    <a:pt x="848663" y="27339"/>
                  </a:lnTo>
                  <a:lnTo>
                    <a:pt x="856521" y="27448"/>
                  </a:lnTo>
                  <a:lnTo>
                    <a:pt x="864379" y="27553"/>
                  </a:lnTo>
                  <a:lnTo>
                    <a:pt x="872237" y="27631"/>
                  </a:lnTo>
                  <a:lnTo>
                    <a:pt x="880095" y="27729"/>
                  </a:lnTo>
                  <a:lnTo>
                    <a:pt x="887953" y="27819"/>
                  </a:lnTo>
                  <a:lnTo>
                    <a:pt x="895811" y="27922"/>
                  </a:lnTo>
                  <a:lnTo>
                    <a:pt x="903669" y="28017"/>
                  </a:lnTo>
                  <a:lnTo>
                    <a:pt x="911527" y="28112"/>
                  </a:lnTo>
                  <a:lnTo>
                    <a:pt x="919385" y="28132"/>
                  </a:lnTo>
                  <a:lnTo>
                    <a:pt x="927243" y="28209"/>
                  </a:lnTo>
                  <a:lnTo>
                    <a:pt x="935101" y="28292"/>
                  </a:lnTo>
                  <a:lnTo>
                    <a:pt x="942959" y="28421"/>
                  </a:lnTo>
                  <a:lnTo>
                    <a:pt x="950817" y="28494"/>
                  </a:lnTo>
                  <a:lnTo>
                    <a:pt x="958675" y="28567"/>
                  </a:lnTo>
                  <a:lnTo>
                    <a:pt x="966533" y="28639"/>
                  </a:lnTo>
                  <a:lnTo>
                    <a:pt x="974391" y="28712"/>
                  </a:lnTo>
                  <a:lnTo>
                    <a:pt x="982249" y="28783"/>
                  </a:lnTo>
                  <a:lnTo>
                    <a:pt x="990107" y="28856"/>
                  </a:lnTo>
                  <a:lnTo>
                    <a:pt x="997965" y="28927"/>
                  </a:lnTo>
                  <a:lnTo>
                    <a:pt x="1005823" y="28999"/>
                  </a:lnTo>
                  <a:lnTo>
                    <a:pt x="1013681" y="29109"/>
                  </a:lnTo>
                  <a:lnTo>
                    <a:pt x="1021539" y="29141"/>
                  </a:lnTo>
                  <a:lnTo>
                    <a:pt x="1029397" y="29237"/>
                  </a:lnTo>
                  <a:lnTo>
                    <a:pt x="1037254" y="29284"/>
                  </a:lnTo>
                  <a:lnTo>
                    <a:pt x="1045112" y="29352"/>
                  </a:lnTo>
                  <a:lnTo>
                    <a:pt x="1052970" y="29488"/>
                  </a:lnTo>
                  <a:lnTo>
                    <a:pt x="1060828" y="29570"/>
                  </a:lnTo>
                  <a:lnTo>
                    <a:pt x="1068686" y="29566"/>
                  </a:lnTo>
                  <a:lnTo>
                    <a:pt x="1076544" y="29638"/>
                  </a:lnTo>
                  <a:lnTo>
                    <a:pt x="1084402" y="29711"/>
                  </a:lnTo>
                  <a:lnTo>
                    <a:pt x="1092260" y="29767"/>
                  </a:lnTo>
                  <a:lnTo>
                    <a:pt x="1100118" y="29835"/>
                  </a:lnTo>
                  <a:lnTo>
                    <a:pt x="1107976" y="29902"/>
                  </a:lnTo>
                  <a:lnTo>
                    <a:pt x="1115834" y="29984"/>
                  </a:lnTo>
                  <a:lnTo>
                    <a:pt x="1123692" y="30069"/>
                  </a:lnTo>
                  <a:lnTo>
                    <a:pt x="1131550" y="30140"/>
                  </a:lnTo>
                  <a:lnTo>
                    <a:pt x="1139408" y="30227"/>
                  </a:lnTo>
                  <a:lnTo>
                    <a:pt x="1147266" y="30282"/>
                  </a:lnTo>
                  <a:lnTo>
                    <a:pt x="1155124" y="30350"/>
                  </a:lnTo>
                  <a:lnTo>
                    <a:pt x="1162982" y="30420"/>
                  </a:lnTo>
                  <a:lnTo>
                    <a:pt x="1170840" y="30490"/>
                  </a:lnTo>
                  <a:lnTo>
                    <a:pt x="1178698" y="30559"/>
                  </a:lnTo>
                  <a:lnTo>
                    <a:pt x="1186556" y="30628"/>
                  </a:lnTo>
                  <a:lnTo>
                    <a:pt x="1194414" y="30658"/>
                  </a:lnTo>
                  <a:lnTo>
                    <a:pt x="1202272" y="30704"/>
                  </a:lnTo>
                  <a:lnTo>
                    <a:pt x="1210130" y="30768"/>
                  </a:lnTo>
                  <a:lnTo>
                    <a:pt x="1217988" y="30827"/>
                  </a:lnTo>
                  <a:lnTo>
                    <a:pt x="1225846" y="30846"/>
                  </a:lnTo>
                  <a:lnTo>
                    <a:pt x="1233704" y="30909"/>
                  </a:lnTo>
                  <a:lnTo>
                    <a:pt x="1241562" y="30968"/>
                  </a:lnTo>
                  <a:lnTo>
                    <a:pt x="1249420" y="31076"/>
                  </a:lnTo>
                  <a:lnTo>
                    <a:pt x="1257278" y="31155"/>
                  </a:lnTo>
                  <a:lnTo>
                    <a:pt x="1265136" y="31223"/>
                  </a:lnTo>
                  <a:lnTo>
                    <a:pt x="1272994" y="31303"/>
                  </a:lnTo>
                  <a:lnTo>
                    <a:pt x="1280852" y="31345"/>
                  </a:lnTo>
                  <a:lnTo>
                    <a:pt x="1288710" y="31408"/>
                  </a:lnTo>
                  <a:lnTo>
                    <a:pt x="1296568" y="31472"/>
                  </a:lnTo>
                  <a:lnTo>
                    <a:pt x="1304426" y="31565"/>
                  </a:lnTo>
                  <a:lnTo>
                    <a:pt x="1312284" y="31606"/>
                  </a:lnTo>
                  <a:lnTo>
                    <a:pt x="1320142" y="31658"/>
                  </a:lnTo>
                  <a:lnTo>
                    <a:pt x="1328000" y="31720"/>
                  </a:lnTo>
                  <a:lnTo>
                    <a:pt x="1335858" y="31797"/>
                  </a:lnTo>
                  <a:lnTo>
                    <a:pt x="1343716" y="31898"/>
                  </a:lnTo>
                  <a:lnTo>
                    <a:pt x="1351574" y="31999"/>
                  </a:lnTo>
                  <a:lnTo>
                    <a:pt x="1359432" y="32078"/>
                  </a:lnTo>
                  <a:lnTo>
                    <a:pt x="1367290" y="32108"/>
                  </a:lnTo>
                  <a:lnTo>
                    <a:pt x="1375148" y="32120"/>
                  </a:lnTo>
                  <a:lnTo>
                    <a:pt x="1383006" y="32148"/>
                  </a:lnTo>
                  <a:lnTo>
                    <a:pt x="1390864" y="32207"/>
                  </a:lnTo>
                  <a:lnTo>
                    <a:pt x="1398722" y="32267"/>
                  </a:lnTo>
                  <a:lnTo>
                    <a:pt x="1406580" y="32327"/>
                  </a:lnTo>
                  <a:lnTo>
                    <a:pt x="1414438" y="32386"/>
                  </a:lnTo>
                  <a:lnTo>
                    <a:pt x="1422296" y="32446"/>
                  </a:lnTo>
                  <a:lnTo>
                    <a:pt x="1430154" y="32505"/>
                  </a:lnTo>
                  <a:lnTo>
                    <a:pt x="1438012" y="32564"/>
                  </a:lnTo>
                  <a:lnTo>
                    <a:pt x="1445870" y="32610"/>
                  </a:lnTo>
                  <a:lnTo>
                    <a:pt x="1453728" y="32615"/>
                  </a:lnTo>
                  <a:lnTo>
                    <a:pt x="1461586" y="32673"/>
                  </a:lnTo>
                  <a:lnTo>
                    <a:pt x="1469444" y="32730"/>
                  </a:lnTo>
                  <a:lnTo>
                    <a:pt x="1477302" y="32786"/>
                  </a:lnTo>
                  <a:lnTo>
                    <a:pt x="1485160" y="32843"/>
                  </a:lnTo>
                  <a:lnTo>
                    <a:pt x="1493018" y="32857"/>
                  </a:lnTo>
                  <a:lnTo>
                    <a:pt x="1500876" y="32864"/>
                  </a:lnTo>
                  <a:lnTo>
                    <a:pt x="1508734" y="32871"/>
                  </a:lnTo>
                  <a:lnTo>
                    <a:pt x="1516592" y="32914"/>
                  </a:lnTo>
                  <a:lnTo>
                    <a:pt x="1524450" y="33002"/>
                  </a:lnTo>
                  <a:lnTo>
                    <a:pt x="1532308" y="33090"/>
                  </a:lnTo>
                  <a:lnTo>
                    <a:pt x="1540166" y="33179"/>
                  </a:lnTo>
                  <a:lnTo>
                    <a:pt x="1548024" y="33233"/>
                  </a:lnTo>
                  <a:lnTo>
                    <a:pt x="1555882" y="33246"/>
                  </a:lnTo>
                  <a:lnTo>
                    <a:pt x="1563740" y="33258"/>
                  </a:lnTo>
                  <a:lnTo>
                    <a:pt x="1571598" y="33270"/>
                  </a:lnTo>
                  <a:lnTo>
                    <a:pt x="1579456" y="33296"/>
                  </a:lnTo>
                  <a:lnTo>
                    <a:pt x="1587314" y="33357"/>
                  </a:lnTo>
                  <a:lnTo>
                    <a:pt x="1595172" y="33417"/>
                  </a:lnTo>
                  <a:lnTo>
                    <a:pt x="1603030" y="33479"/>
                  </a:lnTo>
                  <a:lnTo>
                    <a:pt x="1610888" y="33541"/>
                  </a:lnTo>
                  <a:lnTo>
                    <a:pt x="1618746" y="33603"/>
                  </a:lnTo>
                  <a:lnTo>
                    <a:pt x="1626604" y="33664"/>
                  </a:lnTo>
                  <a:lnTo>
                    <a:pt x="1634462" y="33725"/>
                  </a:lnTo>
                  <a:lnTo>
                    <a:pt x="1642320" y="33759"/>
                  </a:lnTo>
                  <a:lnTo>
                    <a:pt x="1650178" y="33833"/>
                  </a:lnTo>
                  <a:lnTo>
                    <a:pt x="1658036" y="33880"/>
                  </a:lnTo>
                  <a:lnTo>
                    <a:pt x="1665894" y="33906"/>
                  </a:lnTo>
                  <a:lnTo>
                    <a:pt x="1673752" y="33931"/>
                  </a:lnTo>
                  <a:lnTo>
                    <a:pt x="1681610" y="33956"/>
                  </a:lnTo>
                  <a:lnTo>
                    <a:pt x="1689468" y="33981"/>
                  </a:lnTo>
                  <a:lnTo>
                    <a:pt x="1697326" y="34000"/>
                  </a:lnTo>
                  <a:lnTo>
                    <a:pt x="1705184" y="34012"/>
                  </a:lnTo>
                  <a:lnTo>
                    <a:pt x="1713042" y="34024"/>
                  </a:lnTo>
                  <a:lnTo>
                    <a:pt x="1720900" y="34035"/>
                  </a:lnTo>
                  <a:lnTo>
                    <a:pt x="1728758" y="34047"/>
                  </a:lnTo>
                  <a:lnTo>
                    <a:pt x="1736616" y="34059"/>
                  </a:lnTo>
                  <a:lnTo>
                    <a:pt x="1744474" y="34070"/>
                  </a:lnTo>
                  <a:lnTo>
                    <a:pt x="1752332" y="34082"/>
                  </a:lnTo>
                  <a:lnTo>
                    <a:pt x="1760190" y="34094"/>
                  </a:lnTo>
                  <a:lnTo>
                    <a:pt x="1768048" y="34134"/>
                  </a:lnTo>
                  <a:lnTo>
                    <a:pt x="1775906" y="34172"/>
                  </a:lnTo>
                  <a:lnTo>
                    <a:pt x="1783764" y="34168"/>
                  </a:lnTo>
                  <a:lnTo>
                    <a:pt x="1791622" y="34221"/>
                  </a:lnTo>
                  <a:lnTo>
                    <a:pt x="1799480" y="34292"/>
                  </a:lnTo>
                  <a:lnTo>
                    <a:pt x="1807338" y="34353"/>
                  </a:lnTo>
                  <a:lnTo>
                    <a:pt x="1815196" y="34377"/>
                  </a:lnTo>
                  <a:lnTo>
                    <a:pt x="1823054" y="34399"/>
                  </a:lnTo>
                  <a:lnTo>
                    <a:pt x="1830912" y="34421"/>
                  </a:lnTo>
                  <a:lnTo>
                    <a:pt x="1838770" y="34453"/>
                  </a:lnTo>
                  <a:lnTo>
                    <a:pt x="1846628" y="34472"/>
                  </a:lnTo>
                  <a:lnTo>
                    <a:pt x="1854486" y="34491"/>
                  </a:lnTo>
                  <a:lnTo>
                    <a:pt x="1862344" y="34510"/>
                  </a:lnTo>
                  <a:lnTo>
                    <a:pt x="1870202" y="34528"/>
                  </a:lnTo>
                  <a:lnTo>
                    <a:pt x="1878060" y="34556"/>
                  </a:lnTo>
                  <a:lnTo>
                    <a:pt x="1885918" y="34601"/>
                  </a:lnTo>
                  <a:lnTo>
                    <a:pt x="1893776" y="34625"/>
                  </a:lnTo>
                  <a:lnTo>
                    <a:pt x="1901634" y="34650"/>
                  </a:lnTo>
                  <a:lnTo>
                    <a:pt x="1909492" y="34674"/>
                  </a:lnTo>
                  <a:lnTo>
                    <a:pt x="1917350" y="34698"/>
                  </a:lnTo>
                  <a:lnTo>
                    <a:pt x="1925208" y="34714"/>
                  </a:lnTo>
                  <a:lnTo>
                    <a:pt x="1933066" y="34724"/>
                  </a:lnTo>
                  <a:lnTo>
                    <a:pt x="1940924" y="34734"/>
                  </a:lnTo>
                  <a:lnTo>
                    <a:pt x="1948782" y="34744"/>
                  </a:lnTo>
                  <a:lnTo>
                    <a:pt x="1956640" y="34754"/>
                  </a:lnTo>
                  <a:lnTo>
                    <a:pt x="1964498" y="34767"/>
                  </a:lnTo>
                  <a:lnTo>
                    <a:pt x="1972356" y="34786"/>
                  </a:lnTo>
                  <a:lnTo>
                    <a:pt x="1980214" y="34806"/>
                  </a:lnTo>
                  <a:lnTo>
                    <a:pt x="1988072" y="34826"/>
                  </a:lnTo>
                  <a:lnTo>
                    <a:pt x="1995930" y="34846"/>
                  </a:lnTo>
                  <a:lnTo>
                    <a:pt x="2003788" y="34866"/>
                  </a:lnTo>
                  <a:lnTo>
                    <a:pt x="2011646" y="34886"/>
                  </a:lnTo>
                  <a:lnTo>
                    <a:pt x="2019504" y="34907"/>
                  </a:lnTo>
                  <a:lnTo>
                    <a:pt x="2027362" y="34956"/>
                  </a:lnTo>
                  <a:lnTo>
                    <a:pt x="2035220" y="350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1186414" y="4942655"/>
              <a:ext cx="2035220" cy="12768"/>
            </a:xfrm>
            <a:custGeom>
              <a:avLst/>
              <a:pathLst>
                <a:path w="2035220" h="12768">
                  <a:moveTo>
                    <a:pt x="2035220" y="12768"/>
                  </a:moveTo>
                  <a:lnTo>
                    <a:pt x="2027362" y="12749"/>
                  </a:lnTo>
                  <a:lnTo>
                    <a:pt x="2019504" y="12730"/>
                  </a:lnTo>
                  <a:lnTo>
                    <a:pt x="2011646" y="12710"/>
                  </a:lnTo>
                  <a:lnTo>
                    <a:pt x="2003788" y="12690"/>
                  </a:lnTo>
                  <a:lnTo>
                    <a:pt x="1995930" y="12670"/>
                  </a:lnTo>
                  <a:lnTo>
                    <a:pt x="1988072" y="12650"/>
                  </a:lnTo>
                  <a:lnTo>
                    <a:pt x="1980214" y="12629"/>
                  </a:lnTo>
                  <a:lnTo>
                    <a:pt x="1972356" y="12608"/>
                  </a:lnTo>
                  <a:lnTo>
                    <a:pt x="1964498" y="12587"/>
                  </a:lnTo>
                  <a:lnTo>
                    <a:pt x="1956640" y="12569"/>
                  </a:lnTo>
                  <a:lnTo>
                    <a:pt x="1948782" y="12553"/>
                  </a:lnTo>
                  <a:lnTo>
                    <a:pt x="1940924" y="12532"/>
                  </a:lnTo>
                  <a:lnTo>
                    <a:pt x="1933066" y="12512"/>
                  </a:lnTo>
                  <a:lnTo>
                    <a:pt x="1925208" y="12497"/>
                  </a:lnTo>
                  <a:lnTo>
                    <a:pt x="1917350" y="12481"/>
                  </a:lnTo>
                  <a:lnTo>
                    <a:pt x="1909492" y="12465"/>
                  </a:lnTo>
                  <a:lnTo>
                    <a:pt x="1901634" y="12444"/>
                  </a:lnTo>
                  <a:lnTo>
                    <a:pt x="1893776" y="12423"/>
                  </a:lnTo>
                  <a:lnTo>
                    <a:pt x="1885918" y="12401"/>
                  </a:lnTo>
                  <a:lnTo>
                    <a:pt x="1878060" y="12379"/>
                  </a:lnTo>
                  <a:lnTo>
                    <a:pt x="1870202" y="12356"/>
                  </a:lnTo>
                  <a:lnTo>
                    <a:pt x="1862344" y="12333"/>
                  </a:lnTo>
                  <a:lnTo>
                    <a:pt x="1854486" y="12310"/>
                  </a:lnTo>
                  <a:lnTo>
                    <a:pt x="1846628" y="12287"/>
                  </a:lnTo>
                  <a:lnTo>
                    <a:pt x="1838770" y="12263"/>
                  </a:lnTo>
                  <a:lnTo>
                    <a:pt x="1830912" y="12243"/>
                  </a:lnTo>
                  <a:lnTo>
                    <a:pt x="1823054" y="12224"/>
                  </a:lnTo>
                  <a:lnTo>
                    <a:pt x="1815196" y="12205"/>
                  </a:lnTo>
                  <a:lnTo>
                    <a:pt x="1807338" y="12186"/>
                  </a:lnTo>
                  <a:lnTo>
                    <a:pt x="1799480" y="12166"/>
                  </a:lnTo>
                  <a:lnTo>
                    <a:pt x="1791622" y="12139"/>
                  </a:lnTo>
                  <a:lnTo>
                    <a:pt x="1783764" y="12116"/>
                  </a:lnTo>
                  <a:lnTo>
                    <a:pt x="1775906" y="12091"/>
                  </a:lnTo>
                  <a:lnTo>
                    <a:pt x="1768048" y="12064"/>
                  </a:lnTo>
                  <a:lnTo>
                    <a:pt x="1760190" y="12037"/>
                  </a:lnTo>
                  <a:lnTo>
                    <a:pt x="1752332" y="12009"/>
                  </a:lnTo>
                  <a:lnTo>
                    <a:pt x="1744474" y="11986"/>
                  </a:lnTo>
                  <a:lnTo>
                    <a:pt x="1736616" y="11964"/>
                  </a:lnTo>
                  <a:lnTo>
                    <a:pt x="1728758" y="11937"/>
                  </a:lnTo>
                  <a:lnTo>
                    <a:pt x="1720900" y="11909"/>
                  </a:lnTo>
                  <a:lnTo>
                    <a:pt x="1713042" y="11886"/>
                  </a:lnTo>
                  <a:lnTo>
                    <a:pt x="1705184" y="11863"/>
                  </a:lnTo>
                  <a:lnTo>
                    <a:pt x="1697326" y="11834"/>
                  </a:lnTo>
                  <a:lnTo>
                    <a:pt x="1689468" y="11804"/>
                  </a:lnTo>
                  <a:lnTo>
                    <a:pt x="1681610" y="11776"/>
                  </a:lnTo>
                  <a:lnTo>
                    <a:pt x="1673752" y="11746"/>
                  </a:lnTo>
                  <a:lnTo>
                    <a:pt x="1665894" y="11716"/>
                  </a:lnTo>
                  <a:lnTo>
                    <a:pt x="1658036" y="11686"/>
                  </a:lnTo>
                  <a:lnTo>
                    <a:pt x="1650178" y="11660"/>
                  </a:lnTo>
                  <a:lnTo>
                    <a:pt x="1642320" y="11635"/>
                  </a:lnTo>
                  <a:lnTo>
                    <a:pt x="1634462" y="11609"/>
                  </a:lnTo>
                  <a:lnTo>
                    <a:pt x="1626604" y="11584"/>
                  </a:lnTo>
                  <a:lnTo>
                    <a:pt x="1618746" y="11554"/>
                  </a:lnTo>
                  <a:lnTo>
                    <a:pt x="1610888" y="11519"/>
                  </a:lnTo>
                  <a:lnTo>
                    <a:pt x="1603030" y="11484"/>
                  </a:lnTo>
                  <a:lnTo>
                    <a:pt x="1595172" y="11448"/>
                  </a:lnTo>
                  <a:lnTo>
                    <a:pt x="1587314" y="11412"/>
                  </a:lnTo>
                  <a:lnTo>
                    <a:pt x="1579456" y="11375"/>
                  </a:lnTo>
                  <a:lnTo>
                    <a:pt x="1571598" y="11344"/>
                  </a:lnTo>
                  <a:lnTo>
                    <a:pt x="1563740" y="11316"/>
                  </a:lnTo>
                  <a:lnTo>
                    <a:pt x="1555882" y="11287"/>
                  </a:lnTo>
                  <a:lnTo>
                    <a:pt x="1548024" y="11258"/>
                  </a:lnTo>
                  <a:lnTo>
                    <a:pt x="1540166" y="11229"/>
                  </a:lnTo>
                  <a:lnTo>
                    <a:pt x="1532308" y="11201"/>
                  </a:lnTo>
                  <a:lnTo>
                    <a:pt x="1524450" y="11174"/>
                  </a:lnTo>
                  <a:lnTo>
                    <a:pt x="1516592" y="11147"/>
                  </a:lnTo>
                  <a:lnTo>
                    <a:pt x="1508734" y="11119"/>
                  </a:lnTo>
                  <a:lnTo>
                    <a:pt x="1500876" y="11091"/>
                  </a:lnTo>
                  <a:lnTo>
                    <a:pt x="1493018" y="11063"/>
                  </a:lnTo>
                  <a:lnTo>
                    <a:pt x="1485160" y="11035"/>
                  </a:lnTo>
                  <a:lnTo>
                    <a:pt x="1477302" y="11002"/>
                  </a:lnTo>
                  <a:lnTo>
                    <a:pt x="1469444" y="10966"/>
                  </a:lnTo>
                  <a:lnTo>
                    <a:pt x="1461586" y="10926"/>
                  </a:lnTo>
                  <a:lnTo>
                    <a:pt x="1453728" y="10888"/>
                  </a:lnTo>
                  <a:lnTo>
                    <a:pt x="1445870" y="10845"/>
                  </a:lnTo>
                  <a:lnTo>
                    <a:pt x="1438012" y="10801"/>
                  </a:lnTo>
                  <a:lnTo>
                    <a:pt x="1430154" y="10752"/>
                  </a:lnTo>
                  <a:lnTo>
                    <a:pt x="1422296" y="10710"/>
                  </a:lnTo>
                  <a:lnTo>
                    <a:pt x="1414438" y="10668"/>
                  </a:lnTo>
                  <a:lnTo>
                    <a:pt x="1406580" y="10628"/>
                  </a:lnTo>
                  <a:lnTo>
                    <a:pt x="1398722" y="10580"/>
                  </a:lnTo>
                  <a:lnTo>
                    <a:pt x="1390864" y="10532"/>
                  </a:lnTo>
                  <a:lnTo>
                    <a:pt x="1383006" y="10482"/>
                  </a:lnTo>
                  <a:lnTo>
                    <a:pt x="1375148" y="10434"/>
                  </a:lnTo>
                  <a:lnTo>
                    <a:pt x="1367290" y="10385"/>
                  </a:lnTo>
                  <a:lnTo>
                    <a:pt x="1359432" y="10335"/>
                  </a:lnTo>
                  <a:lnTo>
                    <a:pt x="1351574" y="10283"/>
                  </a:lnTo>
                  <a:lnTo>
                    <a:pt x="1343716" y="10235"/>
                  </a:lnTo>
                  <a:lnTo>
                    <a:pt x="1335858" y="10197"/>
                  </a:lnTo>
                  <a:lnTo>
                    <a:pt x="1328000" y="10154"/>
                  </a:lnTo>
                  <a:lnTo>
                    <a:pt x="1320142" y="10110"/>
                  </a:lnTo>
                  <a:lnTo>
                    <a:pt x="1312284" y="10066"/>
                  </a:lnTo>
                  <a:lnTo>
                    <a:pt x="1304426" y="10021"/>
                  </a:lnTo>
                  <a:lnTo>
                    <a:pt x="1296568" y="9976"/>
                  </a:lnTo>
                  <a:lnTo>
                    <a:pt x="1288710" y="9930"/>
                  </a:lnTo>
                  <a:lnTo>
                    <a:pt x="1280852" y="9887"/>
                  </a:lnTo>
                  <a:lnTo>
                    <a:pt x="1272994" y="9849"/>
                  </a:lnTo>
                  <a:lnTo>
                    <a:pt x="1265136" y="9810"/>
                  </a:lnTo>
                  <a:lnTo>
                    <a:pt x="1257278" y="9758"/>
                  </a:lnTo>
                  <a:lnTo>
                    <a:pt x="1249420" y="9702"/>
                  </a:lnTo>
                  <a:lnTo>
                    <a:pt x="1241562" y="9645"/>
                  </a:lnTo>
                  <a:lnTo>
                    <a:pt x="1233704" y="9587"/>
                  </a:lnTo>
                  <a:lnTo>
                    <a:pt x="1225846" y="9530"/>
                  </a:lnTo>
                  <a:lnTo>
                    <a:pt x="1217988" y="9481"/>
                  </a:lnTo>
                  <a:lnTo>
                    <a:pt x="1210130" y="9431"/>
                  </a:lnTo>
                  <a:lnTo>
                    <a:pt x="1202272" y="9380"/>
                  </a:lnTo>
                  <a:lnTo>
                    <a:pt x="1194414" y="9329"/>
                  </a:lnTo>
                  <a:lnTo>
                    <a:pt x="1186556" y="9273"/>
                  </a:lnTo>
                  <a:lnTo>
                    <a:pt x="1178698" y="9226"/>
                  </a:lnTo>
                  <a:lnTo>
                    <a:pt x="1170840" y="9175"/>
                  </a:lnTo>
                  <a:lnTo>
                    <a:pt x="1162982" y="9123"/>
                  </a:lnTo>
                  <a:lnTo>
                    <a:pt x="1155124" y="9068"/>
                  </a:lnTo>
                  <a:lnTo>
                    <a:pt x="1147266" y="9012"/>
                  </a:lnTo>
                  <a:lnTo>
                    <a:pt x="1139408" y="8956"/>
                  </a:lnTo>
                  <a:lnTo>
                    <a:pt x="1131550" y="8902"/>
                  </a:lnTo>
                  <a:lnTo>
                    <a:pt x="1123692" y="8846"/>
                  </a:lnTo>
                  <a:lnTo>
                    <a:pt x="1115834" y="8789"/>
                  </a:lnTo>
                  <a:lnTo>
                    <a:pt x="1107976" y="8743"/>
                  </a:lnTo>
                  <a:lnTo>
                    <a:pt x="1100118" y="8693"/>
                  </a:lnTo>
                  <a:lnTo>
                    <a:pt x="1092260" y="8641"/>
                  </a:lnTo>
                  <a:lnTo>
                    <a:pt x="1084402" y="8567"/>
                  </a:lnTo>
                  <a:lnTo>
                    <a:pt x="1076544" y="8521"/>
                  </a:lnTo>
                  <a:lnTo>
                    <a:pt x="1068686" y="8474"/>
                  </a:lnTo>
                  <a:lnTo>
                    <a:pt x="1060828" y="8409"/>
                  </a:lnTo>
                  <a:lnTo>
                    <a:pt x="1052970" y="8357"/>
                  </a:lnTo>
                  <a:lnTo>
                    <a:pt x="1045112" y="8286"/>
                  </a:lnTo>
                  <a:lnTo>
                    <a:pt x="1037254" y="8215"/>
                  </a:lnTo>
                  <a:lnTo>
                    <a:pt x="1029397" y="8155"/>
                  </a:lnTo>
                  <a:lnTo>
                    <a:pt x="1021539" y="8107"/>
                  </a:lnTo>
                  <a:lnTo>
                    <a:pt x="1013681" y="8066"/>
                  </a:lnTo>
                  <a:lnTo>
                    <a:pt x="1005823" y="8029"/>
                  </a:lnTo>
                  <a:lnTo>
                    <a:pt x="997965" y="7988"/>
                  </a:lnTo>
                  <a:lnTo>
                    <a:pt x="990107" y="7933"/>
                  </a:lnTo>
                  <a:lnTo>
                    <a:pt x="982249" y="7872"/>
                  </a:lnTo>
                  <a:lnTo>
                    <a:pt x="974391" y="7794"/>
                  </a:lnTo>
                  <a:lnTo>
                    <a:pt x="966533" y="7749"/>
                  </a:lnTo>
                  <a:lnTo>
                    <a:pt x="958675" y="7697"/>
                  </a:lnTo>
                  <a:lnTo>
                    <a:pt x="950817" y="7643"/>
                  </a:lnTo>
                  <a:lnTo>
                    <a:pt x="942959" y="7590"/>
                  </a:lnTo>
                  <a:lnTo>
                    <a:pt x="935101" y="7533"/>
                  </a:lnTo>
                  <a:lnTo>
                    <a:pt x="927243" y="7473"/>
                  </a:lnTo>
                  <a:lnTo>
                    <a:pt x="919385" y="7423"/>
                  </a:lnTo>
                  <a:lnTo>
                    <a:pt x="911527" y="7374"/>
                  </a:lnTo>
                  <a:lnTo>
                    <a:pt x="903669" y="7324"/>
                  </a:lnTo>
                  <a:lnTo>
                    <a:pt x="895811" y="7274"/>
                  </a:lnTo>
                  <a:lnTo>
                    <a:pt x="887953" y="7223"/>
                  </a:lnTo>
                  <a:lnTo>
                    <a:pt x="880095" y="7172"/>
                  </a:lnTo>
                  <a:lnTo>
                    <a:pt x="872237" y="7120"/>
                  </a:lnTo>
                  <a:lnTo>
                    <a:pt x="864379" y="7058"/>
                  </a:lnTo>
                  <a:lnTo>
                    <a:pt x="856521" y="6975"/>
                  </a:lnTo>
                  <a:lnTo>
                    <a:pt x="848663" y="6926"/>
                  </a:lnTo>
                  <a:lnTo>
                    <a:pt x="840805" y="6867"/>
                  </a:lnTo>
                  <a:lnTo>
                    <a:pt x="832947" y="6774"/>
                  </a:lnTo>
                  <a:lnTo>
                    <a:pt x="825089" y="6710"/>
                  </a:lnTo>
                  <a:lnTo>
                    <a:pt x="817231" y="6692"/>
                  </a:lnTo>
                  <a:lnTo>
                    <a:pt x="809373" y="6609"/>
                  </a:lnTo>
                  <a:lnTo>
                    <a:pt x="801515" y="6511"/>
                  </a:lnTo>
                  <a:lnTo>
                    <a:pt x="793657" y="6466"/>
                  </a:lnTo>
                  <a:lnTo>
                    <a:pt x="785799" y="6384"/>
                  </a:lnTo>
                  <a:lnTo>
                    <a:pt x="777941" y="6298"/>
                  </a:lnTo>
                  <a:lnTo>
                    <a:pt x="770083" y="6261"/>
                  </a:lnTo>
                  <a:lnTo>
                    <a:pt x="762225" y="6223"/>
                  </a:lnTo>
                  <a:lnTo>
                    <a:pt x="754367" y="6140"/>
                  </a:lnTo>
                  <a:lnTo>
                    <a:pt x="746509" y="6049"/>
                  </a:lnTo>
                  <a:lnTo>
                    <a:pt x="738651" y="5956"/>
                  </a:lnTo>
                  <a:lnTo>
                    <a:pt x="730793" y="5914"/>
                  </a:lnTo>
                  <a:lnTo>
                    <a:pt x="722935" y="5876"/>
                  </a:lnTo>
                  <a:lnTo>
                    <a:pt x="715077" y="5831"/>
                  </a:lnTo>
                  <a:lnTo>
                    <a:pt x="707219" y="5759"/>
                  </a:lnTo>
                  <a:lnTo>
                    <a:pt x="699361" y="5662"/>
                  </a:lnTo>
                  <a:lnTo>
                    <a:pt x="691503" y="5632"/>
                  </a:lnTo>
                  <a:lnTo>
                    <a:pt x="683645" y="5579"/>
                  </a:lnTo>
                  <a:lnTo>
                    <a:pt x="675787" y="5495"/>
                  </a:lnTo>
                  <a:lnTo>
                    <a:pt x="667929" y="5409"/>
                  </a:lnTo>
                  <a:lnTo>
                    <a:pt x="660071" y="5311"/>
                  </a:lnTo>
                  <a:lnTo>
                    <a:pt x="652213" y="5227"/>
                  </a:lnTo>
                  <a:lnTo>
                    <a:pt x="644355" y="5149"/>
                  </a:lnTo>
                  <a:lnTo>
                    <a:pt x="636497" y="5061"/>
                  </a:lnTo>
                  <a:lnTo>
                    <a:pt x="628639" y="4971"/>
                  </a:lnTo>
                  <a:lnTo>
                    <a:pt x="620781" y="4908"/>
                  </a:lnTo>
                  <a:lnTo>
                    <a:pt x="612923" y="4820"/>
                  </a:lnTo>
                  <a:lnTo>
                    <a:pt x="605065" y="4748"/>
                  </a:lnTo>
                  <a:lnTo>
                    <a:pt x="597207" y="4696"/>
                  </a:lnTo>
                  <a:lnTo>
                    <a:pt x="589349" y="4646"/>
                  </a:lnTo>
                  <a:lnTo>
                    <a:pt x="581491" y="4595"/>
                  </a:lnTo>
                  <a:lnTo>
                    <a:pt x="573633" y="4528"/>
                  </a:lnTo>
                  <a:lnTo>
                    <a:pt x="565775" y="4440"/>
                  </a:lnTo>
                  <a:lnTo>
                    <a:pt x="557917" y="4351"/>
                  </a:lnTo>
                  <a:lnTo>
                    <a:pt x="550059" y="4261"/>
                  </a:lnTo>
                  <a:lnTo>
                    <a:pt x="542201" y="4173"/>
                  </a:lnTo>
                  <a:lnTo>
                    <a:pt x="534343" y="4139"/>
                  </a:lnTo>
                  <a:lnTo>
                    <a:pt x="526485" y="4143"/>
                  </a:lnTo>
                  <a:lnTo>
                    <a:pt x="518627" y="4126"/>
                  </a:lnTo>
                  <a:lnTo>
                    <a:pt x="510769" y="4047"/>
                  </a:lnTo>
                  <a:lnTo>
                    <a:pt x="502911" y="3968"/>
                  </a:lnTo>
                  <a:lnTo>
                    <a:pt x="495053" y="3887"/>
                  </a:lnTo>
                  <a:lnTo>
                    <a:pt x="487195" y="3806"/>
                  </a:lnTo>
                  <a:lnTo>
                    <a:pt x="479337" y="3724"/>
                  </a:lnTo>
                  <a:lnTo>
                    <a:pt x="471479" y="3634"/>
                  </a:lnTo>
                  <a:lnTo>
                    <a:pt x="463621" y="3549"/>
                  </a:lnTo>
                  <a:lnTo>
                    <a:pt x="455763" y="3476"/>
                  </a:lnTo>
                  <a:lnTo>
                    <a:pt x="447905" y="3398"/>
                  </a:lnTo>
                  <a:lnTo>
                    <a:pt x="440047" y="3359"/>
                  </a:lnTo>
                  <a:lnTo>
                    <a:pt x="432189" y="3256"/>
                  </a:lnTo>
                  <a:lnTo>
                    <a:pt x="424331" y="3169"/>
                  </a:lnTo>
                  <a:lnTo>
                    <a:pt x="416473" y="3074"/>
                  </a:lnTo>
                  <a:lnTo>
                    <a:pt x="408615" y="3000"/>
                  </a:lnTo>
                  <a:lnTo>
                    <a:pt x="400757" y="2926"/>
                  </a:lnTo>
                  <a:lnTo>
                    <a:pt x="392899" y="2853"/>
                  </a:lnTo>
                  <a:lnTo>
                    <a:pt x="385041" y="2779"/>
                  </a:lnTo>
                  <a:lnTo>
                    <a:pt x="377183" y="2753"/>
                  </a:lnTo>
                  <a:lnTo>
                    <a:pt x="369325" y="2663"/>
                  </a:lnTo>
                  <a:lnTo>
                    <a:pt x="361467" y="2553"/>
                  </a:lnTo>
                  <a:lnTo>
                    <a:pt x="353609" y="2477"/>
                  </a:lnTo>
                  <a:lnTo>
                    <a:pt x="345751" y="2408"/>
                  </a:lnTo>
                  <a:lnTo>
                    <a:pt x="337893" y="2323"/>
                  </a:lnTo>
                  <a:lnTo>
                    <a:pt x="330035" y="2235"/>
                  </a:lnTo>
                  <a:lnTo>
                    <a:pt x="322177" y="2167"/>
                  </a:lnTo>
                  <a:lnTo>
                    <a:pt x="314319" y="2131"/>
                  </a:lnTo>
                  <a:lnTo>
                    <a:pt x="306461" y="2040"/>
                  </a:lnTo>
                  <a:lnTo>
                    <a:pt x="298603" y="2001"/>
                  </a:lnTo>
                  <a:lnTo>
                    <a:pt x="290745" y="1948"/>
                  </a:lnTo>
                  <a:lnTo>
                    <a:pt x="282887" y="1926"/>
                  </a:lnTo>
                  <a:lnTo>
                    <a:pt x="275029" y="1859"/>
                  </a:lnTo>
                  <a:lnTo>
                    <a:pt x="267171" y="1780"/>
                  </a:lnTo>
                  <a:lnTo>
                    <a:pt x="259313" y="1728"/>
                  </a:lnTo>
                  <a:lnTo>
                    <a:pt x="251455" y="1635"/>
                  </a:lnTo>
                  <a:lnTo>
                    <a:pt x="243597" y="1558"/>
                  </a:lnTo>
                  <a:lnTo>
                    <a:pt x="235739" y="1520"/>
                  </a:lnTo>
                  <a:lnTo>
                    <a:pt x="227881" y="1478"/>
                  </a:lnTo>
                  <a:lnTo>
                    <a:pt x="220023" y="1425"/>
                  </a:lnTo>
                  <a:lnTo>
                    <a:pt x="212165" y="1372"/>
                  </a:lnTo>
                  <a:lnTo>
                    <a:pt x="204307" y="1319"/>
                  </a:lnTo>
                  <a:lnTo>
                    <a:pt x="196449" y="1265"/>
                  </a:lnTo>
                  <a:lnTo>
                    <a:pt x="188591" y="1197"/>
                  </a:lnTo>
                  <a:lnTo>
                    <a:pt x="180733" y="1156"/>
                  </a:lnTo>
                  <a:lnTo>
                    <a:pt x="172875" y="1094"/>
                  </a:lnTo>
                  <a:lnTo>
                    <a:pt x="165017" y="1028"/>
                  </a:lnTo>
                  <a:lnTo>
                    <a:pt x="157159" y="974"/>
                  </a:lnTo>
                  <a:lnTo>
                    <a:pt x="149301" y="938"/>
                  </a:lnTo>
                  <a:lnTo>
                    <a:pt x="141443" y="884"/>
                  </a:lnTo>
                  <a:lnTo>
                    <a:pt x="133585" y="829"/>
                  </a:lnTo>
                  <a:lnTo>
                    <a:pt x="125727" y="771"/>
                  </a:lnTo>
                  <a:lnTo>
                    <a:pt x="117869" y="654"/>
                  </a:lnTo>
                  <a:lnTo>
                    <a:pt x="110011" y="623"/>
                  </a:lnTo>
                  <a:lnTo>
                    <a:pt x="102153" y="603"/>
                  </a:lnTo>
                  <a:lnTo>
                    <a:pt x="94295" y="547"/>
                  </a:lnTo>
                  <a:lnTo>
                    <a:pt x="86437" y="490"/>
                  </a:lnTo>
                  <a:lnTo>
                    <a:pt x="78579" y="433"/>
                  </a:lnTo>
                  <a:lnTo>
                    <a:pt x="70721" y="376"/>
                  </a:lnTo>
                  <a:lnTo>
                    <a:pt x="62863" y="318"/>
                  </a:lnTo>
                  <a:lnTo>
                    <a:pt x="55005" y="269"/>
                  </a:lnTo>
                  <a:lnTo>
                    <a:pt x="47147" y="210"/>
                  </a:lnTo>
                  <a:lnTo>
                    <a:pt x="39289" y="147"/>
                  </a:lnTo>
                  <a:lnTo>
                    <a:pt x="31431" y="129"/>
                  </a:lnTo>
                  <a:lnTo>
                    <a:pt x="23573" y="94"/>
                  </a:lnTo>
                  <a:lnTo>
                    <a:pt x="15715" y="48"/>
                  </a:lnTo>
                  <a:lnTo>
                    <a:pt x="7857" y="1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7" name="pg86"/>
            <p:cNvSpPr/>
            <p:nvPr/>
          </p:nvSpPr>
          <p:spPr>
            <a:xfrm>
              <a:off x="1186414" y="4884257"/>
              <a:ext cx="2035220" cy="65327"/>
            </a:xfrm>
            <a:custGeom>
              <a:avLst/>
              <a:pathLst>
                <a:path w="2035220" h="65327">
                  <a:moveTo>
                    <a:pt x="0" y="0"/>
                  </a:moveTo>
                  <a:lnTo>
                    <a:pt x="7857" y="182"/>
                  </a:lnTo>
                  <a:lnTo>
                    <a:pt x="15715" y="488"/>
                  </a:lnTo>
                  <a:lnTo>
                    <a:pt x="23573" y="847"/>
                  </a:lnTo>
                  <a:lnTo>
                    <a:pt x="31431" y="1495"/>
                  </a:lnTo>
                  <a:lnTo>
                    <a:pt x="39289" y="1833"/>
                  </a:lnTo>
                  <a:lnTo>
                    <a:pt x="47147" y="2157"/>
                  </a:lnTo>
                  <a:lnTo>
                    <a:pt x="55005" y="2480"/>
                  </a:lnTo>
                  <a:lnTo>
                    <a:pt x="62863" y="2809"/>
                  </a:lnTo>
                  <a:lnTo>
                    <a:pt x="70721" y="3238"/>
                  </a:lnTo>
                  <a:lnTo>
                    <a:pt x="78579" y="3453"/>
                  </a:lnTo>
                  <a:lnTo>
                    <a:pt x="86437" y="3639"/>
                  </a:lnTo>
                  <a:lnTo>
                    <a:pt x="94295" y="3815"/>
                  </a:lnTo>
                  <a:lnTo>
                    <a:pt x="102153" y="4205"/>
                  </a:lnTo>
                  <a:lnTo>
                    <a:pt x="110011" y="4597"/>
                  </a:lnTo>
                  <a:lnTo>
                    <a:pt x="117869" y="4988"/>
                  </a:lnTo>
                  <a:lnTo>
                    <a:pt x="125727" y="5351"/>
                  </a:lnTo>
                  <a:lnTo>
                    <a:pt x="133585" y="5666"/>
                  </a:lnTo>
                  <a:lnTo>
                    <a:pt x="141443" y="6038"/>
                  </a:lnTo>
                  <a:lnTo>
                    <a:pt x="149301" y="6378"/>
                  </a:lnTo>
                  <a:lnTo>
                    <a:pt x="157159" y="6834"/>
                  </a:lnTo>
                  <a:lnTo>
                    <a:pt x="165017" y="7238"/>
                  </a:lnTo>
                  <a:lnTo>
                    <a:pt x="172875" y="7649"/>
                  </a:lnTo>
                  <a:lnTo>
                    <a:pt x="180733" y="8038"/>
                  </a:lnTo>
                  <a:lnTo>
                    <a:pt x="188591" y="8422"/>
                  </a:lnTo>
                  <a:lnTo>
                    <a:pt x="196449" y="8811"/>
                  </a:lnTo>
                  <a:lnTo>
                    <a:pt x="204307" y="9145"/>
                  </a:lnTo>
                  <a:lnTo>
                    <a:pt x="212165" y="9507"/>
                  </a:lnTo>
                  <a:lnTo>
                    <a:pt x="220023" y="9869"/>
                  </a:lnTo>
                  <a:lnTo>
                    <a:pt x="227881" y="10229"/>
                  </a:lnTo>
                  <a:lnTo>
                    <a:pt x="235739" y="10587"/>
                  </a:lnTo>
                  <a:lnTo>
                    <a:pt x="243597" y="10943"/>
                  </a:lnTo>
                  <a:lnTo>
                    <a:pt x="251455" y="11170"/>
                  </a:lnTo>
                  <a:lnTo>
                    <a:pt x="259313" y="11307"/>
                  </a:lnTo>
                  <a:lnTo>
                    <a:pt x="267171" y="11534"/>
                  </a:lnTo>
                  <a:lnTo>
                    <a:pt x="275029" y="11957"/>
                  </a:lnTo>
                  <a:lnTo>
                    <a:pt x="282887" y="12289"/>
                  </a:lnTo>
                  <a:lnTo>
                    <a:pt x="290745" y="12505"/>
                  </a:lnTo>
                  <a:lnTo>
                    <a:pt x="298603" y="12726"/>
                  </a:lnTo>
                  <a:lnTo>
                    <a:pt x="306461" y="13061"/>
                  </a:lnTo>
                  <a:lnTo>
                    <a:pt x="314319" y="13503"/>
                  </a:lnTo>
                  <a:lnTo>
                    <a:pt x="322177" y="13673"/>
                  </a:lnTo>
                  <a:lnTo>
                    <a:pt x="330035" y="13843"/>
                  </a:lnTo>
                  <a:lnTo>
                    <a:pt x="337893" y="14013"/>
                  </a:lnTo>
                  <a:lnTo>
                    <a:pt x="345751" y="14247"/>
                  </a:lnTo>
                  <a:lnTo>
                    <a:pt x="353609" y="14668"/>
                  </a:lnTo>
                  <a:lnTo>
                    <a:pt x="361467" y="14690"/>
                  </a:lnTo>
                  <a:lnTo>
                    <a:pt x="369325" y="14921"/>
                  </a:lnTo>
                  <a:lnTo>
                    <a:pt x="377183" y="15149"/>
                  </a:lnTo>
                  <a:lnTo>
                    <a:pt x="385041" y="15467"/>
                  </a:lnTo>
                  <a:lnTo>
                    <a:pt x="392899" y="15628"/>
                  </a:lnTo>
                  <a:lnTo>
                    <a:pt x="400757" y="15778"/>
                  </a:lnTo>
                  <a:lnTo>
                    <a:pt x="408615" y="16077"/>
                  </a:lnTo>
                  <a:lnTo>
                    <a:pt x="416473" y="16273"/>
                  </a:lnTo>
                  <a:lnTo>
                    <a:pt x="424331" y="16606"/>
                  </a:lnTo>
                  <a:lnTo>
                    <a:pt x="432189" y="16937"/>
                  </a:lnTo>
                  <a:lnTo>
                    <a:pt x="440047" y="17112"/>
                  </a:lnTo>
                  <a:lnTo>
                    <a:pt x="447905" y="17290"/>
                  </a:lnTo>
                  <a:lnTo>
                    <a:pt x="455763" y="17567"/>
                  </a:lnTo>
                  <a:lnTo>
                    <a:pt x="463621" y="17690"/>
                  </a:lnTo>
                  <a:lnTo>
                    <a:pt x="471479" y="17856"/>
                  </a:lnTo>
                  <a:lnTo>
                    <a:pt x="479337" y="18157"/>
                  </a:lnTo>
                  <a:lnTo>
                    <a:pt x="487195" y="18367"/>
                  </a:lnTo>
                  <a:lnTo>
                    <a:pt x="495053" y="18616"/>
                  </a:lnTo>
                  <a:lnTo>
                    <a:pt x="502911" y="18569"/>
                  </a:lnTo>
                  <a:lnTo>
                    <a:pt x="510769" y="18646"/>
                  </a:lnTo>
                  <a:lnTo>
                    <a:pt x="518627" y="18813"/>
                  </a:lnTo>
                  <a:lnTo>
                    <a:pt x="526485" y="18981"/>
                  </a:lnTo>
                  <a:lnTo>
                    <a:pt x="534343" y="19114"/>
                  </a:lnTo>
                  <a:lnTo>
                    <a:pt x="542201" y="19215"/>
                  </a:lnTo>
                  <a:lnTo>
                    <a:pt x="550059" y="19482"/>
                  </a:lnTo>
                  <a:lnTo>
                    <a:pt x="557917" y="19648"/>
                  </a:lnTo>
                  <a:lnTo>
                    <a:pt x="565775" y="19833"/>
                  </a:lnTo>
                  <a:lnTo>
                    <a:pt x="573633" y="20001"/>
                  </a:lnTo>
                  <a:lnTo>
                    <a:pt x="581491" y="20296"/>
                  </a:lnTo>
                  <a:lnTo>
                    <a:pt x="589349" y="20604"/>
                  </a:lnTo>
                  <a:lnTo>
                    <a:pt x="597207" y="20842"/>
                  </a:lnTo>
                  <a:lnTo>
                    <a:pt x="605065" y="20917"/>
                  </a:lnTo>
                  <a:lnTo>
                    <a:pt x="612923" y="21136"/>
                  </a:lnTo>
                  <a:lnTo>
                    <a:pt x="620781" y="21160"/>
                  </a:lnTo>
                  <a:lnTo>
                    <a:pt x="628639" y="21440"/>
                  </a:lnTo>
                  <a:lnTo>
                    <a:pt x="636497" y="21588"/>
                  </a:lnTo>
                  <a:lnTo>
                    <a:pt x="644355" y="21730"/>
                  </a:lnTo>
                  <a:lnTo>
                    <a:pt x="652213" y="21817"/>
                  </a:lnTo>
                  <a:lnTo>
                    <a:pt x="660071" y="21948"/>
                  </a:lnTo>
                  <a:lnTo>
                    <a:pt x="667929" y="22005"/>
                  </a:lnTo>
                  <a:lnTo>
                    <a:pt x="675787" y="22200"/>
                  </a:lnTo>
                  <a:lnTo>
                    <a:pt x="683645" y="22311"/>
                  </a:lnTo>
                  <a:lnTo>
                    <a:pt x="691503" y="22363"/>
                  </a:lnTo>
                  <a:lnTo>
                    <a:pt x="699361" y="22482"/>
                  </a:lnTo>
                  <a:lnTo>
                    <a:pt x="707219" y="22691"/>
                  </a:lnTo>
                  <a:lnTo>
                    <a:pt x="715077" y="22825"/>
                  </a:lnTo>
                  <a:lnTo>
                    <a:pt x="722935" y="22907"/>
                  </a:lnTo>
                  <a:lnTo>
                    <a:pt x="730793" y="22953"/>
                  </a:lnTo>
                  <a:lnTo>
                    <a:pt x="738651" y="23038"/>
                  </a:lnTo>
                  <a:lnTo>
                    <a:pt x="746509" y="23315"/>
                  </a:lnTo>
                  <a:lnTo>
                    <a:pt x="754367" y="23450"/>
                  </a:lnTo>
                  <a:lnTo>
                    <a:pt x="762225" y="23531"/>
                  </a:lnTo>
                  <a:lnTo>
                    <a:pt x="770083" y="23607"/>
                  </a:lnTo>
                  <a:lnTo>
                    <a:pt x="777941" y="23465"/>
                  </a:lnTo>
                  <a:lnTo>
                    <a:pt x="785799" y="23398"/>
                  </a:lnTo>
                  <a:lnTo>
                    <a:pt x="793657" y="23489"/>
                  </a:lnTo>
                  <a:lnTo>
                    <a:pt x="801515" y="23584"/>
                  </a:lnTo>
                  <a:lnTo>
                    <a:pt x="809373" y="23678"/>
                  </a:lnTo>
                  <a:lnTo>
                    <a:pt x="817231" y="23771"/>
                  </a:lnTo>
                  <a:lnTo>
                    <a:pt x="825089" y="23858"/>
                  </a:lnTo>
                  <a:lnTo>
                    <a:pt x="832947" y="23952"/>
                  </a:lnTo>
                  <a:lnTo>
                    <a:pt x="840805" y="24046"/>
                  </a:lnTo>
                  <a:lnTo>
                    <a:pt x="848663" y="24135"/>
                  </a:lnTo>
                  <a:lnTo>
                    <a:pt x="856521" y="24189"/>
                  </a:lnTo>
                  <a:lnTo>
                    <a:pt x="864379" y="24207"/>
                  </a:lnTo>
                  <a:lnTo>
                    <a:pt x="872237" y="24145"/>
                  </a:lnTo>
                  <a:lnTo>
                    <a:pt x="880095" y="24107"/>
                  </a:lnTo>
                  <a:lnTo>
                    <a:pt x="887953" y="24069"/>
                  </a:lnTo>
                  <a:lnTo>
                    <a:pt x="895811" y="24032"/>
                  </a:lnTo>
                  <a:lnTo>
                    <a:pt x="903669" y="24105"/>
                  </a:lnTo>
                  <a:lnTo>
                    <a:pt x="911527" y="24116"/>
                  </a:lnTo>
                  <a:lnTo>
                    <a:pt x="919385" y="24050"/>
                  </a:lnTo>
                  <a:lnTo>
                    <a:pt x="927243" y="24058"/>
                  </a:lnTo>
                  <a:lnTo>
                    <a:pt x="935101" y="24171"/>
                  </a:lnTo>
                  <a:lnTo>
                    <a:pt x="942959" y="24283"/>
                  </a:lnTo>
                  <a:lnTo>
                    <a:pt x="950817" y="24398"/>
                  </a:lnTo>
                  <a:lnTo>
                    <a:pt x="958675" y="24380"/>
                  </a:lnTo>
                  <a:lnTo>
                    <a:pt x="966533" y="24216"/>
                  </a:lnTo>
                  <a:lnTo>
                    <a:pt x="974391" y="24139"/>
                  </a:lnTo>
                  <a:lnTo>
                    <a:pt x="982249" y="24224"/>
                  </a:lnTo>
                  <a:lnTo>
                    <a:pt x="990107" y="24309"/>
                  </a:lnTo>
                  <a:lnTo>
                    <a:pt x="997965" y="24396"/>
                  </a:lnTo>
                  <a:lnTo>
                    <a:pt x="1005823" y="24478"/>
                  </a:lnTo>
                  <a:lnTo>
                    <a:pt x="1013681" y="24457"/>
                  </a:lnTo>
                  <a:lnTo>
                    <a:pt x="1021539" y="24479"/>
                  </a:lnTo>
                  <a:lnTo>
                    <a:pt x="1029397" y="24420"/>
                  </a:lnTo>
                  <a:lnTo>
                    <a:pt x="1037254" y="24473"/>
                  </a:lnTo>
                  <a:lnTo>
                    <a:pt x="1045112" y="24495"/>
                  </a:lnTo>
                  <a:lnTo>
                    <a:pt x="1052970" y="24298"/>
                  </a:lnTo>
                  <a:lnTo>
                    <a:pt x="1060828" y="24302"/>
                  </a:lnTo>
                  <a:lnTo>
                    <a:pt x="1068686" y="24511"/>
                  </a:lnTo>
                  <a:lnTo>
                    <a:pt x="1076544" y="24712"/>
                  </a:lnTo>
                  <a:lnTo>
                    <a:pt x="1084402" y="24861"/>
                  </a:lnTo>
                  <a:lnTo>
                    <a:pt x="1092260" y="24729"/>
                  </a:lnTo>
                  <a:lnTo>
                    <a:pt x="1100118" y="24520"/>
                  </a:lnTo>
                  <a:lnTo>
                    <a:pt x="1107976" y="24518"/>
                  </a:lnTo>
                  <a:lnTo>
                    <a:pt x="1115834" y="24431"/>
                  </a:lnTo>
                  <a:lnTo>
                    <a:pt x="1123692" y="24327"/>
                  </a:lnTo>
                  <a:lnTo>
                    <a:pt x="1131550" y="24348"/>
                  </a:lnTo>
                  <a:lnTo>
                    <a:pt x="1139408" y="24301"/>
                  </a:lnTo>
                  <a:lnTo>
                    <a:pt x="1147266" y="24328"/>
                  </a:lnTo>
                  <a:lnTo>
                    <a:pt x="1155124" y="24294"/>
                  </a:lnTo>
                  <a:lnTo>
                    <a:pt x="1162982" y="24211"/>
                  </a:lnTo>
                  <a:lnTo>
                    <a:pt x="1170840" y="24132"/>
                  </a:lnTo>
                  <a:lnTo>
                    <a:pt x="1178698" y="24058"/>
                  </a:lnTo>
                  <a:lnTo>
                    <a:pt x="1186556" y="24185"/>
                  </a:lnTo>
                  <a:lnTo>
                    <a:pt x="1194414" y="24167"/>
                  </a:lnTo>
                  <a:lnTo>
                    <a:pt x="1202272" y="24145"/>
                  </a:lnTo>
                  <a:lnTo>
                    <a:pt x="1210130" y="24067"/>
                  </a:lnTo>
                  <a:lnTo>
                    <a:pt x="1217988" y="24036"/>
                  </a:lnTo>
                  <a:lnTo>
                    <a:pt x="1225846" y="23931"/>
                  </a:lnTo>
                  <a:lnTo>
                    <a:pt x="1233704" y="23855"/>
                  </a:lnTo>
                  <a:lnTo>
                    <a:pt x="1241562" y="23829"/>
                  </a:lnTo>
                  <a:lnTo>
                    <a:pt x="1249420" y="23940"/>
                  </a:lnTo>
                  <a:lnTo>
                    <a:pt x="1257278" y="24050"/>
                  </a:lnTo>
                  <a:lnTo>
                    <a:pt x="1265136" y="24063"/>
                  </a:lnTo>
                  <a:lnTo>
                    <a:pt x="1272994" y="23876"/>
                  </a:lnTo>
                  <a:lnTo>
                    <a:pt x="1280852" y="23956"/>
                  </a:lnTo>
                  <a:lnTo>
                    <a:pt x="1288710" y="24052"/>
                  </a:lnTo>
                  <a:lnTo>
                    <a:pt x="1296568" y="24066"/>
                  </a:lnTo>
                  <a:lnTo>
                    <a:pt x="1304426" y="24019"/>
                  </a:lnTo>
                  <a:lnTo>
                    <a:pt x="1312284" y="23976"/>
                  </a:lnTo>
                  <a:lnTo>
                    <a:pt x="1320142" y="23929"/>
                  </a:lnTo>
                  <a:lnTo>
                    <a:pt x="1328000" y="23877"/>
                  </a:lnTo>
                  <a:lnTo>
                    <a:pt x="1335858" y="23830"/>
                  </a:lnTo>
                  <a:lnTo>
                    <a:pt x="1343716" y="23782"/>
                  </a:lnTo>
                  <a:lnTo>
                    <a:pt x="1351574" y="23798"/>
                  </a:lnTo>
                  <a:lnTo>
                    <a:pt x="1359432" y="23818"/>
                  </a:lnTo>
                  <a:lnTo>
                    <a:pt x="1367290" y="23838"/>
                  </a:lnTo>
                  <a:lnTo>
                    <a:pt x="1375148" y="23837"/>
                  </a:lnTo>
                  <a:lnTo>
                    <a:pt x="1383006" y="23707"/>
                  </a:lnTo>
                  <a:lnTo>
                    <a:pt x="1390864" y="23577"/>
                  </a:lnTo>
                  <a:lnTo>
                    <a:pt x="1398722" y="23446"/>
                  </a:lnTo>
                  <a:lnTo>
                    <a:pt x="1406580" y="23385"/>
                  </a:lnTo>
                  <a:lnTo>
                    <a:pt x="1414438" y="23262"/>
                  </a:lnTo>
                  <a:lnTo>
                    <a:pt x="1422296" y="23135"/>
                  </a:lnTo>
                  <a:lnTo>
                    <a:pt x="1430154" y="23121"/>
                  </a:lnTo>
                  <a:lnTo>
                    <a:pt x="1438012" y="22936"/>
                  </a:lnTo>
                  <a:lnTo>
                    <a:pt x="1445870" y="22749"/>
                  </a:lnTo>
                  <a:lnTo>
                    <a:pt x="1453728" y="22608"/>
                  </a:lnTo>
                  <a:lnTo>
                    <a:pt x="1461586" y="22709"/>
                  </a:lnTo>
                  <a:lnTo>
                    <a:pt x="1469444" y="22559"/>
                  </a:lnTo>
                  <a:lnTo>
                    <a:pt x="1477302" y="22411"/>
                  </a:lnTo>
                  <a:lnTo>
                    <a:pt x="1485160" y="22266"/>
                  </a:lnTo>
                  <a:lnTo>
                    <a:pt x="1493018" y="22159"/>
                  </a:lnTo>
                  <a:lnTo>
                    <a:pt x="1500876" y="22146"/>
                  </a:lnTo>
                  <a:lnTo>
                    <a:pt x="1508734" y="22066"/>
                  </a:lnTo>
                  <a:lnTo>
                    <a:pt x="1516592" y="22120"/>
                  </a:lnTo>
                  <a:lnTo>
                    <a:pt x="1524450" y="22088"/>
                  </a:lnTo>
                  <a:lnTo>
                    <a:pt x="1532308" y="22056"/>
                  </a:lnTo>
                  <a:lnTo>
                    <a:pt x="1540166" y="22056"/>
                  </a:lnTo>
                  <a:lnTo>
                    <a:pt x="1548024" y="22069"/>
                  </a:lnTo>
                  <a:lnTo>
                    <a:pt x="1555882" y="22057"/>
                  </a:lnTo>
                  <a:lnTo>
                    <a:pt x="1563740" y="22049"/>
                  </a:lnTo>
                  <a:lnTo>
                    <a:pt x="1571598" y="22046"/>
                  </a:lnTo>
                  <a:lnTo>
                    <a:pt x="1579456" y="22005"/>
                  </a:lnTo>
                  <a:lnTo>
                    <a:pt x="1587314" y="21929"/>
                  </a:lnTo>
                  <a:lnTo>
                    <a:pt x="1595172" y="21855"/>
                  </a:lnTo>
                  <a:lnTo>
                    <a:pt x="1603030" y="21780"/>
                  </a:lnTo>
                  <a:lnTo>
                    <a:pt x="1610888" y="21704"/>
                  </a:lnTo>
                  <a:lnTo>
                    <a:pt x="1618746" y="21644"/>
                  </a:lnTo>
                  <a:lnTo>
                    <a:pt x="1626604" y="21572"/>
                  </a:lnTo>
                  <a:lnTo>
                    <a:pt x="1634462" y="21499"/>
                  </a:lnTo>
                  <a:lnTo>
                    <a:pt x="1642320" y="21426"/>
                  </a:lnTo>
                  <a:lnTo>
                    <a:pt x="1650178" y="21353"/>
                  </a:lnTo>
                  <a:lnTo>
                    <a:pt x="1658036" y="21280"/>
                  </a:lnTo>
                  <a:lnTo>
                    <a:pt x="1665894" y="21208"/>
                  </a:lnTo>
                  <a:lnTo>
                    <a:pt x="1673752" y="21274"/>
                  </a:lnTo>
                  <a:lnTo>
                    <a:pt x="1681610" y="21350"/>
                  </a:lnTo>
                  <a:lnTo>
                    <a:pt x="1689468" y="21426"/>
                  </a:lnTo>
                  <a:lnTo>
                    <a:pt x="1697326" y="21504"/>
                  </a:lnTo>
                  <a:lnTo>
                    <a:pt x="1705184" y="21455"/>
                  </a:lnTo>
                  <a:lnTo>
                    <a:pt x="1713042" y="21371"/>
                  </a:lnTo>
                  <a:lnTo>
                    <a:pt x="1720900" y="21266"/>
                  </a:lnTo>
                  <a:lnTo>
                    <a:pt x="1728758" y="21303"/>
                  </a:lnTo>
                  <a:lnTo>
                    <a:pt x="1736616" y="21180"/>
                  </a:lnTo>
                  <a:lnTo>
                    <a:pt x="1744474" y="20998"/>
                  </a:lnTo>
                  <a:lnTo>
                    <a:pt x="1752332" y="20825"/>
                  </a:lnTo>
                  <a:lnTo>
                    <a:pt x="1760190" y="20712"/>
                  </a:lnTo>
                  <a:lnTo>
                    <a:pt x="1768048" y="20599"/>
                  </a:lnTo>
                  <a:lnTo>
                    <a:pt x="1775906" y="20486"/>
                  </a:lnTo>
                  <a:lnTo>
                    <a:pt x="1783764" y="20373"/>
                  </a:lnTo>
                  <a:lnTo>
                    <a:pt x="1791622" y="20263"/>
                  </a:lnTo>
                  <a:lnTo>
                    <a:pt x="1799480" y="20059"/>
                  </a:lnTo>
                  <a:lnTo>
                    <a:pt x="1807338" y="20034"/>
                  </a:lnTo>
                  <a:lnTo>
                    <a:pt x="1815196" y="19928"/>
                  </a:lnTo>
                  <a:lnTo>
                    <a:pt x="1823054" y="19816"/>
                  </a:lnTo>
                  <a:lnTo>
                    <a:pt x="1830912" y="19704"/>
                  </a:lnTo>
                  <a:lnTo>
                    <a:pt x="1838770" y="19592"/>
                  </a:lnTo>
                  <a:lnTo>
                    <a:pt x="1846628" y="19502"/>
                  </a:lnTo>
                  <a:lnTo>
                    <a:pt x="1854486" y="19426"/>
                  </a:lnTo>
                  <a:lnTo>
                    <a:pt x="1862344" y="19349"/>
                  </a:lnTo>
                  <a:lnTo>
                    <a:pt x="1870202" y="19274"/>
                  </a:lnTo>
                  <a:lnTo>
                    <a:pt x="1878060" y="19169"/>
                  </a:lnTo>
                  <a:lnTo>
                    <a:pt x="1885918" y="19091"/>
                  </a:lnTo>
                  <a:lnTo>
                    <a:pt x="1893776" y="19043"/>
                  </a:lnTo>
                  <a:lnTo>
                    <a:pt x="1901634" y="18967"/>
                  </a:lnTo>
                  <a:lnTo>
                    <a:pt x="1909492" y="18890"/>
                  </a:lnTo>
                  <a:lnTo>
                    <a:pt x="1917350" y="18814"/>
                  </a:lnTo>
                  <a:lnTo>
                    <a:pt x="1925208" y="18701"/>
                  </a:lnTo>
                  <a:lnTo>
                    <a:pt x="1933066" y="18491"/>
                  </a:lnTo>
                  <a:lnTo>
                    <a:pt x="1940924" y="18298"/>
                  </a:lnTo>
                  <a:lnTo>
                    <a:pt x="1948782" y="18211"/>
                  </a:lnTo>
                  <a:lnTo>
                    <a:pt x="1956640" y="18124"/>
                  </a:lnTo>
                  <a:lnTo>
                    <a:pt x="1964498" y="18042"/>
                  </a:lnTo>
                  <a:lnTo>
                    <a:pt x="1972356" y="17961"/>
                  </a:lnTo>
                  <a:lnTo>
                    <a:pt x="1980214" y="17915"/>
                  </a:lnTo>
                  <a:lnTo>
                    <a:pt x="1988072" y="17823"/>
                  </a:lnTo>
                  <a:lnTo>
                    <a:pt x="1995930" y="17706"/>
                  </a:lnTo>
                  <a:lnTo>
                    <a:pt x="2003788" y="17617"/>
                  </a:lnTo>
                  <a:lnTo>
                    <a:pt x="2011646" y="17534"/>
                  </a:lnTo>
                  <a:lnTo>
                    <a:pt x="2019504" y="17453"/>
                  </a:lnTo>
                  <a:lnTo>
                    <a:pt x="2027362" y="17406"/>
                  </a:lnTo>
                  <a:lnTo>
                    <a:pt x="2035220" y="17453"/>
                  </a:lnTo>
                  <a:lnTo>
                    <a:pt x="2035220" y="65327"/>
                  </a:lnTo>
                  <a:lnTo>
                    <a:pt x="2027362" y="65266"/>
                  </a:lnTo>
                  <a:lnTo>
                    <a:pt x="2019504" y="65204"/>
                  </a:lnTo>
                  <a:lnTo>
                    <a:pt x="2011646" y="65148"/>
                  </a:lnTo>
                  <a:lnTo>
                    <a:pt x="2003788" y="65095"/>
                  </a:lnTo>
                  <a:lnTo>
                    <a:pt x="1995930" y="65042"/>
                  </a:lnTo>
                  <a:lnTo>
                    <a:pt x="1988072" y="64991"/>
                  </a:lnTo>
                  <a:lnTo>
                    <a:pt x="1980214" y="64940"/>
                  </a:lnTo>
                  <a:lnTo>
                    <a:pt x="1972356" y="64912"/>
                  </a:lnTo>
                  <a:lnTo>
                    <a:pt x="1964498" y="64878"/>
                  </a:lnTo>
                  <a:lnTo>
                    <a:pt x="1956640" y="64834"/>
                  </a:lnTo>
                  <a:lnTo>
                    <a:pt x="1948782" y="64790"/>
                  </a:lnTo>
                  <a:lnTo>
                    <a:pt x="1940924" y="64744"/>
                  </a:lnTo>
                  <a:lnTo>
                    <a:pt x="1933066" y="64695"/>
                  </a:lnTo>
                  <a:lnTo>
                    <a:pt x="1925208" y="64636"/>
                  </a:lnTo>
                  <a:lnTo>
                    <a:pt x="1917350" y="64578"/>
                  </a:lnTo>
                  <a:lnTo>
                    <a:pt x="1909492" y="64519"/>
                  </a:lnTo>
                  <a:lnTo>
                    <a:pt x="1901634" y="64460"/>
                  </a:lnTo>
                  <a:lnTo>
                    <a:pt x="1893776" y="64400"/>
                  </a:lnTo>
                  <a:lnTo>
                    <a:pt x="1885918" y="64352"/>
                  </a:lnTo>
                  <a:lnTo>
                    <a:pt x="1878060" y="64304"/>
                  </a:lnTo>
                  <a:lnTo>
                    <a:pt x="1870202" y="64256"/>
                  </a:lnTo>
                  <a:lnTo>
                    <a:pt x="1862344" y="64208"/>
                  </a:lnTo>
                  <a:lnTo>
                    <a:pt x="1854486" y="64159"/>
                  </a:lnTo>
                  <a:lnTo>
                    <a:pt x="1846628" y="64112"/>
                  </a:lnTo>
                  <a:lnTo>
                    <a:pt x="1838770" y="64076"/>
                  </a:lnTo>
                  <a:lnTo>
                    <a:pt x="1830912" y="64051"/>
                  </a:lnTo>
                  <a:lnTo>
                    <a:pt x="1823054" y="64025"/>
                  </a:lnTo>
                  <a:lnTo>
                    <a:pt x="1815196" y="63991"/>
                  </a:lnTo>
                  <a:lnTo>
                    <a:pt x="1807338" y="63941"/>
                  </a:lnTo>
                  <a:lnTo>
                    <a:pt x="1799480" y="63882"/>
                  </a:lnTo>
                  <a:lnTo>
                    <a:pt x="1791622" y="63821"/>
                  </a:lnTo>
                  <a:lnTo>
                    <a:pt x="1783764" y="63752"/>
                  </a:lnTo>
                  <a:lnTo>
                    <a:pt x="1775906" y="63680"/>
                  </a:lnTo>
                  <a:lnTo>
                    <a:pt x="1768048" y="63627"/>
                  </a:lnTo>
                  <a:lnTo>
                    <a:pt x="1760190" y="63575"/>
                  </a:lnTo>
                  <a:lnTo>
                    <a:pt x="1752332" y="63512"/>
                  </a:lnTo>
                  <a:lnTo>
                    <a:pt x="1744474" y="63449"/>
                  </a:lnTo>
                  <a:lnTo>
                    <a:pt x="1736616" y="63392"/>
                  </a:lnTo>
                  <a:lnTo>
                    <a:pt x="1728758" y="63330"/>
                  </a:lnTo>
                  <a:lnTo>
                    <a:pt x="1720900" y="63261"/>
                  </a:lnTo>
                  <a:lnTo>
                    <a:pt x="1713042" y="63193"/>
                  </a:lnTo>
                  <a:lnTo>
                    <a:pt x="1705184" y="63127"/>
                  </a:lnTo>
                  <a:lnTo>
                    <a:pt x="1697326" y="63084"/>
                  </a:lnTo>
                  <a:lnTo>
                    <a:pt x="1689468" y="63031"/>
                  </a:lnTo>
                  <a:lnTo>
                    <a:pt x="1681610" y="62954"/>
                  </a:lnTo>
                  <a:lnTo>
                    <a:pt x="1673752" y="62922"/>
                  </a:lnTo>
                  <a:lnTo>
                    <a:pt x="1665894" y="62876"/>
                  </a:lnTo>
                  <a:lnTo>
                    <a:pt x="1658036" y="62791"/>
                  </a:lnTo>
                  <a:lnTo>
                    <a:pt x="1650178" y="62713"/>
                  </a:lnTo>
                  <a:lnTo>
                    <a:pt x="1642320" y="62630"/>
                  </a:lnTo>
                  <a:lnTo>
                    <a:pt x="1634462" y="62547"/>
                  </a:lnTo>
                  <a:lnTo>
                    <a:pt x="1626604" y="62469"/>
                  </a:lnTo>
                  <a:lnTo>
                    <a:pt x="1618746" y="62414"/>
                  </a:lnTo>
                  <a:lnTo>
                    <a:pt x="1610888" y="62359"/>
                  </a:lnTo>
                  <a:lnTo>
                    <a:pt x="1603030" y="62304"/>
                  </a:lnTo>
                  <a:lnTo>
                    <a:pt x="1595172" y="62231"/>
                  </a:lnTo>
                  <a:lnTo>
                    <a:pt x="1587314" y="62154"/>
                  </a:lnTo>
                  <a:lnTo>
                    <a:pt x="1579456" y="62076"/>
                  </a:lnTo>
                  <a:lnTo>
                    <a:pt x="1571598" y="61997"/>
                  </a:lnTo>
                  <a:lnTo>
                    <a:pt x="1563740" y="61917"/>
                  </a:lnTo>
                  <a:lnTo>
                    <a:pt x="1555882" y="61836"/>
                  </a:lnTo>
                  <a:lnTo>
                    <a:pt x="1548024" y="61757"/>
                  </a:lnTo>
                  <a:lnTo>
                    <a:pt x="1540166" y="61706"/>
                  </a:lnTo>
                  <a:lnTo>
                    <a:pt x="1532308" y="61655"/>
                  </a:lnTo>
                  <a:lnTo>
                    <a:pt x="1524450" y="61594"/>
                  </a:lnTo>
                  <a:lnTo>
                    <a:pt x="1516592" y="61533"/>
                  </a:lnTo>
                  <a:lnTo>
                    <a:pt x="1508734" y="61472"/>
                  </a:lnTo>
                  <a:lnTo>
                    <a:pt x="1500876" y="61410"/>
                  </a:lnTo>
                  <a:lnTo>
                    <a:pt x="1493018" y="61348"/>
                  </a:lnTo>
                  <a:lnTo>
                    <a:pt x="1485160" y="61284"/>
                  </a:lnTo>
                  <a:lnTo>
                    <a:pt x="1477302" y="61228"/>
                  </a:lnTo>
                  <a:lnTo>
                    <a:pt x="1469444" y="61168"/>
                  </a:lnTo>
                  <a:lnTo>
                    <a:pt x="1461586" y="61107"/>
                  </a:lnTo>
                  <a:lnTo>
                    <a:pt x="1453728" y="61024"/>
                  </a:lnTo>
                  <a:lnTo>
                    <a:pt x="1445870" y="60927"/>
                  </a:lnTo>
                  <a:lnTo>
                    <a:pt x="1438012" y="60839"/>
                  </a:lnTo>
                  <a:lnTo>
                    <a:pt x="1430154" y="60784"/>
                  </a:lnTo>
                  <a:lnTo>
                    <a:pt x="1422296" y="60734"/>
                  </a:lnTo>
                  <a:lnTo>
                    <a:pt x="1414438" y="60651"/>
                  </a:lnTo>
                  <a:lnTo>
                    <a:pt x="1406580" y="60573"/>
                  </a:lnTo>
                  <a:lnTo>
                    <a:pt x="1398722" y="60491"/>
                  </a:lnTo>
                  <a:lnTo>
                    <a:pt x="1390864" y="60432"/>
                  </a:lnTo>
                  <a:lnTo>
                    <a:pt x="1383006" y="60369"/>
                  </a:lnTo>
                  <a:lnTo>
                    <a:pt x="1375148" y="60301"/>
                  </a:lnTo>
                  <a:lnTo>
                    <a:pt x="1367290" y="60232"/>
                  </a:lnTo>
                  <a:lnTo>
                    <a:pt x="1359432" y="60152"/>
                  </a:lnTo>
                  <a:lnTo>
                    <a:pt x="1351574" y="60065"/>
                  </a:lnTo>
                  <a:lnTo>
                    <a:pt x="1343716" y="59978"/>
                  </a:lnTo>
                  <a:lnTo>
                    <a:pt x="1335858" y="59889"/>
                  </a:lnTo>
                  <a:lnTo>
                    <a:pt x="1328000" y="59789"/>
                  </a:lnTo>
                  <a:lnTo>
                    <a:pt x="1320142" y="59710"/>
                  </a:lnTo>
                  <a:lnTo>
                    <a:pt x="1312284" y="59621"/>
                  </a:lnTo>
                  <a:lnTo>
                    <a:pt x="1304426" y="59529"/>
                  </a:lnTo>
                  <a:lnTo>
                    <a:pt x="1296568" y="59437"/>
                  </a:lnTo>
                  <a:lnTo>
                    <a:pt x="1288710" y="59345"/>
                  </a:lnTo>
                  <a:lnTo>
                    <a:pt x="1280852" y="59252"/>
                  </a:lnTo>
                  <a:lnTo>
                    <a:pt x="1272994" y="59187"/>
                  </a:lnTo>
                  <a:lnTo>
                    <a:pt x="1265136" y="59135"/>
                  </a:lnTo>
                  <a:lnTo>
                    <a:pt x="1257278" y="59022"/>
                  </a:lnTo>
                  <a:lnTo>
                    <a:pt x="1249420" y="58877"/>
                  </a:lnTo>
                  <a:lnTo>
                    <a:pt x="1241562" y="58798"/>
                  </a:lnTo>
                  <a:lnTo>
                    <a:pt x="1233704" y="58726"/>
                  </a:lnTo>
                  <a:lnTo>
                    <a:pt x="1225846" y="58653"/>
                  </a:lnTo>
                  <a:lnTo>
                    <a:pt x="1217988" y="58580"/>
                  </a:lnTo>
                  <a:lnTo>
                    <a:pt x="1210130" y="58507"/>
                  </a:lnTo>
                  <a:lnTo>
                    <a:pt x="1202272" y="58433"/>
                  </a:lnTo>
                  <a:lnTo>
                    <a:pt x="1194414" y="58358"/>
                  </a:lnTo>
                  <a:lnTo>
                    <a:pt x="1186556" y="58254"/>
                  </a:lnTo>
                  <a:lnTo>
                    <a:pt x="1178698" y="58185"/>
                  </a:lnTo>
                  <a:lnTo>
                    <a:pt x="1170840" y="58089"/>
                  </a:lnTo>
                  <a:lnTo>
                    <a:pt x="1162982" y="58004"/>
                  </a:lnTo>
                  <a:lnTo>
                    <a:pt x="1155124" y="57938"/>
                  </a:lnTo>
                  <a:lnTo>
                    <a:pt x="1147266" y="57872"/>
                  </a:lnTo>
                  <a:lnTo>
                    <a:pt x="1139408" y="57804"/>
                  </a:lnTo>
                  <a:lnTo>
                    <a:pt x="1131550" y="57701"/>
                  </a:lnTo>
                  <a:lnTo>
                    <a:pt x="1123692" y="57592"/>
                  </a:lnTo>
                  <a:lnTo>
                    <a:pt x="1115834" y="57483"/>
                  </a:lnTo>
                  <a:lnTo>
                    <a:pt x="1107976" y="57417"/>
                  </a:lnTo>
                  <a:lnTo>
                    <a:pt x="1100118" y="57361"/>
                  </a:lnTo>
                  <a:lnTo>
                    <a:pt x="1092260" y="57273"/>
                  </a:lnTo>
                  <a:lnTo>
                    <a:pt x="1084402" y="57212"/>
                  </a:lnTo>
                  <a:lnTo>
                    <a:pt x="1076544" y="57154"/>
                  </a:lnTo>
                  <a:lnTo>
                    <a:pt x="1068686" y="57097"/>
                  </a:lnTo>
                  <a:lnTo>
                    <a:pt x="1060828" y="57039"/>
                  </a:lnTo>
                  <a:lnTo>
                    <a:pt x="1052970" y="56965"/>
                  </a:lnTo>
                  <a:lnTo>
                    <a:pt x="1045112" y="56886"/>
                  </a:lnTo>
                  <a:lnTo>
                    <a:pt x="1037254" y="56804"/>
                  </a:lnTo>
                  <a:lnTo>
                    <a:pt x="1029397" y="56720"/>
                  </a:lnTo>
                  <a:lnTo>
                    <a:pt x="1021539" y="56663"/>
                  </a:lnTo>
                  <a:lnTo>
                    <a:pt x="1013681" y="56602"/>
                  </a:lnTo>
                  <a:lnTo>
                    <a:pt x="1005823" y="56544"/>
                  </a:lnTo>
                  <a:lnTo>
                    <a:pt x="997965" y="56474"/>
                  </a:lnTo>
                  <a:lnTo>
                    <a:pt x="990107" y="56391"/>
                  </a:lnTo>
                  <a:lnTo>
                    <a:pt x="982249" y="56321"/>
                  </a:lnTo>
                  <a:lnTo>
                    <a:pt x="974391" y="56250"/>
                  </a:lnTo>
                  <a:lnTo>
                    <a:pt x="966533" y="56199"/>
                  </a:lnTo>
                  <a:lnTo>
                    <a:pt x="958675" y="56166"/>
                  </a:lnTo>
                  <a:lnTo>
                    <a:pt x="950817" y="56105"/>
                  </a:lnTo>
                  <a:lnTo>
                    <a:pt x="942959" y="56038"/>
                  </a:lnTo>
                  <a:lnTo>
                    <a:pt x="935101" y="55967"/>
                  </a:lnTo>
                  <a:lnTo>
                    <a:pt x="927243" y="55886"/>
                  </a:lnTo>
                  <a:lnTo>
                    <a:pt x="919385" y="55823"/>
                  </a:lnTo>
                  <a:lnTo>
                    <a:pt x="911527" y="55775"/>
                  </a:lnTo>
                  <a:lnTo>
                    <a:pt x="903669" y="55673"/>
                  </a:lnTo>
                  <a:lnTo>
                    <a:pt x="895811" y="55589"/>
                  </a:lnTo>
                  <a:lnTo>
                    <a:pt x="887953" y="55566"/>
                  </a:lnTo>
                  <a:lnTo>
                    <a:pt x="880095" y="55541"/>
                  </a:lnTo>
                  <a:lnTo>
                    <a:pt x="872237" y="55434"/>
                  </a:lnTo>
                  <a:lnTo>
                    <a:pt x="864379" y="55401"/>
                  </a:lnTo>
                  <a:lnTo>
                    <a:pt x="856521" y="55319"/>
                  </a:lnTo>
                  <a:lnTo>
                    <a:pt x="848663" y="55269"/>
                  </a:lnTo>
                  <a:lnTo>
                    <a:pt x="840805" y="55221"/>
                  </a:lnTo>
                  <a:lnTo>
                    <a:pt x="832947" y="55172"/>
                  </a:lnTo>
                  <a:lnTo>
                    <a:pt x="825089" y="55121"/>
                  </a:lnTo>
                  <a:lnTo>
                    <a:pt x="817231" y="55039"/>
                  </a:lnTo>
                  <a:lnTo>
                    <a:pt x="809373" y="54946"/>
                  </a:lnTo>
                  <a:lnTo>
                    <a:pt x="801515" y="54865"/>
                  </a:lnTo>
                  <a:lnTo>
                    <a:pt x="793657" y="54827"/>
                  </a:lnTo>
                  <a:lnTo>
                    <a:pt x="785799" y="54730"/>
                  </a:lnTo>
                  <a:lnTo>
                    <a:pt x="777941" y="54723"/>
                  </a:lnTo>
                  <a:lnTo>
                    <a:pt x="770083" y="54714"/>
                  </a:lnTo>
                  <a:lnTo>
                    <a:pt x="762225" y="54664"/>
                  </a:lnTo>
                  <a:lnTo>
                    <a:pt x="754367" y="54619"/>
                  </a:lnTo>
                  <a:lnTo>
                    <a:pt x="746509" y="54533"/>
                  </a:lnTo>
                  <a:lnTo>
                    <a:pt x="738651" y="54488"/>
                  </a:lnTo>
                  <a:lnTo>
                    <a:pt x="730793" y="54391"/>
                  </a:lnTo>
                  <a:lnTo>
                    <a:pt x="722935" y="54325"/>
                  </a:lnTo>
                  <a:lnTo>
                    <a:pt x="715077" y="54280"/>
                  </a:lnTo>
                  <a:lnTo>
                    <a:pt x="707219" y="54193"/>
                  </a:lnTo>
                  <a:lnTo>
                    <a:pt x="699361" y="54127"/>
                  </a:lnTo>
                  <a:lnTo>
                    <a:pt x="691503" y="54060"/>
                  </a:lnTo>
                  <a:lnTo>
                    <a:pt x="683645" y="54020"/>
                  </a:lnTo>
                  <a:lnTo>
                    <a:pt x="675787" y="53953"/>
                  </a:lnTo>
                  <a:lnTo>
                    <a:pt x="667929" y="53884"/>
                  </a:lnTo>
                  <a:lnTo>
                    <a:pt x="660071" y="53824"/>
                  </a:lnTo>
                  <a:lnTo>
                    <a:pt x="652213" y="53773"/>
                  </a:lnTo>
                  <a:lnTo>
                    <a:pt x="644355" y="53675"/>
                  </a:lnTo>
                  <a:lnTo>
                    <a:pt x="636497" y="53664"/>
                  </a:lnTo>
                  <a:lnTo>
                    <a:pt x="628639" y="53617"/>
                  </a:lnTo>
                  <a:lnTo>
                    <a:pt x="620781" y="53567"/>
                  </a:lnTo>
                  <a:lnTo>
                    <a:pt x="612923" y="53516"/>
                  </a:lnTo>
                  <a:lnTo>
                    <a:pt x="605065" y="53464"/>
                  </a:lnTo>
                  <a:lnTo>
                    <a:pt x="597207" y="53438"/>
                  </a:lnTo>
                  <a:lnTo>
                    <a:pt x="589349" y="53388"/>
                  </a:lnTo>
                  <a:lnTo>
                    <a:pt x="581491" y="53306"/>
                  </a:lnTo>
                  <a:lnTo>
                    <a:pt x="573633" y="53334"/>
                  </a:lnTo>
                  <a:lnTo>
                    <a:pt x="565775" y="53303"/>
                  </a:lnTo>
                  <a:lnTo>
                    <a:pt x="557917" y="53230"/>
                  </a:lnTo>
                  <a:lnTo>
                    <a:pt x="550059" y="53176"/>
                  </a:lnTo>
                  <a:lnTo>
                    <a:pt x="542201" y="53202"/>
                  </a:lnTo>
                  <a:lnTo>
                    <a:pt x="534343" y="53119"/>
                  </a:lnTo>
                  <a:lnTo>
                    <a:pt x="526485" y="53063"/>
                  </a:lnTo>
                  <a:lnTo>
                    <a:pt x="518627" y="52943"/>
                  </a:lnTo>
                  <a:lnTo>
                    <a:pt x="510769" y="52920"/>
                  </a:lnTo>
                  <a:lnTo>
                    <a:pt x="502911" y="52908"/>
                  </a:lnTo>
                  <a:lnTo>
                    <a:pt x="495053" y="52896"/>
                  </a:lnTo>
                  <a:lnTo>
                    <a:pt x="487195" y="52849"/>
                  </a:lnTo>
                  <a:lnTo>
                    <a:pt x="479337" y="52826"/>
                  </a:lnTo>
                  <a:lnTo>
                    <a:pt x="471479" y="52815"/>
                  </a:lnTo>
                  <a:lnTo>
                    <a:pt x="463621" y="52770"/>
                  </a:lnTo>
                  <a:lnTo>
                    <a:pt x="455763" y="52692"/>
                  </a:lnTo>
                  <a:lnTo>
                    <a:pt x="447905" y="52614"/>
                  </a:lnTo>
                  <a:lnTo>
                    <a:pt x="440047" y="52625"/>
                  </a:lnTo>
                  <a:lnTo>
                    <a:pt x="432189" y="52645"/>
                  </a:lnTo>
                  <a:lnTo>
                    <a:pt x="424331" y="52644"/>
                  </a:lnTo>
                  <a:lnTo>
                    <a:pt x="416473" y="52576"/>
                  </a:lnTo>
                  <a:lnTo>
                    <a:pt x="408615" y="52534"/>
                  </a:lnTo>
                  <a:lnTo>
                    <a:pt x="400757" y="52542"/>
                  </a:lnTo>
                  <a:lnTo>
                    <a:pt x="392899" y="52549"/>
                  </a:lnTo>
                  <a:lnTo>
                    <a:pt x="385041" y="52557"/>
                  </a:lnTo>
                  <a:lnTo>
                    <a:pt x="377183" y="52564"/>
                  </a:lnTo>
                  <a:lnTo>
                    <a:pt x="369325" y="52570"/>
                  </a:lnTo>
                  <a:lnTo>
                    <a:pt x="361467" y="52566"/>
                  </a:lnTo>
                  <a:lnTo>
                    <a:pt x="353609" y="52584"/>
                  </a:lnTo>
                  <a:lnTo>
                    <a:pt x="345751" y="52592"/>
                  </a:lnTo>
                  <a:lnTo>
                    <a:pt x="337893" y="52615"/>
                  </a:lnTo>
                  <a:lnTo>
                    <a:pt x="330035" y="52609"/>
                  </a:lnTo>
                  <a:lnTo>
                    <a:pt x="322177" y="52595"/>
                  </a:lnTo>
                  <a:lnTo>
                    <a:pt x="314319" y="52566"/>
                  </a:lnTo>
                  <a:lnTo>
                    <a:pt x="306461" y="52559"/>
                  </a:lnTo>
                  <a:lnTo>
                    <a:pt x="298603" y="52535"/>
                  </a:lnTo>
                  <a:lnTo>
                    <a:pt x="290745" y="52478"/>
                  </a:lnTo>
                  <a:lnTo>
                    <a:pt x="282887" y="52448"/>
                  </a:lnTo>
                  <a:lnTo>
                    <a:pt x="275029" y="52419"/>
                  </a:lnTo>
                  <a:lnTo>
                    <a:pt x="267171" y="52389"/>
                  </a:lnTo>
                  <a:lnTo>
                    <a:pt x="259313" y="52385"/>
                  </a:lnTo>
                  <a:lnTo>
                    <a:pt x="251455" y="52451"/>
                  </a:lnTo>
                  <a:lnTo>
                    <a:pt x="243597" y="52482"/>
                  </a:lnTo>
                  <a:lnTo>
                    <a:pt x="235739" y="52470"/>
                  </a:lnTo>
                  <a:lnTo>
                    <a:pt x="227881" y="52477"/>
                  </a:lnTo>
                  <a:lnTo>
                    <a:pt x="220023" y="52447"/>
                  </a:lnTo>
                  <a:lnTo>
                    <a:pt x="212165" y="52435"/>
                  </a:lnTo>
                  <a:lnTo>
                    <a:pt x="204307" y="52465"/>
                  </a:lnTo>
                  <a:lnTo>
                    <a:pt x="196449" y="52453"/>
                  </a:lnTo>
                  <a:lnTo>
                    <a:pt x="188591" y="52426"/>
                  </a:lnTo>
                  <a:lnTo>
                    <a:pt x="180733" y="52469"/>
                  </a:lnTo>
                  <a:lnTo>
                    <a:pt x="172875" y="52425"/>
                  </a:lnTo>
                  <a:lnTo>
                    <a:pt x="165017" y="52391"/>
                  </a:lnTo>
                  <a:lnTo>
                    <a:pt x="157159" y="52453"/>
                  </a:lnTo>
                  <a:lnTo>
                    <a:pt x="149301" y="52465"/>
                  </a:lnTo>
                  <a:lnTo>
                    <a:pt x="141443" y="52522"/>
                  </a:lnTo>
                  <a:lnTo>
                    <a:pt x="133585" y="52496"/>
                  </a:lnTo>
                  <a:lnTo>
                    <a:pt x="125727" y="52532"/>
                  </a:lnTo>
                  <a:lnTo>
                    <a:pt x="117869" y="52541"/>
                  </a:lnTo>
                  <a:lnTo>
                    <a:pt x="110011" y="52596"/>
                  </a:lnTo>
                  <a:lnTo>
                    <a:pt x="102153" y="52620"/>
                  </a:lnTo>
                  <a:lnTo>
                    <a:pt x="94295" y="52606"/>
                  </a:lnTo>
                  <a:lnTo>
                    <a:pt x="86437" y="52644"/>
                  </a:lnTo>
                  <a:lnTo>
                    <a:pt x="78579" y="52657"/>
                  </a:lnTo>
                  <a:lnTo>
                    <a:pt x="70721" y="52670"/>
                  </a:lnTo>
                  <a:lnTo>
                    <a:pt x="62863" y="52682"/>
                  </a:lnTo>
                  <a:lnTo>
                    <a:pt x="55005" y="52693"/>
                  </a:lnTo>
                  <a:lnTo>
                    <a:pt x="47147" y="52705"/>
                  </a:lnTo>
                  <a:lnTo>
                    <a:pt x="39289" y="52716"/>
                  </a:lnTo>
                  <a:lnTo>
                    <a:pt x="31431" y="52728"/>
                  </a:lnTo>
                  <a:lnTo>
                    <a:pt x="23573" y="52739"/>
                  </a:lnTo>
                  <a:lnTo>
                    <a:pt x="15715" y="52750"/>
                  </a:lnTo>
                  <a:lnTo>
                    <a:pt x="7857" y="52798"/>
                  </a:lnTo>
                  <a:lnTo>
                    <a:pt x="0" y="52798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1186414" y="4884257"/>
              <a:ext cx="2035220" cy="24861"/>
            </a:xfrm>
            <a:custGeom>
              <a:avLst/>
              <a:pathLst>
                <a:path w="2035220" h="24861">
                  <a:moveTo>
                    <a:pt x="0" y="0"/>
                  </a:moveTo>
                  <a:lnTo>
                    <a:pt x="7857" y="182"/>
                  </a:lnTo>
                  <a:lnTo>
                    <a:pt x="15715" y="488"/>
                  </a:lnTo>
                  <a:lnTo>
                    <a:pt x="23573" y="847"/>
                  </a:lnTo>
                  <a:lnTo>
                    <a:pt x="31431" y="1495"/>
                  </a:lnTo>
                  <a:lnTo>
                    <a:pt x="39289" y="1833"/>
                  </a:lnTo>
                  <a:lnTo>
                    <a:pt x="47147" y="2157"/>
                  </a:lnTo>
                  <a:lnTo>
                    <a:pt x="55005" y="2480"/>
                  </a:lnTo>
                  <a:lnTo>
                    <a:pt x="62863" y="2809"/>
                  </a:lnTo>
                  <a:lnTo>
                    <a:pt x="70721" y="3238"/>
                  </a:lnTo>
                  <a:lnTo>
                    <a:pt x="78579" y="3453"/>
                  </a:lnTo>
                  <a:lnTo>
                    <a:pt x="86437" y="3639"/>
                  </a:lnTo>
                  <a:lnTo>
                    <a:pt x="94295" y="3815"/>
                  </a:lnTo>
                  <a:lnTo>
                    <a:pt x="102153" y="4205"/>
                  </a:lnTo>
                  <a:lnTo>
                    <a:pt x="110011" y="4597"/>
                  </a:lnTo>
                  <a:lnTo>
                    <a:pt x="117869" y="4988"/>
                  </a:lnTo>
                  <a:lnTo>
                    <a:pt x="125727" y="5351"/>
                  </a:lnTo>
                  <a:lnTo>
                    <a:pt x="133585" y="5666"/>
                  </a:lnTo>
                  <a:lnTo>
                    <a:pt x="141443" y="6038"/>
                  </a:lnTo>
                  <a:lnTo>
                    <a:pt x="149301" y="6378"/>
                  </a:lnTo>
                  <a:lnTo>
                    <a:pt x="157159" y="6834"/>
                  </a:lnTo>
                  <a:lnTo>
                    <a:pt x="165017" y="7238"/>
                  </a:lnTo>
                  <a:lnTo>
                    <a:pt x="172875" y="7649"/>
                  </a:lnTo>
                  <a:lnTo>
                    <a:pt x="180733" y="8038"/>
                  </a:lnTo>
                  <a:lnTo>
                    <a:pt x="188591" y="8422"/>
                  </a:lnTo>
                  <a:lnTo>
                    <a:pt x="196449" y="8811"/>
                  </a:lnTo>
                  <a:lnTo>
                    <a:pt x="204307" y="9145"/>
                  </a:lnTo>
                  <a:lnTo>
                    <a:pt x="212165" y="9507"/>
                  </a:lnTo>
                  <a:lnTo>
                    <a:pt x="220023" y="9869"/>
                  </a:lnTo>
                  <a:lnTo>
                    <a:pt x="227881" y="10229"/>
                  </a:lnTo>
                  <a:lnTo>
                    <a:pt x="235739" y="10587"/>
                  </a:lnTo>
                  <a:lnTo>
                    <a:pt x="243597" y="10943"/>
                  </a:lnTo>
                  <a:lnTo>
                    <a:pt x="251455" y="11170"/>
                  </a:lnTo>
                  <a:lnTo>
                    <a:pt x="259313" y="11307"/>
                  </a:lnTo>
                  <a:lnTo>
                    <a:pt x="267171" y="11534"/>
                  </a:lnTo>
                  <a:lnTo>
                    <a:pt x="275029" y="11957"/>
                  </a:lnTo>
                  <a:lnTo>
                    <a:pt x="282887" y="12289"/>
                  </a:lnTo>
                  <a:lnTo>
                    <a:pt x="290745" y="12505"/>
                  </a:lnTo>
                  <a:lnTo>
                    <a:pt x="298603" y="12726"/>
                  </a:lnTo>
                  <a:lnTo>
                    <a:pt x="306461" y="13061"/>
                  </a:lnTo>
                  <a:lnTo>
                    <a:pt x="314319" y="13503"/>
                  </a:lnTo>
                  <a:lnTo>
                    <a:pt x="322177" y="13673"/>
                  </a:lnTo>
                  <a:lnTo>
                    <a:pt x="330035" y="13843"/>
                  </a:lnTo>
                  <a:lnTo>
                    <a:pt x="337893" y="14013"/>
                  </a:lnTo>
                  <a:lnTo>
                    <a:pt x="345751" y="14247"/>
                  </a:lnTo>
                  <a:lnTo>
                    <a:pt x="353609" y="14668"/>
                  </a:lnTo>
                  <a:lnTo>
                    <a:pt x="361467" y="14690"/>
                  </a:lnTo>
                  <a:lnTo>
                    <a:pt x="369325" y="14921"/>
                  </a:lnTo>
                  <a:lnTo>
                    <a:pt x="377183" y="15149"/>
                  </a:lnTo>
                  <a:lnTo>
                    <a:pt x="385041" y="15467"/>
                  </a:lnTo>
                  <a:lnTo>
                    <a:pt x="392899" y="15628"/>
                  </a:lnTo>
                  <a:lnTo>
                    <a:pt x="400757" y="15778"/>
                  </a:lnTo>
                  <a:lnTo>
                    <a:pt x="408615" y="16077"/>
                  </a:lnTo>
                  <a:lnTo>
                    <a:pt x="416473" y="16273"/>
                  </a:lnTo>
                  <a:lnTo>
                    <a:pt x="424331" y="16606"/>
                  </a:lnTo>
                  <a:lnTo>
                    <a:pt x="432189" y="16937"/>
                  </a:lnTo>
                  <a:lnTo>
                    <a:pt x="440047" y="17112"/>
                  </a:lnTo>
                  <a:lnTo>
                    <a:pt x="447905" y="17290"/>
                  </a:lnTo>
                  <a:lnTo>
                    <a:pt x="455763" y="17567"/>
                  </a:lnTo>
                  <a:lnTo>
                    <a:pt x="463621" y="17690"/>
                  </a:lnTo>
                  <a:lnTo>
                    <a:pt x="471479" y="17856"/>
                  </a:lnTo>
                  <a:lnTo>
                    <a:pt x="479337" y="18157"/>
                  </a:lnTo>
                  <a:lnTo>
                    <a:pt x="487195" y="18367"/>
                  </a:lnTo>
                  <a:lnTo>
                    <a:pt x="495053" y="18616"/>
                  </a:lnTo>
                  <a:lnTo>
                    <a:pt x="502911" y="18569"/>
                  </a:lnTo>
                  <a:lnTo>
                    <a:pt x="510769" y="18646"/>
                  </a:lnTo>
                  <a:lnTo>
                    <a:pt x="518627" y="18813"/>
                  </a:lnTo>
                  <a:lnTo>
                    <a:pt x="526485" y="18981"/>
                  </a:lnTo>
                  <a:lnTo>
                    <a:pt x="534343" y="19114"/>
                  </a:lnTo>
                  <a:lnTo>
                    <a:pt x="542201" y="19215"/>
                  </a:lnTo>
                  <a:lnTo>
                    <a:pt x="550059" y="19482"/>
                  </a:lnTo>
                  <a:lnTo>
                    <a:pt x="557917" y="19648"/>
                  </a:lnTo>
                  <a:lnTo>
                    <a:pt x="565775" y="19833"/>
                  </a:lnTo>
                  <a:lnTo>
                    <a:pt x="573633" y="20001"/>
                  </a:lnTo>
                  <a:lnTo>
                    <a:pt x="581491" y="20296"/>
                  </a:lnTo>
                  <a:lnTo>
                    <a:pt x="589349" y="20604"/>
                  </a:lnTo>
                  <a:lnTo>
                    <a:pt x="597207" y="20842"/>
                  </a:lnTo>
                  <a:lnTo>
                    <a:pt x="605065" y="20917"/>
                  </a:lnTo>
                  <a:lnTo>
                    <a:pt x="612923" y="21136"/>
                  </a:lnTo>
                  <a:lnTo>
                    <a:pt x="620781" y="21160"/>
                  </a:lnTo>
                  <a:lnTo>
                    <a:pt x="628639" y="21440"/>
                  </a:lnTo>
                  <a:lnTo>
                    <a:pt x="636497" y="21588"/>
                  </a:lnTo>
                  <a:lnTo>
                    <a:pt x="644355" y="21730"/>
                  </a:lnTo>
                  <a:lnTo>
                    <a:pt x="652213" y="21817"/>
                  </a:lnTo>
                  <a:lnTo>
                    <a:pt x="660071" y="21948"/>
                  </a:lnTo>
                  <a:lnTo>
                    <a:pt x="667929" y="22005"/>
                  </a:lnTo>
                  <a:lnTo>
                    <a:pt x="675787" y="22200"/>
                  </a:lnTo>
                  <a:lnTo>
                    <a:pt x="683645" y="22311"/>
                  </a:lnTo>
                  <a:lnTo>
                    <a:pt x="691503" y="22363"/>
                  </a:lnTo>
                  <a:lnTo>
                    <a:pt x="699361" y="22482"/>
                  </a:lnTo>
                  <a:lnTo>
                    <a:pt x="707219" y="22691"/>
                  </a:lnTo>
                  <a:lnTo>
                    <a:pt x="715077" y="22825"/>
                  </a:lnTo>
                  <a:lnTo>
                    <a:pt x="722935" y="22907"/>
                  </a:lnTo>
                  <a:lnTo>
                    <a:pt x="730793" y="22953"/>
                  </a:lnTo>
                  <a:lnTo>
                    <a:pt x="738651" y="23038"/>
                  </a:lnTo>
                  <a:lnTo>
                    <a:pt x="746509" y="23315"/>
                  </a:lnTo>
                  <a:lnTo>
                    <a:pt x="754367" y="23450"/>
                  </a:lnTo>
                  <a:lnTo>
                    <a:pt x="762225" y="23531"/>
                  </a:lnTo>
                  <a:lnTo>
                    <a:pt x="770083" y="23607"/>
                  </a:lnTo>
                  <a:lnTo>
                    <a:pt x="777941" y="23465"/>
                  </a:lnTo>
                  <a:lnTo>
                    <a:pt x="785799" y="23398"/>
                  </a:lnTo>
                  <a:lnTo>
                    <a:pt x="793657" y="23489"/>
                  </a:lnTo>
                  <a:lnTo>
                    <a:pt x="801515" y="23584"/>
                  </a:lnTo>
                  <a:lnTo>
                    <a:pt x="809373" y="23678"/>
                  </a:lnTo>
                  <a:lnTo>
                    <a:pt x="817231" y="23771"/>
                  </a:lnTo>
                  <a:lnTo>
                    <a:pt x="825089" y="23858"/>
                  </a:lnTo>
                  <a:lnTo>
                    <a:pt x="832947" y="23952"/>
                  </a:lnTo>
                  <a:lnTo>
                    <a:pt x="840805" y="24046"/>
                  </a:lnTo>
                  <a:lnTo>
                    <a:pt x="848663" y="24135"/>
                  </a:lnTo>
                  <a:lnTo>
                    <a:pt x="856521" y="24189"/>
                  </a:lnTo>
                  <a:lnTo>
                    <a:pt x="864379" y="24207"/>
                  </a:lnTo>
                  <a:lnTo>
                    <a:pt x="872237" y="24145"/>
                  </a:lnTo>
                  <a:lnTo>
                    <a:pt x="880095" y="24107"/>
                  </a:lnTo>
                  <a:lnTo>
                    <a:pt x="887953" y="24069"/>
                  </a:lnTo>
                  <a:lnTo>
                    <a:pt x="895811" y="24032"/>
                  </a:lnTo>
                  <a:lnTo>
                    <a:pt x="903669" y="24105"/>
                  </a:lnTo>
                  <a:lnTo>
                    <a:pt x="911527" y="24116"/>
                  </a:lnTo>
                  <a:lnTo>
                    <a:pt x="919385" y="24050"/>
                  </a:lnTo>
                  <a:lnTo>
                    <a:pt x="927243" y="24058"/>
                  </a:lnTo>
                  <a:lnTo>
                    <a:pt x="935101" y="24171"/>
                  </a:lnTo>
                  <a:lnTo>
                    <a:pt x="942959" y="24283"/>
                  </a:lnTo>
                  <a:lnTo>
                    <a:pt x="950817" y="24398"/>
                  </a:lnTo>
                  <a:lnTo>
                    <a:pt x="958675" y="24380"/>
                  </a:lnTo>
                  <a:lnTo>
                    <a:pt x="966533" y="24216"/>
                  </a:lnTo>
                  <a:lnTo>
                    <a:pt x="974391" y="24139"/>
                  </a:lnTo>
                  <a:lnTo>
                    <a:pt x="982249" y="24224"/>
                  </a:lnTo>
                  <a:lnTo>
                    <a:pt x="990107" y="24309"/>
                  </a:lnTo>
                  <a:lnTo>
                    <a:pt x="997965" y="24396"/>
                  </a:lnTo>
                  <a:lnTo>
                    <a:pt x="1005823" y="24478"/>
                  </a:lnTo>
                  <a:lnTo>
                    <a:pt x="1013681" y="24457"/>
                  </a:lnTo>
                  <a:lnTo>
                    <a:pt x="1021539" y="24479"/>
                  </a:lnTo>
                  <a:lnTo>
                    <a:pt x="1029397" y="24420"/>
                  </a:lnTo>
                  <a:lnTo>
                    <a:pt x="1037254" y="24473"/>
                  </a:lnTo>
                  <a:lnTo>
                    <a:pt x="1045112" y="24495"/>
                  </a:lnTo>
                  <a:lnTo>
                    <a:pt x="1052970" y="24298"/>
                  </a:lnTo>
                  <a:lnTo>
                    <a:pt x="1060828" y="24302"/>
                  </a:lnTo>
                  <a:lnTo>
                    <a:pt x="1068686" y="24511"/>
                  </a:lnTo>
                  <a:lnTo>
                    <a:pt x="1076544" y="24712"/>
                  </a:lnTo>
                  <a:lnTo>
                    <a:pt x="1084402" y="24861"/>
                  </a:lnTo>
                  <a:lnTo>
                    <a:pt x="1092260" y="24729"/>
                  </a:lnTo>
                  <a:lnTo>
                    <a:pt x="1100118" y="24520"/>
                  </a:lnTo>
                  <a:lnTo>
                    <a:pt x="1107976" y="24518"/>
                  </a:lnTo>
                  <a:lnTo>
                    <a:pt x="1115834" y="24431"/>
                  </a:lnTo>
                  <a:lnTo>
                    <a:pt x="1123692" y="24327"/>
                  </a:lnTo>
                  <a:lnTo>
                    <a:pt x="1131550" y="24348"/>
                  </a:lnTo>
                  <a:lnTo>
                    <a:pt x="1139408" y="24301"/>
                  </a:lnTo>
                  <a:lnTo>
                    <a:pt x="1147266" y="24328"/>
                  </a:lnTo>
                  <a:lnTo>
                    <a:pt x="1155124" y="24294"/>
                  </a:lnTo>
                  <a:lnTo>
                    <a:pt x="1162982" y="24211"/>
                  </a:lnTo>
                  <a:lnTo>
                    <a:pt x="1170840" y="24132"/>
                  </a:lnTo>
                  <a:lnTo>
                    <a:pt x="1178698" y="24058"/>
                  </a:lnTo>
                  <a:lnTo>
                    <a:pt x="1186556" y="24185"/>
                  </a:lnTo>
                  <a:lnTo>
                    <a:pt x="1194414" y="24167"/>
                  </a:lnTo>
                  <a:lnTo>
                    <a:pt x="1202272" y="24145"/>
                  </a:lnTo>
                  <a:lnTo>
                    <a:pt x="1210130" y="24067"/>
                  </a:lnTo>
                  <a:lnTo>
                    <a:pt x="1217988" y="24036"/>
                  </a:lnTo>
                  <a:lnTo>
                    <a:pt x="1225846" y="23931"/>
                  </a:lnTo>
                  <a:lnTo>
                    <a:pt x="1233704" y="23855"/>
                  </a:lnTo>
                  <a:lnTo>
                    <a:pt x="1241562" y="23829"/>
                  </a:lnTo>
                  <a:lnTo>
                    <a:pt x="1249420" y="23940"/>
                  </a:lnTo>
                  <a:lnTo>
                    <a:pt x="1257278" y="24050"/>
                  </a:lnTo>
                  <a:lnTo>
                    <a:pt x="1265136" y="24063"/>
                  </a:lnTo>
                  <a:lnTo>
                    <a:pt x="1272994" y="23876"/>
                  </a:lnTo>
                  <a:lnTo>
                    <a:pt x="1280852" y="23956"/>
                  </a:lnTo>
                  <a:lnTo>
                    <a:pt x="1288710" y="24052"/>
                  </a:lnTo>
                  <a:lnTo>
                    <a:pt x="1296568" y="24066"/>
                  </a:lnTo>
                  <a:lnTo>
                    <a:pt x="1304426" y="24019"/>
                  </a:lnTo>
                  <a:lnTo>
                    <a:pt x="1312284" y="23976"/>
                  </a:lnTo>
                  <a:lnTo>
                    <a:pt x="1320142" y="23929"/>
                  </a:lnTo>
                  <a:lnTo>
                    <a:pt x="1328000" y="23877"/>
                  </a:lnTo>
                  <a:lnTo>
                    <a:pt x="1335858" y="23830"/>
                  </a:lnTo>
                  <a:lnTo>
                    <a:pt x="1343716" y="23782"/>
                  </a:lnTo>
                  <a:lnTo>
                    <a:pt x="1351574" y="23798"/>
                  </a:lnTo>
                  <a:lnTo>
                    <a:pt x="1359432" y="23818"/>
                  </a:lnTo>
                  <a:lnTo>
                    <a:pt x="1367290" y="23838"/>
                  </a:lnTo>
                  <a:lnTo>
                    <a:pt x="1375148" y="23837"/>
                  </a:lnTo>
                  <a:lnTo>
                    <a:pt x="1383006" y="23707"/>
                  </a:lnTo>
                  <a:lnTo>
                    <a:pt x="1390864" y="23577"/>
                  </a:lnTo>
                  <a:lnTo>
                    <a:pt x="1398722" y="23446"/>
                  </a:lnTo>
                  <a:lnTo>
                    <a:pt x="1406580" y="23385"/>
                  </a:lnTo>
                  <a:lnTo>
                    <a:pt x="1414438" y="23262"/>
                  </a:lnTo>
                  <a:lnTo>
                    <a:pt x="1422296" y="23135"/>
                  </a:lnTo>
                  <a:lnTo>
                    <a:pt x="1430154" y="23121"/>
                  </a:lnTo>
                  <a:lnTo>
                    <a:pt x="1438012" y="22936"/>
                  </a:lnTo>
                  <a:lnTo>
                    <a:pt x="1445870" y="22749"/>
                  </a:lnTo>
                  <a:lnTo>
                    <a:pt x="1453728" y="22608"/>
                  </a:lnTo>
                  <a:lnTo>
                    <a:pt x="1461586" y="22709"/>
                  </a:lnTo>
                  <a:lnTo>
                    <a:pt x="1469444" y="22559"/>
                  </a:lnTo>
                  <a:lnTo>
                    <a:pt x="1477302" y="22411"/>
                  </a:lnTo>
                  <a:lnTo>
                    <a:pt x="1485160" y="22266"/>
                  </a:lnTo>
                  <a:lnTo>
                    <a:pt x="1493018" y="22159"/>
                  </a:lnTo>
                  <a:lnTo>
                    <a:pt x="1500876" y="22146"/>
                  </a:lnTo>
                  <a:lnTo>
                    <a:pt x="1508734" y="22066"/>
                  </a:lnTo>
                  <a:lnTo>
                    <a:pt x="1516592" y="22120"/>
                  </a:lnTo>
                  <a:lnTo>
                    <a:pt x="1524450" y="22088"/>
                  </a:lnTo>
                  <a:lnTo>
                    <a:pt x="1532308" y="22056"/>
                  </a:lnTo>
                  <a:lnTo>
                    <a:pt x="1540166" y="22056"/>
                  </a:lnTo>
                  <a:lnTo>
                    <a:pt x="1548024" y="22069"/>
                  </a:lnTo>
                  <a:lnTo>
                    <a:pt x="1555882" y="22057"/>
                  </a:lnTo>
                  <a:lnTo>
                    <a:pt x="1563740" y="22049"/>
                  </a:lnTo>
                  <a:lnTo>
                    <a:pt x="1571598" y="22046"/>
                  </a:lnTo>
                  <a:lnTo>
                    <a:pt x="1579456" y="22005"/>
                  </a:lnTo>
                  <a:lnTo>
                    <a:pt x="1587314" y="21929"/>
                  </a:lnTo>
                  <a:lnTo>
                    <a:pt x="1595172" y="21855"/>
                  </a:lnTo>
                  <a:lnTo>
                    <a:pt x="1603030" y="21780"/>
                  </a:lnTo>
                  <a:lnTo>
                    <a:pt x="1610888" y="21704"/>
                  </a:lnTo>
                  <a:lnTo>
                    <a:pt x="1618746" y="21644"/>
                  </a:lnTo>
                  <a:lnTo>
                    <a:pt x="1626604" y="21572"/>
                  </a:lnTo>
                  <a:lnTo>
                    <a:pt x="1634462" y="21499"/>
                  </a:lnTo>
                  <a:lnTo>
                    <a:pt x="1642320" y="21426"/>
                  </a:lnTo>
                  <a:lnTo>
                    <a:pt x="1650178" y="21353"/>
                  </a:lnTo>
                  <a:lnTo>
                    <a:pt x="1658036" y="21280"/>
                  </a:lnTo>
                  <a:lnTo>
                    <a:pt x="1665894" y="21208"/>
                  </a:lnTo>
                  <a:lnTo>
                    <a:pt x="1673752" y="21274"/>
                  </a:lnTo>
                  <a:lnTo>
                    <a:pt x="1681610" y="21350"/>
                  </a:lnTo>
                  <a:lnTo>
                    <a:pt x="1689468" y="21426"/>
                  </a:lnTo>
                  <a:lnTo>
                    <a:pt x="1697326" y="21504"/>
                  </a:lnTo>
                  <a:lnTo>
                    <a:pt x="1705184" y="21455"/>
                  </a:lnTo>
                  <a:lnTo>
                    <a:pt x="1713042" y="21371"/>
                  </a:lnTo>
                  <a:lnTo>
                    <a:pt x="1720900" y="21266"/>
                  </a:lnTo>
                  <a:lnTo>
                    <a:pt x="1728758" y="21303"/>
                  </a:lnTo>
                  <a:lnTo>
                    <a:pt x="1736616" y="21180"/>
                  </a:lnTo>
                  <a:lnTo>
                    <a:pt x="1744474" y="20998"/>
                  </a:lnTo>
                  <a:lnTo>
                    <a:pt x="1752332" y="20825"/>
                  </a:lnTo>
                  <a:lnTo>
                    <a:pt x="1760190" y="20712"/>
                  </a:lnTo>
                  <a:lnTo>
                    <a:pt x="1768048" y="20599"/>
                  </a:lnTo>
                  <a:lnTo>
                    <a:pt x="1775906" y="20486"/>
                  </a:lnTo>
                  <a:lnTo>
                    <a:pt x="1783764" y="20373"/>
                  </a:lnTo>
                  <a:lnTo>
                    <a:pt x="1791622" y="20263"/>
                  </a:lnTo>
                  <a:lnTo>
                    <a:pt x="1799480" y="20059"/>
                  </a:lnTo>
                  <a:lnTo>
                    <a:pt x="1807338" y="20034"/>
                  </a:lnTo>
                  <a:lnTo>
                    <a:pt x="1815196" y="19928"/>
                  </a:lnTo>
                  <a:lnTo>
                    <a:pt x="1823054" y="19816"/>
                  </a:lnTo>
                  <a:lnTo>
                    <a:pt x="1830912" y="19704"/>
                  </a:lnTo>
                  <a:lnTo>
                    <a:pt x="1838770" y="19592"/>
                  </a:lnTo>
                  <a:lnTo>
                    <a:pt x="1846628" y="19502"/>
                  </a:lnTo>
                  <a:lnTo>
                    <a:pt x="1854486" y="19426"/>
                  </a:lnTo>
                  <a:lnTo>
                    <a:pt x="1862344" y="19349"/>
                  </a:lnTo>
                  <a:lnTo>
                    <a:pt x="1870202" y="19274"/>
                  </a:lnTo>
                  <a:lnTo>
                    <a:pt x="1878060" y="19169"/>
                  </a:lnTo>
                  <a:lnTo>
                    <a:pt x="1885918" y="19091"/>
                  </a:lnTo>
                  <a:lnTo>
                    <a:pt x="1893776" y="19043"/>
                  </a:lnTo>
                  <a:lnTo>
                    <a:pt x="1901634" y="18967"/>
                  </a:lnTo>
                  <a:lnTo>
                    <a:pt x="1909492" y="18890"/>
                  </a:lnTo>
                  <a:lnTo>
                    <a:pt x="1917350" y="18814"/>
                  </a:lnTo>
                  <a:lnTo>
                    <a:pt x="1925208" y="18701"/>
                  </a:lnTo>
                  <a:lnTo>
                    <a:pt x="1933066" y="18491"/>
                  </a:lnTo>
                  <a:lnTo>
                    <a:pt x="1940924" y="18298"/>
                  </a:lnTo>
                  <a:lnTo>
                    <a:pt x="1948782" y="18211"/>
                  </a:lnTo>
                  <a:lnTo>
                    <a:pt x="1956640" y="18124"/>
                  </a:lnTo>
                  <a:lnTo>
                    <a:pt x="1964498" y="18042"/>
                  </a:lnTo>
                  <a:lnTo>
                    <a:pt x="1972356" y="17961"/>
                  </a:lnTo>
                  <a:lnTo>
                    <a:pt x="1980214" y="17915"/>
                  </a:lnTo>
                  <a:lnTo>
                    <a:pt x="1988072" y="17823"/>
                  </a:lnTo>
                  <a:lnTo>
                    <a:pt x="1995930" y="17706"/>
                  </a:lnTo>
                  <a:lnTo>
                    <a:pt x="2003788" y="17617"/>
                  </a:lnTo>
                  <a:lnTo>
                    <a:pt x="2011646" y="17534"/>
                  </a:lnTo>
                  <a:lnTo>
                    <a:pt x="2019504" y="17453"/>
                  </a:lnTo>
                  <a:lnTo>
                    <a:pt x="2027362" y="17406"/>
                  </a:lnTo>
                  <a:lnTo>
                    <a:pt x="2035220" y="1745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1186414" y="4936642"/>
              <a:ext cx="2035220" cy="12942"/>
            </a:xfrm>
            <a:custGeom>
              <a:avLst/>
              <a:pathLst>
                <a:path w="2035220" h="12942">
                  <a:moveTo>
                    <a:pt x="2035220" y="12942"/>
                  </a:moveTo>
                  <a:lnTo>
                    <a:pt x="2027362" y="12881"/>
                  </a:lnTo>
                  <a:lnTo>
                    <a:pt x="2019504" y="12819"/>
                  </a:lnTo>
                  <a:lnTo>
                    <a:pt x="2011646" y="12763"/>
                  </a:lnTo>
                  <a:lnTo>
                    <a:pt x="2003788" y="12710"/>
                  </a:lnTo>
                  <a:lnTo>
                    <a:pt x="1995930" y="12657"/>
                  </a:lnTo>
                  <a:lnTo>
                    <a:pt x="1988072" y="12606"/>
                  </a:lnTo>
                  <a:lnTo>
                    <a:pt x="1980214" y="12555"/>
                  </a:lnTo>
                  <a:lnTo>
                    <a:pt x="1972356" y="12527"/>
                  </a:lnTo>
                  <a:lnTo>
                    <a:pt x="1964498" y="12493"/>
                  </a:lnTo>
                  <a:lnTo>
                    <a:pt x="1956640" y="12449"/>
                  </a:lnTo>
                  <a:lnTo>
                    <a:pt x="1948782" y="12405"/>
                  </a:lnTo>
                  <a:lnTo>
                    <a:pt x="1940924" y="12359"/>
                  </a:lnTo>
                  <a:lnTo>
                    <a:pt x="1933066" y="12309"/>
                  </a:lnTo>
                  <a:lnTo>
                    <a:pt x="1925208" y="12251"/>
                  </a:lnTo>
                  <a:lnTo>
                    <a:pt x="1917350" y="12193"/>
                  </a:lnTo>
                  <a:lnTo>
                    <a:pt x="1909492" y="12134"/>
                  </a:lnTo>
                  <a:lnTo>
                    <a:pt x="1901634" y="12075"/>
                  </a:lnTo>
                  <a:lnTo>
                    <a:pt x="1893776" y="12015"/>
                  </a:lnTo>
                  <a:lnTo>
                    <a:pt x="1885918" y="11967"/>
                  </a:lnTo>
                  <a:lnTo>
                    <a:pt x="1878060" y="11919"/>
                  </a:lnTo>
                  <a:lnTo>
                    <a:pt x="1870202" y="11871"/>
                  </a:lnTo>
                  <a:lnTo>
                    <a:pt x="1862344" y="11823"/>
                  </a:lnTo>
                  <a:lnTo>
                    <a:pt x="1854486" y="11774"/>
                  </a:lnTo>
                  <a:lnTo>
                    <a:pt x="1846628" y="11727"/>
                  </a:lnTo>
                  <a:lnTo>
                    <a:pt x="1838770" y="11691"/>
                  </a:lnTo>
                  <a:lnTo>
                    <a:pt x="1830912" y="11666"/>
                  </a:lnTo>
                  <a:lnTo>
                    <a:pt x="1823054" y="11640"/>
                  </a:lnTo>
                  <a:lnTo>
                    <a:pt x="1815196" y="11606"/>
                  </a:lnTo>
                  <a:lnTo>
                    <a:pt x="1807338" y="11556"/>
                  </a:lnTo>
                  <a:lnTo>
                    <a:pt x="1799480" y="11497"/>
                  </a:lnTo>
                  <a:lnTo>
                    <a:pt x="1791622" y="11436"/>
                  </a:lnTo>
                  <a:lnTo>
                    <a:pt x="1783764" y="11367"/>
                  </a:lnTo>
                  <a:lnTo>
                    <a:pt x="1775906" y="11295"/>
                  </a:lnTo>
                  <a:lnTo>
                    <a:pt x="1768048" y="11242"/>
                  </a:lnTo>
                  <a:lnTo>
                    <a:pt x="1760190" y="11190"/>
                  </a:lnTo>
                  <a:lnTo>
                    <a:pt x="1752332" y="11127"/>
                  </a:lnTo>
                  <a:lnTo>
                    <a:pt x="1744474" y="11064"/>
                  </a:lnTo>
                  <a:lnTo>
                    <a:pt x="1736616" y="11007"/>
                  </a:lnTo>
                  <a:lnTo>
                    <a:pt x="1728758" y="10945"/>
                  </a:lnTo>
                  <a:lnTo>
                    <a:pt x="1720900" y="10876"/>
                  </a:lnTo>
                  <a:lnTo>
                    <a:pt x="1713042" y="10808"/>
                  </a:lnTo>
                  <a:lnTo>
                    <a:pt x="1705184" y="10742"/>
                  </a:lnTo>
                  <a:lnTo>
                    <a:pt x="1697326" y="10699"/>
                  </a:lnTo>
                  <a:lnTo>
                    <a:pt x="1689468" y="10646"/>
                  </a:lnTo>
                  <a:lnTo>
                    <a:pt x="1681610" y="10569"/>
                  </a:lnTo>
                  <a:lnTo>
                    <a:pt x="1673752" y="10537"/>
                  </a:lnTo>
                  <a:lnTo>
                    <a:pt x="1665894" y="10491"/>
                  </a:lnTo>
                  <a:lnTo>
                    <a:pt x="1658036" y="10406"/>
                  </a:lnTo>
                  <a:lnTo>
                    <a:pt x="1650178" y="10328"/>
                  </a:lnTo>
                  <a:lnTo>
                    <a:pt x="1642320" y="10245"/>
                  </a:lnTo>
                  <a:lnTo>
                    <a:pt x="1634462" y="10162"/>
                  </a:lnTo>
                  <a:lnTo>
                    <a:pt x="1626604" y="10084"/>
                  </a:lnTo>
                  <a:lnTo>
                    <a:pt x="1618746" y="10029"/>
                  </a:lnTo>
                  <a:lnTo>
                    <a:pt x="1610888" y="9974"/>
                  </a:lnTo>
                  <a:lnTo>
                    <a:pt x="1603030" y="9919"/>
                  </a:lnTo>
                  <a:lnTo>
                    <a:pt x="1595172" y="9846"/>
                  </a:lnTo>
                  <a:lnTo>
                    <a:pt x="1587314" y="9769"/>
                  </a:lnTo>
                  <a:lnTo>
                    <a:pt x="1579456" y="9691"/>
                  </a:lnTo>
                  <a:lnTo>
                    <a:pt x="1571598" y="9612"/>
                  </a:lnTo>
                  <a:lnTo>
                    <a:pt x="1563740" y="9532"/>
                  </a:lnTo>
                  <a:lnTo>
                    <a:pt x="1555882" y="9451"/>
                  </a:lnTo>
                  <a:lnTo>
                    <a:pt x="1548024" y="9372"/>
                  </a:lnTo>
                  <a:lnTo>
                    <a:pt x="1540166" y="9321"/>
                  </a:lnTo>
                  <a:lnTo>
                    <a:pt x="1532308" y="9270"/>
                  </a:lnTo>
                  <a:lnTo>
                    <a:pt x="1524450" y="9209"/>
                  </a:lnTo>
                  <a:lnTo>
                    <a:pt x="1516592" y="9148"/>
                  </a:lnTo>
                  <a:lnTo>
                    <a:pt x="1508734" y="9087"/>
                  </a:lnTo>
                  <a:lnTo>
                    <a:pt x="1500876" y="9025"/>
                  </a:lnTo>
                  <a:lnTo>
                    <a:pt x="1493018" y="8963"/>
                  </a:lnTo>
                  <a:lnTo>
                    <a:pt x="1485160" y="8899"/>
                  </a:lnTo>
                  <a:lnTo>
                    <a:pt x="1477302" y="8843"/>
                  </a:lnTo>
                  <a:lnTo>
                    <a:pt x="1469444" y="8783"/>
                  </a:lnTo>
                  <a:lnTo>
                    <a:pt x="1461586" y="8722"/>
                  </a:lnTo>
                  <a:lnTo>
                    <a:pt x="1453728" y="8639"/>
                  </a:lnTo>
                  <a:lnTo>
                    <a:pt x="1445870" y="8542"/>
                  </a:lnTo>
                  <a:lnTo>
                    <a:pt x="1438012" y="8454"/>
                  </a:lnTo>
                  <a:lnTo>
                    <a:pt x="1430154" y="8398"/>
                  </a:lnTo>
                  <a:lnTo>
                    <a:pt x="1422296" y="8349"/>
                  </a:lnTo>
                  <a:lnTo>
                    <a:pt x="1414438" y="8266"/>
                  </a:lnTo>
                  <a:lnTo>
                    <a:pt x="1406580" y="8188"/>
                  </a:lnTo>
                  <a:lnTo>
                    <a:pt x="1398722" y="8106"/>
                  </a:lnTo>
                  <a:lnTo>
                    <a:pt x="1390864" y="8047"/>
                  </a:lnTo>
                  <a:lnTo>
                    <a:pt x="1383006" y="7984"/>
                  </a:lnTo>
                  <a:lnTo>
                    <a:pt x="1375148" y="7916"/>
                  </a:lnTo>
                  <a:lnTo>
                    <a:pt x="1367290" y="7847"/>
                  </a:lnTo>
                  <a:lnTo>
                    <a:pt x="1359432" y="7767"/>
                  </a:lnTo>
                  <a:lnTo>
                    <a:pt x="1351574" y="7680"/>
                  </a:lnTo>
                  <a:lnTo>
                    <a:pt x="1343716" y="7593"/>
                  </a:lnTo>
                  <a:lnTo>
                    <a:pt x="1335858" y="7504"/>
                  </a:lnTo>
                  <a:lnTo>
                    <a:pt x="1328000" y="7403"/>
                  </a:lnTo>
                  <a:lnTo>
                    <a:pt x="1320142" y="7325"/>
                  </a:lnTo>
                  <a:lnTo>
                    <a:pt x="1312284" y="7236"/>
                  </a:lnTo>
                  <a:lnTo>
                    <a:pt x="1304426" y="7144"/>
                  </a:lnTo>
                  <a:lnTo>
                    <a:pt x="1296568" y="7051"/>
                  </a:lnTo>
                  <a:lnTo>
                    <a:pt x="1288710" y="6959"/>
                  </a:lnTo>
                  <a:lnTo>
                    <a:pt x="1280852" y="6867"/>
                  </a:lnTo>
                  <a:lnTo>
                    <a:pt x="1272994" y="6802"/>
                  </a:lnTo>
                  <a:lnTo>
                    <a:pt x="1265136" y="6750"/>
                  </a:lnTo>
                  <a:lnTo>
                    <a:pt x="1257278" y="6637"/>
                  </a:lnTo>
                  <a:lnTo>
                    <a:pt x="1249420" y="6492"/>
                  </a:lnTo>
                  <a:lnTo>
                    <a:pt x="1241562" y="6413"/>
                  </a:lnTo>
                  <a:lnTo>
                    <a:pt x="1233704" y="6341"/>
                  </a:lnTo>
                  <a:lnTo>
                    <a:pt x="1225846" y="6268"/>
                  </a:lnTo>
                  <a:lnTo>
                    <a:pt x="1217988" y="6195"/>
                  </a:lnTo>
                  <a:lnTo>
                    <a:pt x="1210130" y="6121"/>
                  </a:lnTo>
                  <a:lnTo>
                    <a:pt x="1202272" y="6048"/>
                  </a:lnTo>
                  <a:lnTo>
                    <a:pt x="1194414" y="5973"/>
                  </a:lnTo>
                  <a:lnTo>
                    <a:pt x="1186556" y="5869"/>
                  </a:lnTo>
                  <a:lnTo>
                    <a:pt x="1178698" y="5800"/>
                  </a:lnTo>
                  <a:lnTo>
                    <a:pt x="1170840" y="5703"/>
                  </a:lnTo>
                  <a:lnTo>
                    <a:pt x="1162982" y="5619"/>
                  </a:lnTo>
                  <a:lnTo>
                    <a:pt x="1155124" y="5553"/>
                  </a:lnTo>
                  <a:lnTo>
                    <a:pt x="1147266" y="5487"/>
                  </a:lnTo>
                  <a:lnTo>
                    <a:pt x="1139408" y="5419"/>
                  </a:lnTo>
                  <a:lnTo>
                    <a:pt x="1131550" y="5315"/>
                  </a:lnTo>
                  <a:lnTo>
                    <a:pt x="1123692" y="5207"/>
                  </a:lnTo>
                  <a:lnTo>
                    <a:pt x="1115834" y="5098"/>
                  </a:lnTo>
                  <a:lnTo>
                    <a:pt x="1107976" y="5032"/>
                  </a:lnTo>
                  <a:lnTo>
                    <a:pt x="1100118" y="4976"/>
                  </a:lnTo>
                  <a:lnTo>
                    <a:pt x="1092260" y="4888"/>
                  </a:lnTo>
                  <a:lnTo>
                    <a:pt x="1084402" y="4827"/>
                  </a:lnTo>
                  <a:lnTo>
                    <a:pt x="1076544" y="4769"/>
                  </a:lnTo>
                  <a:lnTo>
                    <a:pt x="1068686" y="4712"/>
                  </a:lnTo>
                  <a:lnTo>
                    <a:pt x="1060828" y="4654"/>
                  </a:lnTo>
                  <a:lnTo>
                    <a:pt x="1052970" y="4580"/>
                  </a:lnTo>
                  <a:lnTo>
                    <a:pt x="1045112" y="4501"/>
                  </a:lnTo>
                  <a:lnTo>
                    <a:pt x="1037254" y="4419"/>
                  </a:lnTo>
                  <a:lnTo>
                    <a:pt x="1029397" y="4335"/>
                  </a:lnTo>
                  <a:lnTo>
                    <a:pt x="1021539" y="4278"/>
                  </a:lnTo>
                  <a:lnTo>
                    <a:pt x="1013681" y="4217"/>
                  </a:lnTo>
                  <a:lnTo>
                    <a:pt x="1005823" y="4159"/>
                  </a:lnTo>
                  <a:lnTo>
                    <a:pt x="997965" y="4089"/>
                  </a:lnTo>
                  <a:lnTo>
                    <a:pt x="990107" y="4006"/>
                  </a:lnTo>
                  <a:lnTo>
                    <a:pt x="982249" y="3936"/>
                  </a:lnTo>
                  <a:lnTo>
                    <a:pt x="974391" y="3865"/>
                  </a:lnTo>
                  <a:lnTo>
                    <a:pt x="966533" y="3814"/>
                  </a:lnTo>
                  <a:lnTo>
                    <a:pt x="958675" y="3781"/>
                  </a:lnTo>
                  <a:lnTo>
                    <a:pt x="950817" y="3720"/>
                  </a:lnTo>
                  <a:lnTo>
                    <a:pt x="942959" y="3653"/>
                  </a:lnTo>
                  <a:lnTo>
                    <a:pt x="935101" y="3582"/>
                  </a:lnTo>
                  <a:lnTo>
                    <a:pt x="927243" y="3501"/>
                  </a:lnTo>
                  <a:lnTo>
                    <a:pt x="919385" y="3438"/>
                  </a:lnTo>
                  <a:lnTo>
                    <a:pt x="911527" y="3390"/>
                  </a:lnTo>
                  <a:lnTo>
                    <a:pt x="903669" y="3288"/>
                  </a:lnTo>
                  <a:lnTo>
                    <a:pt x="895811" y="3204"/>
                  </a:lnTo>
                  <a:lnTo>
                    <a:pt x="887953" y="3181"/>
                  </a:lnTo>
                  <a:lnTo>
                    <a:pt x="880095" y="3156"/>
                  </a:lnTo>
                  <a:lnTo>
                    <a:pt x="872237" y="3049"/>
                  </a:lnTo>
                  <a:lnTo>
                    <a:pt x="864379" y="3016"/>
                  </a:lnTo>
                  <a:lnTo>
                    <a:pt x="856521" y="2934"/>
                  </a:lnTo>
                  <a:lnTo>
                    <a:pt x="848663" y="2884"/>
                  </a:lnTo>
                  <a:lnTo>
                    <a:pt x="840805" y="2836"/>
                  </a:lnTo>
                  <a:lnTo>
                    <a:pt x="832947" y="2786"/>
                  </a:lnTo>
                  <a:lnTo>
                    <a:pt x="825089" y="2736"/>
                  </a:lnTo>
                  <a:lnTo>
                    <a:pt x="817231" y="2654"/>
                  </a:lnTo>
                  <a:lnTo>
                    <a:pt x="809373" y="2561"/>
                  </a:lnTo>
                  <a:lnTo>
                    <a:pt x="801515" y="2480"/>
                  </a:lnTo>
                  <a:lnTo>
                    <a:pt x="793657" y="2442"/>
                  </a:lnTo>
                  <a:lnTo>
                    <a:pt x="785799" y="2345"/>
                  </a:lnTo>
                  <a:lnTo>
                    <a:pt x="777941" y="2338"/>
                  </a:lnTo>
                  <a:lnTo>
                    <a:pt x="770083" y="2329"/>
                  </a:lnTo>
                  <a:lnTo>
                    <a:pt x="762225" y="2279"/>
                  </a:lnTo>
                  <a:lnTo>
                    <a:pt x="754367" y="2234"/>
                  </a:lnTo>
                  <a:lnTo>
                    <a:pt x="746509" y="2148"/>
                  </a:lnTo>
                  <a:lnTo>
                    <a:pt x="738651" y="2102"/>
                  </a:lnTo>
                  <a:lnTo>
                    <a:pt x="730793" y="2006"/>
                  </a:lnTo>
                  <a:lnTo>
                    <a:pt x="722935" y="1940"/>
                  </a:lnTo>
                  <a:lnTo>
                    <a:pt x="715077" y="1895"/>
                  </a:lnTo>
                  <a:lnTo>
                    <a:pt x="707219" y="1808"/>
                  </a:lnTo>
                  <a:lnTo>
                    <a:pt x="699361" y="1742"/>
                  </a:lnTo>
                  <a:lnTo>
                    <a:pt x="691503" y="1675"/>
                  </a:lnTo>
                  <a:lnTo>
                    <a:pt x="683645" y="1635"/>
                  </a:lnTo>
                  <a:lnTo>
                    <a:pt x="675787" y="1568"/>
                  </a:lnTo>
                  <a:lnTo>
                    <a:pt x="667929" y="1499"/>
                  </a:lnTo>
                  <a:lnTo>
                    <a:pt x="660071" y="1439"/>
                  </a:lnTo>
                  <a:lnTo>
                    <a:pt x="652213" y="1388"/>
                  </a:lnTo>
                  <a:lnTo>
                    <a:pt x="644355" y="1290"/>
                  </a:lnTo>
                  <a:lnTo>
                    <a:pt x="636497" y="1279"/>
                  </a:lnTo>
                  <a:lnTo>
                    <a:pt x="628639" y="1232"/>
                  </a:lnTo>
                  <a:lnTo>
                    <a:pt x="620781" y="1182"/>
                  </a:lnTo>
                  <a:lnTo>
                    <a:pt x="612923" y="1131"/>
                  </a:lnTo>
                  <a:lnTo>
                    <a:pt x="605065" y="1079"/>
                  </a:lnTo>
                  <a:lnTo>
                    <a:pt x="597207" y="1053"/>
                  </a:lnTo>
                  <a:lnTo>
                    <a:pt x="589349" y="1003"/>
                  </a:lnTo>
                  <a:lnTo>
                    <a:pt x="581491" y="921"/>
                  </a:lnTo>
                  <a:lnTo>
                    <a:pt x="573633" y="948"/>
                  </a:lnTo>
                  <a:lnTo>
                    <a:pt x="565775" y="918"/>
                  </a:lnTo>
                  <a:lnTo>
                    <a:pt x="557917" y="845"/>
                  </a:lnTo>
                  <a:lnTo>
                    <a:pt x="550059" y="791"/>
                  </a:lnTo>
                  <a:lnTo>
                    <a:pt x="542201" y="817"/>
                  </a:lnTo>
                  <a:lnTo>
                    <a:pt x="534343" y="734"/>
                  </a:lnTo>
                  <a:lnTo>
                    <a:pt x="526485" y="678"/>
                  </a:lnTo>
                  <a:lnTo>
                    <a:pt x="518627" y="558"/>
                  </a:lnTo>
                  <a:lnTo>
                    <a:pt x="510769" y="535"/>
                  </a:lnTo>
                  <a:lnTo>
                    <a:pt x="502911" y="523"/>
                  </a:lnTo>
                  <a:lnTo>
                    <a:pt x="495053" y="511"/>
                  </a:lnTo>
                  <a:lnTo>
                    <a:pt x="487195" y="464"/>
                  </a:lnTo>
                  <a:lnTo>
                    <a:pt x="479337" y="441"/>
                  </a:lnTo>
                  <a:lnTo>
                    <a:pt x="471479" y="430"/>
                  </a:lnTo>
                  <a:lnTo>
                    <a:pt x="463621" y="385"/>
                  </a:lnTo>
                  <a:lnTo>
                    <a:pt x="455763" y="307"/>
                  </a:lnTo>
                  <a:lnTo>
                    <a:pt x="447905" y="229"/>
                  </a:lnTo>
                  <a:lnTo>
                    <a:pt x="440047" y="240"/>
                  </a:lnTo>
                  <a:lnTo>
                    <a:pt x="432189" y="260"/>
                  </a:lnTo>
                  <a:lnTo>
                    <a:pt x="424331" y="259"/>
                  </a:lnTo>
                  <a:lnTo>
                    <a:pt x="416473" y="191"/>
                  </a:lnTo>
                  <a:lnTo>
                    <a:pt x="408615" y="149"/>
                  </a:lnTo>
                  <a:lnTo>
                    <a:pt x="400757" y="157"/>
                  </a:lnTo>
                  <a:lnTo>
                    <a:pt x="392899" y="164"/>
                  </a:lnTo>
                  <a:lnTo>
                    <a:pt x="385041" y="172"/>
                  </a:lnTo>
                  <a:lnTo>
                    <a:pt x="377183" y="179"/>
                  </a:lnTo>
                  <a:lnTo>
                    <a:pt x="369325" y="185"/>
                  </a:lnTo>
                  <a:lnTo>
                    <a:pt x="361467" y="181"/>
                  </a:lnTo>
                  <a:lnTo>
                    <a:pt x="353609" y="199"/>
                  </a:lnTo>
                  <a:lnTo>
                    <a:pt x="345751" y="207"/>
                  </a:lnTo>
                  <a:lnTo>
                    <a:pt x="337893" y="230"/>
                  </a:lnTo>
                  <a:lnTo>
                    <a:pt x="330035" y="224"/>
                  </a:lnTo>
                  <a:lnTo>
                    <a:pt x="322177" y="210"/>
                  </a:lnTo>
                  <a:lnTo>
                    <a:pt x="314319" y="181"/>
                  </a:lnTo>
                  <a:lnTo>
                    <a:pt x="306461" y="174"/>
                  </a:lnTo>
                  <a:lnTo>
                    <a:pt x="298603" y="150"/>
                  </a:lnTo>
                  <a:lnTo>
                    <a:pt x="290745" y="92"/>
                  </a:lnTo>
                  <a:lnTo>
                    <a:pt x="282887" y="63"/>
                  </a:lnTo>
                  <a:lnTo>
                    <a:pt x="275029" y="33"/>
                  </a:lnTo>
                  <a:lnTo>
                    <a:pt x="267171" y="4"/>
                  </a:lnTo>
                  <a:lnTo>
                    <a:pt x="259313" y="0"/>
                  </a:lnTo>
                  <a:lnTo>
                    <a:pt x="251455" y="66"/>
                  </a:lnTo>
                  <a:lnTo>
                    <a:pt x="243597" y="97"/>
                  </a:lnTo>
                  <a:lnTo>
                    <a:pt x="235739" y="85"/>
                  </a:lnTo>
                  <a:lnTo>
                    <a:pt x="227881" y="92"/>
                  </a:lnTo>
                  <a:lnTo>
                    <a:pt x="220023" y="62"/>
                  </a:lnTo>
                  <a:lnTo>
                    <a:pt x="212165" y="50"/>
                  </a:lnTo>
                  <a:lnTo>
                    <a:pt x="204307" y="80"/>
                  </a:lnTo>
                  <a:lnTo>
                    <a:pt x="196449" y="68"/>
                  </a:lnTo>
                  <a:lnTo>
                    <a:pt x="188591" y="41"/>
                  </a:lnTo>
                  <a:lnTo>
                    <a:pt x="180733" y="84"/>
                  </a:lnTo>
                  <a:lnTo>
                    <a:pt x="172875" y="40"/>
                  </a:lnTo>
                  <a:lnTo>
                    <a:pt x="165017" y="6"/>
                  </a:lnTo>
                  <a:lnTo>
                    <a:pt x="157159" y="68"/>
                  </a:lnTo>
                  <a:lnTo>
                    <a:pt x="149301" y="80"/>
                  </a:lnTo>
                  <a:lnTo>
                    <a:pt x="141443" y="137"/>
                  </a:lnTo>
                  <a:lnTo>
                    <a:pt x="133585" y="111"/>
                  </a:lnTo>
                  <a:lnTo>
                    <a:pt x="125727" y="147"/>
                  </a:lnTo>
                  <a:lnTo>
                    <a:pt x="117869" y="156"/>
                  </a:lnTo>
                  <a:lnTo>
                    <a:pt x="110011" y="210"/>
                  </a:lnTo>
                  <a:lnTo>
                    <a:pt x="102153" y="235"/>
                  </a:lnTo>
                  <a:lnTo>
                    <a:pt x="94295" y="221"/>
                  </a:lnTo>
                  <a:lnTo>
                    <a:pt x="86437" y="259"/>
                  </a:lnTo>
                  <a:lnTo>
                    <a:pt x="78579" y="272"/>
                  </a:lnTo>
                  <a:lnTo>
                    <a:pt x="70721" y="285"/>
                  </a:lnTo>
                  <a:lnTo>
                    <a:pt x="62863" y="297"/>
                  </a:lnTo>
                  <a:lnTo>
                    <a:pt x="55005" y="308"/>
                  </a:lnTo>
                  <a:lnTo>
                    <a:pt x="47147" y="320"/>
                  </a:lnTo>
                  <a:lnTo>
                    <a:pt x="39289" y="331"/>
                  </a:lnTo>
                  <a:lnTo>
                    <a:pt x="31431" y="343"/>
                  </a:lnTo>
                  <a:lnTo>
                    <a:pt x="23573" y="354"/>
                  </a:lnTo>
                  <a:lnTo>
                    <a:pt x="15715" y="365"/>
                  </a:lnTo>
                  <a:lnTo>
                    <a:pt x="7857" y="413"/>
                  </a:lnTo>
                  <a:lnTo>
                    <a:pt x="0" y="41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0" name="pg89"/>
            <p:cNvSpPr/>
            <p:nvPr/>
          </p:nvSpPr>
          <p:spPr>
            <a:xfrm>
              <a:off x="1186414" y="4522396"/>
              <a:ext cx="2035220" cy="434266"/>
            </a:xfrm>
            <a:custGeom>
              <a:avLst/>
              <a:pathLst>
                <a:path w="2035220" h="434266">
                  <a:moveTo>
                    <a:pt x="0" y="390402"/>
                  </a:moveTo>
                  <a:lnTo>
                    <a:pt x="7857" y="390736"/>
                  </a:lnTo>
                  <a:lnTo>
                    <a:pt x="15715" y="390910"/>
                  </a:lnTo>
                  <a:lnTo>
                    <a:pt x="23573" y="391227"/>
                  </a:lnTo>
                  <a:lnTo>
                    <a:pt x="31431" y="391624"/>
                  </a:lnTo>
                  <a:lnTo>
                    <a:pt x="39289" y="392065"/>
                  </a:lnTo>
                  <a:lnTo>
                    <a:pt x="47147" y="392392"/>
                  </a:lnTo>
                  <a:lnTo>
                    <a:pt x="55005" y="392733"/>
                  </a:lnTo>
                  <a:lnTo>
                    <a:pt x="62863" y="393015"/>
                  </a:lnTo>
                  <a:lnTo>
                    <a:pt x="70721" y="393183"/>
                  </a:lnTo>
                  <a:lnTo>
                    <a:pt x="78579" y="393593"/>
                  </a:lnTo>
                  <a:lnTo>
                    <a:pt x="86437" y="393900"/>
                  </a:lnTo>
                  <a:lnTo>
                    <a:pt x="94295" y="394362"/>
                  </a:lnTo>
                  <a:lnTo>
                    <a:pt x="102153" y="394284"/>
                  </a:lnTo>
                  <a:lnTo>
                    <a:pt x="110011" y="394462"/>
                  </a:lnTo>
                  <a:lnTo>
                    <a:pt x="117869" y="394619"/>
                  </a:lnTo>
                  <a:lnTo>
                    <a:pt x="125727" y="395044"/>
                  </a:lnTo>
                  <a:lnTo>
                    <a:pt x="133585" y="395131"/>
                  </a:lnTo>
                  <a:lnTo>
                    <a:pt x="141443" y="395156"/>
                  </a:lnTo>
                  <a:lnTo>
                    <a:pt x="149301" y="395425"/>
                  </a:lnTo>
                  <a:lnTo>
                    <a:pt x="157159" y="395486"/>
                  </a:lnTo>
                  <a:lnTo>
                    <a:pt x="165017" y="395629"/>
                  </a:lnTo>
                  <a:lnTo>
                    <a:pt x="172875" y="395473"/>
                  </a:lnTo>
                  <a:lnTo>
                    <a:pt x="180733" y="395337"/>
                  </a:lnTo>
                  <a:lnTo>
                    <a:pt x="188591" y="395355"/>
                  </a:lnTo>
                  <a:lnTo>
                    <a:pt x="196449" y="395307"/>
                  </a:lnTo>
                  <a:lnTo>
                    <a:pt x="204307" y="395245"/>
                  </a:lnTo>
                  <a:lnTo>
                    <a:pt x="212165" y="395262"/>
                  </a:lnTo>
                  <a:lnTo>
                    <a:pt x="220023" y="395358"/>
                  </a:lnTo>
                  <a:lnTo>
                    <a:pt x="227881" y="395139"/>
                  </a:lnTo>
                  <a:lnTo>
                    <a:pt x="235739" y="395113"/>
                  </a:lnTo>
                  <a:lnTo>
                    <a:pt x="243597" y="395218"/>
                  </a:lnTo>
                  <a:lnTo>
                    <a:pt x="251455" y="394945"/>
                  </a:lnTo>
                  <a:lnTo>
                    <a:pt x="259313" y="394872"/>
                  </a:lnTo>
                  <a:lnTo>
                    <a:pt x="267171" y="394509"/>
                  </a:lnTo>
                  <a:lnTo>
                    <a:pt x="275029" y="394372"/>
                  </a:lnTo>
                  <a:lnTo>
                    <a:pt x="282887" y="394668"/>
                  </a:lnTo>
                  <a:lnTo>
                    <a:pt x="290745" y="394295"/>
                  </a:lnTo>
                  <a:lnTo>
                    <a:pt x="298603" y="394051"/>
                  </a:lnTo>
                  <a:lnTo>
                    <a:pt x="306461" y="393483"/>
                  </a:lnTo>
                  <a:lnTo>
                    <a:pt x="314319" y="393256"/>
                  </a:lnTo>
                  <a:lnTo>
                    <a:pt x="322177" y="392895"/>
                  </a:lnTo>
                  <a:lnTo>
                    <a:pt x="330035" y="392536"/>
                  </a:lnTo>
                  <a:lnTo>
                    <a:pt x="337893" y="392337"/>
                  </a:lnTo>
                  <a:lnTo>
                    <a:pt x="345751" y="392365"/>
                  </a:lnTo>
                  <a:lnTo>
                    <a:pt x="353609" y="392323"/>
                  </a:lnTo>
                  <a:lnTo>
                    <a:pt x="361467" y="392281"/>
                  </a:lnTo>
                  <a:lnTo>
                    <a:pt x="369325" y="392055"/>
                  </a:lnTo>
                  <a:lnTo>
                    <a:pt x="377183" y="391478"/>
                  </a:lnTo>
                  <a:lnTo>
                    <a:pt x="385041" y="391001"/>
                  </a:lnTo>
                  <a:lnTo>
                    <a:pt x="392899" y="390895"/>
                  </a:lnTo>
                  <a:lnTo>
                    <a:pt x="400757" y="390470"/>
                  </a:lnTo>
                  <a:lnTo>
                    <a:pt x="408615" y="390015"/>
                  </a:lnTo>
                  <a:lnTo>
                    <a:pt x="416473" y="389667"/>
                  </a:lnTo>
                  <a:lnTo>
                    <a:pt x="424331" y="389162"/>
                  </a:lnTo>
                  <a:lnTo>
                    <a:pt x="432189" y="388651"/>
                  </a:lnTo>
                  <a:lnTo>
                    <a:pt x="440047" y="388057"/>
                  </a:lnTo>
                  <a:lnTo>
                    <a:pt x="447905" y="387619"/>
                  </a:lnTo>
                  <a:lnTo>
                    <a:pt x="455763" y="387484"/>
                  </a:lnTo>
                  <a:lnTo>
                    <a:pt x="463621" y="387272"/>
                  </a:lnTo>
                  <a:lnTo>
                    <a:pt x="471479" y="386906"/>
                  </a:lnTo>
                  <a:lnTo>
                    <a:pt x="479337" y="386672"/>
                  </a:lnTo>
                  <a:lnTo>
                    <a:pt x="487195" y="386226"/>
                  </a:lnTo>
                  <a:lnTo>
                    <a:pt x="495053" y="386016"/>
                  </a:lnTo>
                  <a:lnTo>
                    <a:pt x="502911" y="385717"/>
                  </a:lnTo>
                  <a:lnTo>
                    <a:pt x="510769" y="385419"/>
                  </a:lnTo>
                  <a:lnTo>
                    <a:pt x="518627" y="385121"/>
                  </a:lnTo>
                  <a:lnTo>
                    <a:pt x="526485" y="384602"/>
                  </a:lnTo>
                  <a:lnTo>
                    <a:pt x="534343" y="384141"/>
                  </a:lnTo>
                  <a:lnTo>
                    <a:pt x="542201" y="383527"/>
                  </a:lnTo>
                  <a:lnTo>
                    <a:pt x="550059" y="382905"/>
                  </a:lnTo>
                  <a:lnTo>
                    <a:pt x="557917" y="382525"/>
                  </a:lnTo>
                  <a:lnTo>
                    <a:pt x="565775" y="382105"/>
                  </a:lnTo>
                  <a:lnTo>
                    <a:pt x="573633" y="381191"/>
                  </a:lnTo>
                  <a:lnTo>
                    <a:pt x="581491" y="380620"/>
                  </a:lnTo>
                  <a:lnTo>
                    <a:pt x="589349" y="380316"/>
                  </a:lnTo>
                  <a:lnTo>
                    <a:pt x="597207" y="379987"/>
                  </a:lnTo>
                  <a:lnTo>
                    <a:pt x="605065" y="379295"/>
                  </a:lnTo>
                  <a:lnTo>
                    <a:pt x="612923" y="378685"/>
                  </a:lnTo>
                  <a:lnTo>
                    <a:pt x="620781" y="378245"/>
                  </a:lnTo>
                  <a:lnTo>
                    <a:pt x="628639" y="377510"/>
                  </a:lnTo>
                  <a:lnTo>
                    <a:pt x="636497" y="376663"/>
                  </a:lnTo>
                  <a:lnTo>
                    <a:pt x="644355" y="375792"/>
                  </a:lnTo>
                  <a:lnTo>
                    <a:pt x="652213" y="374940"/>
                  </a:lnTo>
                  <a:lnTo>
                    <a:pt x="660071" y="374223"/>
                  </a:lnTo>
                  <a:lnTo>
                    <a:pt x="667929" y="373401"/>
                  </a:lnTo>
                  <a:lnTo>
                    <a:pt x="675787" y="372911"/>
                  </a:lnTo>
                  <a:lnTo>
                    <a:pt x="683645" y="372110"/>
                  </a:lnTo>
                  <a:lnTo>
                    <a:pt x="691503" y="371295"/>
                  </a:lnTo>
                  <a:lnTo>
                    <a:pt x="699361" y="370471"/>
                  </a:lnTo>
                  <a:lnTo>
                    <a:pt x="707219" y="369541"/>
                  </a:lnTo>
                  <a:lnTo>
                    <a:pt x="715077" y="368585"/>
                  </a:lnTo>
                  <a:lnTo>
                    <a:pt x="722935" y="367700"/>
                  </a:lnTo>
                  <a:lnTo>
                    <a:pt x="730793" y="366847"/>
                  </a:lnTo>
                  <a:lnTo>
                    <a:pt x="738651" y="365985"/>
                  </a:lnTo>
                  <a:lnTo>
                    <a:pt x="746509" y="365121"/>
                  </a:lnTo>
                  <a:lnTo>
                    <a:pt x="754367" y="364463"/>
                  </a:lnTo>
                  <a:lnTo>
                    <a:pt x="762225" y="363898"/>
                  </a:lnTo>
                  <a:lnTo>
                    <a:pt x="770083" y="363337"/>
                  </a:lnTo>
                  <a:lnTo>
                    <a:pt x="777941" y="362772"/>
                  </a:lnTo>
                  <a:lnTo>
                    <a:pt x="785799" y="362218"/>
                  </a:lnTo>
                  <a:lnTo>
                    <a:pt x="793657" y="361616"/>
                  </a:lnTo>
                  <a:lnTo>
                    <a:pt x="801515" y="361019"/>
                  </a:lnTo>
                  <a:lnTo>
                    <a:pt x="809373" y="359992"/>
                  </a:lnTo>
                  <a:lnTo>
                    <a:pt x="817231" y="358893"/>
                  </a:lnTo>
                  <a:lnTo>
                    <a:pt x="825089" y="358288"/>
                  </a:lnTo>
                  <a:lnTo>
                    <a:pt x="832947" y="357243"/>
                  </a:lnTo>
                  <a:lnTo>
                    <a:pt x="840805" y="356185"/>
                  </a:lnTo>
                  <a:lnTo>
                    <a:pt x="848663" y="355113"/>
                  </a:lnTo>
                  <a:lnTo>
                    <a:pt x="856521" y="354035"/>
                  </a:lnTo>
                  <a:lnTo>
                    <a:pt x="864379" y="352945"/>
                  </a:lnTo>
                  <a:lnTo>
                    <a:pt x="872237" y="351842"/>
                  </a:lnTo>
                  <a:lnTo>
                    <a:pt x="880095" y="350720"/>
                  </a:lnTo>
                  <a:lnTo>
                    <a:pt x="887953" y="349579"/>
                  </a:lnTo>
                  <a:lnTo>
                    <a:pt x="895811" y="348444"/>
                  </a:lnTo>
                  <a:lnTo>
                    <a:pt x="903669" y="347268"/>
                  </a:lnTo>
                  <a:lnTo>
                    <a:pt x="911527" y="346084"/>
                  </a:lnTo>
                  <a:lnTo>
                    <a:pt x="919385" y="344888"/>
                  </a:lnTo>
                  <a:lnTo>
                    <a:pt x="927243" y="343677"/>
                  </a:lnTo>
                  <a:lnTo>
                    <a:pt x="935101" y="342452"/>
                  </a:lnTo>
                  <a:lnTo>
                    <a:pt x="942959" y="341615"/>
                  </a:lnTo>
                  <a:lnTo>
                    <a:pt x="950817" y="340982"/>
                  </a:lnTo>
                  <a:lnTo>
                    <a:pt x="958675" y="340346"/>
                  </a:lnTo>
                  <a:lnTo>
                    <a:pt x="966533" y="339650"/>
                  </a:lnTo>
                  <a:lnTo>
                    <a:pt x="974391" y="338239"/>
                  </a:lnTo>
                  <a:lnTo>
                    <a:pt x="982249" y="336782"/>
                  </a:lnTo>
                  <a:lnTo>
                    <a:pt x="990107" y="335918"/>
                  </a:lnTo>
                  <a:lnTo>
                    <a:pt x="997965" y="335241"/>
                  </a:lnTo>
                  <a:lnTo>
                    <a:pt x="1005823" y="334428"/>
                  </a:lnTo>
                  <a:lnTo>
                    <a:pt x="1013681" y="333163"/>
                  </a:lnTo>
                  <a:lnTo>
                    <a:pt x="1021539" y="331859"/>
                  </a:lnTo>
                  <a:lnTo>
                    <a:pt x="1029397" y="330687"/>
                  </a:lnTo>
                  <a:lnTo>
                    <a:pt x="1037254" y="329663"/>
                  </a:lnTo>
                  <a:lnTo>
                    <a:pt x="1045112" y="328589"/>
                  </a:lnTo>
                  <a:lnTo>
                    <a:pt x="1052970" y="327094"/>
                  </a:lnTo>
                  <a:lnTo>
                    <a:pt x="1060828" y="325580"/>
                  </a:lnTo>
                  <a:lnTo>
                    <a:pt x="1068686" y="324032"/>
                  </a:lnTo>
                  <a:lnTo>
                    <a:pt x="1076544" y="322500"/>
                  </a:lnTo>
                  <a:lnTo>
                    <a:pt x="1084402" y="321294"/>
                  </a:lnTo>
                  <a:lnTo>
                    <a:pt x="1092260" y="319514"/>
                  </a:lnTo>
                  <a:lnTo>
                    <a:pt x="1100118" y="317877"/>
                  </a:lnTo>
                  <a:lnTo>
                    <a:pt x="1107976" y="316386"/>
                  </a:lnTo>
                  <a:lnTo>
                    <a:pt x="1115834" y="314878"/>
                  </a:lnTo>
                  <a:lnTo>
                    <a:pt x="1123692" y="313354"/>
                  </a:lnTo>
                  <a:lnTo>
                    <a:pt x="1131550" y="311818"/>
                  </a:lnTo>
                  <a:lnTo>
                    <a:pt x="1139408" y="310267"/>
                  </a:lnTo>
                  <a:lnTo>
                    <a:pt x="1147266" y="308699"/>
                  </a:lnTo>
                  <a:lnTo>
                    <a:pt x="1155124" y="307113"/>
                  </a:lnTo>
                  <a:lnTo>
                    <a:pt x="1162982" y="305586"/>
                  </a:lnTo>
                  <a:lnTo>
                    <a:pt x="1170840" y="304126"/>
                  </a:lnTo>
                  <a:lnTo>
                    <a:pt x="1178698" y="302657"/>
                  </a:lnTo>
                  <a:lnTo>
                    <a:pt x="1186556" y="301174"/>
                  </a:lnTo>
                  <a:lnTo>
                    <a:pt x="1194414" y="299719"/>
                  </a:lnTo>
                  <a:lnTo>
                    <a:pt x="1202272" y="298293"/>
                  </a:lnTo>
                  <a:lnTo>
                    <a:pt x="1210130" y="296854"/>
                  </a:lnTo>
                  <a:lnTo>
                    <a:pt x="1217988" y="295402"/>
                  </a:lnTo>
                  <a:lnTo>
                    <a:pt x="1225846" y="293937"/>
                  </a:lnTo>
                  <a:lnTo>
                    <a:pt x="1233704" y="291957"/>
                  </a:lnTo>
                  <a:lnTo>
                    <a:pt x="1241562" y="290354"/>
                  </a:lnTo>
                  <a:lnTo>
                    <a:pt x="1249420" y="288735"/>
                  </a:lnTo>
                  <a:lnTo>
                    <a:pt x="1257278" y="287101"/>
                  </a:lnTo>
                  <a:lnTo>
                    <a:pt x="1265136" y="285451"/>
                  </a:lnTo>
                  <a:lnTo>
                    <a:pt x="1272994" y="283796"/>
                  </a:lnTo>
                  <a:lnTo>
                    <a:pt x="1280852" y="282126"/>
                  </a:lnTo>
                  <a:lnTo>
                    <a:pt x="1288710" y="280319"/>
                  </a:lnTo>
                  <a:lnTo>
                    <a:pt x="1296568" y="278289"/>
                  </a:lnTo>
                  <a:lnTo>
                    <a:pt x="1304426" y="276237"/>
                  </a:lnTo>
                  <a:lnTo>
                    <a:pt x="1312284" y="274162"/>
                  </a:lnTo>
                  <a:lnTo>
                    <a:pt x="1320142" y="272064"/>
                  </a:lnTo>
                  <a:lnTo>
                    <a:pt x="1328000" y="269944"/>
                  </a:lnTo>
                  <a:lnTo>
                    <a:pt x="1335858" y="266979"/>
                  </a:lnTo>
                  <a:lnTo>
                    <a:pt x="1343716" y="263877"/>
                  </a:lnTo>
                  <a:lnTo>
                    <a:pt x="1351574" y="261366"/>
                  </a:lnTo>
                  <a:lnTo>
                    <a:pt x="1359432" y="259255"/>
                  </a:lnTo>
                  <a:lnTo>
                    <a:pt x="1367290" y="256871"/>
                  </a:lnTo>
                  <a:lnTo>
                    <a:pt x="1375148" y="254125"/>
                  </a:lnTo>
                  <a:lnTo>
                    <a:pt x="1383006" y="251346"/>
                  </a:lnTo>
                  <a:lnTo>
                    <a:pt x="1390864" y="248650"/>
                  </a:lnTo>
                  <a:lnTo>
                    <a:pt x="1398722" y="246536"/>
                  </a:lnTo>
                  <a:lnTo>
                    <a:pt x="1406580" y="244403"/>
                  </a:lnTo>
                  <a:lnTo>
                    <a:pt x="1414438" y="242250"/>
                  </a:lnTo>
                  <a:lnTo>
                    <a:pt x="1422296" y="240092"/>
                  </a:lnTo>
                  <a:lnTo>
                    <a:pt x="1430154" y="237920"/>
                  </a:lnTo>
                  <a:lnTo>
                    <a:pt x="1438012" y="235729"/>
                  </a:lnTo>
                  <a:lnTo>
                    <a:pt x="1445870" y="233519"/>
                  </a:lnTo>
                  <a:lnTo>
                    <a:pt x="1453728" y="231289"/>
                  </a:lnTo>
                  <a:lnTo>
                    <a:pt x="1461586" y="229041"/>
                  </a:lnTo>
                  <a:lnTo>
                    <a:pt x="1469444" y="226773"/>
                  </a:lnTo>
                  <a:lnTo>
                    <a:pt x="1477302" y="224486"/>
                  </a:lnTo>
                  <a:lnTo>
                    <a:pt x="1485160" y="222179"/>
                  </a:lnTo>
                  <a:lnTo>
                    <a:pt x="1493018" y="219853"/>
                  </a:lnTo>
                  <a:lnTo>
                    <a:pt x="1500876" y="217222"/>
                  </a:lnTo>
                  <a:lnTo>
                    <a:pt x="1508734" y="214552"/>
                  </a:lnTo>
                  <a:lnTo>
                    <a:pt x="1516592" y="211858"/>
                  </a:lnTo>
                  <a:lnTo>
                    <a:pt x="1524450" y="209138"/>
                  </a:lnTo>
                  <a:lnTo>
                    <a:pt x="1532308" y="206393"/>
                  </a:lnTo>
                  <a:lnTo>
                    <a:pt x="1540166" y="203624"/>
                  </a:lnTo>
                  <a:lnTo>
                    <a:pt x="1548024" y="200830"/>
                  </a:lnTo>
                  <a:lnTo>
                    <a:pt x="1555882" y="198017"/>
                  </a:lnTo>
                  <a:lnTo>
                    <a:pt x="1563740" y="195185"/>
                  </a:lnTo>
                  <a:lnTo>
                    <a:pt x="1571598" y="192715"/>
                  </a:lnTo>
                  <a:lnTo>
                    <a:pt x="1579456" y="189617"/>
                  </a:lnTo>
                  <a:lnTo>
                    <a:pt x="1587314" y="186492"/>
                  </a:lnTo>
                  <a:lnTo>
                    <a:pt x="1595172" y="183616"/>
                  </a:lnTo>
                  <a:lnTo>
                    <a:pt x="1603030" y="180933"/>
                  </a:lnTo>
                  <a:lnTo>
                    <a:pt x="1610888" y="178229"/>
                  </a:lnTo>
                  <a:lnTo>
                    <a:pt x="1618746" y="175512"/>
                  </a:lnTo>
                  <a:lnTo>
                    <a:pt x="1626604" y="172780"/>
                  </a:lnTo>
                  <a:lnTo>
                    <a:pt x="1634462" y="170027"/>
                  </a:lnTo>
                  <a:lnTo>
                    <a:pt x="1642320" y="167255"/>
                  </a:lnTo>
                  <a:lnTo>
                    <a:pt x="1650178" y="164479"/>
                  </a:lnTo>
                  <a:lnTo>
                    <a:pt x="1658036" y="161840"/>
                  </a:lnTo>
                  <a:lnTo>
                    <a:pt x="1665894" y="159183"/>
                  </a:lnTo>
                  <a:lnTo>
                    <a:pt x="1673752" y="156509"/>
                  </a:lnTo>
                  <a:lnTo>
                    <a:pt x="1681610" y="153817"/>
                  </a:lnTo>
                  <a:lnTo>
                    <a:pt x="1689468" y="151108"/>
                  </a:lnTo>
                  <a:lnTo>
                    <a:pt x="1697326" y="147944"/>
                  </a:lnTo>
                  <a:lnTo>
                    <a:pt x="1705184" y="144506"/>
                  </a:lnTo>
                  <a:lnTo>
                    <a:pt x="1713042" y="141368"/>
                  </a:lnTo>
                  <a:lnTo>
                    <a:pt x="1720900" y="138381"/>
                  </a:lnTo>
                  <a:lnTo>
                    <a:pt x="1728758" y="135374"/>
                  </a:lnTo>
                  <a:lnTo>
                    <a:pt x="1736616" y="132348"/>
                  </a:lnTo>
                  <a:lnTo>
                    <a:pt x="1744474" y="129303"/>
                  </a:lnTo>
                  <a:lnTo>
                    <a:pt x="1752332" y="126238"/>
                  </a:lnTo>
                  <a:lnTo>
                    <a:pt x="1760190" y="123155"/>
                  </a:lnTo>
                  <a:lnTo>
                    <a:pt x="1768048" y="120053"/>
                  </a:lnTo>
                  <a:lnTo>
                    <a:pt x="1775906" y="116931"/>
                  </a:lnTo>
                  <a:lnTo>
                    <a:pt x="1783764" y="113791"/>
                  </a:lnTo>
                  <a:lnTo>
                    <a:pt x="1791622" y="110633"/>
                  </a:lnTo>
                  <a:lnTo>
                    <a:pt x="1799480" y="107456"/>
                  </a:lnTo>
                  <a:lnTo>
                    <a:pt x="1807338" y="104260"/>
                  </a:lnTo>
                  <a:lnTo>
                    <a:pt x="1815196" y="101047"/>
                  </a:lnTo>
                  <a:lnTo>
                    <a:pt x="1823054" y="97816"/>
                  </a:lnTo>
                  <a:lnTo>
                    <a:pt x="1830912" y="94566"/>
                  </a:lnTo>
                  <a:lnTo>
                    <a:pt x="1838770" y="91299"/>
                  </a:lnTo>
                  <a:lnTo>
                    <a:pt x="1846628" y="88015"/>
                  </a:lnTo>
                  <a:lnTo>
                    <a:pt x="1854486" y="84713"/>
                  </a:lnTo>
                  <a:lnTo>
                    <a:pt x="1862344" y="81394"/>
                  </a:lnTo>
                  <a:lnTo>
                    <a:pt x="1870202" y="78058"/>
                  </a:lnTo>
                  <a:lnTo>
                    <a:pt x="1878060" y="74705"/>
                  </a:lnTo>
                  <a:lnTo>
                    <a:pt x="1885918" y="71336"/>
                  </a:lnTo>
                  <a:lnTo>
                    <a:pt x="1893776" y="67943"/>
                  </a:lnTo>
                  <a:lnTo>
                    <a:pt x="1901634" y="64428"/>
                  </a:lnTo>
                  <a:lnTo>
                    <a:pt x="1909492" y="60901"/>
                  </a:lnTo>
                  <a:lnTo>
                    <a:pt x="1917350" y="57358"/>
                  </a:lnTo>
                  <a:lnTo>
                    <a:pt x="1925208" y="53799"/>
                  </a:lnTo>
                  <a:lnTo>
                    <a:pt x="1933066" y="50223"/>
                  </a:lnTo>
                  <a:lnTo>
                    <a:pt x="1940924" y="46631"/>
                  </a:lnTo>
                  <a:lnTo>
                    <a:pt x="1948782" y="43023"/>
                  </a:lnTo>
                  <a:lnTo>
                    <a:pt x="1956640" y="39400"/>
                  </a:lnTo>
                  <a:lnTo>
                    <a:pt x="1964498" y="35708"/>
                  </a:lnTo>
                  <a:lnTo>
                    <a:pt x="1972356" y="31804"/>
                  </a:lnTo>
                  <a:lnTo>
                    <a:pt x="1980214" y="27883"/>
                  </a:lnTo>
                  <a:lnTo>
                    <a:pt x="1988072" y="23946"/>
                  </a:lnTo>
                  <a:lnTo>
                    <a:pt x="1995930" y="19993"/>
                  </a:lnTo>
                  <a:lnTo>
                    <a:pt x="2003788" y="16024"/>
                  </a:lnTo>
                  <a:lnTo>
                    <a:pt x="2011646" y="12040"/>
                  </a:lnTo>
                  <a:lnTo>
                    <a:pt x="2019504" y="8041"/>
                  </a:lnTo>
                  <a:lnTo>
                    <a:pt x="2027362" y="4027"/>
                  </a:lnTo>
                  <a:lnTo>
                    <a:pt x="2035220" y="0"/>
                  </a:lnTo>
                  <a:lnTo>
                    <a:pt x="2035220" y="434266"/>
                  </a:lnTo>
                  <a:lnTo>
                    <a:pt x="2027362" y="434262"/>
                  </a:lnTo>
                  <a:lnTo>
                    <a:pt x="2019504" y="434258"/>
                  </a:lnTo>
                  <a:lnTo>
                    <a:pt x="2011646" y="434253"/>
                  </a:lnTo>
                  <a:lnTo>
                    <a:pt x="2003788" y="434249"/>
                  </a:lnTo>
                  <a:lnTo>
                    <a:pt x="1995930" y="434245"/>
                  </a:lnTo>
                  <a:lnTo>
                    <a:pt x="1988072" y="434241"/>
                  </a:lnTo>
                  <a:lnTo>
                    <a:pt x="1980214" y="434236"/>
                  </a:lnTo>
                  <a:lnTo>
                    <a:pt x="1972356" y="434232"/>
                  </a:lnTo>
                  <a:lnTo>
                    <a:pt x="1964498" y="434228"/>
                  </a:lnTo>
                  <a:lnTo>
                    <a:pt x="1956640" y="434223"/>
                  </a:lnTo>
                  <a:lnTo>
                    <a:pt x="1948782" y="434219"/>
                  </a:lnTo>
                  <a:lnTo>
                    <a:pt x="1940924" y="434214"/>
                  </a:lnTo>
                  <a:lnTo>
                    <a:pt x="1933066" y="434210"/>
                  </a:lnTo>
                  <a:lnTo>
                    <a:pt x="1925208" y="434205"/>
                  </a:lnTo>
                  <a:lnTo>
                    <a:pt x="1917350" y="434200"/>
                  </a:lnTo>
                  <a:lnTo>
                    <a:pt x="1909492" y="434194"/>
                  </a:lnTo>
                  <a:lnTo>
                    <a:pt x="1901634" y="434189"/>
                  </a:lnTo>
                  <a:lnTo>
                    <a:pt x="1893776" y="434184"/>
                  </a:lnTo>
                  <a:lnTo>
                    <a:pt x="1885918" y="434179"/>
                  </a:lnTo>
                  <a:lnTo>
                    <a:pt x="1878060" y="434173"/>
                  </a:lnTo>
                  <a:lnTo>
                    <a:pt x="1870202" y="434167"/>
                  </a:lnTo>
                  <a:lnTo>
                    <a:pt x="1862344" y="434162"/>
                  </a:lnTo>
                  <a:lnTo>
                    <a:pt x="1854486" y="434156"/>
                  </a:lnTo>
                  <a:lnTo>
                    <a:pt x="1846628" y="434150"/>
                  </a:lnTo>
                  <a:lnTo>
                    <a:pt x="1838770" y="434144"/>
                  </a:lnTo>
                  <a:lnTo>
                    <a:pt x="1830912" y="434138"/>
                  </a:lnTo>
                  <a:lnTo>
                    <a:pt x="1823054" y="434131"/>
                  </a:lnTo>
                  <a:lnTo>
                    <a:pt x="1815196" y="434124"/>
                  </a:lnTo>
                  <a:lnTo>
                    <a:pt x="1807338" y="434119"/>
                  </a:lnTo>
                  <a:lnTo>
                    <a:pt x="1799480" y="434112"/>
                  </a:lnTo>
                  <a:lnTo>
                    <a:pt x="1791622" y="434105"/>
                  </a:lnTo>
                  <a:lnTo>
                    <a:pt x="1783764" y="434099"/>
                  </a:lnTo>
                  <a:lnTo>
                    <a:pt x="1775906" y="434092"/>
                  </a:lnTo>
                  <a:lnTo>
                    <a:pt x="1768048" y="434085"/>
                  </a:lnTo>
                  <a:lnTo>
                    <a:pt x="1760190" y="434077"/>
                  </a:lnTo>
                  <a:lnTo>
                    <a:pt x="1752332" y="434070"/>
                  </a:lnTo>
                  <a:lnTo>
                    <a:pt x="1744474" y="434063"/>
                  </a:lnTo>
                  <a:lnTo>
                    <a:pt x="1736616" y="434055"/>
                  </a:lnTo>
                  <a:lnTo>
                    <a:pt x="1728758" y="434047"/>
                  </a:lnTo>
                  <a:lnTo>
                    <a:pt x="1720900" y="434040"/>
                  </a:lnTo>
                  <a:lnTo>
                    <a:pt x="1713042" y="434032"/>
                  </a:lnTo>
                  <a:lnTo>
                    <a:pt x="1705184" y="434023"/>
                  </a:lnTo>
                  <a:lnTo>
                    <a:pt x="1697326" y="434015"/>
                  </a:lnTo>
                  <a:lnTo>
                    <a:pt x="1689468" y="434007"/>
                  </a:lnTo>
                  <a:lnTo>
                    <a:pt x="1681610" y="433998"/>
                  </a:lnTo>
                  <a:lnTo>
                    <a:pt x="1673752" y="433989"/>
                  </a:lnTo>
                  <a:lnTo>
                    <a:pt x="1665894" y="433980"/>
                  </a:lnTo>
                  <a:lnTo>
                    <a:pt x="1658036" y="433971"/>
                  </a:lnTo>
                  <a:lnTo>
                    <a:pt x="1650178" y="433962"/>
                  </a:lnTo>
                  <a:lnTo>
                    <a:pt x="1642320" y="433953"/>
                  </a:lnTo>
                  <a:lnTo>
                    <a:pt x="1634462" y="433943"/>
                  </a:lnTo>
                  <a:lnTo>
                    <a:pt x="1626604" y="433933"/>
                  </a:lnTo>
                  <a:lnTo>
                    <a:pt x="1618746" y="433924"/>
                  </a:lnTo>
                  <a:lnTo>
                    <a:pt x="1610888" y="433913"/>
                  </a:lnTo>
                  <a:lnTo>
                    <a:pt x="1603030" y="433903"/>
                  </a:lnTo>
                  <a:lnTo>
                    <a:pt x="1595172" y="433893"/>
                  </a:lnTo>
                  <a:lnTo>
                    <a:pt x="1587314" y="433882"/>
                  </a:lnTo>
                  <a:lnTo>
                    <a:pt x="1579456" y="433872"/>
                  </a:lnTo>
                  <a:lnTo>
                    <a:pt x="1571598" y="433863"/>
                  </a:lnTo>
                  <a:lnTo>
                    <a:pt x="1563740" y="433854"/>
                  </a:lnTo>
                  <a:lnTo>
                    <a:pt x="1555882" y="433844"/>
                  </a:lnTo>
                  <a:lnTo>
                    <a:pt x="1548024" y="433835"/>
                  </a:lnTo>
                  <a:lnTo>
                    <a:pt x="1540166" y="433825"/>
                  </a:lnTo>
                  <a:lnTo>
                    <a:pt x="1532308" y="433816"/>
                  </a:lnTo>
                  <a:lnTo>
                    <a:pt x="1524450" y="433806"/>
                  </a:lnTo>
                  <a:lnTo>
                    <a:pt x="1516592" y="433796"/>
                  </a:lnTo>
                  <a:lnTo>
                    <a:pt x="1508734" y="433786"/>
                  </a:lnTo>
                  <a:lnTo>
                    <a:pt x="1500876" y="433775"/>
                  </a:lnTo>
                  <a:lnTo>
                    <a:pt x="1493018" y="433762"/>
                  </a:lnTo>
                  <a:lnTo>
                    <a:pt x="1485160" y="433747"/>
                  </a:lnTo>
                  <a:lnTo>
                    <a:pt x="1477302" y="433732"/>
                  </a:lnTo>
                  <a:lnTo>
                    <a:pt x="1469444" y="433716"/>
                  </a:lnTo>
                  <a:lnTo>
                    <a:pt x="1461586" y="433700"/>
                  </a:lnTo>
                  <a:lnTo>
                    <a:pt x="1453728" y="433684"/>
                  </a:lnTo>
                  <a:lnTo>
                    <a:pt x="1445870" y="433667"/>
                  </a:lnTo>
                  <a:lnTo>
                    <a:pt x="1438012" y="433650"/>
                  </a:lnTo>
                  <a:lnTo>
                    <a:pt x="1430154" y="433633"/>
                  </a:lnTo>
                  <a:lnTo>
                    <a:pt x="1422296" y="433618"/>
                  </a:lnTo>
                  <a:lnTo>
                    <a:pt x="1414438" y="433603"/>
                  </a:lnTo>
                  <a:lnTo>
                    <a:pt x="1406580" y="433588"/>
                  </a:lnTo>
                  <a:lnTo>
                    <a:pt x="1398722" y="433572"/>
                  </a:lnTo>
                  <a:lnTo>
                    <a:pt x="1390864" y="433556"/>
                  </a:lnTo>
                  <a:lnTo>
                    <a:pt x="1383006" y="433541"/>
                  </a:lnTo>
                  <a:lnTo>
                    <a:pt x="1375148" y="433525"/>
                  </a:lnTo>
                  <a:lnTo>
                    <a:pt x="1367290" y="433507"/>
                  </a:lnTo>
                  <a:lnTo>
                    <a:pt x="1359432" y="433490"/>
                  </a:lnTo>
                  <a:lnTo>
                    <a:pt x="1351574" y="433473"/>
                  </a:lnTo>
                  <a:lnTo>
                    <a:pt x="1343716" y="433453"/>
                  </a:lnTo>
                  <a:lnTo>
                    <a:pt x="1335858" y="433434"/>
                  </a:lnTo>
                  <a:lnTo>
                    <a:pt x="1328000" y="433411"/>
                  </a:lnTo>
                  <a:lnTo>
                    <a:pt x="1320142" y="433387"/>
                  </a:lnTo>
                  <a:lnTo>
                    <a:pt x="1312284" y="433363"/>
                  </a:lnTo>
                  <a:lnTo>
                    <a:pt x="1304426" y="433339"/>
                  </a:lnTo>
                  <a:lnTo>
                    <a:pt x="1296568" y="433318"/>
                  </a:lnTo>
                  <a:lnTo>
                    <a:pt x="1288710" y="433297"/>
                  </a:lnTo>
                  <a:lnTo>
                    <a:pt x="1280852" y="433276"/>
                  </a:lnTo>
                  <a:lnTo>
                    <a:pt x="1272994" y="433254"/>
                  </a:lnTo>
                  <a:lnTo>
                    <a:pt x="1265136" y="433232"/>
                  </a:lnTo>
                  <a:lnTo>
                    <a:pt x="1257278" y="433209"/>
                  </a:lnTo>
                  <a:lnTo>
                    <a:pt x="1249420" y="433186"/>
                  </a:lnTo>
                  <a:lnTo>
                    <a:pt x="1241562" y="433163"/>
                  </a:lnTo>
                  <a:lnTo>
                    <a:pt x="1233704" y="433139"/>
                  </a:lnTo>
                  <a:lnTo>
                    <a:pt x="1225846" y="433114"/>
                  </a:lnTo>
                  <a:lnTo>
                    <a:pt x="1217988" y="433090"/>
                  </a:lnTo>
                  <a:lnTo>
                    <a:pt x="1210130" y="433064"/>
                  </a:lnTo>
                  <a:lnTo>
                    <a:pt x="1202272" y="433036"/>
                  </a:lnTo>
                  <a:lnTo>
                    <a:pt x="1194414" y="433004"/>
                  </a:lnTo>
                  <a:lnTo>
                    <a:pt x="1186556" y="432971"/>
                  </a:lnTo>
                  <a:lnTo>
                    <a:pt x="1178698" y="432938"/>
                  </a:lnTo>
                  <a:lnTo>
                    <a:pt x="1170840" y="432912"/>
                  </a:lnTo>
                  <a:lnTo>
                    <a:pt x="1162982" y="432889"/>
                  </a:lnTo>
                  <a:lnTo>
                    <a:pt x="1155124" y="432864"/>
                  </a:lnTo>
                  <a:lnTo>
                    <a:pt x="1147266" y="432839"/>
                  </a:lnTo>
                  <a:lnTo>
                    <a:pt x="1139408" y="432814"/>
                  </a:lnTo>
                  <a:lnTo>
                    <a:pt x="1131550" y="432787"/>
                  </a:lnTo>
                  <a:lnTo>
                    <a:pt x="1123692" y="432757"/>
                  </a:lnTo>
                  <a:lnTo>
                    <a:pt x="1115834" y="432725"/>
                  </a:lnTo>
                  <a:lnTo>
                    <a:pt x="1107976" y="432694"/>
                  </a:lnTo>
                  <a:lnTo>
                    <a:pt x="1100118" y="432662"/>
                  </a:lnTo>
                  <a:lnTo>
                    <a:pt x="1092260" y="432629"/>
                  </a:lnTo>
                  <a:lnTo>
                    <a:pt x="1084402" y="432596"/>
                  </a:lnTo>
                  <a:lnTo>
                    <a:pt x="1076544" y="432561"/>
                  </a:lnTo>
                  <a:lnTo>
                    <a:pt x="1068686" y="432513"/>
                  </a:lnTo>
                  <a:lnTo>
                    <a:pt x="1060828" y="432464"/>
                  </a:lnTo>
                  <a:lnTo>
                    <a:pt x="1052970" y="432424"/>
                  </a:lnTo>
                  <a:lnTo>
                    <a:pt x="1045112" y="432387"/>
                  </a:lnTo>
                  <a:lnTo>
                    <a:pt x="1037254" y="432349"/>
                  </a:lnTo>
                  <a:lnTo>
                    <a:pt x="1029397" y="432310"/>
                  </a:lnTo>
                  <a:lnTo>
                    <a:pt x="1021539" y="432271"/>
                  </a:lnTo>
                  <a:lnTo>
                    <a:pt x="1013681" y="432231"/>
                  </a:lnTo>
                  <a:lnTo>
                    <a:pt x="1005823" y="432190"/>
                  </a:lnTo>
                  <a:lnTo>
                    <a:pt x="997965" y="432149"/>
                  </a:lnTo>
                  <a:lnTo>
                    <a:pt x="990107" y="432108"/>
                  </a:lnTo>
                  <a:lnTo>
                    <a:pt x="982249" y="432071"/>
                  </a:lnTo>
                  <a:lnTo>
                    <a:pt x="974391" y="432033"/>
                  </a:lnTo>
                  <a:lnTo>
                    <a:pt x="966533" y="431995"/>
                  </a:lnTo>
                  <a:lnTo>
                    <a:pt x="958675" y="431956"/>
                  </a:lnTo>
                  <a:lnTo>
                    <a:pt x="950817" y="431916"/>
                  </a:lnTo>
                  <a:lnTo>
                    <a:pt x="942959" y="431874"/>
                  </a:lnTo>
                  <a:lnTo>
                    <a:pt x="935101" y="431823"/>
                  </a:lnTo>
                  <a:lnTo>
                    <a:pt x="927243" y="431785"/>
                  </a:lnTo>
                  <a:lnTo>
                    <a:pt x="919385" y="431738"/>
                  </a:lnTo>
                  <a:lnTo>
                    <a:pt x="911527" y="431701"/>
                  </a:lnTo>
                  <a:lnTo>
                    <a:pt x="903669" y="431663"/>
                  </a:lnTo>
                  <a:lnTo>
                    <a:pt x="895811" y="431621"/>
                  </a:lnTo>
                  <a:lnTo>
                    <a:pt x="887953" y="431577"/>
                  </a:lnTo>
                  <a:lnTo>
                    <a:pt x="880095" y="431532"/>
                  </a:lnTo>
                  <a:lnTo>
                    <a:pt x="872237" y="431476"/>
                  </a:lnTo>
                  <a:lnTo>
                    <a:pt x="864379" y="431407"/>
                  </a:lnTo>
                  <a:lnTo>
                    <a:pt x="856521" y="431356"/>
                  </a:lnTo>
                  <a:lnTo>
                    <a:pt x="848663" y="431305"/>
                  </a:lnTo>
                  <a:lnTo>
                    <a:pt x="840805" y="431253"/>
                  </a:lnTo>
                  <a:lnTo>
                    <a:pt x="832947" y="431201"/>
                  </a:lnTo>
                  <a:lnTo>
                    <a:pt x="825089" y="431150"/>
                  </a:lnTo>
                  <a:lnTo>
                    <a:pt x="817231" y="431117"/>
                  </a:lnTo>
                  <a:lnTo>
                    <a:pt x="809373" y="431059"/>
                  </a:lnTo>
                  <a:lnTo>
                    <a:pt x="801515" y="430984"/>
                  </a:lnTo>
                  <a:lnTo>
                    <a:pt x="793657" y="430925"/>
                  </a:lnTo>
                  <a:lnTo>
                    <a:pt x="785799" y="430867"/>
                  </a:lnTo>
                  <a:lnTo>
                    <a:pt x="777941" y="430813"/>
                  </a:lnTo>
                  <a:lnTo>
                    <a:pt x="770083" y="430749"/>
                  </a:lnTo>
                  <a:lnTo>
                    <a:pt x="762225" y="430662"/>
                  </a:lnTo>
                  <a:lnTo>
                    <a:pt x="754367" y="430583"/>
                  </a:lnTo>
                  <a:lnTo>
                    <a:pt x="746509" y="430507"/>
                  </a:lnTo>
                  <a:lnTo>
                    <a:pt x="738651" y="430430"/>
                  </a:lnTo>
                  <a:lnTo>
                    <a:pt x="730793" y="430360"/>
                  </a:lnTo>
                  <a:lnTo>
                    <a:pt x="722935" y="430297"/>
                  </a:lnTo>
                  <a:lnTo>
                    <a:pt x="715077" y="430233"/>
                  </a:lnTo>
                  <a:lnTo>
                    <a:pt x="707219" y="430146"/>
                  </a:lnTo>
                  <a:lnTo>
                    <a:pt x="699361" y="430054"/>
                  </a:lnTo>
                  <a:lnTo>
                    <a:pt x="691503" y="429988"/>
                  </a:lnTo>
                  <a:lnTo>
                    <a:pt x="683645" y="429921"/>
                  </a:lnTo>
                  <a:lnTo>
                    <a:pt x="675787" y="429835"/>
                  </a:lnTo>
                  <a:lnTo>
                    <a:pt x="667929" y="429748"/>
                  </a:lnTo>
                  <a:lnTo>
                    <a:pt x="660071" y="429689"/>
                  </a:lnTo>
                  <a:lnTo>
                    <a:pt x="652213" y="429629"/>
                  </a:lnTo>
                  <a:lnTo>
                    <a:pt x="644355" y="429569"/>
                  </a:lnTo>
                  <a:lnTo>
                    <a:pt x="636497" y="429481"/>
                  </a:lnTo>
                  <a:lnTo>
                    <a:pt x="628639" y="429382"/>
                  </a:lnTo>
                  <a:lnTo>
                    <a:pt x="620781" y="429292"/>
                  </a:lnTo>
                  <a:lnTo>
                    <a:pt x="612923" y="429222"/>
                  </a:lnTo>
                  <a:lnTo>
                    <a:pt x="605065" y="429170"/>
                  </a:lnTo>
                  <a:lnTo>
                    <a:pt x="597207" y="429046"/>
                  </a:lnTo>
                  <a:lnTo>
                    <a:pt x="589349" y="428918"/>
                  </a:lnTo>
                  <a:lnTo>
                    <a:pt x="581491" y="428820"/>
                  </a:lnTo>
                  <a:lnTo>
                    <a:pt x="573633" y="428746"/>
                  </a:lnTo>
                  <a:lnTo>
                    <a:pt x="565775" y="428672"/>
                  </a:lnTo>
                  <a:lnTo>
                    <a:pt x="557917" y="428602"/>
                  </a:lnTo>
                  <a:lnTo>
                    <a:pt x="550059" y="428521"/>
                  </a:lnTo>
                  <a:lnTo>
                    <a:pt x="542201" y="428441"/>
                  </a:lnTo>
                  <a:lnTo>
                    <a:pt x="534343" y="428357"/>
                  </a:lnTo>
                  <a:lnTo>
                    <a:pt x="526485" y="428279"/>
                  </a:lnTo>
                  <a:lnTo>
                    <a:pt x="518627" y="428209"/>
                  </a:lnTo>
                  <a:lnTo>
                    <a:pt x="510769" y="428122"/>
                  </a:lnTo>
                  <a:lnTo>
                    <a:pt x="502911" y="428020"/>
                  </a:lnTo>
                  <a:lnTo>
                    <a:pt x="495053" y="427908"/>
                  </a:lnTo>
                  <a:lnTo>
                    <a:pt x="487195" y="427795"/>
                  </a:lnTo>
                  <a:lnTo>
                    <a:pt x="479337" y="427685"/>
                  </a:lnTo>
                  <a:lnTo>
                    <a:pt x="471479" y="427592"/>
                  </a:lnTo>
                  <a:lnTo>
                    <a:pt x="463621" y="427475"/>
                  </a:lnTo>
                  <a:lnTo>
                    <a:pt x="455763" y="427353"/>
                  </a:lnTo>
                  <a:lnTo>
                    <a:pt x="447905" y="427317"/>
                  </a:lnTo>
                  <a:lnTo>
                    <a:pt x="440047" y="427215"/>
                  </a:lnTo>
                  <a:lnTo>
                    <a:pt x="432189" y="427133"/>
                  </a:lnTo>
                  <a:lnTo>
                    <a:pt x="424331" y="427036"/>
                  </a:lnTo>
                  <a:lnTo>
                    <a:pt x="416473" y="426955"/>
                  </a:lnTo>
                  <a:lnTo>
                    <a:pt x="408615" y="426865"/>
                  </a:lnTo>
                  <a:lnTo>
                    <a:pt x="400757" y="426767"/>
                  </a:lnTo>
                  <a:lnTo>
                    <a:pt x="392899" y="426651"/>
                  </a:lnTo>
                  <a:lnTo>
                    <a:pt x="385041" y="426535"/>
                  </a:lnTo>
                  <a:lnTo>
                    <a:pt x="377183" y="426415"/>
                  </a:lnTo>
                  <a:lnTo>
                    <a:pt x="369325" y="426295"/>
                  </a:lnTo>
                  <a:lnTo>
                    <a:pt x="361467" y="426173"/>
                  </a:lnTo>
                  <a:lnTo>
                    <a:pt x="353609" y="426063"/>
                  </a:lnTo>
                  <a:lnTo>
                    <a:pt x="345751" y="425973"/>
                  </a:lnTo>
                  <a:lnTo>
                    <a:pt x="337893" y="425917"/>
                  </a:lnTo>
                  <a:lnTo>
                    <a:pt x="330035" y="425868"/>
                  </a:lnTo>
                  <a:lnTo>
                    <a:pt x="322177" y="425815"/>
                  </a:lnTo>
                  <a:lnTo>
                    <a:pt x="314319" y="425748"/>
                  </a:lnTo>
                  <a:lnTo>
                    <a:pt x="306461" y="425634"/>
                  </a:lnTo>
                  <a:lnTo>
                    <a:pt x="298603" y="425580"/>
                  </a:lnTo>
                  <a:lnTo>
                    <a:pt x="290745" y="425541"/>
                  </a:lnTo>
                  <a:lnTo>
                    <a:pt x="282887" y="425519"/>
                  </a:lnTo>
                  <a:lnTo>
                    <a:pt x="275029" y="425467"/>
                  </a:lnTo>
                  <a:lnTo>
                    <a:pt x="267171" y="425386"/>
                  </a:lnTo>
                  <a:lnTo>
                    <a:pt x="259313" y="425355"/>
                  </a:lnTo>
                  <a:lnTo>
                    <a:pt x="251455" y="425287"/>
                  </a:lnTo>
                  <a:lnTo>
                    <a:pt x="243597" y="425219"/>
                  </a:lnTo>
                  <a:lnTo>
                    <a:pt x="235739" y="425186"/>
                  </a:lnTo>
                  <a:lnTo>
                    <a:pt x="227881" y="425142"/>
                  </a:lnTo>
                  <a:lnTo>
                    <a:pt x="220023" y="425085"/>
                  </a:lnTo>
                  <a:lnTo>
                    <a:pt x="212165" y="424955"/>
                  </a:lnTo>
                  <a:lnTo>
                    <a:pt x="204307" y="424914"/>
                  </a:lnTo>
                  <a:lnTo>
                    <a:pt x="196449" y="424922"/>
                  </a:lnTo>
                  <a:lnTo>
                    <a:pt x="188591" y="424863"/>
                  </a:lnTo>
                  <a:lnTo>
                    <a:pt x="180733" y="424768"/>
                  </a:lnTo>
                  <a:lnTo>
                    <a:pt x="172875" y="424598"/>
                  </a:lnTo>
                  <a:lnTo>
                    <a:pt x="165017" y="424606"/>
                  </a:lnTo>
                  <a:lnTo>
                    <a:pt x="157159" y="424599"/>
                  </a:lnTo>
                  <a:lnTo>
                    <a:pt x="149301" y="424583"/>
                  </a:lnTo>
                  <a:lnTo>
                    <a:pt x="141443" y="424524"/>
                  </a:lnTo>
                  <a:lnTo>
                    <a:pt x="133585" y="424525"/>
                  </a:lnTo>
                  <a:lnTo>
                    <a:pt x="125727" y="424544"/>
                  </a:lnTo>
                  <a:lnTo>
                    <a:pt x="117869" y="424568"/>
                  </a:lnTo>
                  <a:lnTo>
                    <a:pt x="110011" y="424635"/>
                  </a:lnTo>
                  <a:lnTo>
                    <a:pt x="102153" y="424685"/>
                  </a:lnTo>
                  <a:lnTo>
                    <a:pt x="94295" y="424648"/>
                  </a:lnTo>
                  <a:lnTo>
                    <a:pt x="86437" y="424669"/>
                  </a:lnTo>
                  <a:lnTo>
                    <a:pt x="78579" y="424611"/>
                  </a:lnTo>
                  <a:lnTo>
                    <a:pt x="70721" y="424579"/>
                  </a:lnTo>
                  <a:lnTo>
                    <a:pt x="62863" y="424582"/>
                  </a:lnTo>
                  <a:lnTo>
                    <a:pt x="55005" y="424664"/>
                  </a:lnTo>
                  <a:lnTo>
                    <a:pt x="47147" y="424671"/>
                  </a:lnTo>
                  <a:lnTo>
                    <a:pt x="39289" y="424679"/>
                  </a:lnTo>
                  <a:lnTo>
                    <a:pt x="31431" y="424762"/>
                  </a:lnTo>
                  <a:lnTo>
                    <a:pt x="23573" y="424722"/>
                  </a:lnTo>
                  <a:lnTo>
                    <a:pt x="15715" y="424715"/>
                  </a:lnTo>
                  <a:lnTo>
                    <a:pt x="7857" y="424795"/>
                  </a:lnTo>
                  <a:lnTo>
                    <a:pt x="0" y="424876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1186414" y="4522396"/>
              <a:ext cx="2035220" cy="395629"/>
            </a:xfrm>
            <a:custGeom>
              <a:avLst/>
              <a:pathLst>
                <a:path w="2035220" h="395629">
                  <a:moveTo>
                    <a:pt x="0" y="390402"/>
                  </a:moveTo>
                  <a:lnTo>
                    <a:pt x="7857" y="390736"/>
                  </a:lnTo>
                  <a:lnTo>
                    <a:pt x="15715" y="390910"/>
                  </a:lnTo>
                  <a:lnTo>
                    <a:pt x="23573" y="391227"/>
                  </a:lnTo>
                  <a:lnTo>
                    <a:pt x="31431" y="391624"/>
                  </a:lnTo>
                  <a:lnTo>
                    <a:pt x="39289" y="392065"/>
                  </a:lnTo>
                  <a:lnTo>
                    <a:pt x="47147" y="392392"/>
                  </a:lnTo>
                  <a:lnTo>
                    <a:pt x="55005" y="392733"/>
                  </a:lnTo>
                  <a:lnTo>
                    <a:pt x="62863" y="393015"/>
                  </a:lnTo>
                  <a:lnTo>
                    <a:pt x="70721" y="393183"/>
                  </a:lnTo>
                  <a:lnTo>
                    <a:pt x="78579" y="393593"/>
                  </a:lnTo>
                  <a:lnTo>
                    <a:pt x="86437" y="393900"/>
                  </a:lnTo>
                  <a:lnTo>
                    <a:pt x="94295" y="394362"/>
                  </a:lnTo>
                  <a:lnTo>
                    <a:pt x="102153" y="394284"/>
                  </a:lnTo>
                  <a:lnTo>
                    <a:pt x="110011" y="394462"/>
                  </a:lnTo>
                  <a:lnTo>
                    <a:pt x="117869" y="394619"/>
                  </a:lnTo>
                  <a:lnTo>
                    <a:pt x="125727" y="395044"/>
                  </a:lnTo>
                  <a:lnTo>
                    <a:pt x="133585" y="395131"/>
                  </a:lnTo>
                  <a:lnTo>
                    <a:pt x="141443" y="395156"/>
                  </a:lnTo>
                  <a:lnTo>
                    <a:pt x="149301" y="395425"/>
                  </a:lnTo>
                  <a:lnTo>
                    <a:pt x="157159" y="395486"/>
                  </a:lnTo>
                  <a:lnTo>
                    <a:pt x="165017" y="395629"/>
                  </a:lnTo>
                  <a:lnTo>
                    <a:pt x="172875" y="395473"/>
                  </a:lnTo>
                  <a:lnTo>
                    <a:pt x="180733" y="395337"/>
                  </a:lnTo>
                  <a:lnTo>
                    <a:pt x="188591" y="395355"/>
                  </a:lnTo>
                  <a:lnTo>
                    <a:pt x="196449" y="395307"/>
                  </a:lnTo>
                  <a:lnTo>
                    <a:pt x="204307" y="395245"/>
                  </a:lnTo>
                  <a:lnTo>
                    <a:pt x="212165" y="395262"/>
                  </a:lnTo>
                  <a:lnTo>
                    <a:pt x="220023" y="395358"/>
                  </a:lnTo>
                  <a:lnTo>
                    <a:pt x="227881" y="395139"/>
                  </a:lnTo>
                  <a:lnTo>
                    <a:pt x="235739" y="395113"/>
                  </a:lnTo>
                  <a:lnTo>
                    <a:pt x="243597" y="395218"/>
                  </a:lnTo>
                  <a:lnTo>
                    <a:pt x="251455" y="394945"/>
                  </a:lnTo>
                  <a:lnTo>
                    <a:pt x="259313" y="394872"/>
                  </a:lnTo>
                  <a:lnTo>
                    <a:pt x="267171" y="394509"/>
                  </a:lnTo>
                  <a:lnTo>
                    <a:pt x="275029" y="394372"/>
                  </a:lnTo>
                  <a:lnTo>
                    <a:pt x="282887" y="394668"/>
                  </a:lnTo>
                  <a:lnTo>
                    <a:pt x="290745" y="394295"/>
                  </a:lnTo>
                  <a:lnTo>
                    <a:pt x="298603" y="394051"/>
                  </a:lnTo>
                  <a:lnTo>
                    <a:pt x="306461" y="393483"/>
                  </a:lnTo>
                  <a:lnTo>
                    <a:pt x="314319" y="393256"/>
                  </a:lnTo>
                  <a:lnTo>
                    <a:pt x="322177" y="392895"/>
                  </a:lnTo>
                  <a:lnTo>
                    <a:pt x="330035" y="392536"/>
                  </a:lnTo>
                  <a:lnTo>
                    <a:pt x="337893" y="392337"/>
                  </a:lnTo>
                  <a:lnTo>
                    <a:pt x="345751" y="392365"/>
                  </a:lnTo>
                  <a:lnTo>
                    <a:pt x="353609" y="392323"/>
                  </a:lnTo>
                  <a:lnTo>
                    <a:pt x="361467" y="392281"/>
                  </a:lnTo>
                  <a:lnTo>
                    <a:pt x="369325" y="392055"/>
                  </a:lnTo>
                  <a:lnTo>
                    <a:pt x="377183" y="391478"/>
                  </a:lnTo>
                  <a:lnTo>
                    <a:pt x="385041" y="391001"/>
                  </a:lnTo>
                  <a:lnTo>
                    <a:pt x="392899" y="390895"/>
                  </a:lnTo>
                  <a:lnTo>
                    <a:pt x="400757" y="390470"/>
                  </a:lnTo>
                  <a:lnTo>
                    <a:pt x="408615" y="390015"/>
                  </a:lnTo>
                  <a:lnTo>
                    <a:pt x="416473" y="389667"/>
                  </a:lnTo>
                  <a:lnTo>
                    <a:pt x="424331" y="389162"/>
                  </a:lnTo>
                  <a:lnTo>
                    <a:pt x="432189" y="388651"/>
                  </a:lnTo>
                  <a:lnTo>
                    <a:pt x="440047" y="388057"/>
                  </a:lnTo>
                  <a:lnTo>
                    <a:pt x="447905" y="387619"/>
                  </a:lnTo>
                  <a:lnTo>
                    <a:pt x="455763" y="387484"/>
                  </a:lnTo>
                  <a:lnTo>
                    <a:pt x="463621" y="387272"/>
                  </a:lnTo>
                  <a:lnTo>
                    <a:pt x="471479" y="386906"/>
                  </a:lnTo>
                  <a:lnTo>
                    <a:pt x="479337" y="386672"/>
                  </a:lnTo>
                  <a:lnTo>
                    <a:pt x="487195" y="386226"/>
                  </a:lnTo>
                  <a:lnTo>
                    <a:pt x="495053" y="386016"/>
                  </a:lnTo>
                  <a:lnTo>
                    <a:pt x="502911" y="385717"/>
                  </a:lnTo>
                  <a:lnTo>
                    <a:pt x="510769" y="385419"/>
                  </a:lnTo>
                  <a:lnTo>
                    <a:pt x="518627" y="385121"/>
                  </a:lnTo>
                  <a:lnTo>
                    <a:pt x="526485" y="384602"/>
                  </a:lnTo>
                  <a:lnTo>
                    <a:pt x="534343" y="384141"/>
                  </a:lnTo>
                  <a:lnTo>
                    <a:pt x="542201" y="383527"/>
                  </a:lnTo>
                  <a:lnTo>
                    <a:pt x="550059" y="382905"/>
                  </a:lnTo>
                  <a:lnTo>
                    <a:pt x="557917" y="382525"/>
                  </a:lnTo>
                  <a:lnTo>
                    <a:pt x="565775" y="382105"/>
                  </a:lnTo>
                  <a:lnTo>
                    <a:pt x="573633" y="381191"/>
                  </a:lnTo>
                  <a:lnTo>
                    <a:pt x="581491" y="380620"/>
                  </a:lnTo>
                  <a:lnTo>
                    <a:pt x="589349" y="380316"/>
                  </a:lnTo>
                  <a:lnTo>
                    <a:pt x="597207" y="379987"/>
                  </a:lnTo>
                  <a:lnTo>
                    <a:pt x="605065" y="379295"/>
                  </a:lnTo>
                  <a:lnTo>
                    <a:pt x="612923" y="378685"/>
                  </a:lnTo>
                  <a:lnTo>
                    <a:pt x="620781" y="378245"/>
                  </a:lnTo>
                  <a:lnTo>
                    <a:pt x="628639" y="377510"/>
                  </a:lnTo>
                  <a:lnTo>
                    <a:pt x="636497" y="376663"/>
                  </a:lnTo>
                  <a:lnTo>
                    <a:pt x="644355" y="375792"/>
                  </a:lnTo>
                  <a:lnTo>
                    <a:pt x="652213" y="374940"/>
                  </a:lnTo>
                  <a:lnTo>
                    <a:pt x="660071" y="374223"/>
                  </a:lnTo>
                  <a:lnTo>
                    <a:pt x="667929" y="373401"/>
                  </a:lnTo>
                  <a:lnTo>
                    <a:pt x="675787" y="372911"/>
                  </a:lnTo>
                  <a:lnTo>
                    <a:pt x="683645" y="372110"/>
                  </a:lnTo>
                  <a:lnTo>
                    <a:pt x="691503" y="371295"/>
                  </a:lnTo>
                  <a:lnTo>
                    <a:pt x="699361" y="370471"/>
                  </a:lnTo>
                  <a:lnTo>
                    <a:pt x="707219" y="369541"/>
                  </a:lnTo>
                  <a:lnTo>
                    <a:pt x="715077" y="368585"/>
                  </a:lnTo>
                  <a:lnTo>
                    <a:pt x="722935" y="367700"/>
                  </a:lnTo>
                  <a:lnTo>
                    <a:pt x="730793" y="366847"/>
                  </a:lnTo>
                  <a:lnTo>
                    <a:pt x="738651" y="365985"/>
                  </a:lnTo>
                  <a:lnTo>
                    <a:pt x="746509" y="365121"/>
                  </a:lnTo>
                  <a:lnTo>
                    <a:pt x="754367" y="364463"/>
                  </a:lnTo>
                  <a:lnTo>
                    <a:pt x="762225" y="363898"/>
                  </a:lnTo>
                  <a:lnTo>
                    <a:pt x="770083" y="363337"/>
                  </a:lnTo>
                  <a:lnTo>
                    <a:pt x="777941" y="362772"/>
                  </a:lnTo>
                  <a:lnTo>
                    <a:pt x="785799" y="362218"/>
                  </a:lnTo>
                  <a:lnTo>
                    <a:pt x="793657" y="361616"/>
                  </a:lnTo>
                  <a:lnTo>
                    <a:pt x="801515" y="361019"/>
                  </a:lnTo>
                  <a:lnTo>
                    <a:pt x="809373" y="359992"/>
                  </a:lnTo>
                  <a:lnTo>
                    <a:pt x="817231" y="358893"/>
                  </a:lnTo>
                  <a:lnTo>
                    <a:pt x="825089" y="358288"/>
                  </a:lnTo>
                  <a:lnTo>
                    <a:pt x="832947" y="357243"/>
                  </a:lnTo>
                  <a:lnTo>
                    <a:pt x="840805" y="356185"/>
                  </a:lnTo>
                  <a:lnTo>
                    <a:pt x="848663" y="355113"/>
                  </a:lnTo>
                  <a:lnTo>
                    <a:pt x="856521" y="354035"/>
                  </a:lnTo>
                  <a:lnTo>
                    <a:pt x="864379" y="352945"/>
                  </a:lnTo>
                  <a:lnTo>
                    <a:pt x="872237" y="351842"/>
                  </a:lnTo>
                  <a:lnTo>
                    <a:pt x="880095" y="350720"/>
                  </a:lnTo>
                  <a:lnTo>
                    <a:pt x="887953" y="349579"/>
                  </a:lnTo>
                  <a:lnTo>
                    <a:pt x="895811" y="348444"/>
                  </a:lnTo>
                  <a:lnTo>
                    <a:pt x="903669" y="347268"/>
                  </a:lnTo>
                  <a:lnTo>
                    <a:pt x="911527" y="346084"/>
                  </a:lnTo>
                  <a:lnTo>
                    <a:pt x="919385" y="344888"/>
                  </a:lnTo>
                  <a:lnTo>
                    <a:pt x="927243" y="343677"/>
                  </a:lnTo>
                  <a:lnTo>
                    <a:pt x="935101" y="342452"/>
                  </a:lnTo>
                  <a:lnTo>
                    <a:pt x="942959" y="341615"/>
                  </a:lnTo>
                  <a:lnTo>
                    <a:pt x="950817" y="340982"/>
                  </a:lnTo>
                  <a:lnTo>
                    <a:pt x="958675" y="340346"/>
                  </a:lnTo>
                  <a:lnTo>
                    <a:pt x="966533" y="339650"/>
                  </a:lnTo>
                  <a:lnTo>
                    <a:pt x="974391" y="338239"/>
                  </a:lnTo>
                  <a:lnTo>
                    <a:pt x="982249" y="336782"/>
                  </a:lnTo>
                  <a:lnTo>
                    <a:pt x="990107" y="335918"/>
                  </a:lnTo>
                  <a:lnTo>
                    <a:pt x="997965" y="335241"/>
                  </a:lnTo>
                  <a:lnTo>
                    <a:pt x="1005823" y="334428"/>
                  </a:lnTo>
                  <a:lnTo>
                    <a:pt x="1013681" y="333163"/>
                  </a:lnTo>
                  <a:lnTo>
                    <a:pt x="1021539" y="331859"/>
                  </a:lnTo>
                  <a:lnTo>
                    <a:pt x="1029397" y="330687"/>
                  </a:lnTo>
                  <a:lnTo>
                    <a:pt x="1037254" y="329663"/>
                  </a:lnTo>
                  <a:lnTo>
                    <a:pt x="1045112" y="328589"/>
                  </a:lnTo>
                  <a:lnTo>
                    <a:pt x="1052970" y="327094"/>
                  </a:lnTo>
                  <a:lnTo>
                    <a:pt x="1060828" y="325580"/>
                  </a:lnTo>
                  <a:lnTo>
                    <a:pt x="1068686" y="324032"/>
                  </a:lnTo>
                  <a:lnTo>
                    <a:pt x="1076544" y="322500"/>
                  </a:lnTo>
                  <a:lnTo>
                    <a:pt x="1084402" y="321294"/>
                  </a:lnTo>
                  <a:lnTo>
                    <a:pt x="1092260" y="319514"/>
                  </a:lnTo>
                  <a:lnTo>
                    <a:pt x="1100118" y="317877"/>
                  </a:lnTo>
                  <a:lnTo>
                    <a:pt x="1107976" y="316386"/>
                  </a:lnTo>
                  <a:lnTo>
                    <a:pt x="1115834" y="314878"/>
                  </a:lnTo>
                  <a:lnTo>
                    <a:pt x="1123692" y="313354"/>
                  </a:lnTo>
                  <a:lnTo>
                    <a:pt x="1131550" y="311818"/>
                  </a:lnTo>
                  <a:lnTo>
                    <a:pt x="1139408" y="310267"/>
                  </a:lnTo>
                  <a:lnTo>
                    <a:pt x="1147266" y="308699"/>
                  </a:lnTo>
                  <a:lnTo>
                    <a:pt x="1155124" y="307113"/>
                  </a:lnTo>
                  <a:lnTo>
                    <a:pt x="1162982" y="305586"/>
                  </a:lnTo>
                  <a:lnTo>
                    <a:pt x="1170840" y="304126"/>
                  </a:lnTo>
                  <a:lnTo>
                    <a:pt x="1178698" y="302657"/>
                  </a:lnTo>
                  <a:lnTo>
                    <a:pt x="1186556" y="301174"/>
                  </a:lnTo>
                  <a:lnTo>
                    <a:pt x="1194414" y="299719"/>
                  </a:lnTo>
                  <a:lnTo>
                    <a:pt x="1202272" y="298293"/>
                  </a:lnTo>
                  <a:lnTo>
                    <a:pt x="1210130" y="296854"/>
                  </a:lnTo>
                  <a:lnTo>
                    <a:pt x="1217988" y="295402"/>
                  </a:lnTo>
                  <a:lnTo>
                    <a:pt x="1225846" y="293937"/>
                  </a:lnTo>
                  <a:lnTo>
                    <a:pt x="1233704" y="291957"/>
                  </a:lnTo>
                  <a:lnTo>
                    <a:pt x="1241562" y="290354"/>
                  </a:lnTo>
                  <a:lnTo>
                    <a:pt x="1249420" y="288735"/>
                  </a:lnTo>
                  <a:lnTo>
                    <a:pt x="1257278" y="287101"/>
                  </a:lnTo>
                  <a:lnTo>
                    <a:pt x="1265136" y="285451"/>
                  </a:lnTo>
                  <a:lnTo>
                    <a:pt x="1272994" y="283796"/>
                  </a:lnTo>
                  <a:lnTo>
                    <a:pt x="1280852" y="282126"/>
                  </a:lnTo>
                  <a:lnTo>
                    <a:pt x="1288710" y="280319"/>
                  </a:lnTo>
                  <a:lnTo>
                    <a:pt x="1296568" y="278289"/>
                  </a:lnTo>
                  <a:lnTo>
                    <a:pt x="1304426" y="276237"/>
                  </a:lnTo>
                  <a:lnTo>
                    <a:pt x="1312284" y="274162"/>
                  </a:lnTo>
                  <a:lnTo>
                    <a:pt x="1320142" y="272064"/>
                  </a:lnTo>
                  <a:lnTo>
                    <a:pt x="1328000" y="269944"/>
                  </a:lnTo>
                  <a:lnTo>
                    <a:pt x="1335858" y="266979"/>
                  </a:lnTo>
                  <a:lnTo>
                    <a:pt x="1343716" y="263877"/>
                  </a:lnTo>
                  <a:lnTo>
                    <a:pt x="1351574" y="261366"/>
                  </a:lnTo>
                  <a:lnTo>
                    <a:pt x="1359432" y="259255"/>
                  </a:lnTo>
                  <a:lnTo>
                    <a:pt x="1367290" y="256871"/>
                  </a:lnTo>
                  <a:lnTo>
                    <a:pt x="1375148" y="254125"/>
                  </a:lnTo>
                  <a:lnTo>
                    <a:pt x="1383006" y="251346"/>
                  </a:lnTo>
                  <a:lnTo>
                    <a:pt x="1390864" y="248650"/>
                  </a:lnTo>
                  <a:lnTo>
                    <a:pt x="1398722" y="246536"/>
                  </a:lnTo>
                  <a:lnTo>
                    <a:pt x="1406580" y="244403"/>
                  </a:lnTo>
                  <a:lnTo>
                    <a:pt x="1414438" y="242250"/>
                  </a:lnTo>
                  <a:lnTo>
                    <a:pt x="1422296" y="240092"/>
                  </a:lnTo>
                  <a:lnTo>
                    <a:pt x="1430154" y="237920"/>
                  </a:lnTo>
                  <a:lnTo>
                    <a:pt x="1438012" y="235729"/>
                  </a:lnTo>
                  <a:lnTo>
                    <a:pt x="1445870" y="233519"/>
                  </a:lnTo>
                  <a:lnTo>
                    <a:pt x="1453728" y="231289"/>
                  </a:lnTo>
                  <a:lnTo>
                    <a:pt x="1461586" y="229041"/>
                  </a:lnTo>
                  <a:lnTo>
                    <a:pt x="1469444" y="226773"/>
                  </a:lnTo>
                  <a:lnTo>
                    <a:pt x="1477302" y="224486"/>
                  </a:lnTo>
                  <a:lnTo>
                    <a:pt x="1485160" y="222179"/>
                  </a:lnTo>
                  <a:lnTo>
                    <a:pt x="1493018" y="219853"/>
                  </a:lnTo>
                  <a:lnTo>
                    <a:pt x="1500876" y="217222"/>
                  </a:lnTo>
                  <a:lnTo>
                    <a:pt x="1508734" y="214552"/>
                  </a:lnTo>
                  <a:lnTo>
                    <a:pt x="1516592" y="211858"/>
                  </a:lnTo>
                  <a:lnTo>
                    <a:pt x="1524450" y="209138"/>
                  </a:lnTo>
                  <a:lnTo>
                    <a:pt x="1532308" y="206393"/>
                  </a:lnTo>
                  <a:lnTo>
                    <a:pt x="1540166" y="203624"/>
                  </a:lnTo>
                  <a:lnTo>
                    <a:pt x="1548024" y="200830"/>
                  </a:lnTo>
                  <a:lnTo>
                    <a:pt x="1555882" y="198017"/>
                  </a:lnTo>
                  <a:lnTo>
                    <a:pt x="1563740" y="195185"/>
                  </a:lnTo>
                  <a:lnTo>
                    <a:pt x="1571598" y="192715"/>
                  </a:lnTo>
                  <a:lnTo>
                    <a:pt x="1579456" y="189617"/>
                  </a:lnTo>
                  <a:lnTo>
                    <a:pt x="1587314" y="186492"/>
                  </a:lnTo>
                  <a:lnTo>
                    <a:pt x="1595172" y="183616"/>
                  </a:lnTo>
                  <a:lnTo>
                    <a:pt x="1603030" y="180933"/>
                  </a:lnTo>
                  <a:lnTo>
                    <a:pt x="1610888" y="178229"/>
                  </a:lnTo>
                  <a:lnTo>
                    <a:pt x="1618746" y="175512"/>
                  </a:lnTo>
                  <a:lnTo>
                    <a:pt x="1626604" y="172780"/>
                  </a:lnTo>
                  <a:lnTo>
                    <a:pt x="1634462" y="170027"/>
                  </a:lnTo>
                  <a:lnTo>
                    <a:pt x="1642320" y="167255"/>
                  </a:lnTo>
                  <a:lnTo>
                    <a:pt x="1650178" y="164479"/>
                  </a:lnTo>
                  <a:lnTo>
                    <a:pt x="1658036" y="161840"/>
                  </a:lnTo>
                  <a:lnTo>
                    <a:pt x="1665894" y="159183"/>
                  </a:lnTo>
                  <a:lnTo>
                    <a:pt x="1673752" y="156509"/>
                  </a:lnTo>
                  <a:lnTo>
                    <a:pt x="1681610" y="153817"/>
                  </a:lnTo>
                  <a:lnTo>
                    <a:pt x="1689468" y="151108"/>
                  </a:lnTo>
                  <a:lnTo>
                    <a:pt x="1697326" y="147944"/>
                  </a:lnTo>
                  <a:lnTo>
                    <a:pt x="1705184" y="144506"/>
                  </a:lnTo>
                  <a:lnTo>
                    <a:pt x="1713042" y="141368"/>
                  </a:lnTo>
                  <a:lnTo>
                    <a:pt x="1720900" y="138381"/>
                  </a:lnTo>
                  <a:lnTo>
                    <a:pt x="1728758" y="135374"/>
                  </a:lnTo>
                  <a:lnTo>
                    <a:pt x="1736616" y="132348"/>
                  </a:lnTo>
                  <a:lnTo>
                    <a:pt x="1744474" y="129303"/>
                  </a:lnTo>
                  <a:lnTo>
                    <a:pt x="1752332" y="126238"/>
                  </a:lnTo>
                  <a:lnTo>
                    <a:pt x="1760190" y="123155"/>
                  </a:lnTo>
                  <a:lnTo>
                    <a:pt x="1768048" y="120053"/>
                  </a:lnTo>
                  <a:lnTo>
                    <a:pt x="1775906" y="116931"/>
                  </a:lnTo>
                  <a:lnTo>
                    <a:pt x="1783764" y="113791"/>
                  </a:lnTo>
                  <a:lnTo>
                    <a:pt x="1791622" y="110633"/>
                  </a:lnTo>
                  <a:lnTo>
                    <a:pt x="1799480" y="107456"/>
                  </a:lnTo>
                  <a:lnTo>
                    <a:pt x="1807338" y="104260"/>
                  </a:lnTo>
                  <a:lnTo>
                    <a:pt x="1815196" y="101047"/>
                  </a:lnTo>
                  <a:lnTo>
                    <a:pt x="1823054" y="97816"/>
                  </a:lnTo>
                  <a:lnTo>
                    <a:pt x="1830912" y="94566"/>
                  </a:lnTo>
                  <a:lnTo>
                    <a:pt x="1838770" y="91299"/>
                  </a:lnTo>
                  <a:lnTo>
                    <a:pt x="1846628" y="88015"/>
                  </a:lnTo>
                  <a:lnTo>
                    <a:pt x="1854486" y="84713"/>
                  </a:lnTo>
                  <a:lnTo>
                    <a:pt x="1862344" y="81394"/>
                  </a:lnTo>
                  <a:lnTo>
                    <a:pt x="1870202" y="78058"/>
                  </a:lnTo>
                  <a:lnTo>
                    <a:pt x="1878060" y="74705"/>
                  </a:lnTo>
                  <a:lnTo>
                    <a:pt x="1885918" y="71336"/>
                  </a:lnTo>
                  <a:lnTo>
                    <a:pt x="1893776" y="67943"/>
                  </a:lnTo>
                  <a:lnTo>
                    <a:pt x="1901634" y="64428"/>
                  </a:lnTo>
                  <a:lnTo>
                    <a:pt x="1909492" y="60901"/>
                  </a:lnTo>
                  <a:lnTo>
                    <a:pt x="1917350" y="57358"/>
                  </a:lnTo>
                  <a:lnTo>
                    <a:pt x="1925208" y="53799"/>
                  </a:lnTo>
                  <a:lnTo>
                    <a:pt x="1933066" y="50223"/>
                  </a:lnTo>
                  <a:lnTo>
                    <a:pt x="1940924" y="46631"/>
                  </a:lnTo>
                  <a:lnTo>
                    <a:pt x="1948782" y="43023"/>
                  </a:lnTo>
                  <a:lnTo>
                    <a:pt x="1956640" y="39400"/>
                  </a:lnTo>
                  <a:lnTo>
                    <a:pt x="1964498" y="35708"/>
                  </a:lnTo>
                  <a:lnTo>
                    <a:pt x="1972356" y="31804"/>
                  </a:lnTo>
                  <a:lnTo>
                    <a:pt x="1980214" y="27883"/>
                  </a:lnTo>
                  <a:lnTo>
                    <a:pt x="1988072" y="23946"/>
                  </a:lnTo>
                  <a:lnTo>
                    <a:pt x="1995930" y="19993"/>
                  </a:lnTo>
                  <a:lnTo>
                    <a:pt x="2003788" y="16024"/>
                  </a:lnTo>
                  <a:lnTo>
                    <a:pt x="2011646" y="12040"/>
                  </a:lnTo>
                  <a:lnTo>
                    <a:pt x="2019504" y="8041"/>
                  </a:lnTo>
                  <a:lnTo>
                    <a:pt x="2027362" y="4027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1186414" y="4946921"/>
              <a:ext cx="2035220" cy="9741"/>
            </a:xfrm>
            <a:custGeom>
              <a:avLst/>
              <a:pathLst>
                <a:path w="2035220" h="9741">
                  <a:moveTo>
                    <a:pt x="2035220" y="9741"/>
                  </a:moveTo>
                  <a:lnTo>
                    <a:pt x="2027362" y="9737"/>
                  </a:lnTo>
                  <a:lnTo>
                    <a:pt x="2019504" y="9733"/>
                  </a:lnTo>
                  <a:lnTo>
                    <a:pt x="2011646" y="9729"/>
                  </a:lnTo>
                  <a:lnTo>
                    <a:pt x="2003788" y="9724"/>
                  </a:lnTo>
                  <a:lnTo>
                    <a:pt x="1995930" y="9720"/>
                  </a:lnTo>
                  <a:lnTo>
                    <a:pt x="1988072" y="9716"/>
                  </a:lnTo>
                  <a:lnTo>
                    <a:pt x="1980214" y="9711"/>
                  </a:lnTo>
                  <a:lnTo>
                    <a:pt x="1972356" y="9707"/>
                  </a:lnTo>
                  <a:lnTo>
                    <a:pt x="1964498" y="9703"/>
                  </a:lnTo>
                  <a:lnTo>
                    <a:pt x="1956640" y="9699"/>
                  </a:lnTo>
                  <a:lnTo>
                    <a:pt x="1948782" y="9694"/>
                  </a:lnTo>
                  <a:lnTo>
                    <a:pt x="1940924" y="9690"/>
                  </a:lnTo>
                  <a:lnTo>
                    <a:pt x="1933066" y="9685"/>
                  </a:lnTo>
                  <a:lnTo>
                    <a:pt x="1925208" y="9680"/>
                  </a:lnTo>
                  <a:lnTo>
                    <a:pt x="1917350" y="9675"/>
                  </a:lnTo>
                  <a:lnTo>
                    <a:pt x="1909492" y="9670"/>
                  </a:lnTo>
                  <a:lnTo>
                    <a:pt x="1901634" y="9664"/>
                  </a:lnTo>
                  <a:lnTo>
                    <a:pt x="1893776" y="9659"/>
                  </a:lnTo>
                  <a:lnTo>
                    <a:pt x="1885918" y="9654"/>
                  </a:lnTo>
                  <a:lnTo>
                    <a:pt x="1878060" y="9648"/>
                  </a:lnTo>
                  <a:lnTo>
                    <a:pt x="1870202" y="9643"/>
                  </a:lnTo>
                  <a:lnTo>
                    <a:pt x="1862344" y="9637"/>
                  </a:lnTo>
                  <a:lnTo>
                    <a:pt x="1854486" y="9631"/>
                  </a:lnTo>
                  <a:lnTo>
                    <a:pt x="1846628" y="9625"/>
                  </a:lnTo>
                  <a:lnTo>
                    <a:pt x="1838770" y="9619"/>
                  </a:lnTo>
                  <a:lnTo>
                    <a:pt x="1830912" y="9613"/>
                  </a:lnTo>
                  <a:lnTo>
                    <a:pt x="1823054" y="9606"/>
                  </a:lnTo>
                  <a:lnTo>
                    <a:pt x="1815196" y="9600"/>
                  </a:lnTo>
                  <a:lnTo>
                    <a:pt x="1807338" y="9594"/>
                  </a:lnTo>
                  <a:lnTo>
                    <a:pt x="1799480" y="9587"/>
                  </a:lnTo>
                  <a:lnTo>
                    <a:pt x="1791622" y="9581"/>
                  </a:lnTo>
                  <a:lnTo>
                    <a:pt x="1783764" y="9574"/>
                  </a:lnTo>
                  <a:lnTo>
                    <a:pt x="1775906" y="9567"/>
                  </a:lnTo>
                  <a:lnTo>
                    <a:pt x="1768048" y="9560"/>
                  </a:lnTo>
                  <a:lnTo>
                    <a:pt x="1760190" y="9553"/>
                  </a:lnTo>
                  <a:lnTo>
                    <a:pt x="1752332" y="9545"/>
                  </a:lnTo>
                  <a:lnTo>
                    <a:pt x="1744474" y="9538"/>
                  </a:lnTo>
                  <a:lnTo>
                    <a:pt x="1736616" y="9530"/>
                  </a:lnTo>
                  <a:lnTo>
                    <a:pt x="1728758" y="9523"/>
                  </a:lnTo>
                  <a:lnTo>
                    <a:pt x="1720900" y="9515"/>
                  </a:lnTo>
                  <a:lnTo>
                    <a:pt x="1713042" y="9507"/>
                  </a:lnTo>
                  <a:lnTo>
                    <a:pt x="1705184" y="9499"/>
                  </a:lnTo>
                  <a:lnTo>
                    <a:pt x="1697326" y="9490"/>
                  </a:lnTo>
                  <a:lnTo>
                    <a:pt x="1689468" y="9482"/>
                  </a:lnTo>
                  <a:lnTo>
                    <a:pt x="1681610" y="9473"/>
                  </a:lnTo>
                  <a:lnTo>
                    <a:pt x="1673752" y="9464"/>
                  </a:lnTo>
                  <a:lnTo>
                    <a:pt x="1665894" y="9456"/>
                  </a:lnTo>
                  <a:lnTo>
                    <a:pt x="1658036" y="9446"/>
                  </a:lnTo>
                  <a:lnTo>
                    <a:pt x="1650178" y="9437"/>
                  </a:lnTo>
                  <a:lnTo>
                    <a:pt x="1642320" y="9428"/>
                  </a:lnTo>
                  <a:lnTo>
                    <a:pt x="1634462" y="9418"/>
                  </a:lnTo>
                  <a:lnTo>
                    <a:pt x="1626604" y="9409"/>
                  </a:lnTo>
                  <a:lnTo>
                    <a:pt x="1618746" y="9399"/>
                  </a:lnTo>
                  <a:lnTo>
                    <a:pt x="1610888" y="9389"/>
                  </a:lnTo>
                  <a:lnTo>
                    <a:pt x="1603030" y="9378"/>
                  </a:lnTo>
                  <a:lnTo>
                    <a:pt x="1595172" y="9368"/>
                  </a:lnTo>
                  <a:lnTo>
                    <a:pt x="1587314" y="9357"/>
                  </a:lnTo>
                  <a:lnTo>
                    <a:pt x="1579456" y="9347"/>
                  </a:lnTo>
                  <a:lnTo>
                    <a:pt x="1571598" y="9338"/>
                  </a:lnTo>
                  <a:lnTo>
                    <a:pt x="1563740" y="9329"/>
                  </a:lnTo>
                  <a:lnTo>
                    <a:pt x="1555882" y="9320"/>
                  </a:lnTo>
                  <a:lnTo>
                    <a:pt x="1548024" y="9310"/>
                  </a:lnTo>
                  <a:lnTo>
                    <a:pt x="1540166" y="9300"/>
                  </a:lnTo>
                  <a:lnTo>
                    <a:pt x="1532308" y="9291"/>
                  </a:lnTo>
                  <a:lnTo>
                    <a:pt x="1524450" y="9281"/>
                  </a:lnTo>
                  <a:lnTo>
                    <a:pt x="1516592" y="9271"/>
                  </a:lnTo>
                  <a:lnTo>
                    <a:pt x="1508734" y="9261"/>
                  </a:lnTo>
                  <a:lnTo>
                    <a:pt x="1500876" y="9250"/>
                  </a:lnTo>
                  <a:lnTo>
                    <a:pt x="1493018" y="9237"/>
                  </a:lnTo>
                  <a:lnTo>
                    <a:pt x="1485160" y="9222"/>
                  </a:lnTo>
                  <a:lnTo>
                    <a:pt x="1477302" y="9207"/>
                  </a:lnTo>
                  <a:lnTo>
                    <a:pt x="1469444" y="9191"/>
                  </a:lnTo>
                  <a:lnTo>
                    <a:pt x="1461586" y="9175"/>
                  </a:lnTo>
                  <a:lnTo>
                    <a:pt x="1453728" y="9159"/>
                  </a:lnTo>
                  <a:lnTo>
                    <a:pt x="1445870" y="9142"/>
                  </a:lnTo>
                  <a:lnTo>
                    <a:pt x="1438012" y="9125"/>
                  </a:lnTo>
                  <a:lnTo>
                    <a:pt x="1430154" y="9108"/>
                  </a:lnTo>
                  <a:lnTo>
                    <a:pt x="1422296" y="9093"/>
                  </a:lnTo>
                  <a:lnTo>
                    <a:pt x="1414438" y="9078"/>
                  </a:lnTo>
                  <a:lnTo>
                    <a:pt x="1406580" y="9063"/>
                  </a:lnTo>
                  <a:lnTo>
                    <a:pt x="1398722" y="9047"/>
                  </a:lnTo>
                  <a:lnTo>
                    <a:pt x="1390864" y="9031"/>
                  </a:lnTo>
                  <a:lnTo>
                    <a:pt x="1383006" y="9016"/>
                  </a:lnTo>
                  <a:lnTo>
                    <a:pt x="1375148" y="9000"/>
                  </a:lnTo>
                  <a:lnTo>
                    <a:pt x="1367290" y="8982"/>
                  </a:lnTo>
                  <a:lnTo>
                    <a:pt x="1359432" y="8965"/>
                  </a:lnTo>
                  <a:lnTo>
                    <a:pt x="1351574" y="8948"/>
                  </a:lnTo>
                  <a:lnTo>
                    <a:pt x="1343716" y="8928"/>
                  </a:lnTo>
                  <a:lnTo>
                    <a:pt x="1335858" y="8909"/>
                  </a:lnTo>
                  <a:lnTo>
                    <a:pt x="1328000" y="8886"/>
                  </a:lnTo>
                  <a:lnTo>
                    <a:pt x="1320142" y="8862"/>
                  </a:lnTo>
                  <a:lnTo>
                    <a:pt x="1312284" y="8838"/>
                  </a:lnTo>
                  <a:lnTo>
                    <a:pt x="1304426" y="8814"/>
                  </a:lnTo>
                  <a:lnTo>
                    <a:pt x="1296568" y="8793"/>
                  </a:lnTo>
                  <a:lnTo>
                    <a:pt x="1288710" y="8772"/>
                  </a:lnTo>
                  <a:lnTo>
                    <a:pt x="1280852" y="8751"/>
                  </a:lnTo>
                  <a:lnTo>
                    <a:pt x="1272994" y="8729"/>
                  </a:lnTo>
                  <a:lnTo>
                    <a:pt x="1265136" y="8707"/>
                  </a:lnTo>
                  <a:lnTo>
                    <a:pt x="1257278" y="8684"/>
                  </a:lnTo>
                  <a:lnTo>
                    <a:pt x="1249420" y="8661"/>
                  </a:lnTo>
                  <a:lnTo>
                    <a:pt x="1241562" y="8638"/>
                  </a:lnTo>
                  <a:lnTo>
                    <a:pt x="1233704" y="8614"/>
                  </a:lnTo>
                  <a:lnTo>
                    <a:pt x="1225846" y="8590"/>
                  </a:lnTo>
                  <a:lnTo>
                    <a:pt x="1217988" y="8565"/>
                  </a:lnTo>
                  <a:lnTo>
                    <a:pt x="1210130" y="8540"/>
                  </a:lnTo>
                  <a:lnTo>
                    <a:pt x="1202272" y="8511"/>
                  </a:lnTo>
                  <a:lnTo>
                    <a:pt x="1194414" y="8479"/>
                  </a:lnTo>
                  <a:lnTo>
                    <a:pt x="1186556" y="8446"/>
                  </a:lnTo>
                  <a:lnTo>
                    <a:pt x="1178698" y="8413"/>
                  </a:lnTo>
                  <a:lnTo>
                    <a:pt x="1170840" y="8388"/>
                  </a:lnTo>
                  <a:lnTo>
                    <a:pt x="1162982" y="8364"/>
                  </a:lnTo>
                  <a:lnTo>
                    <a:pt x="1155124" y="8339"/>
                  </a:lnTo>
                  <a:lnTo>
                    <a:pt x="1147266" y="8315"/>
                  </a:lnTo>
                  <a:lnTo>
                    <a:pt x="1139408" y="8289"/>
                  </a:lnTo>
                  <a:lnTo>
                    <a:pt x="1131550" y="8262"/>
                  </a:lnTo>
                  <a:lnTo>
                    <a:pt x="1123692" y="8232"/>
                  </a:lnTo>
                  <a:lnTo>
                    <a:pt x="1115834" y="8200"/>
                  </a:lnTo>
                  <a:lnTo>
                    <a:pt x="1107976" y="8169"/>
                  </a:lnTo>
                  <a:lnTo>
                    <a:pt x="1100118" y="8137"/>
                  </a:lnTo>
                  <a:lnTo>
                    <a:pt x="1092260" y="8104"/>
                  </a:lnTo>
                  <a:lnTo>
                    <a:pt x="1084402" y="8071"/>
                  </a:lnTo>
                  <a:lnTo>
                    <a:pt x="1076544" y="8036"/>
                  </a:lnTo>
                  <a:lnTo>
                    <a:pt x="1068686" y="7988"/>
                  </a:lnTo>
                  <a:lnTo>
                    <a:pt x="1060828" y="7939"/>
                  </a:lnTo>
                  <a:lnTo>
                    <a:pt x="1052970" y="7899"/>
                  </a:lnTo>
                  <a:lnTo>
                    <a:pt x="1045112" y="7862"/>
                  </a:lnTo>
                  <a:lnTo>
                    <a:pt x="1037254" y="7824"/>
                  </a:lnTo>
                  <a:lnTo>
                    <a:pt x="1029397" y="7785"/>
                  </a:lnTo>
                  <a:lnTo>
                    <a:pt x="1021539" y="7746"/>
                  </a:lnTo>
                  <a:lnTo>
                    <a:pt x="1013681" y="7706"/>
                  </a:lnTo>
                  <a:lnTo>
                    <a:pt x="1005823" y="7665"/>
                  </a:lnTo>
                  <a:lnTo>
                    <a:pt x="997965" y="7624"/>
                  </a:lnTo>
                  <a:lnTo>
                    <a:pt x="990107" y="7583"/>
                  </a:lnTo>
                  <a:lnTo>
                    <a:pt x="982249" y="7546"/>
                  </a:lnTo>
                  <a:lnTo>
                    <a:pt x="974391" y="7508"/>
                  </a:lnTo>
                  <a:lnTo>
                    <a:pt x="966533" y="7470"/>
                  </a:lnTo>
                  <a:lnTo>
                    <a:pt x="958675" y="7431"/>
                  </a:lnTo>
                  <a:lnTo>
                    <a:pt x="950817" y="7391"/>
                  </a:lnTo>
                  <a:lnTo>
                    <a:pt x="942959" y="7349"/>
                  </a:lnTo>
                  <a:lnTo>
                    <a:pt x="935101" y="7298"/>
                  </a:lnTo>
                  <a:lnTo>
                    <a:pt x="927243" y="7260"/>
                  </a:lnTo>
                  <a:lnTo>
                    <a:pt x="919385" y="7213"/>
                  </a:lnTo>
                  <a:lnTo>
                    <a:pt x="911527" y="7176"/>
                  </a:lnTo>
                  <a:lnTo>
                    <a:pt x="903669" y="7138"/>
                  </a:lnTo>
                  <a:lnTo>
                    <a:pt x="895811" y="7097"/>
                  </a:lnTo>
                  <a:lnTo>
                    <a:pt x="887953" y="7052"/>
                  </a:lnTo>
                  <a:lnTo>
                    <a:pt x="880095" y="7007"/>
                  </a:lnTo>
                  <a:lnTo>
                    <a:pt x="872237" y="6951"/>
                  </a:lnTo>
                  <a:lnTo>
                    <a:pt x="864379" y="6882"/>
                  </a:lnTo>
                  <a:lnTo>
                    <a:pt x="856521" y="6831"/>
                  </a:lnTo>
                  <a:lnTo>
                    <a:pt x="848663" y="6780"/>
                  </a:lnTo>
                  <a:lnTo>
                    <a:pt x="840805" y="6728"/>
                  </a:lnTo>
                  <a:lnTo>
                    <a:pt x="832947" y="6676"/>
                  </a:lnTo>
                  <a:lnTo>
                    <a:pt x="825089" y="6625"/>
                  </a:lnTo>
                  <a:lnTo>
                    <a:pt x="817231" y="6592"/>
                  </a:lnTo>
                  <a:lnTo>
                    <a:pt x="809373" y="6534"/>
                  </a:lnTo>
                  <a:lnTo>
                    <a:pt x="801515" y="6459"/>
                  </a:lnTo>
                  <a:lnTo>
                    <a:pt x="793657" y="6400"/>
                  </a:lnTo>
                  <a:lnTo>
                    <a:pt x="785799" y="6342"/>
                  </a:lnTo>
                  <a:lnTo>
                    <a:pt x="777941" y="6288"/>
                  </a:lnTo>
                  <a:lnTo>
                    <a:pt x="770083" y="6224"/>
                  </a:lnTo>
                  <a:lnTo>
                    <a:pt x="762225" y="6137"/>
                  </a:lnTo>
                  <a:lnTo>
                    <a:pt x="754367" y="6058"/>
                  </a:lnTo>
                  <a:lnTo>
                    <a:pt x="746509" y="5982"/>
                  </a:lnTo>
                  <a:lnTo>
                    <a:pt x="738651" y="5905"/>
                  </a:lnTo>
                  <a:lnTo>
                    <a:pt x="730793" y="5835"/>
                  </a:lnTo>
                  <a:lnTo>
                    <a:pt x="722935" y="5772"/>
                  </a:lnTo>
                  <a:lnTo>
                    <a:pt x="715077" y="5708"/>
                  </a:lnTo>
                  <a:lnTo>
                    <a:pt x="707219" y="5622"/>
                  </a:lnTo>
                  <a:lnTo>
                    <a:pt x="699361" y="5529"/>
                  </a:lnTo>
                  <a:lnTo>
                    <a:pt x="691503" y="5463"/>
                  </a:lnTo>
                  <a:lnTo>
                    <a:pt x="683645" y="5396"/>
                  </a:lnTo>
                  <a:lnTo>
                    <a:pt x="675787" y="5311"/>
                  </a:lnTo>
                  <a:lnTo>
                    <a:pt x="667929" y="5224"/>
                  </a:lnTo>
                  <a:lnTo>
                    <a:pt x="660071" y="5164"/>
                  </a:lnTo>
                  <a:lnTo>
                    <a:pt x="652213" y="5104"/>
                  </a:lnTo>
                  <a:lnTo>
                    <a:pt x="644355" y="5044"/>
                  </a:lnTo>
                  <a:lnTo>
                    <a:pt x="636497" y="4956"/>
                  </a:lnTo>
                  <a:lnTo>
                    <a:pt x="628639" y="4857"/>
                  </a:lnTo>
                  <a:lnTo>
                    <a:pt x="620781" y="4767"/>
                  </a:lnTo>
                  <a:lnTo>
                    <a:pt x="612923" y="4697"/>
                  </a:lnTo>
                  <a:lnTo>
                    <a:pt x="605065" y="4645"/>
                  </a:lnTo>
                  <a:lnTo>
                    <a:pt x="597207" y="4521"/>
                  </a:lnTo>
                  <a:lnTo>
                    <a:pt x="589349" y="4393"/>
                  </a:lnTo>
                  <a:lnTo>
                    <a:pt x="581491" y="4295"/>
                  </a:lnTo>
                  <a:lnTo>
                    <a:pt x="573633" y="4221"/>
                  </a:lnTo>
                  <a:lnTo>
                    <a:pt x="565775" y="4147"/>
                  </a:lnTo>
                  <a:lnTo>
                    <a:pt x="557917" y="4077"/>
                  </a:lnTo>
                  <a:lnTo>
                    <a:pt x="550059" y="3996"/>
                  </a:lnTo>
                  <a:lnTo>
                    <a:pt x="542201" y="3917"/>
                  </a:lnTo>
                  <a:lnTo>
                    <a:pt x="534343" y="3832"/>
                  </a:lnTo>
                  <a:lnTo>
                    <a:pt x="526485" y="3754"/>
                  </a:lnTo>
                  <a:lnTo>
                    <a:pt x="518627" y="3684"/>
                  </a:lnTo>
                  <a:lnTo>
                    <a:pt x="510769" y="3597"/>
                  </a:lnTo>
                  <a:lnTo>
                    <a:pt x="502911" y="3495"/>
                  </a:lnTo>
                  <a:lnTo>
                    <a:pt x="495053" y="3383"/>
                  </a:lnTo>
                  <a:lnTo>
                    <a:pt x="487195" y="3270"/>
                  </a:lnTo>
                  <a:lnTo>
                    <a:pt x="479337" y="3160"/>
                  </a:lnTo>
                  <a:lnTo>
                    <a:pt x="471479" y="3067"/>
                  </a:lnTo>
                  <a:lnTo>
                    <a:pt x="463621" y="2950"/>
                  </a:lnTo>
                  <a:lnTo>
                    <a:pt x="455763" y="2828"/>
                  </a:lnTo>
                  <a:lnTo>
                    <a:pt x="447905" y="2792"/>
                  </a:lnTo>
                  <a:lnTo>
                    <a:pt x="440047" y="2690"/>
                  </a:lnTo>
                  <a:lnTo>
                    <a:pt x="432189" y="2608"/>
                  </a:lnTo>
                  <a:lnTo>
                    <a:pt x="424331" y="2511"/>
                  </a:lnTo>
                  <a:lnTo>
                    <a:pt x="416473" y="2430"/>
                  </a:lnTo>
                  <a:lnTo>
                    <a:pt x="408615" y="2340"/>
                  </a:lnTo>
                  <a:lnTo>
                    <a:pt x="400757" y="2242"/>
                  </a:lnTo>
                  <a:lnTo>
                    <a:pt x="392899" y="2126"/>
                  </a:lnTo>
                  <a:lnTo>
                    <a:pt x="385041" y="2010"/>
                  </a:lnTo>
                  <a:lnTo>
                    <a:pt x="377183" y="1890"/>
                  </a:lnTo>
                  <a:lnTo>
                    <a:pt x="369325" y="1770"/>
                  </a:lnTo>
                  <a:lnTo>
                    <a:pt x="361467" y="1648"/>
                  </a:lnTo>
                  <a:lnTo>
                    <a:pt x="353609" y="1538"/>
                  </a:lnTo>
                  <a:lnTo>
                    <a:pt x="345751" y="1449"/>
                  </a:lnTo>
                  <a:lnTo>
                    <a:pt x="337893" y="1393"/>
                  </a:lnTo>
                  <a:lnTo>
                    <a:pt x="330035" y="1343"/>
                  </a:lnTo>
                  <a:lnTo>
                    <a:pt x="322177" y="1290"/>
                  </a:lnTo>
                  <a:lnTo>
                    <a:pt x="314319" y="1223"/>
                  </a:lnTo>
                  <a:lnTo>
                    <a:pt x="306461" y="1109"/>
                  </a:lnTo>
                  <a:lnTo>
                    <a:pt x="298603" y="1055"/>
                  </a:lnTo>
                  <a:lnTo>
                    <a:pt x="290745" y="1016"/>
                  </a:lnTo>
                  <a:lnTo>
                    <a:pt x="282887" y="994"/>
                  </a:lnTo>
                  <a:lnTo>
                    <a:pt x="275029" y="942"/>
                  </a:lnTo>
                  <a:lnTo>
                    <a:pt x="267171" y="861"/>
                  </a:lnTo>
                  <a:lnTo>
                    <a:pt x="259313" y="830"/>
                  </a:lnTo>
                  <a:lnTo>
                    <a:pt x="251455" y="762"/>
                  </a:lnTo>
                  <a:lnTo>
                    <a:pt x="243597" y="694"/>
                  </a:lnTo>
                  <a:lnTo>
                    <a:pt x="235739" y="661"/>
                  </a:lnTo>
                  <a:lnTo>
                    <a:pt x="227881" y="617"/>
                  </a:lnTo>
                  <a:lnTo>
                    <a:pt x="220023" y="560"/>
                  </a:lnTo>
                  <a:lnTo>
                    <a:pt x="212165" y="430"/>
                  </a:lnTo>
                  <a:lnTo>
                    <a:pt x="204307" y="389"/>
                  </a:lnTo>
                  <a:lnTo>
                    <a:pt x="196449" y="397"/>
                  </a:lnTo>
                  <a:lnTo>
                    <a:pt x="188591" y="339"/>
                  </a:lnTo>
                  <a:lnTo>
                    <a:pt x="180733" y="243"/>
                  </a:lnTo>
                  <a:lnTo>
                    <a:pt x="172875" y="73"/>
                  </a:lnTo>
                  <a:lnTo>
                    <a:pt x="165017" y="81"/>
                  </a:lnTo>
                  <a:lnTo>
                    <a:pt x="157159" y="74"/>
                  </a:lnTo>
                  <a:lnTo>
                    <a:pt x="149301" y="58"/>
                  </a:lnTo>
                  <a:lnTo>
                    <a:pt x="141443" y="0"/>
                  </a:lnTo>
                  <a:lnTo>
                    <a:pt x="133585" y="1"/>
                  </a:lnTo>
                  <a:lnTo>
                    <a:pt x="125727" y="19"/>
                  </a:lnTo>
                  <a:lnTo>
                    <a:pt x="117869" y="43"/>
                  </a:lnTo>
                  <a:lnTo>
                    <a:pt x="110011" y="110"/>
                  </a:lnTo>
                  <a:lnTo>
                    <a:pt x="102153" y="160"/>
                  </a:lnTo>
                  <a:lnTo>
                    <a:pt x="94295" y="123"/>
                  </a:lnTo>
                  <a:lnTo>
                    <a:pt x="86437" y="144"/>
                  </a:lnTo>
                  <a:lnTo>
                    <a:pt x="78579" y="86"/>
                  </a:lnTo>
                  <a:lnTo>
                    <a:pt x="70721" y="54"/>
                  </a:lnTo>
                  <a:lnTo>
                    <a:pt x="62863" y="58"/>
                  </a:lnTo>
                  <a:lnTo>
                    <a:pt x="55005" y="139"/>
                  </a:lnTo>
                  <a:lnTo>
                    <a:pt x="47147" y="146"/>
                  </a:lnTo>
                  <a:lnTo>
                    <a:pt x="39289" y="154"/>
                  </a:lnTo>
                  <a:lnTo>
                    <a:pt x="31431" y="237"/>
                  </a:lnTo>
                  <a:lnTo>
                    <a:pt x="23573" y="197"/>
                  </a:lnTo>
                  <a:lnTo>
                    <a:pt x="15715" y="190"/>
                  </a:lnTo>
                  <a:lnTo>
                    <a:pt x="7857" y="270"/>
                  </a:lnTo>
                  <a:lnTo>
                    <a:pt x="0" y="35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1186414" y="4792333"/>
              <a:ext cx="2035220" cy="136879"/>
            </a:xfrm>
            <a:custGeom>
              <a:avLst/>
              <a:pathLst>
                <a:path w="2035220" h="136879">
                  <a:moveTo>
                    <a:pt x="0" y="136879"/>
                  </a:moveTo>
                  <a:lnTo>
                    <a:pt x="7857" y="136652"/>
                  </a:lnTo>
                  <a:lnTo>
                    <a:pt x="15715" y="136435"/>
                  </a:lnTo>
                  <a:lnTo>
                    <a:pt x="23573" y="136224"/>
                  </a:lnTo>
                  <a:lnTo>
                    <a:pt x="31431" y="136072"/>
                  </a:lnTo>
                  <a:lnTo>
                    <a:pt x="39289" y="135846"/>
                  </a:lnTo>
                  <a:lnTo>
                    <a:pt x="47147" y="135649"/>
                  </a:lnTo>
                  <a:lnTo>
                    <a:pt x="55005" y="135479"/>
                  </a:lnTo>
                  <a:lnTo>
                    <a:pt x="62863" y="135300"/>
                  </a:lnTo>
                  <a:lnTo>
                    <a:pt x="70721" y="135124"/>
                  </a:lnTo>
                  <a:lnTo>
                    <a:pt x="78579" y="134894"/>
                  </a:lnTo>
                  <a:lnTo>
                    <a:pt x="86437" y="134679"/>
                  </a:lnTo>
                  <a:lnTo>
                    <a:pt x="94295" y="134440"/>
                  </a:lnTo>
                  <a:lnTo>
                    <a:pt x="102153" y="134226"/>
                  </a:lnTo>
                  <a:lnTo>
                    <a:pt x="110011" y="133973"/>
                  </a:lnTo>
                  <a:lnTo>
                    <a:pt x="117869" y="133777"/>
                  </a:lnTo>
                  <a:lnTo>
                    <a:pt x="125727" y="133586"/>
                  </a:lnTo>
                  <a:lnTo>
                    <a:pt x="133585" y="133302"/>
                  </a:lnTo>
                  <a:lnTo>
                    <a:pt x="141443" y="133059"/>
                  </a:lnTo>
                  <a:lnTo>
                    <a:pt x="149301" y="132831"/>
                  </a:lnTo>
                  <a:lnTo>
                    <a:pt x="157159" y="132604"/>
                  </a:lnTo>
                  <a:lnTo>
                    <a:pt x="165017" y="132377"/>
                  </a:lnTo>
                  <a:lnTo>
                    <a:pt x="172875" y="132162"/>
                  </a:lnTo>
                  <a:lnTo>
                    <a:pt x="180733" y="131916"/>
                  </a:lnTo>
                  <a:lnTo>
                    <a:pt x="188591" y="131656"/>
                  </a:lnTo>
                  <a:lnTo>
                    <a:pt x="196449" y="131436"/>
                  </a:lnTo>
                  <a:lnTo>
                    <a:pt x="204307" y="131191"/>
                  </a:lnTo>
                  <a:lnTo>
                    <a:pt x="212165" y="130904"/>
                  </a:lnTo>
                  <a:lnTo>
                    <a:pt x="220023" y="130639"/>
                  </a:lnTo>
                  <a:lnTo>
                    <a:pt x="227881" y="130385"/>
                  </a:lnTo>
                  <a:lnTo>
                    <a:pt x="235739" y="130129"/>
                  </a:lnTo>
                  <a:lnTo>
                    <a:pt x="243597" y="129859"/>
                  </a:lnTo>
                  <a:lnTo>
                    <a:pt x="251455" y="129584"/>
                  </a:lnTo>
                  <a:lnTo>
                    <a:pt x="259313" y="129319"/>
                  </a:lnTo>
                  <a:lnTo>
                    <a:pt x="267171" y="129067"/>
                  </a:lnTo>
                  <a:lnTo>
                    <a:pt x="275029" y="128807"/>
                  </a:lnTo>
                  <a:lnTo>
                    <a:pt x="282887" y="128566"/>
                  </a:lnTo>
                  <a:lnTo>
                    <a:pt x="290745" y="128291"/>
                  </a:lnTo>
                  <a:lnTo>
                    <a:pt x="298603" y="128058"/>
                  </a:lnTo>
                  <a:lnTo>
                    <a:pt x="306461" y="127750"/>
                  </a:lnTo>
                  <a:lnTo>
                    <a:pt x="314319" y="127494"/>
                  </a:lnTo>
                  <a:lnTo>
                    <a:pt x="322177" y="127287"/>
                  </a:lnTo>
                  <a:lnTo>
                    <a:pt x="330035" y="127038"/>
                  </a:lnTo>
                  <a:lnTo>
                    <a:pt x="337893" y="126748"/>
                  </a:lnTo>
                  <a:lnTo>
                    <a:pt x="345751" y="126490"/>
                  </a:lnTo>
                  <a:lnTo>
                    <a:pt x="353609" y="126190"/>
                  </a:lnTo>
                  <a:lnTo>
                    <a:pt x="361467" y="125919"/>
                  </a:lnTo>
                  <a:lnTo>
                    <a:pt x="369325" y="125596"/>
                  </a:lnTo>
                  <a:lnTo>
                    <a:pt x="377183" y="125300"/>
                  </a:lnTo>
                  <a:lnTo>
                    <a:pt x="385041" y="124987"/>
                  </a:lnTo>
                  <a:lnTo>
                    <a:pt x="392899" y="124725"/>
                  </a:lnTo>
                  <a:lnTo>
                    <a:pt x="400757" y="124441"/>
                  </a:lnTo>
                  <a:lnTo>
                    <a:pt x="408615" y="124149"/>
                  </a:lnTo>
                  <a:lnTo>
                    <a:pt x="416473" y="123867"/>
                  </a:lnTo>
                  <a:lnTo>
                    <a:pt x="424331" y="123584"/>
                  </a:lnTo>
                  <a:lnTo>
                    <a:pt x="432189" y="123262"/>
                  </a:lnTo>
                  <a:lnTo>
                    <a:pt x="440047" y="122953"/>
                  </a:lnTo>
                  <a:lnTo>
                    <a:pt x="447905" y="122643"/>
                  </a:lnTo>
                  <a:lnTo>
                    <a:pt x="455763" y="122343"/>
                  </a:lnTo>
                  <a:lnTo>
                    <a:pt x="463621" y="122002"/>
                  </a:lnTo>
                  <a:lnTo>
                    <a:pt x="471479" y="121697"/>
                  </a:lnTo>
                  <a:lnTo>
                    <a:pt x="479337" y="121404"/>
                  </a:lnTo>
                  <a:lnTo>
                    <a:pt x="487195" y="121083"/>
                  </a:lnTo>
                  <a:lnTo>
                    <a:pt x="495053" y="120791"/>
                  </a:lnTo>
                  <a:lnTo>
                    <a:pt x="502911" y="120427"/>
                  </a:lnTo>
                  <a:lnTo>
                    <a:pt x="510769" y="120119"/>
                  </a:lnTo>
                  <a:lnTo>
                    <a:pt x="518627" y="119770"/>
                  </a:lnTo>
                  <a:lnTo>
                    <a:pt x="526485" y="119488"/>
                  </a:lnTo>
                  <a:lnTo>
                    <a:pt x="534343" y="119108"/>
                  </a:lnTo>
                  <a:lnTo>
                    <a:pt x="542201" y="118814"/>
                  </a:lnTo>
                  <a:lnTo>
                    <a:pt x="550059" y="118482"/>
                  </a:lnTo>
                  <a:lnTo>
                    <a:pt x="557917" y="118148"/>
                  </a:lnTo>
                  <a:lnTo>
                    <a:pt x="565775" y="117766"/>
                  </a:lnTo>
                  <a:lnTo>
                    <a:pt x="573633" y="117491"/>
                  </a:lnTo>
                  <a:lnTo>
                    <a:pt x="581491" y="117135"/>
                  </a:lnTo>
                  <a:lnTo>
                    <a:pt x="589349" y="116787"/>
                  </a:lnTo>
                  <a:lnTo>
                    <a:pt x="597207" y="116465"/>
                  </a:lnTo>
                  <a:lnTo>
                    <a:pt x="605065" y="116142"/>
                  </a:lnTo>
                  <a:lnTo>
                    <a:pt x="612923" y="115801"/>
                  </a:lnTo>
                  <a:lnTo>
                    <a:pt x="620781" y="115460"/>
                  </a:lnTo>
                  <a:lnTo>
                    <a:pt x="628639" y="115071"/>
                  </a:lnTo>
                  <a:lnTo>
                    <a:pt x="636497" y="114709"/>
                  </a:lnTo>
                  <a:lnTo>
                    <a:pt x="644355" y="114378"/>
                  </a:lnTo>
                  <a:lnTo>
                    <a:pt x="652213" y="113989"/>
                  </a:lnTo>
                  <a:lnTo>
                    <a:pt x="660071" y="113691"/>
                  </a:lnTo>
                  <a:lnTo>
                    <a:pt x="667929" y="113315"/>
                  </a:lnTo>
                  <a:lnTo>
                    <a:pt x="675787" y="112978"/>
                  </a:lnTo>
                  <a:lnTo>
                    <a:pt x="683645" y="112617"/>
                  </a:lnTo>
                  <a:lnTo>
                    <a:pt x="691503" y="112209"/>
                  </a:lnTo>
                  <a:lnTo>
                    <a:pt x="699361" y="111879"/>
                  </a:lnTo>
                  <a:lnTo>
                    <a:pt x="707219" y="111486"/>
                  </a:lnTo>
                  <a:lnTo>
                    <a:pt x="715077" y="111042"/>
                  </a:lnTo>
                  <a:lnTo>
                    <a:pt x="722935" y="110606"/>
                  </a:lnTo>
                  <a:lnTo>
                    <a:pt x="730793" y="110243"/>
                  </a:lnTo>
                  <a:lnTo>
                    <a:pt x="738651" y="109928"/>
                  </a:lnTo>
                  <a:lnTo>
                    <a:pt x="746509" y="109523"/>
                  </a:lnTo>
                  <a:lnTo>
                    <a:pt x="754367" y="109081"/>
                  </a:lnTo>
                  <a:lnTo>
                    <a:pt x="762225" y="108720"/>
                  </a:lnTo>
                  <a:lnTo>
                    <a:pt x="770083" y="108317"/>
                  </a:lnTo>
                  <a:lnTo>
                    <a:pt x="777941" y="107926"/>
                  </a:lnTo>
                  <a:lnTo>
                    <a:pt x="785799" y="107489"/>
                  </a:lnTo>
                  <a:lnTo>
                    <a:pt x="793657" y="107058"/>
                  </a:lnTo>
                  <a:lnTo>
                    <a:pt x="801515" y="106655"/>
                  </a:lnTo>
                  <a:lnTo>
                    <a:pt x="809373" y="106281"/>
                  </a:lnTo>
                  <a:lnTo>
                    <a:pt x="817231" y="105881"/>
                  </a:lnTo>
                  <a:lnTo>
                    <a:pt x="825089" y="105481"/>
                  </a:lnTo>
                  <a:lnTo>
                    <a:pt x="832947" y="105143"/>
                  </a:lnTo>
                  <a:lnTo>
                    <a:pt x="840805" y="104686"/>
                  </a:lnTo>
                  <a:lnTo>
                    <a:pt x="848663" y="104282"/>
                  </a:lnTo>
                  <a:lnTo>
                    <a:pt x="856521" y="103836"/>
                  </a:lnTo>
                  <a:lnTo>
                    <a:pt x="864379" y="103395"/>
                  </a:lnTo>
                  <a:lnTo>
                    <a:pt x="872237" y="103021"/>
                  </a:lnTo>
                  <a:lnTo>
                    <a:pt x="880095" y="102623"/>
                  </a:lnTo>
                  <a:lnTo>
                    <a:pt x="887953" y="102161"/>
                  </a:lnTo>
                  <a:lnTo>
                    <a:pt x="895811" y="101713"/>
                  </a:lnTo>
                  <a:lnTo>
                    <a:pt x="903669" y="101223"/>
                  </a:lnTo>
                  <a:lnTo>
                    <a:pt x="911527" y="100786"/>
                  </a:lnTo>
                  <a:lnTo>
                    <a:pt x="919385" y="100357"/>
                  </a:lnTo>
                  <a:lnTo>
                    <a:pt x="927243" y="99890"/>
                  </a:lnTo>
                  <a:lnTo>
                    <a:pt x="935101" y="99444"/>
                  </a:lnTo>
                  <a:lnTo>
                    <a:pt x="942959" y="99013"/>
                  </a:lnTo>
                  <a:lnTo>
                    <a:pt x="950817" y="98595"/>
                  </a:lnTo>
                  <a:lnTo>
                    <a:pt x="958675" y="98172"/>
                  </a:lnTo>
                  <a:lnTo>
                    <a:pt x="966533" y="97758"/>
                  </a:lnTo>
                  <a:lnTo>
                    <a:pt x="974391" y="97309"/>
                  </a:lnTo>
                  <a:lnTo>
                    <a:pt x="982249" y="96846"/>
                  </a:lnTo>
                  <a:lnTo>
                    <a:pt x="990107" y="96370"/>
                  </a:lnTo>
                  <a:lnTo>
                    <a:pt x="997965" y="95868"/>
                  </a:lnTo>
                  <a:lnTo>
                    <a:pt x="1005823" y="95416"/>
                  </a:lnTo>
                  <a:lnTo>
                    <a:pt x="1013681" y="94895"/>
                  </a:lnTo>
                  <a:lnTo>
                    <a:pt x="1021539" y="94421"/>
                  </a:lnTo>
                  <a:lnTo>
                    <a:pt x="1029397" y="93963"/>
                  </a:lnTo>
                  <a:lnTo>
                    <a:pt x="1037254" y="93506"/>
                  </a:lnTo>
                  <a:lnTo>
                    <a:pt x="1045112" y="92962"/>
                  </a:lnTo>
                  <a:lnTo>
                    <a:pt x="1052970" y="92569"/>
                  </a:lnTo>
                  <a:lnTo>
                    <a:pt x="1060828" y="92124"/>
                  </a:lnTo>
                  <a:lnTo>
                    <a:pt x="1068686" y="91649"/>
                  </a:lnTo>
                  <a:lnTo>
                    <a:pt x="1076544" y="91203"/>
                  </a:lnTo>
                  <a:lnTo>
                    <a:pt x="1084402" y="90774"/>
                  </a:lnTo>
                  <a:lnTo>
                    <a:pt x="1092260" y="90238"/>
                  </a:lnTo>
                  <a:lnTo>
                    <a:pt x="1100118" y="89744"/>
                  </a:lnTo>
                  <a:lnTo>
                    <a:pt x="1107976" y="89288"/>
                  </a:lnTo>
                  <a:lnTo>
                    <a:pt x="1115834" y="88787"/>
                  </a:lnTo>
                  <a:lnTo>
                    <a:pt x="1123692" y="88362"/>
                  </a:lnTo>
                  <a:lnTo>
                    <a:pt x="1131550" y="87765"/>
                  </a:lnTo>
                  <a:lnTo>
                    <a:pt x="1139408" y="87177"/>
                  </a:lnTo>
                  <a:lnTo>
                    <a:pt x="1147266" y="86649"/>
                  </a:lnTo>
                  <a:lnTo>
                    <a:pt x="1155124" y="86074"/>
                  </a:lnTo>
                  <a:lnTo>
                    <a:pt x="1162982" y="85498"/>
                  </a:lnTo>
                  <a:lnTo>
                    <a:pt x="1170840" y="84901"/>
                  </a:lnTo>
                  <a:lnTo>
                    <a:pt x="1178698" y="84363"/>
                  </a:lnTo>
                  <a:lnTo>
                    <a:pt x="1186556" y="83890"/>
                  </a:lnTo>
                  <a:lnTo>
                    <a:pt x="1194414" y="83292"/>
                  </a:lnTo>
                  <a:lnTo>
                    <a:pt x="1202272" y="82698"/>
                  </a:lnTo>
                  <a:lnTo>
                    <a:pt x="1210130" y="82127"/>
                  </a:lnTo>
                  <a:lnTo>
                    <a:pt x="1217988" y="81480"/>
                  </a:lnTo>
                  <a:lnTo>
                    <a:pt x="1225846" y="80988"/>
                  </a:lnTo>
                  <a:lnTo>
                    <a:pt x="1233704" y="80448"/>
                  </a:lnTo>
                  <a:lnTo>
                    <a:pt x="1241562" y="79862"/>
                  </a:lnTo>
                  <a:lnTo>
                    <a:pt x="1249420" y="79289"/>
                  </a:lnTo>
                  <a:lnTo>
                    <a:pt x="1257278" y="78792"/>
                  </a:lnTo>
                  <a:lnTo>
                    <a:pt x="1265136" y="78135"/>
                  </a:lnTo>
                  <a:lnTo>
                    <a:pt x="1272994" y="77530"/>
                  </a:lnTo>
                  <a:lnTo>
                    <a:pt x="1280852" y="76947"/>
                  </a:lnTo>
                  <a:lnTo>
                    <a:pt x="1288710" y="76322"/>
                  </a:lnTo>
                  <a:lnTo>
                    <a:pt x="1296568" y="75660"/>
                  </a:lnTo>
                  <a:lnTo>
                    <a:pt x="1304426" y="75083"/>
                  </a:lnTo>
                  <a:lnTo>
                    <a:pt x="1312284" y="74471"/>
                  </a:lnTo>
                  <a:lnTo>
                    <a:pt x="1320142" y="73856"/>
                  </a:lnTo>
                  <a:lnTo>
                    <a:pt x="1328000" y="73307"/>
                  </a:lnTo>
                  <a:lnTo>
                    <a:pt x="1335858" y="72669"/>
                  </a:lnTo>
                  <a:lnTo>
                    <a:pt x="1343716" y="72138"/>
                  </a:lnTo>
                  <a:lnTo>
                    <a:pt x="1351574" y="71528"/>
                  </a:lnTo>
                  <a:lnTo>
                    <a:pt x="1359432" y="71068"/>
                  </a:lnTo>
                  <a:lnTo>
                    <a:pt x="1367290" y="70519"/>
                  </a:lnTo>
                  <a:lnTo>
                    <a:pt x="1375148" y="69906"/>
                  </a:lnTo>
                  <a:lnTo>
                    <a:pt x="1383006" y="69305"/>
                  </a:lnTo>
                  <a:lnTo>
                    <a:pt x="1390864" y="68713"/>
                  </a:lnTo>
                  <a:lnTo>
                    <a:pt x="1398722" y="68036"/>
                  </a:lnTo>
                  <a:lnTo>
                    <a:pt x="1406580" y="67353"/>
                  </a:lnTo>
                  <a:lnTo>
                    <a:pt x="1414438" y="66685"/>
                  </a:lnTo>
                  <a:lnTo>
                    <a:pt x="1422296" y="65960"/>
                  </a:lnTo>
                  <a:lnTo>
                    <a:pt x="1430154" y="65179"/>
                  </a:lnTo>
                  <a:lnTo>
                    <a:pt x="1438012" y="64576"/>
                  </a:lnTo>
                  <a:lnTo>
                    <a:pt x="1445870" y="63981"/>
                  </a:lnTo>
                  <a:lnTo>
                    <a:pt x="1453728" y="63312"/>
                  </a:lnTo>
                  <a:lnTo>
                    <a:pt x="1461586" y="62747"/>
                  </a:lnTo>
                  <a:lnTo>
                    <a:pt x="1469444" y="61939"/>
                  </a:lnTo>
                  <a:lnTo>
                    <a:pt x="1477302" y="61197"/>
                  </a:lnTo>
                  <a:lnTo>
                    <a:pt x="1485160" y="60348"/>
                  </a:lnTo>
                  <a:lnTo>
                    <a:pt x="1493018" y="59511"/>
                  </a:lnTo>
                  <a:lnTo>
                    <a:pt x="1500876" y="58908"/>
                  </a:lnTo>
                  <a:lnTo>
                    <a:pt x="1508734" y="58150"/>
                  </a:lnTo>
                  <a:lnTo>
                    <a:pt x="1516592" y="57409"/>
                  </a:lnTo>
                  <a:lnTo>
                    <a:pt x="1524450" y="56677"/>
                  </a:lnTo>
                  <a:lnTo>
                    <a:pt x="1532308" y="55971"/>
                  </a:lnTo>
                  <a:lnTo>
                    <a:pt x="1540166" y="55145"/>
                  </a:lnTo>
                  <a:lnTo>
                    <a:pt x="1548024" y="54359"/>
                  </a:lnTo>
                  <a:lnTo>
                    <a:pt x="1555882" y="53591"/>
                  </a:lnTo>
                  <a:lnTo>
                    <a:pt x="1563740" y="52909"/>
                  </a:lnTo>
                  <a:lnTo>
                    <a:pt x="1571598" y="52252"/>
                  </a:lnTo>
                  <a:lnTo>
                    <a:pt x="1579456" y="51529"/>
                  </a:lnTo>
                  <a:lnTo>
                    <a:pt x="1587314" y="50887"/>
                  </a:lnTo>
                  <a:lnTo>
                    <a:pt x="1595172" y="50100"/>
                  </a:lnTo>
                  <a:lnTo>
                    <a:pt x="1603030" y="49394"/>
                  </a:lnTo>
                  <a:lnTo>
                    <a:pt x="1610888" y="48556"/>
                  </a:lnTo>
                  <a:lnTo>
                    <a:pt x="1618746" y="47755"/>
                  </a:lnTo>
                  <a:lnTo>
                    <a:pt x="1626604" y="46965"/>
                  </a:lnTo>
                  <a:lnTo>
                    <a:pt x="1634462" y="46355"/>
                  </a:lnTo>
                  <a:lnTo>
                    <a:pt x="1642320" y="45645"/>
                  </a:lnTo>
                  <a:lnTo>
                    <a:pt x="1650178" y="44810"/>
                  </a:lnTo>
                  <a:lnTo>
                    <a:pt x="1658036" y="43907"/>
                  </a:lnTo>
                  <a:lnTo>
                    <a:pt x="1665894" y="43008"/>
                  </a:lnTo>
                  <a:lnTo>
                    <a:pt x="1673752" y="42205"/>
                  </a:lnTo>
                  <a:lnTo>
                    <a:pt x="1681610" y="41344"/>
                  </a:lnTo>
                  <a:lnTo>
                    <a:pt x="1689468" y="40525"/>
                  </a:lnTo>
                  <a:lnTo>
                    <a:pt x="1697326" y="39748"/>
                  </a:lnTo>
                  <a:lnTo>
                    <a:pt x="1705184" y="38895"/>
                  </a:lnTo>
                  <a:lnTo>
                    <a:pt x="1713042" y="38230"/>
                  </a:lnTo>
                  <a:lnTo>
                    <a:pt x="1720900" y="37432"/>
                  </a:lnTo>
                  <a:lnTo>
                    <a:pt x="1728758" y="36561"/>
                  </a:lnTo>
                  <a:lnTo>
                    <a:pt x="1736616" y="35654"/>
                  </a:lnTo>
                  <a:lnTo>
                    <a:pt x="1744474" y="34692"/>
                  </a:lnTo>
                  <a:lnTo>
                    <a:pt x="1752332" y="33768"/>
                  </a:lnTo>
                  <a:lnTo>
                    <a:pt x="1760190" y="32790"/>
                  </a:lnTo>
                  <a:lnTo>
                    <a:pt x="1768048" y="31960"/>
                  </a:lnTo>
                  <a:lnTo>
                    <a:pt x="1775906" y="30977"/>
                  </a:lnTo>
                  <a:lnTo>
                    <a:pt x="1783764" y="30169"/>
                  </a:lnTo>
                  <a:lnTo>
                    <a:pt x="1791622" y="29342"/>
                  </a:lnTo>
                  <a:lnTo>
                    <a:pt x="1799480" y="28348"/>
                  </a:lnTo>
                  <a:lnTo>
                    <a:pt x="1807338" y="27402"/>
                  </a:lnTo>
                  <a:lnTo>
                    <a:pt x="1815196" y="26611"/>
                  </a:lnTo>
                  <a:lnTo>
                    <a:pt x="1823054" y="25828"/>
                  </a:lnTo>
                  <a:lnTo>
                    <a:pt x="1830912" y="25010"/>
                  </a:lnTo>
                  <a:lnTo>
                    <a:pt x="1838770" y="24114"/>
                  </a:lnTo>
                  <a:lnTo>
                    <a:pt x="1846628" y="23094"/>
                  </a:lnTo>
                  <a:lnTo>
                    <a:pt x="1854486" y="22227"/>
                  </a:lnTo>
                  <a:lnTo>
                    <a:pt x="1862344" y="21475"/>
                  </a:lnTo>
                  <a:lnTo>
                    <a:pt x="1870202" y="20492"/>
                  </a:lnTo>
                  <a:lnTo>
                    <a:pt x="1878060" y="19504"/>
                  </a:lnTo>
                  <a:lnTo>
                    <a:pt x="1885918" y="18604"/>
                  </a:lnTo>
                  <a:lnTo>
                    <a:pt x="1893776" y="17623"/>
                  </a:lnTo>
                  <a:lnTo>
                    <a:pt x="1901634" y="16662"/>
                  </a:lnTo>
                  <a:lnTo>
                    <a:pt x="1909492" y="15801"/>
                  </a:lnTo>
                  <a:lnTo>
                    <a:pt x="1917350" y="14873"/>
                  </a:lnTo>
                  <a:lnTo>
                    <a:pt x="1925208" y="13983"/>
                  </a:lnTo>
                  <a:lnTo>
                    <a:pt x="1933066" y="13041"/>
                  </a:lnTo>
                  <a:lnTo>
                    <a:pt x="1940924" y="12102"/>
                  </a:lnTo>
                  <a:lnTo>
                    <a:pt x="1948782" y="11058"/>
                  </a:lnTo>
                  <a:lnTo>
                    <a:pt x="1956640" y="10072"/>
                  </a:lnTo>
                  <a:lnTo>
                    <a:pt x="1964498" y="9178"/>
                  </a:lnTo>
                  <a:lnTo>
                    <a:pt x="1972356" y="8139"/>
                  </a:lnTo>
                  <a:lnTo>
                    <a:pt x="1980214" y="7116"/>
                  </a:lnTo>
                  <a:lnTo>
                    <a:pt x="1988072" y="6145"/>
                  </a:lnTo>
                  <a:lnTo>
                    <a:pt x="1995930" y="5092"/>
                  </a:lnTo>
                  <a:lnTo>
                    <a:pt x="2003788" y="4051"/>
                  </a:lnTo>
                  <a:lnTo>
                    <a:pt x="2011646" y="3016"/>
                  </a:lnTo>
                  <a:lnTo>
                    <a:pt x="2019504" y="1921"/>
                  </a:lnTo>
                  <a:lnTo>
                    <a:pt x="2027362" y="916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1186414" y="4835131"/>
              <a:ext cx="2035220" cy="106122"/>
            </a:xfrm>
            <a:custGeom>
              <a:avLst/>
              <a:pathLst>
                <a:path w="2035220" h="106122">
                  <a:moveTo>
                    <a:pt x="0" y="106122"/>
                  </a:moveTo>
                  <a:lnTo>
                    <a:pt x="7857" y="106004"/>
                  </a:lnTo>
                  <a:lnTo>
                    <a:pt x="15715" y="105884"/>
                  </a:lnTo>
                  <a:lnTo>
                    <a:pt x="23573" y="105779"/>
                  </a:lnTo>
                  <a:lnTo>
                    <a:pt x="31431" y="105677"/>
                  </a:lnTo>
                  <a:lnTo>
                    <a:pt x="39289" y="105546"/>
                  </a:lnTo>
                  <a:lnTo>
                    <a:pt x="47147" y="105427"/>
                  </a:lnTo>
                  <a:lnTo>
                    <a:pt x="55005" y="105298"/>
                  </a:lnTo>
                  <a:lnTo>
                    <a:pt x="62863" y="105165"/>
                  </a:lnTo>
                  <a:lnTo>
                    <a:pt x="70721" y="105039"/>
                  </a:lnTo>
                  <a:lnTo>
                    <a:pt x="78579" y="104878"/>
                  </a:lnTo>
                  <a:lnTo>
                    <a:pt x="86437" y="104732"/>
                  </a:lnTo>
                  <a:lnTo>
                    <a:pt x="94295" y="104591"/>
                  </a:lnTo>
                  <a:lnTo>
                    <a:pt x="102153" y="104424"/>
                  </a:lnTo>
                  <a:lnTo>
                    <a:pt x="110011" y="104293"/>
                  </a:lnTo>
                  <a:lnTo>
                    <a:pt x="117869" y="104138"/>
                  </a:lnTo>
                  <a:lnTo>
                    <a:pt x="125727" y="103993"/>
                  </a:lnTo>
                  <a:lnTo>
                    <a:pt x="133585" y="103847"/>
                  </a:lnTo>
                  <a:lnTo>
                    <a:pt x="141443" y="103712"/>
                  </a:lnTo>
                  <a:lnTo>
                    <a:pt x="149301" y="103546"/>
                  </a:lnTo>
                  <a:lnTo>
                    <a:pt x="157159" y="103408"/>
                  </a:lnTo>
                  <a:lnTo>
                    <a:pt x="165017" y="103253"/>
                  </a:lnTo>
                  <a:lnTo>
                    <a:pt x="172875" y="103112"/>
                  </a:lnTo>
                  <a:lnTo>
                    <a:pt x="180733" y="102956"/>
                  </a:lnTo>
                  <a:lnTo>
                    <a:pt x="188591" y="102816"/>
                  </a:lnTo>
                  <a:lnTo>
                    <a:pt x="196449" y="102682"/>
                  </a:lnTo>
                  <a:lnTo>
                    <a:pt x="204307" y="102523"/>
                  </a:lnTo>
                  <a:lnTo>
                    <a:pt x="212165" y="102345"/>
                  </a:lnTo>
                  <a:lnTo>
                    <a:pt x="220023" y="102229"/>
                  </a:lnTo>
                  <a:lnTo>
                    <a:pt x="227881" y="102079"/>
                  </a:lnTo>
                  <a:lnTo>
                    <a:pt x="235739" y="101951"/>
                  </a:lnTo>
                  <a:lnTo>
                    <a:pt x="243597" y="101765"/>
                  </a:lnTo>
                  <a:lnTo>
                    <a:pt x="251455" y="101607"/>
                  </a:lnTo>
                  <a:lnTo>
                    <a:pt x="259313" y="101444"/>
                  </a:lnTo>
                  <a:lnTo>
                    <a:pt x="267171" y="101281"/>
                  </a:lnTo>
                  <a:lnTo>
                    <a:pt x="275029" y="101104"/>
                  </a:lnTo>
                  <a:lnTo>
                    <a:pt x="282887" y="100914"/>
                  </a:lnTo>
                  <a:lnTo>
                    <a:pt x="290745" y="100724"/>
                  </a:lnTo>
                  <a:lnTo>
                    <a:pt x="298603" y="100543"/>
                  </a:lnTo>
                  <a:lnTo>
                    <a:pt x="306461" y="100348"/>
                  </a:lnTo>
                  <a:lnTo>
                    <a:pt x="314319" y="100157"/>
                  </a:lnTo>
                  <a:lnTo>
                    <a:pt x="322177" y="99999"/>
                  </a:lnTo>
                  <a:lnTo>
                    <a:pt x="330035" y="99832"/>
                  </a:lnTo>
                  <a:lnTo>
                    <a:pt x="337893" y="99618"/>
                  </a:lnTo>
                  <a:lnTo>
                    <a:pt x="345751" y="99438"/>
                  </a:lnTo>
                  <a:lnTo>
                    <a:pt x="353609" y="99279"/>
                  </a:lnTo>
                  <a:lnTo>
                    <a:pt x="361467" y="99075"/>
                  </a:lnTo>
                  <a:lnTo>
                    <a:pt x="369325" y="98882"/>
                  </a:lnTo>
                  <a:lnTo>
                    <a:pt x="377183" y="98730"/>
                  </a:lnTo>
                  <a:lnTo>
                    <a:pt x="385041" y="98555"/>
                  </a:lnTo>
                  <a:lnTo>
                    <a:pt x="392899" y="98328"/>
                  </a:lnTo>
                  <a:lnTo>
                    <a:pt x="400757" y="98109"/>
                  </a:lnTo>
                  <a:lnTo>
                    <a:pt x="408615" y="97918"/>
                  </a:lnTo>
                  <a:lnTo>
                    <a:pt x="416473" y="97713"/>
                  </a:lnTo>
                  <a:lnTo>
                    <a:pt x="424331" y="97528"/>
                  </a:lnTo>
                  <a:lnTo>
                    <a:pt x="432189" y="97283"/>
                  </a:lnTo>
                  <a:lnTo>
                    <a:pt x="440047" y="97067"/>
                  </a:lnTo>
                  <a:lnTo>
                    <a:pt x="447905" y="96854"/>
                  </a:lnTo>
                  <a:lnTo>
                    <a:pt x="455763" y="96665"/>
                  </a:lnTo>
                  <a:lnTo>
                    <a:pt x="463621" y="96478"/>
                  </a:lnTo>
                  <a:lnTo>
                    <a:pt x="471479" y="96256"/>
                  </a:lnTo>
                  <a:lnTo>
                    <a:pt x="479337" y="96054"/>
                  </a:lnTo>
                  <a:lnTo>
                    <a:pt x="487195" y="95832"/>
                  </a:lnTo>
                  <a:lnTo>
                    <a:pt x="495053" y="95597"/>
                  </a:lnTo>
                  <a:lnTo>
                    <a:pt x="502911" y="95455"/>
                  </a:lnTo>
                  <a:lnTo>
                    <a:pt x="510769" y="95276"/>
                  </a:lnTo>
                  <a:lnTo>
                    <a:pt x="518627" y="95019"/>
                  </a:lnTo>
                  <a:lnTo>
                    <a:pt x="526485" y="94749"/>
                  </a:lnTo>
                  <a:lnTo>
                    <a:pt x="534343" y="94538"/>
                  </a:lnTo>
                  <a:lnTo>
                    <a:pt x="542201" y="94307"/>
                  </a:lnTo>
                  <a:lnTo>
                    <a:pt x="550059" y="94083"/>
                  </a:lnTo>
                  <a:lnTo>
                    <a:pt x="557917" y="93898"/>
                  </a:lnTo>
                  <a:lnTo>
                    <a:pt x="565775" y="93663"/>
                  </a:lnTo>
                  <a:lnTo>
                    <a:pt x="573633" y="93411"/>
                  </a:lnTo>
                  <a:lnTo>
                    <a:pt x="581491" y="93182"/>
                  </a:lnTo>
                  <a:lnTo>
                    <a:pt x="589349" y="92954"/>
                  </a:lnTo>
                  <a:lnTo>
                    <a:pt x="597207" y="92712"/>
                  </a:lnTo>
                  <a:lnTo>
                    <a:pt x="605065" y="92447"/>
                  </a:lnTo>
                  <a:lnTo>
                    <a:pt x="612923" y="92165"/>
                  </a:lnTo>
                  <a:lnTo>
                    <a:pt x="620781" y="91953"/>
                  </a:lnTo>
                  <a:lnTo>
                    <a:pt x="628639" y="91684"/>
                  </a:lnTo>
                  <a:lnTo>
                    <a:pt x="636497" y="91451"/>
                  </a:lnTo>
                  <a:lnTo>
                    <a:pt x="644355" y="91192"/>
                  </a:lnTo>
                  <a:lnTo>
                    <a:pt x="652213" y="90910"/>
                  </a:lnTo>
                  <a:lnTo>
                    <a:pt x="660071" y="90658"/>
                  </a:lnTo>
                  <a:lnTo>
                    <a:pt x="667929" y="90424"/>
                  </a:lnTo>
                  <a:lnTo>
                    <a:pt x="675787" y="90143"/>
                  </a:lnTo>
                  <a:lnTo>
                    <a:pt x="683645" y="89864"/>
                  </a:lnTo>
                  <a:lnTo>
                    <a:pt x="691503" y="89642"/>
                  </a:lnTo>
                  <a:lnTo>
                    <a:pt x="699361" y="89351"/>
                  </a:lnTo>
                  <a:lnTo>
                    <a:pt x="707219" y="89112"/>
                  </a:lnTo>
                  <a:lnTo>
                    <a:pt x="715077" y="88878"/>
                  </a:lnTo>
                  <a:lnTo>
                    <a:pt x="722935" y="88590"/>
                  </a:lnTo>
                  <a:lnTo>
                    <a:pt x="730793" y="88302"/>
                  </a:lnTo>
                  <a:lnTo>
                    <a:pt x="738651" y="87995"/>
                  </a:lnTo>
                  <a:lnTo>
                    <a:pt x="746509" y="87684"/>
                  </a:lnTo>
                  <a:lnTo>
                    <a:pt x="754367" y="87376"/>
                  </a:lnTo>
                  <a:lnTo>
                    <a:pt x="762225" y="87107"/>
                  </a:lnTo>
                  <a:lnTo>
                    <a:pt x="770083" y="86810"/>
                  </a:lnTo>
                  <a:lnTo>
                    <a:pt x="777941" y="86542"/>
                  </a:lnTo>
                  <a:lnTo>
                    <a:pt x="785799" y="86244"/>
                  </a:lnTo>
                  <a:lnTo>
                    <a:pt x="793657" y="85965"/>
                  </a:lnTo>
                  <a:lnTo>
                    <a:pt x="801515" y="85738"/>
                  </a:lnTo>
                  <a:lnTo>
                    <a:pt x="809373" y="85444"/>
                  </a:lnTo>
                  <a:lnTo>
                    <a:pt x="817231" y="85169"/>
                  </a:lnTo>
                  <a:lnTo>
                    <a:pt x="825089" y="84835"/>
                  </a:lnTo>
                  <a:lnTo>
                    <a:pt x="832947" y="84513"/>
                  </a:lnTo>
                  <a:lnTo>
                    <a:pt x="840805" y="84230"/>
                  </a:lnTo>
                  <a:lnTo>
                    <a:pt x="848663" y="83925"/>
                  </a:lnTo>
                  <a:lnTo>
                    <a:pt x="856521" y="83629"/>
                  </a:lnTo>
                  <a:lnTo>
                    <a:pt x="864379" y="83334"/>
                  </a:lnTo>
                  <a:lnTo>
                    <a:pt x="872237" y="83020"/>
                  </a:lnTo>
                  <a:lnTo>
                    <a:pt x="880095" y="82692"/>
                  </a:lnTo>
                  <a:lnTo>
                    <a:pt x="887953" y="82372"/>
                  </a:lnTo>
                  <a:lnTo>
                    <a:pt x="895811" y="82002"/>
                  </a:lnTo>
                  <a:lnTo>
                    <a:pt x="903669" y="81650"/>
                  </a:lnTo>
                  <a:lnTo>
                    <a:pt x="911527" y="81284"/>
                  </a:lnTo>
                  <a:lnTo>
                    <a:pt x="919385" y="80919"/>
                  </a:lnTo>
                  <a:lnTo>
                    <a:pt x="927243" y="80627"/>
                  </a:lnTo>
                  <a:lnTo>
                    <a:pt x="935101" y="80355"/>
                  </a:lnTo>
                  <a:lnTo>
                    <a:pt x="942959" y="80048"/>
                  </a:lnTo>
                  <a:lnTo>
                    <a:pt x="950817" y="79765"/>
                  </a:lnTo>
                  <a:lnTo>
                    <a:pt x="958675" y="79335"/>
                  </a:lnTo>
                  <a:lnTo>
                    <a:pt x="966533" y="79019"/>
                  </a:lnTo>
                  <a:lnTo>
                    <a:pt x="974391" y="78642"/>
                  </a:lnTo>
                  <a:lnTo>
                    <a:pt x="982249" y="78271"/>
                  </a:lnTo>
                  <a:lnTo>
                    <a:pt x="990107" y="77972"/>
                  </a:lnTo>
                  <a:lnTo>
                    <a:pt x="997965" y="77657"/>
                  </a:lnTo>
                  <a:lnTo>
                    <a:pt x="1005823" y="77298"/>
                  </a:lnTo>
                  <a:lnTo>
                    <a:pt x="1013681" y="76954"/>
                  </a:lnTo>
                  <a:lnTo>
                    <a:pt x="1021539" y="76588"/>
                  </a:lnTo>
                  <a:lnTo>
                    <a:pt x="1029397" y="76164"/>
                  </a:lnTo>
                  <a:lnTo>
                    <a:pt x="1037254" y="75760"/>
                  </a:lnTo>
                  <a:lnTo>
                    <a:pt x="1045112" y="75376"/>
                  </a:lnTo>
                  <a:lnTo>
                    <a:pt x="1052970" y="75047"/>
                  </a:lnTo>
                  <a:lnTo>
                    <a:pt x="1060828" y="74688"/>
                  </a:lnTo>
                  <a:lnTo>
                    <a:pt x="1068686" y="74272"/>
                  </a:lnTo>
                  <a:lnTo>
                    <a:pt x="1076544" y="73889"/>
                  </a:lnTo>
                  <a:lnTo>
                    <a:pt x="1084402" y="73464"/>
                  </a:lnTo>
                  <a:lnTo>
                    <a:pt x="1092260" y="73078"/>
                  </a:lnTo>
                  <a:lnTo>
                    <a:pt x="1100118" y="72684"/>
                  </a:lnTo>
                  <a:lnTo>
                    <a:pt x="1107976" y="72300"/>
                  </a:lnTo>
                  <a:lnTo>
                    <a:pt x="1115834" y="71894"/>
                  </a:lnTo>
                  <a:lnTo>
                    <a:pt x="1123692" y="71524"/>
                  </a:lnTo>
                  <a:lnTo>
                    <a:pt x="1131550" y="71165"/>
                  </a:lnTo>
                  <a:lnTo>
                    <a:pt x="1139408" y="70798"/>
                  </a:lnTo>
                  <a:lnTo>
                    <a:pt x="1147266" y="70458"/>
                  </a:lnTo>
                  <a:lnTo>
                    <a:pt x="1155124" y="70024"/>
                  </a:lnTo>
                  <a:lnTo>
                    <a:pt x="1162982" y="69523"/>
                  </a:lnTo>
                  <a:lnTo>
                    <a:pt x="1170840" y="69078"/>
                  </a:lnTo>
                  <a:lnTo>
                    <a:pt x="1178698" y="68711"/>
                  </a:lnTo>
                  <a:lnTo>
                    <a:pt x="1186556" y="68361"/>
                  </a:lnTo>
                  <a:lnTo>
                    <a:pt x="1194414" y="67967"/>
                  </a:lnTo>
                  <a:lnTo>
                    <a:pt x="1202272" y="67544"/>
                  </a:lnTo>
                  <a:lnTo>
                    <a:pt x="1210130" y="67143"/>
                  </a:lnTo>
                  <a:lnTo>
                    <a:pt x="1217988" y="66747"/>
                  </a:lnTo>
                  <a:lnTo>
                    <a:pt x="1225846" y="66410"/>
                  </a:lnTo>
                  <a:lnTo>
                    <a:pt x="1233704" y="66006"/>
                  </a:lnTo>
                  <a:lnTo>
                    <a:pt x="1241562" y="65559"/>
                  </a:lnTo>
                  <a:lnTo>
                    <a:pt x="1249420" y="65122"/>
                  </a:lnTo>
                  <a:lnTo>
                    <a:pt x="1257278" y="64559"/>
                  </a:lnTo>
                  <a:lnTo>
                    <a:pt x="1265136" y="64037"/>
                  </a:lnTo>
                  <a:lnTo>
                    <a:pt x="1272994" y="63573"/>
                  </a:lnTo>
                  <a:lnTo>
                    <a:pt x="1280852" y="63115"/>
                  </a:lnTo>
                  <a:lnTo>
                    <a:pt x="1288710" y="62632"/>
                  </a:lnTo>
                  <a:lnTo>
                    <a:pt x="1296568" y="62215"/>
                  </a:lnTo>
                  <a:lnTo>
                    <a:pt x="1304426" y="61825"/>
                  </a:lnTo>
                  <a:lnTo>
                    <a:pt x="1312284" y="61371"/>
                  </a:lnTo>
                  <a:lnTo>
                    <a:pt x="1320142" y="60908"/>
                  </a:lnTo>
                  <a:lnTo>
                    <a:pt x="1328000" y="60469"/>
                  </a:lnTo>
                  <a:lnTo>
                    <a:pt x="1335858" y="60007"/>
                  </a:lnTo>
                  <a:lnTo>
                    <a:pt x="1343716" y="59555"/>
                  </a:lnTo>
                  <a:lnTo>
                    <a:pt x="1351574" y="59112"/>
                  </a:lnTo>
                  <a:lnTo>
                    <a:pt x="1359432" y="58678"/>
                  </a:lnTo>
                  <a:lnTo>
                    <a:pt x="1367290" y="58199"/>
                  </a:lnTo>
                  <a:lnTo>
                    <a:pt x="1375148" y="57685"/>
                  </a:lnTo>
                  <a:lnTo>
                    <a:pt x="1383006" y="57216"/>
                  </a:lnTo>
                  <a:lnTo>
                    <a:pt x="1390864" y="56700"/>
                  </a:lnTo>
                  <a:lnTo>
                    <a:pt x="1398722" y="56250"/>
                  </a:lnTo>
                  <a:lnTo>
                    <a:pt x="1406580" y="55794"/>
                  </a:lnTo>
                  <a:lnTo>
                    <a:pt x="1414438" y="55231"/>
                  </a:lnTo>
                  <a:lnTo>
                    <a:pt x="1422296" y="54667"/>
                  </a:lnTo>
                  <a:lnTo>
                    <a:pt x="1430154" y="54179"/>
                  </a:lnTo>
                  <a:lnTo>
                    <a:pt x="1438012" y="53689"/>
                  </a:lnTo>
                  <a:lnTo>
                    <a:pt x="1445870" y="53174"/>
                  </a:lnTo>
                  <a:lnTo>
                    <a:pt x="1453728" y="52625"/>
                  </a:lnTo>
                  <a:lnTo>
                    <a:pt x="1461586" y="51980"/>
                  </a:lnTo>
                  <a:lnTo>
                    <a:pt x="1469444" y="51421"/>
                  </a:lnTo>
                  <a:lnTo>
                    <a:pt x="1477302" y="50814"/>
                  </a:lnTo>
                  <a:lnTo>
                    <a:pt x="1485160" y="50267"/>
                  </a:lnTo>
                  <a:lnTo>
                    <a:pt x="1493018" y="49710"/>
                  </a:lnTo>
                  <a:lnTo>
                    <a:pt x="1500876" y="49113"/>
                  </a:lnTo>
                  <a:lnTo>
                    <a:pt x="1508734" y="48505"/>
                  </a:lnTo>
                  <a:lnTo>
                    <a:pt x="1516592" y="47928"/>
                  </a:lnTo>
                  <a:lnTo>
                    <a:pt x="1524450" y="47390"/>
                  </a:lnTo>
                  <a:lnTo>
                    <a:pt x="1532308" y="46830"/>
                  </a:lnTo>
                  <a:lnTo>
                    <a:pt x="1540166" y="46311"/>
                  </a:lnTo>
                  <a:lnTo>
                    <a:pt x="1548024" y="45789"/>
                  </a:lnTo>
                  <a:lnTo>
                    <a:pt x="1555882" y="45230"/>
                  </a:lnTo>
                  <a:lnTo>
                    <a:pt x="1563740" y="44694"/>
                  </a:lnTo>
                  <a:lnTo>
                    <a:pt x="1571598" y="44084"/>
                  </a:lnTo>
                  <a:lnTo>
                    <a:pt x="1579456" y="43471"/>
                  </a:lnTo>
                  <a:lnTo>
                    <a:pt x="1587314" y="42869"/>
                  </a:lnTo>
                  <a:lnTo>
                    <a:pt x="1595172" y="42261"/>
                  </a:lnTo>
                  <a:lnTo>
                    <a:pt x="1603030" y="41564"/>
                  </a:lnTo>
                  <a:lnTo>
                    <a:pt x="1610888" y="40891"/>
                  </a:lnTo>
                  <a:lnTo>
                    <a:pt x="1618746" y="40193"/>
                  </a:lnTo>
                  <a:lnTo>
                    <a:pt x="1626604" y="39532"/>
                  </a:lnTo>
                  <a:lnTo>
                    <a:pt x="1634462" y="38867"/>
                  </a:lnTo>
                  <a:lnTo>
                    <a:pt x="1642320" y="38187"/>
                  </a:lnTo>
                  <a:lnTo>
                    <a:pt x="1650178" y="37587"/>
                  </a:lnTo>
                  <a:lnTo>
                    <a:pt x="1658036" y="36988"/>
                  </a:lnTo>
                  <a:lnTo>
                    <a:pt x="1665894" y="36402"/>
                  </a:lnTo>
                  <a:lnTo>
                    <a:pt x="1673752" y="35792"/>
                  </a:lnTo>
                  <a:lnTo>
                    <a:pt x="1681610" y="35120"/>
                  </a:lnTo>
                  <a:lnTo>
                    <a:pt x="1689468" y="34398"/>
                  </a:lnTo>
                  <a:lnTo>
                    <a:pt x="1697326" y="33674"/>
                  </a:lnTo>
                  <a:lnTo>
                    <a:pt x="1705184" y="32967"/>
                  </a:lnTo>
                  <a:lnTo>
                    <a:pt x="1713042" y="32227"/>
                  </a:lnTo>
                  <a:lnTo>
                    <a:pt x="1720900" y="31610"/>
                  </a:lnTo>
                  <a:lnTo>
                    <a:pt x="1728758" y="30947"/>
                  </a:lnTo>
                  <a:lnTo>
                    <a:pt x="1736616" y="30246"/>
                  </a:lnTo>
                  <a:lnTo>
                    <a:pt x="1744474" y="29610"/>
                  </a:lnTo>
                  <a:lnTo>
                    <a:pt x="1752332" y="29049"/>
                  </a:lnTo>
                  <a:lnTo>
                    <a:pt x="1760190" y="28324"/>
                  </a:lnTo>
                  <a:lnTo>
                    <a:pt x="1768048" y="27634"/>
                  </a:lnTo>
                  <a:lnTo>
                    <a:pt x="1775906" y="26891"/>
                  </a:lnTo>
                  <a:lnTo>
                    <a:pt x="1783764" y="26162"/>
                  </a:lnTo>
                  <a:lnTo>
                    <a:pt x="1791622" y="25381"/>
                  </a:lnTo>
                  <a:lnTo>
                    <a:pt x="1799480" y="24746"/>
                  </a:lnTo>
                  <a:lnTo>
                    <a:pt x="1807338" y="24068"/>
                  </a:lnTo>
                  <a:lnTo>
                    <a:pt x="1815196" y="23339"/>
                  </a:lnTo>
                  <a:lnTo>
                    <a:pt x="1823054" y="22632"/>
                  </a:lnTo>
                  <a:lnTo>
                    <a:pt x="1830912" y="21892"/>
                  </a:lnTo>
                  <a:lnTo>
                    <a:pt x="1838770" y="21197"/>
                  </a:lnTo>
                  <a:lnTo>
                    <a:pt x="1846628" y="20331"/>
                  </a:lnTo>
                  <a:lnTo>
                    <a:pt x="1854486" y="19583"/>
                  </a:lnTo>
                  <a:lnTo>
                    <a:pt x="1862344" y="18691"/>
                  </a:lnTo>
                  <a:lnTo>
                    <a:pt x="1870202" y="17847"/>
                  </a:lnTo>
                  <a:lnTo>
                    <a:pt x="1878060" y="17141"/>
                  </a:lnTo>
                  <a:lnTo>
                    <a:pt x="1885918" y="16330"/>
                  </a:lnTo>
                  <a:lnTo>
                    <a:pt x="1893776" y="15457"/>
                  </a:lnTo>
                  <a:lnTo>
                    <a:pt x="1901634" y="14611"/>
                  </a:lnTo>
                  <a:lnTo>
                    <a:pt x="1909492" y="13776"/>
                  </a:lnTo>
                  <a:lnTo>
                    <a:pt x="1917350" y="12913"/>
                  </a:lnTo>
                  <a:lnTo>
                    <a:pt x="1925208" y="12115"/>
                  </a:lnTo>
                  <a:lnTo>
                    <a:pt x="1933066" y="11345"/>
                  </a:lnTo>
                  <a:lnTo>
                    <a:pt x="1940924" y="10515"/>
                  </a:lnTo>
                  <a:lnTo>
                    <a:pt x="1948782" y="9673"/>
                  </a:lnTo>
                  <a:lnTo>
                    <a:pt x="1956640" y="8804"/>
                  </a:lnTo>
                  <a:lnTo>
                    <a:pt x="1964498" y="7946"/>
                  </a:lnTo>
                  <a:lnTo>
                    <a:pt x="1972356" y="7170"/>
                  </a:lnTo>
                  <a:lnTo>
                    <a:pt x="1980214" y="6340"/>
                  </a:lnTo>
                  <a:lnTo>
                    <a:pt x="1988072" y="5426"/>
                  </a:lnTo>
                  <a:lnTo>
                    <a:pt x="1995930" y="4506"/>
                  </a:lnTo>
                  <a:lnTo>
                    <a:pt x="2003788" y="3580"/>
                  </a:lnTo>
                  <a:lnTo>
                    <a:pt x="2011646" y="2599"/>
                  </a:lnTo>
                  <a:lnTo>
                    <a:pt x="2019504" y="1721"/>
                  </a:lnTo>
                  <a:lnTo>
                    <a:pt x="2027362" y="884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1186414" y="4929432"/>
              <a:ext cx="2035220" cy="22804"/>
            </a:xfrm>
            <a:custGeom>
              <a:avLst/>
              <a:pathLst>
                <a:path w="2035220" h="22804">
                  <a:moveTo>
                    <a:pt x="0" y="0"/>
                  </a:moveTo>
                  <a:lnTo>
                    <a:pt x="7857" y="213"/>
                  </a:lnTo>
                  <a:lnTo>
                    <a:pt x="15715" y="387"/>
                  </a:lnTo>
                  <a:lnTo>
                    <a:pt x="23573" y="574"/>
                  </a:lnTo>
                  <a:lnTo>
                    <a:pt x="31431" y="756"/>
                  </a:lnTo>
                  <a:lnTo>
                    <a:pt x="39289" y="1001"/>
                  </a:lnTo>
                  <a:lnTo>
                    <a:pt x="47147" y="1220"/>
                  </a:lnTo>
                  <a:lnTo>
                    <a:pt x="55005" y="1394"/>
                  </a:lnTo>
                  <a:lnTo>
                    <a:pt x="62863" y="1570"/>
                  </a:lnTo>
                  <a:lnTo>
                    <a:pt x="70721" y="1731"/>
                  </a:lnTo>
                  <a:lnTo>
                    <a:pt x="78579" y="1915"/>
                  </a:lnTo>
                  <a:lnTo>
                    <a:pt x="86437" y="2127"/>
                  </a:lnTo>
                  <a:lnTo>
                    <a:pt x="94295" y="2314"/>
                  </a:lnTo>
                  <a:lnTo>
                    <a:pt x="102153" y="2476"/>
                  </a:lnTo>
                  <a:lnTo>
                    <a:pt x="110011" y="2629"/>
                  </a:lnTo>
                  <a:lnTo>
                    <a:pt x="117869" y="2808"/>
                  </a:lnTo>
                  <a:lnTo>
                    <a:pt x="125727" y="2974"/>
                  </a:lnTo>
                  <a:lnTo>
                    <a:pt x="133585" y="3110"/>
                  </a:lnTo>
                  <a:lnTo>
                    <a:pt x="141443" y="3281"/>
                  </a:lnTo>
                  <a:lnTo>
                    <a:pt x="149301" y="3459"/>
                  </a:lnTo>
                  <a:lnTo>
                    <a:pt x="157159" y="3619"/>
                  </a:lnTo>
                  <a:lnTo>
                    <a:pt x="165017" y="3774"/>
                  </a:lnTo>
                  <a:lnTo>
                    <a:pt x="172875" y="3934"/>
                  </a:lnTo>
                  <a:lnTo>
                    <a:pt x="180733" y="4070"/>
                  </a:lnTo>
                  <a:lnTo>
                    <a:pt x="188591" y="4207"/>
                  </a:lnTo>
                  <a:lnTo>
                    <a:pt x="196449" y="4353"/>
                  </a:lnTo>
                  <a:lnTo>
                    <a:pt x="204307" y="4515"/>
                  </a:lnTo>
                  <a:lnTo>
                    <a:pt x="212165" y="4667"/>
                  </a:lnTo>
                  <a:lnTo>
                    <a:pt x="220023" y="4835"/>
                  </a:lnTo>
                  <a:lnTo>
                    <a:pt x="227881" y="5002"/>
                  </a:lnTo>
                  <a:lnTo>
                    <a:pt x="235739" y="5156"/>
                  </a:lnTo>
                  <a:lnTo>
                    <a:pt x="243597" y="5307"/>
                  </a:lnTo>
                  <a:lnTo>
                    <a:pt x="251455" y="5415"/>
                  </a:lnTo>
                  <a:lnTo>
                    <a:pt x="259313" y="5542"/>
                  </a:lnTo>
                  <a:lnTo>
                    <a:pt x="267171" y="5693"/>
                  </a:lnTo>
                  <a:lnTo>
                    <a:pt x="275029" y="5838"/>
                  </a:lnTo>
                  <a:lnTo>
                    <a:pt x="282887" y="5988"/>
                  </a:lnTo>
                  <a:lnTo>
                    <a:pt x="290745" y="6141"/>
                  </a:lnTo>
                  <a:lnTo>
                    <a:pt x="298603" y="6270"/>
                  </a:lnTo>
                  <a:lnTo>
                    <a:pt x="306461" y="6427"/>
                  </a:lnTo>
                  <a:lnTo>
                    <a:pt x="314319" y="6543"/>
                  </a:lnTo>
                  <a:lnTo>
                    <a:pt x="322177" y="6656"/>
                  </a:lnTo>
                  <a:lnTo>
                    <a:pt x="330035" y="6791"/>
                  </a:lnTo>
                  <a:lnTo>
                    <a:pt x="337893" y="6902"/>
                  </a:lnTo>
                  <a:lnTo>
                    <a:pt x="345751" y="7051"/>
                  </a:lnTo>
                  <a:lnTo>
                    <a:pt x="353609" y="7176"/>
                  </a:lnTo>
                  <a:lnTo>
                    <a:pt x="361467" y="7315"/>
                  </a:lnTo>
                  <a:lnTo>
                    <a:pt x="369325" y="7428"/>
                  </a:lnTo>
                  <a:lnTo>
                    <a:pt x="377183" y="7548"/>
                  </a:lnTo>
                  <a:lnTo>
                    <a:pt x="385041" y="7701"/>
                  </a:lnTo>
                  <a:lnTo>
                    <a:pt x="392899" y="7809"/>
                  </a:lnTo>
                  <a:lnTo>
                    <a:pt x="400757" y="7924"/>
                  </a:lnTo>
                  <a:lnTo>
                    <a:pt x="408615" y="8058"/>
                  </a:lnTo>
                  <a:lnTo>
                    <a:pt x="416473" y="8197"/>
                  </a:lnTo>
                  <a:lnTo>
                    <a:pt x="424331" y="8315"/>
                  </a:lnTo>
                  <a:lnTo>
                    <a:pt x="432189" y="8447"/>
                  </a:lnTo>
                  <a:lnTo>
                    <a:pt x="440047" y="8571"/>
                  </a:lnTo>
                  <a:lnTo>
                    <a:pt x="447905" y="8712"/>
                  </a:lnTo>
                  <a:lnTo>
                    <a:pt x="455763" y="8846"/>
                  </a:lnTo>
                  <a:lnTo>
                    <a:pt x="463621" y="8977"/>
                  </a:lnTo>
                  <a:lnTo>
                    <a:pt x="471479" y="9111"/>
                  </a:lnTo>
                  <a:lnTo>
                    <a:pt x="479337" y="9243"/>
                  </a:lnTo>
                  <a:lnTo>
                    <a:pt x="487195" y="9359"/>
                  </a:lnTo>
                  <a:lnTo>
                    <a:pt x="495053" y="9459"/>
                  </a:lnTo>
                  <a:lnTo>
                    <a:pt x="502911" y="9574"/>
                  </a:lnTo>
                  <a:lnTo>
                    <a:pt x="510769" y="9704"/>
                  </a:lnTo>
                  <a:lnTo>
                    <a:pt x="518627" y="9805"/>
                  </a:lnTo>
                  <a:lnTo>
                    <a:pt x="526485" y="9922"/>
                  </a:lnTo>
                  <a:lnTo>
                    <a:pt x="534343" y="10072"/>
                  </a:lnTo>
                  <a:lnTo>
                    <a:pt x="542201" y="10184"/>
                  </a:lnTo>
                  <a:lnTo>
                    <a:pt x="550059" y="10281"/>
                  </a:lnTo>
                  <a:lnTo>
                    <a:pt x="557917" y="10397"/>
                  </a:lnTo>
                  <a:lnTo>
                    <a:pt x="565775" y="10497"/>
                  </a:lnTo>
                  <a:lnTo>
                    <a:pt x="573633" y="10619"/>
                  </a:lnTo>
                  <a:lnTo>
                    <a:pt x="581491" y="10707"/>
                  </a:lnTo>
                  <a:lnTo>
                    <a:pt x="589349" y="10821"/>
                  </a:lnTo>
                  <a:lnTo>
                    <a:pt x="597207" y="10922"/>
                  </a:lnTo>
                  <a:lnTo>
                    <a:pt x="605065" y="11025"/>
                  </a:lnTo>
                  <a:lnTo>
                    <a:pt x="612923" y="11131"/>
                  </a:lnTo>
                  <a:lnTo>
                    <a:pt x="620781" y="11246"/>
                  </a:lnTo>
                  <a:lnTo>
                    <a:pt x="628639" y="11360"/>
                  </a:lnTo>
                  <a:lnTo>
                    <a:pt x="636497" y="11483"/>
                  </a:lnTo>
                  <a:lnTo>
                    <a:pt x="644355" y="11587"/>
                  </a:lnTo>
                  <a:lnTo>
                    <a:pt x="652213" y="11707"/>
                  </a:lnTo>
                  <a:lnTo>
                    <a:pt x="660071" y="11831"/>
                  </a:lnTo>
                  <a:lnTo>
                    <a:pt x="667929" y="11943"/>
                  </a:lnTo>
                  <a:lnTo>
                    <a:pt x="675787" y="12051"/>
                  </a:lnTo>
                  <a:lnTo>
                    <a:pt x="683645" y="12163"/>
                  </a:lnTo>
                  <a:lnTo>
                    <a:pt x="691503" y="12275"/>
                  </a:lnTo>
                  <a:lnTo>
                    <a:pt x="699361" y="12396"/>
                  </a:lnTo>
                  <a:lnTo>
                    <a:pt x="707219" y="12507"/>
                  </a:lnTo>
                  <a:lnTo>
                    <a:pt x="715077" y="12605"/>
                  </a:lnTo>
                  <a:lnTo>
                    <a:pt x="722935" y="12729"/>
                  </a:lnTo>
                  <a:lnTo>
                    <a:pt x="730793" y="12813"/>
                  </a:lnTo>
                  <a:lnTo>
                    <a:pt x="738651" y="12914"/>
                  </a:lnTo>
                  <a:lnTo>
                    <a:pt x="746509" y="13029"/>
                  </a:lnTo>
                  <a:lnTo>
                    <a:pt x="754367" y="13092"/>
                  </a:lnTo>
                  <a:lnTo>
                    <a:pt x="762225" y="13197"/>
                  </a:lnTo>
                  <a:lnTo>
                    <a:pt x="770083" y="13306"/>
                  </a:lnTo>
                  <a:lnTo>
                    <a:pt x="777941" y="13422"/>
                  </a:lnTo>
                  <a:lnTo>
                    <a:pt x="785799" y="13530"/>
                  </a:lnTo>
                  <a:lnTo>
                    <a:pt x="793657" y="13632"/>
                  </a:lnTo>
                  <a:lnTo>
                    <a:pt x="801515" y="13719"/>
                  </a:lnTo>
                  <a:lnTo>
                    <a:pt x="809373" y="13832"/>
                  </a:lnTo>
                  <a:lnTo>
                    <a:pt x="817231" y="13929"/>
                  </a:lnTo>
                  <a:lnTo>
                    <a:pt x="825089" y="14036"/>
                  </a:lnTo>
                  <a:lnTo>
                    <a:pt x="832947" y="14130"/>
                  </a:lnTo>
                  <a:lnTo>
                    <a:pt x="840805" y="14226"/>
                  </a:lnTo>
                  <a:lnTo>
                    <a:pt x="848663" y="14337"/>
                  </a:lnTo>
                  <a:lnTo>
                    <a:pt x="856521" y="14436"/>
                  </a:lnTo>
                  <a:lnTo>
                    <a:pt x="864379" y="14520"/>
                  </a:lnTo>
                  <a:lnTo>
                    <a:pt x="872237" y="14604"/>
                  </a:lnTo>
                  <a:lnTo>
                    <a:pt x="880095" y="14698"/>
                  </a:lnTo>
                  <a:lnTo>
                    <a:pt x="887953" y="14773"/>
                  </a:lnTo>
                  <a:lnTo>
                    <a:pt x="895811" y="14873"/>
                  </a:lnTo>
                  <a:lnTo>
                    <a:pt x="903669" y="14966"/>
                  </a:lnTo>
                  <a:lnTo>
                    <a:pt x="911527" y="15057"/>
                  </a:lnTo>
                  <a:lnTo>
                    <a:pt x="919385" y="15150"/>
                  </a:lnTo>
                  <a:lnTo>
                    <a:pt x="927243" y="15227"/>
                  </a:lnTo>
                  <a:lnTo>
                    <a:pt x="935101" y="15306"/>
                  </a:lnTo>
                  <a:lnTo>
                    <a:pt x="942959" y="15382"/>
                  </a:lnTo>
                  <a:lnTo>
                    <a:pt x="950817" y="15455"/>
                  </a:lnTo>
                  <a:lnTo>
                    <a:pt x="958675" y="15543"/>
                  </a:lnTo>
                  <a:lnTo>
                    <a:pt x="966533" y="15652"/>
                  </a:lnTo>
                  <a:lnTo>
                    <a:pt x="974391" y="15733"/>
                  </a:lnTo>
                  <a:lnTo>
                    <a:pt x="982249" y="15816"/>
                  </a:lnTo>
                  <a:lnTo>
                    <a:pt x="990107" y="15891"/>
                  </a:lnTo>
                  <a:lnTo>
                    <a:pt x="997965" y="15970"/>
                  </a:lnTo>
                  <a:lnTo>
                    <a:pt x="1005823" y="16049"/>
                  </a:lnTo>
                  <a:lnTo>
                    <a:pt x="1013681" y="16108"/>
                  </a:lnTo>
                  <a:lnTo>
                    <a:pt x="1021539" y="16178"/>
                  </a:lnTo>
                  <a:lnTo>
                    <a:pt x="1029397" y="16241"/>
                  </a:lnTo>
                  <a:lnTo>
                    <a:pt x="1037254" y="16309"/>
                  </a:lnTo>
                  <a:lnTo>
                    <a:pt x="1045112" y="16380"/>
                  </a:lnTo>
                  <a:lnTo>
                    <a:pt x="1052970" y="16457"/>
                  </a:lnTo>
                  <a:lnTo>
                    <a:pt x="1060828" y="16548"/>
                  </a:lnTo>
                  <a:lnTo>
                    <a:pt x="1068686" y="16610"/>
                  </a:lnTo>
                  <a:lnTo>
                    <a:pt x="1076544" y="16657"/>
                  </a:lnTo>
                  <a:lnTo>
                    <a:pt x="1084402" y="16727"/>
                  </a:lnTo>
                  <a:lnTo>
                    <a:pt x="1092260" y="16796"/>
                  </a:lnTo>
                  <a:lnTo>
                    <a:pt x="1100118" y="16865"/>
                  </a:lnTo>
                  <a:lnTo>
                    <a:pt x="1107976" y="16933"/>
                  </a:lnTo>
                  <a:lnTo>
                    <a:pt x="1115834" y="16998"/>
                  </a:lnTo>
                  <a:lnTo>
                    <a:pt x="1123692" y="17063"/>
                  </a:lnTo>
                  <a:lnTo>
                    <a:pt x="1131550" y="17132"/>
                  </a:lnTo>
                  <a:lnTo>
                    <a:pt x="1139408" y="17209"/>
                  </a:lnTo>
                  <a:lnTo>
                    <a:pt x="1147266" y="17280"/>
                  </a:lnTo>
                  <a:lnTo>
                    <a:pt x="1155124" y="17357"/>
                  </a:lnTo>
                  <a:lnTo>
                    <a:pt x="1162982" y="17419"/>
                  </a:lnTo>
                  <a:lnTo>
                    <a:pt x="1170840" y="17492"/>
                  </a:lnTo>
                  <a:lnTo>
                    <a:pt x="1178698" y="17562"/>
                  </a:lnTo>
                  <a:lnTo>
                    <a:pt x="1186556" y="17623"/>
                  </a:lnTo>
                  <a:lnTo>
                    <a:pt x="1194414" y="17687"/>
                  </a:lnTo>
                  <a:lnTo>
                    <a:pt x="1202272" y="17760"/>
                  </a:lnTo>
                  <a:lnTo>
                    <a:pt x="1210130" y="17831"/>
                  </a:lnTo>
                  <a:lnTo>
                    <a:pt x="1217988" y="17894"/>
                  </a:lnTo>
                  <a:lnTo>
                    <a:pt x="1225846" y="17967"/>
                  </a:lnTo>
                  <a:lnTo>
                    <a:pt x="1233704" y="18024"/>
                  </a:lnTo>
                  <a:lnTo>
                    <a:pt x="1241562" y="18081"/>
                  </a:lnTo>
                  <a:lnTo>
                    <a:pt x="1249420" y="18158"/>
                  </a:lnTo>
                  <a:lnTo>
                    <a:pt x="1257278" y="18222"/>
                  </a:lnTo>
                  <a:lnTo>
                    <a:pt x="1265136" y="18287"/>
                  </a:lnTo>
                  <a:lnTo>
                    <a:pt x="1272994" y="18352"/>
                  </a:lnTo>
                  <a:lnTo>
                    <a:pt x="1280852" y="18417"/>
                  </a:lnTo>
                  <a:lnTo>
                    <a:pt x="1288710" y="18486"/>
                  </a:lnTo>
                  <a:lnTo>
                    <a:pt x="1296568" y="18545"/>
                  </a:lnTo>
                  <a:lnTo>
                    <a:pt x="1304426" y="18603"/>
                  </a:lnTo>
                  <a:lnTo>
                    <a:pt x="1312284" y="18671"/>
                  </a:lnTo>
                  <a:lnTo>
                    <a:pt x="1320142" y="18734"/>
                  </a:lnTo>
                  <a:lnTo>
                    <a:pt x="1328000" y="18791"/>
                  </a:lnTo>
                  <a:lnTo>
                    <a:pt x="1335858" y="18850"/>
                  </a:lnTo>
                  <a:lnTo>
                    <a:pt x="1343716" y="18917"/>
                  </a:lnTo>
                  <a:lnTo>
                    <a:pt x="1351574" y="18989"/>
                  </a:lnTo>
                  <a:lnTo>
                    <a:pt x="1359432" y="19042"/>
                  </a:lnTo>
                  <a:lnTo>
                    <a:pt x="1367290" y="19105"/>
                  </a:lnTo>
                  <a:lnTo>
                    <a:pt x="1375148" y="19171"/>
                  </a:lnTo>
                  <a:lnTo>
                    <a:pt x="1383006" y="19236"/>
                  </a:lnTo>
                  <a:lnTo>
                    <a:pt x="1390864" y="19290"/>
                  </a:lnTo>
                  <a:lnTo>
                    <a:pt x="1398722" y="19335"/>
                  </a:lnTo>
                  <a:lnTo>
                    <a:pt x="1406580" y="19396"/>
                  </a:lnTo>
                  <a:lnTo>
                    <a:pt x="1414438" y="19450"/>
                  </a:lnTo>
                  <a:lnTo>
                    <a:pt x="1422296" y="19504"/>
                  </a:lnTo>
                  <a:lnTo>
                    <a:pt x="1430154" y="19563"/>
                  </a:lnTo>
                  <a:lnTo>
                    <a:pt x="1438012" y="19614"/>
                  </a:lnTo>
                  <a:lnTo>
                    <a:pt x="1445870" y="19668"/>
                  </a:lnTo>
                  <a:lnTo>
                    <a:pt x="1453728" y="19725"/>
                  </a:lnTo>
                  <a:lnTo>
                    <a:pt x="1461586" y="19779"/>
                  </a:lnTo>
                  <a:lnTo>
                    <a:pt x="1469444" y="19836"/>
                  </a:lnTo>
                  <a:lnTo>
                    <a:pt x="1477302" y="19891"/>
                  </a:lnTo>
                  <a:lnTo>
                    <a:pt x="1485160" y="19938"/>
                  </a:lnTo>
                  <a:lnTo>
                    <a:pt x="1493018" y="19978"/>
                  </a:lnTo>
                  <a:lnTo>
                    <a:pt x="1500876" y="20021"/>
                  </a:lnTo>
                  <a:lnTo>
                    <a:pt x="1508734" y="20075"/>
                  </a:lnTo>
                  <a:lnTo>
                    <a:pt x="1516592" y="20122"/>
                  </a:lnTo>
                  <a:lnTo>
                    <a:pt x="1524450" y="20173"/>
                  </a:lnTo>
                  <a:lnTo>
                    <a:pt x="1532308" y="20213"/>
                  </a:lnTo>
                  <a:lnTo>
                    <a:pt x="1540166" y="20264"/>
                  </a:lnTo>
                  <a:lnTo>
                    <a:pt x="1548024" y="20311"/>
                  </a:lnTo>
                  <a:lnTo>
                    <a:pt x="1555882" y="20354"/>
                  </a:lnTo>
                  <a:lnTo>
                    <a:pt x="1563740" y="20400"/>
                  </a:lnTo>
                  <a:lnTo>
                    <a:pt x="1571598" y="20448"/>
                  </a:lnTo>
                  <a:lnTo>
                    <a:pt x="1579456" y="20496"/>
                  </a:lnTo>
                  <a:lnTo>
                    <a:pt x="1587314" y="20546"/>
                  </a:lnTo>
                  <a:lnTo>
                    <a:pt x="1595172" y="20592"/>
                  </a:lnTo>
                  <a:lnTo>
                    <a:pt x="1603030" y="20641"/>
                  </a:lnTo>
                  <a:lnTo>
                    <a:pt x="1610888" y="20690"/>
                  </a:lnTo>
                  <a:lnTo>
                    <a:pt x="1618746" y="20739"/>
                  </a:lnTo>
                  <a:lnTo>
                    <a:pt x="1626604" y="20788"/>
                  </a:lnTo>
                  <a:lnTo>
                    <a:pt x="1634462" y="20830"/>
                  </a:lnTo>
                  <a:lnTo>
                    <a:pt x="1642320" y="20873"/>
                  </a:lnTo>
                  <a:lnTo>
                    <a:pt x="1650178" y="20914"/>
                  </a:lnTo>
                  <a:lnTo>
                    <a:pt x="1658036" y="20955"/>
                  </a:lnTo>
                  <a:lnTo>
                    <a:pt x="1665894" y="21010"/>
                  </a:lnTo>
                  <a:lnTo>
                    <a:pt x="1673752" y="21063"/>
                  </a:lnTo>
                  <a:lnTo>
                    <a:pt x="1681610" y="21110"/>
                  </a:lnTo>
                  <a:lnTo>
                    <a:pt x="1689468" y="21154"/>
                  </a:lnTo>
                  <a:lnTo>
                    <a:pt x="1697326" y="21194"/>
                  </a:lnTo>
                  <a:lnTo>
                    <a:pt x="1705184" y="21245"/>
                  </a:lnTo>
                  <a:lnTo>
                    <a:pt x="1713042" y="21290"/>
                  </a:lnTo>
                  <a:lnTo>
                    <a:pt x="1720900" y="21337"/>
                  </a:lnTo>
                  <a:lnTo>
                    <a:pt x="1728758" y="21385"/>
                  </a:lnTo>
                  <a:lnTo>
                    <a:pt x="1736616" y="21433"/>
                  </a:lnTo>
                  <a:lnTo>
                    <a:pt x="1744474" y="21470"/>
                  </a:lnTo>
                  <a:lnTo>
                    <a:pt x="1752332" y="21508"/>
                  </a:lnTo>
                  <a:lnTo>
                    <a:pt x="1760190" y="21553"/>
                  </a:lnTo>
                  <a:lnTo>
                    <a:pt x="1768048" y="21591"/>
                  </a:lnTo>
                  <a:lnTo>
                    <a:pt x="1775906" y="21632"/>
                  </a:lnTo>
                  <a:lnTo>
                    <a:pt x="1783764" y="21665"/>
                  </a:lnTo>
                  <a:lnTo>
                    <a:pt x="1791622" y="21702"/>
                  </a:lnTo>
                  <a:lnTo>
                    <a:pt x="1799480" y="21742"/>
                  </a:lnTo>
                  <a:lnTo>
                    <a:pt x="1807338" y="21785"/>
                  </a:lnTo>
                  <a:lnTo>
                    <a:pt x="1815196" y="21825"/>
                  </a:lnTo>
                  <a:lnTo>
                    <a:pt x="1823054" y="21864"/>
                  </a:lnTo>
                  <a:lnTo>
                    <a:pt x="1830912" y="21901"/>
                  </a:lnTo>
                  <a:lnTo>
                    <a:pt x="1838770" y="21940"/>
                  </a:lnTo>
                  <a:lnTo>
                    <a:pt x="1846628" y="21983"/>
                  </a:lnTo>
                  <a:lnTo>
                    <a:pt x="1854486" y="22020"/>
                  </a:lnTo>
                  <a:lnTo>
                    <a:pt x="1862344" y="22056"/>
                  </a:lnTo>
                  <a:lnTo>
                    <a:pt x="1870202" y="22099"/>
                  </a:lnTo>
                  <a:lnTo>
                    <a:pt x="1878060" y="22136"/>
                  </a:lnTo>
                  <a:lnTo>
                    <a:pt x="1885918" y="22173"/>
                  </a:lnTo>
                  <a:lnTo>
                    <a:pt x="1893776" y="22211"/>
                  </a:lnTo>
                  <a:lnTo>
                    <a:pt x="1901634" y="22245"/>
                  </a:lnTo>
                  <a:lnTo>
                    <a:pt x="1909492" y="22279"/>
                  </a:lnTo>
                  <a:lnTo>
                    <a:pt x="1917350" y="22318"/>
                  </a:lnTo>
                  <a:lnTo>
                    <a:pt x="1925208" y="22353"/>
                  </a:lnTo>
                  <a:lnTo>
                    <a:pt x="1933066" y="22391"/>
                  </a:lnTo>
                  <a:lnTo>
                    <a:pt x="1940924" y="22424"/>
                  </a:lnTo>
                  <a:lnTo>
                    <a:pt x="1948782" y="22456"/>
                  </a:lnTo>
                  <a:lnTo>
                    <a:pt x="1956640" y="22490"/>
                  </a:lnTo>
                  <a:lnTo>
                    <a:pt x="1964498" y="22523"/>
                  </a:lnTo>
                  <a:lnTo>
                    <a:pt x="1972356" y="22557"/>
                  </a:lnTo>
                  <a:lnTo>
                    <a:pt x="1980214" y="22592"/>
                  </a:lnTo>
                  <a:lnTo>
                    <a:pt x="1988072" y="22621"/>
                  </a:lnTo>
                  <a:lnTo>
                    <a:pt x="1995930" y="22650"/>
                  </a:lnTo>
                  <a:lnTo>
                    <a:pt x="2003788" y="22682"/>
                  </a:lnTo>
                  <a:lnTo>
                    <a:pt x="2011646" y="22713"/>
                  </a:lnTo>
                  <a:lnTo>
                    <a:pt x="2019504" y="22743"/>
                  </a:lnTo>
                  <a:lnTo>
                    <a:pt x="2027362" y="22770"/>
                  </a:lnTo>
                  <a:lnTo>
                    <a:pt x="2035220" y="22804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5"/>
            <p:cNvSpPr/>
            <p:nvPr/>
          </p:nvSpPr>
          <p:spPr>
            <a:xfrm>
              <a:off x="1186414" y="4919297"/>
              <a:ext cx="2035220" cy="17526"/>
            </a:xfrm>
            <a:custGeom>
              <a:avLst/>
              <a:pathLst>
                <a:path w="2035220" h="17526">
                  <a:moveTo>
                    <a:pt x="0" y="0"/>
                  </a:moveTo>
                  <a:lnTo>
                    <a:pt x="7857" y="101"/>
                  </a:lnTo>
                  <a:lnTo>
                    <a:pt x="15715" y="184"/>
                  </a:lnTo>
                  <a:lnTo>
                    <a:pt x="23573" y="263"/>
                  </a:lnTo>
                  <a:lnTo>
                    <a:pt x="31431" y="337"/>
                  </a:lnTo>
                  <a:lnTo>
                    <a:pt x="39289" y="413"/>
                  </a:lnTo>
                  <a:lnTo>
                    <a:pt x="47147" y="458"/>
                  </a:lnTo>
                  <a:lnTo>
                    <a:pt x="55005" y="549"/>
                  </a:lnTo>
                  <a:lnTo>
                    <a:pt x="62863" y="647"/>
                  </a:lnTo>
                  <a:lnTo>
                    <a:pt x="70721" y="757"/>
                  </a:lnTo>
                  <a:lnTo>
                    <a:pt x="78579" y="856"/>
                  </a:lnTo>
                  <a:lnTo>
                    <a:pt x="86437" y="937"/>
                  </a:lnTo>
                  <a:lnTo>
                    <a:pt x="94295" y="1047"/>
                  </a:lnTo>
                  <a:lnTo>
                    <a:pt x="102153" y="1091"/>
                  </a:lnTo>
                  <a:lnTo>
                    <a:pt x="110011" y="1179"/>
                  </a:lnTo>
                  <a:lnTo>
                    <a:pt x="117869" y="1282"/>
                  </a:lnTo>
                  <a:lnTo>
                    <a:pt x="125727" y="1397"/>
                  </a:lnTo>
                  <a:lnTo>
                    <a:pt x="133585" y="1462"/>
                  </a:lnTo>
                  <a:lnTo>
                    <a:pt x="141443" y="1531"/>
                  </a:lnTo>
                  <a:lnTo>
                    <a:pt x="149301" y="1614"/>
                  </a:lnTo>
                  <a:lnTo>
                    <a:pt x="157159" y="1684"/>
                  </a:lnTo>
                  <a:lnTo>
                    <a:pt x="165017" y="1758"/>
                  </a:lnTo>
                  <a:lnTo>
                    <a:pt x="172875" y="1838"/>
                  </a:lnTo>
                  <a:lnTo>
                    <a:pt x="180733" y="1912"/>
                  </a:lnTo>
                  <a:lnTo>
                    <a:pt x="188591" y="1993"/>
                  </a:lnTo>
                  <a:lnTo>
                    <a:pt x="196449" y="2090"/>
                  </a:lnTo>
                  <a:lnTo>
                    <a:pt x="204307" y="2184"/>
                  </a:lnTo>
                  <a:lnTo>
                    <a:pt x="212165" y="2248"/>
                  </a:lnTo>
                  <a:lnTo>
                    <a:pt x="220023" y="2327"/>
                  </a:lnTo>
                  <a:lnTo>
                    <a:pt x="227881" y="2410"/>
                  </a:lnTo>
                  <a:lnTo>
                    <a:pt x="235739" y="2490"/>
                  </a:lnTo>
                  <a:lnTo>
                    <a:pt x="243597" y="2571"/>
                  </a:lnTo>
                  <a:lnTo>
                    <a:pt x="251455" y="2644"/>
                  </a:lnTo>
                  <a:lnTo>
                    <a:pt x="259313" y="2720"/>
                  </a:lnTo>
                  <a:lnTo>
                    <a:pt x="267171" y="2811"/>
                  </a:lnTo>
                  <a:lnTo>
                    <a:pt x="275029" y="2884"/>
                  </a:lnTo>
                  <a:lnTo>
                    <a:pt x="282887" y="2982"/>
                  </a:lnTo>
                  <a:lnTo>
                    <a:pt x="290745" y="3035"/>
                  </a:lnTo>
                  <a:lnTo>
                    <a:pt x="298603" y="3092"/>
                  </a:lnTo>
                  <a:lnTo>
                    <a:pt x="306461" y="3188"/>
                  </a:lnTo>
                  <a:lnTo>
                    <a:pt x="314319" y="3325"/>
                  </a:lnTo>
                  <a:lnTo>
                    <a:pt x="322177" y="3439"/>
                  </a:lnTo>
                  <a:lnTo>
                    <a:pt x="330035" y="3544"/>
                  </a:lnTo>
                  <a:lnTo>
                    <a:pt x="337893" y="3634"/>
                  </a:lnTo>
                  <a:lnTo>
                    <a:pt x="345751" y="3701"/>
                  </a:lnTo>
                  <a:lnTo>
                    <a:pt x="353609" y="3802"/>
                  </a:lnTo>
                  <a:lnTo>
                    <a:pt x="361467" y="3898"/>
                  </a:lnTo>
                  <a:lnTo>
                    <a:pt x="369325" y="4010"/>
                  </a:lnTo>
                  <a:lnTo>
                    <a:pt x="377183" y="4105"/>
                  </a:lnTo>
                  <a:lnTo>
                    <a:pt x="385041" y="4168"/>
                  </a:lnTo>
                  <a:lnTo>
                    <a:pt x="392899" y="4284"/>
                  </a:lnTo>
                  <a:lnTo>
                    <a:pt x="400757" y="4353"/>
                  </a:lnTo>
                  <a:lnTo>
                    <a:pt x="408615" y="4386"/>
                  </a:lnTo>
                  <a:lnTo>
                    <a:pt x="416473" y="4441"/>
                  </a:lnTo>
                  <a:lnTo>
                    <a:pt x="424331" y="4496"/>
                  </a:lnTo>
                  <a:lnTo>
                    <a:pt x="432189" y="4593"/>
                  </a:lnTo>
                  <a:lnTo>
                    <a:pt x="440047" y="4632"/>
                  </a:lnTo>
                  <a:lnTo>
                    <a:pt x="447905" y="4687"/>
                  </a:lnTo>
                  <a:lnTo>
                    <a:pt x="455763" y="4737"/>
                  </a:lnTo>
                  <a:lnTo>
                    <a:pt x="463621" y="4878"/>
                  </a:lnTo>
                  <a:lnTo>
                    <a:pt x="471479" y="4972"/>
                  </a:lnTo>
                  <a:lnTo>
                    <a:pt x="479337" y="5031"/>
                  </a:lnTo>
                  <a:lnTo>
                    <a:pt x="487195" y="5134"/>
                  </a:lnTo>
                  <a:lnTo>
                    <a:pt x="495053" y="5257"/>
                  </a:lnTo>
                  <a:lnTo>
                    <a:pt x="502911" y="5389"/>
                  </a:lnTo>
                  <a:lnTo>
                    <a:pt x="510769" y="5501"/>
                  </a:lnTo>
                  <a:lnTo>
                    <a:pt x="518627" y="5576"/>
                  </a:lnTo>
                  <a:lnTo>
                    <a:pt x="526485" y="5636"/>
                  </a:lnTo>
                  <a:lnTo>
                    <a:pt x="534343" y="5696"/>
                  </a:lnTo>
                  <a:lnTo>
                    <a:pt x="542201" y="5766"/>
                  </a:lnTo>
                  <a:lnTo>
                    <a:pt x="550059" y="5839"/>
                  </a:lnTo>
                  <a:lnTo>
                    <a:pt x="557917" y="5938"/>
                  </a:lnTo>
                  <a:lnTo>
                    <a:pt x="565775" y="6035"/>
                  </a:lnTo>
                  <a:lnTo>
                    <a:pt x="573633" y="6097"/>
                  </a:lnTo>
                  <a:lnTo>
                    <a:pt x="581491" y="6185"/>
                  </a:lnTo>
                  <a:lnTo>
                    <a:pt x="589349" y="6246"/>
                  </a:lnTo>
                  <a:lnTo>
                    <a:pt x="597207" y="6318"/>
                  </a:lnTo>
                  <a:lnTo>
                    <a:pt x="605065" y="6373"/>
                  </a:lnTo>
                  <a:lnTo>
                    <a:pt x="612923" y="6433"/>
                  </a:lnTo>
                  <a:lnTo>
                    <a:pt x="620781" y="6476"/>
                  </a:lnTo>
                  <a:lnTo>
                    <a:pt x="628639" y="6508"/>
                  </a:lnTo>
                  <a:lnTo>
                    <a:pt x="636497" y="6591"/>
                  </a:lnTo>
                  <a:lnTo>
                    <a:pt x="644355" y="6649"/>
                  </a:lnTo>
                  <a:lnTo>
                    <a:pt x="652213" y="6706"/>
                  </a:lnTo>
                  <a:lnTo>
                    <a:pt x="660071" y="6798"/>
                  </a:lnTo>
                  <a:lnTo>
                    <a:pt x="667929" y="6881"/>
                  </a:lnTo>
                  <a:lnTo>
                    <a:pt x="675787" y="6956"/>
                  </a:lnTo>
                  <a:lnTo>
                    <a:pt x="683645" y="7087"/>
                  </a:lnTo>
                  <a:lnTo>
                    <a:pt x="691503" y="7226"/>
                  </a:lnTo>
                  <a:lnTo>
                    <a:pt x="699361" y="7299"/>
                  </a:lnTo>
                  <a:lnTo>
                    <a:pt x="707219" y="7408"/>
                  </a:lnTo>
                  <a:lnTo>
                    <a:pt x="715077" y="7499"/>
                  </a:lnTo>
                  <a:lnTo>
                    <a:pt x="722935" y="7551"/>
                  </a:lnTo>
                  <a:lnTo>
                    <a:pt x="730793" y="7609"/>
                  </a:lnTo>
                  <a:lnTo>
                    <a:pt x="738651" y="7680"/>
                  </a:lnTo>
                  <a:lnTo>
                    <a:pt x="746509" y="7723"/>
                  </a:lnTo>
                  <a:lnTo>
                    <a:pt x="754367" y="7778"/>
                  </a:lnTo>
                  <a:lnTo>
                    <a:pt x="762225" y="7847"/>
                  </a:lnTo>
                  <a:lnTo>
                    <a:pt x="770083" y="7903"/>
                  </a:lnTo>
                  <a:lnTo>
                    <a:pt x="777941" y="7986"/>
                  </a:lnTo>
                  <a:lnTo>
                    <a:pt x="785799" y="8064"/>
                  </a:lnTo>
                  <a:lnTo>
                    <a:pt x="793657" y="8098"/>
                  </a:lnTo>
                  <a:lnTo>
                    <a:pt x="801515" y="8158"/>
                  </a:lnTo>
                  <a:lnTo>
                    <a:pt x="809373" y="8216"/>
                  </a:lnTo>
                  <a:lnTo>
                    <a:pt x="817231" y="8279"/>
                  </a:lnTo>
                  <a:lnTo>
                    <a:pt x="825089" y="8368"/>
                  </a:lnTo>
                  <a:lnTo>
                    <a:pt x="832947" y="8430"/>
                  </a:lnTo>
                  <a:lnTo>
                    <a:pt x="840805" y="8485"/>
                  </a:lnTo>
                  <a:lnTo>
                    <a:pt x="848663" y="8544"/>
                  </a:lnTo>
                  <a:lnTo>
                    <a:pt x="856521" y="8602"/>
                  </a:lnTo>
                  <a:lnTo>
                    <a:pt x="864379" y="8639"/>
                  </a:lnTo>
                  <a:lnTo>
                    <a:pt x="872237" y="8718"/>
                  </a:lnTo>
                  <a:lnTo>
                    <a:pt x="880095" y="8822"/>
                  </a:lnTo>
                  <a:lnTo>
                    <a:pt x="887953" y="8882"/>
                  </a:lnTo>
                  <a:lnTo>
                    <a:pt x="895811" y="8947"/>
                  </a:lnTo>
                  <a:lnTo>
                    <a:pt x="903669" y="9002"/>
                  </a:lnTo>
                  <a:lnTo>
                    <a:pt x="911527" y="9026"/>
                  </a:lnTo>
                  <a:lnTo>
                    <a:pt x="919385" y="9105"/>
                  </a:lnTo>
                  <a:lnTo>
                    <a:pt x="927243" y="9163"/>
                  </a:lnTo>
                  <a:lnTo>
                    <a:pt x="935101" y="9217"/>
                  </a:lnTo>
                  <a:lnTo>
                    <a:pt x="942959" y="9305"/>
                  </a:lnTo>
                  <a:lnTo>
                    <a:pt x="950817" y="9393"/>
                  </a:lnTo>
                  <a:lnTo>
                    <a:pt x="958675" y="9456"/>
                  </a:lnTo>
                  <a:lnTo>
                    <a:pt x="966533" y="9533"/>
                  </a:lnTo>
                  <a:lnTo>
                    <a:pt x="974391" y="9587"/>
                  </a:lnTo>
                  <a:lnTo>
                    <a:pt x="982249" y="9629"/>
                  </a:lnTo>
                  <a:lnTo>
                    <a:pt x="990107" y="9680"/>
                  </a:lnTo>
                  <a:lnTo>
                    <a:pt x="997965" y="9778"/>
                  </a:lnTo>
                  <a:lnTo>
                    <a:pt x="1005823" y="9859"/>
                  </a:lnTo>
                  <a:lnTo>
                    <a:pt x="1013681" y="9915"/>
                  </a:lnTo>
                  <a:lnTo>
                    <a:pt x="1021539" y="9984"/>
                  </a:lnTo>
                  <a:lnTo>
                    <a:pt x="1029397" y="10070"/>
                  </a:lnTo>
                  <a:lnTo>
                    <a:pt x="1037254" y="10117"/>
                  </a:lnTo>
                  <a:lnTo>
                    <a:pt x="1045112" y="10165"/>
                  </a:lnTo>
                  <a:lnTo>
                    <a:pt x="1052970" y="10221"/>
                  </a:lnTo>
                  <a:lnTo>
                    <a:pt x="1060828" y="10313"/>
                  </a:lnTo>
                  <a:lnTo>
                    <a:pt x="1068686" y="10386"/>
                  </a:lnTo>
                  <a:lnTo>
                    <a:pt x="1076544" y="10473"/>
                  </a:lnTo>
                  <a:lnTo>
                    <a:pt x="1084402" y="10568"/>
                  </a:lnTo>
                  <a:lnTo>
                    <a:pt x="1092260" y="10634"/>
                  </a:lnTo>
                  <a:lnTo>
                    <a:pt x="1100118" y="10709"/>
                  </a:lnTo>
                  <a:lnTo>
                    <a:pt x="1107976" y="10747"/>
                  </a:lnTo>
                  <a:lnTo>
                    <a:pt x="1115834" y="10853"/>
                  </a:lnTo>
                  <a:lnTo>
                    <a:pt x="1123692" y="10940"/>
                  </a:lnTo>
                  <a:lnTo>
                    <a:pt x="1131550" y="11023"/>
                  </a:lnTo>
                  <a:lnTo>
                    <a:pt x="1139408" y="11091"/>
                  </a:lnTo>
                  <a:lnTo>
                    <a:pt x="1147266" y="11176"/>
                  </a:lnTo>
                  <a:lnTo>
                    <a:pt x="1155124" y="11232"/>
                  </a:lnTo>
                  <a:lnTo>
                    <a:pt x="1162982" y="11281"/>
                  </a:lnTo>
                  <a:lnTo>
                    <a:pt x="1170840" y="11364"/>
                  </a:lnTo>
                  <a:lnTo>
                    <a:pt x="1178698" y="11453"/>
                  </a:lnTo>
                  <a:lnTo>
                    <a:pt x="1186556" y="11496"/>
                  </a:lnTo>
                  <a:lnTo>
                    <a:pt x="1194414" y="11546"/>
                  </a:lnTo>
                  <a:lnTo>
                    <a:pt x="1202272" y="11629"/>
                  </a:lnTo>
                  <a:lnTo>
                    <a:pt x="1210130" y="11702"/>
                  </a:lnTo>
                  <a:lnTo>
                    <a:pt x="1217988" y="11751"/>
                  </a:lnTo>
                  <a:lnTo>
                    <a:pt x="1225846" y="11785"/>
                  </a:lnTo>
                  <a:lnTo>
                    <a:pt x="1233704" y="11868"/>
                  </a:lnTo>
                  <a:lnTo>
                    <a:pt x="1241562" y="11940"/>
                  </a:lnTo>
                  <a:lnTo>
                    <a:pt x="1249420" y="12019"/>
                  </a:lnTo>
                  <a:lnTo>
                    <a:pt x="1257278" y="12067"/>
                  </a:lnTo>
                  <a:lnTo>
                    <a:pt x="1265136" y="12126"/>
                  </a:lnTo>
                  <a:lnTo>
                    <a:pt x="1272994" y="12216"/>
                  </a:lnTo>
                  <a:lnTo>
                    <a:pt x="1280852" y="12256"/>
                  </a:lnTo>
                  <a:lnTo>
                    <a:pt x="1288710" y="12312"/>
                  </a:lnTo>
                  <a:lnTo>
                    <a:pt x="1296568" y="12332"/>
                  </a:lnTo>
                  <a:lnTo>
                    <a:pt x="1304426" y="12386"/>
                  </a:lnTo>
                  <a:lnTo>
                    <a:pt x="1312284" y="12453"/>
                  </a:lnTo>
                  <a:lnTo>
                    <a:pt x="1320142" y="12543"/>
                  </a:lnTo>
                  <a:lnTo>
                    <a:pt x="1328000" y="12604"/>
                  </a:lnTo>
                  <a:lnTo>
                    <a:pt x="1335858" y="12652"/>
                  </a:lnTo>
                  <a:lnTo>
                    <a:pt x="1343716" y="12698"/>
                  </a:lnTo>
                  <a:lnTo>
                    <a:pt x="1351574" y="12763"/>
                  </a:lnTo>
                  <a:lnTo>
                    <a:pt x="1359432" y="12846"/>
                  </a:lnTo>
                  <a:lnTo>
                    <a:pt x="1367290" y="12937"/>
                  </a:lnTo>
                  <a:lnTo>
                    <a:pt x="1375148" y="12987"/>
                  </a:lnTo>
                  <a:lnTo>
                    <a:pt x="1383006" y="13014"/>
                  </a:lnTo>
                  <a:lnTo>
                    <a:pt x="1390864" y="13067"/>
                  </a:lnTo>
                  <a:lnTo>
                    <a:pt x="1398722" y="13137"/>
                  </a:lnTo>
                  <a:lnTo>
                    <a:pt x="1406580" y="13203"/>
                  </a:lnTo>
                  <a:lnTo>
                    <a:pt x="1414438" y="13253"/>
                  </a:lnTo>
                  <a:lnTo>
                    <a:pt x="1422296" y="13304"/>
                  </a:lnTo>
                  <a:lnTo>
                    <a:pt x="1430154" y="13351"/>
                  </a:lnTo>
                  <a:lnTo>
                    <a:pt x="1438012" y="13431"/>
                  </a:lnTo>
                  <a:lnTo>
                    <a:pt x="1445870" y="13484"/>
                  </a:lnTo>
                  <a:lnTo>
                    <a:pt x="1453728" y="13546"/>
                  </a:lnTo>
                  <a:lnTo>
                    <a:pt x="1461586" y="13611"/>
                  </a:lnTo>
                  <a:lnTo>
                    <a:pt x="1469444" y="13656"/>
                  </a:lnTo>
                  <a:lnTo>
                    <a:pt x="1477302" y="13714"/>
                  </a:lnTo>
                  <a:lnTo>
                    <a:pt x="1485160" y="13784"/>
                  </a:lnTo>
                  <a:lnTo>
                    <a:pt x="1493018" y="13861"/>
                  </a:lnTo>
                  <a:lnTo>
                    <a:pt x="1500876" y="13929"/>
                  </a:lnTo>
                  <a:lnTo>
                    <a:pt x="1508734" y="14007"/>
                  </a:lnTo>
                  <a:lnTo>
                    <a:pt x="1516592" y="14068"/>
                  </a:lnTo>
                  <a:lnTo>
                    <a:pt x="1524450" y="14123"/>
                  </a:lnTo>
                  <a:lnTo>
                    <a:pt x="1532308" y="14159"/>
                  </a:lnTo>
                  <a:lnTo>
                    <a:pt x="1540166" y="14227"/>
                  </a:lnTo>
                  <a:lnTo>
                    <a:pt x="1548024" y="14273"/>
                  </a:lnTo>
                  <a:lnTo>
                    <a:pt x="1555882" y="14333"/>
                  </a:lnTo>
                  <a:lnTo>
                    <a:pt x="1563740" y="14406"/>
                  </a:lnTo>
                  <a:lnTo>
                    <a:pt x="1571598" y="14468"/>
                  </a:lnTo>
                  <a:lnTo>
                    <a:pt x="1579456" y="14547"/>
                  </a:lnTo>
                  <a:lnTo>
                    <a:pt x="1587314" y="14605"/>
                  </a:lnTo>
                  <a:lnTo>
                    <a:pt x="1595172" y="14687"/>
                  </a:lnTo>
                  <a:lnTo>
                    <a:pt x="1603030" y="14753"/>
                  </a:lnTo>
                  <a:lnTo>
                    <a:pt x="1610888" y="14827"/>
                  </a:lnTo>
                  <a:lnTo>
                    <a:pt x="1618746" y="14897"/>
                  </a:lnTo>
                  <a:lnTo>
                    <a:pt x="1626604" y="14934"/>
                  </a:lnTo>
                  <a:lnTo>
                    <a:pt x="1634462" y="14962"/>
                  </a:lnTo>
                  <a:lnTo>
                    <a:pt x="1642320" y="15017"/>
                  </a:lnTo>
                  <a:lnTo>
                    <a:pt x="1650178" y="15084"/>
                  </a:lnTo>
                  <a:lnTo>
                    <a:pt x="1658036" y="15144"/>
                  </a:lnTo>
                  <a:lnTo>
                    <a:pt x="1665894" y="15203"/>
                  </a:lnTo>
                  <a:lnTo>
                    <a:pt x="1673752" y="15222"/>
                  </a:lnTo>
                  <a:lnTo>
                    <a:pt x="1681610" y="15297"/>
                  </a:lnTo>
                  <a:lnTo>
                    <a:pt x="1689468" y="15346"/>
                  </a:lnTo>
                  <a:lnTo>
                    <a:pt x="1697326" y="15400"/>
                  </a:lnTo>
                  <a:lnTo>
                    <a:pt x="1705184" y="15433"/>
                  </a:lnTo>
                  <a:lnTo>
                    <a:pt x="1713042" y="15493"/>
                  </a:lnTo>
                  <a:lnTo>
                    <a:pt x="1720900" y="15539"/>
                  </a:lnTo>
                  <a:lnTo>
                    <a:pt x="1728758" y="15578"/>
                  </a:lnTo>
                  <a:lnTo>
                    <a:pt x="1736616" y="15666"/>
                  </a:lnTo>
                  <a:lnTo>
                    <a:pt x="1744474" y="15701"/>
                  </a:lnTo>
                  <a:lnTo>
                    <a:pt x="1752332" y="15746"/>
                  </a:lnTo>
                  <a:lnTo>
                    <a:pt x="1760190" y="15783"/>
                  </a:lnTo>
                  <a:lnTo>
                    <a:pt x="1768048" y="15846"/>
                  </a:lnTo>
                  <a:lnTo>
                    <a:pt x="1775906" y="15906"/>
                  </a:lnTo>
                  <a:lnTo>
                    <a:pt x="1783764" y="15954"/>
                  </a:lnTo>
                  <a:lnTo>
                    <a:pt x="1791622" y="16010"/>
                  </a:lnTo>
                  <a:lnTo>
                    <a:pt x="1799480" y="16064"/>
                  </a:lnTo>
                  <a:lnTo>
                    <a:pt x="1807338" y="16110"/>
                  </a:lnTo>
                  <a:lnTo>
                    <a:pt x="1815196" y="16179"/>
                  </a:lnTo>
                  <a:lnTo>
                    <a:pt x="1823054" y="16249"/>
                  </a:lnTo>
                  <a:lnTo>
                    <a:pt x="1830912" y="16320"/>
                  </a:lnTo>
                  <a:lnTo>
                    <a:pt x="1838770" y="16375"/>
                  </a:lnTo>
                  <a:lnTo>
                    <a:pt x="1846628" y="16412"/>
                  </a:lnTo>
                  <a:lnTo>
                    <a:pt x="1854486" y="16463"/>
                  </a:lnTo>
                  <a:lnTo>
                    <a:pt x="1862344" y="16512"/>
                  </a:lnTo>
                  <a:lnTo>
                    <a:pt x="1870202" y="16573"/>
                  </a:lnTo>
                  <a:lnTo>
                    <a:pt x="1878060" y="16653"/>
                  </a:lnTo>
                  <a:lnTo>
                    <a:pt x="1885918" y="16711"/>
                  </a:lnTo>
                  <a:lnTo>
                    <a:pt x="1893776" y="16771"/>
                  </a:lnTo>
                  <a:lnTo>
                    <a:pt x="1901634" y="16820"/>
                  </a:lnTo>
                  <a:lnTo>
                    <a:pt x="1909492" y="16852"/>
                  </a:lnTo>
                  <a:lnTo>
                    <a:pt x="1917350" y="16885"/>
                  </a:lnTo>
                  <a:lnTo>
                    <a:pt x="1925208" y="16917"/>
                  </a:lnTo>
                  <a:lnTo>
                    <a:pt x="1933066" y="16953"/>
                  </a:lnTo>
                  <a:lnTo>
                    <a:pt x="1940924" y="17001"/>
                  </a:lnTo>
                  <a:lnTo>
                    <a:pt x="1948782" y="17049"/>
                  </a:lnTo>
                  <a:lnTo>
                    <a:pt x="1956640" y="17089"/>
                  </a:lnTo>
                  <a:lnTo>
                    <a:pt x="1964498" y="17133"/>
                  </a:lnTo>
                  <a:lnTo>
                    <a:pt x="1972356" y="17181"/>
                  </a:lnTo>
                  <a:lnTo>
                    <a:pt x="1980214" y="17233"/>
                  </a:lnTo>
                  <a:lnTo>
                    <a:pt x="1988072" y="17273"/>
                  </a:lnTo>
                  <a:lnTo>
                    <a:pt x="1995930" y="17300"/>
                  </a:lnTo>
                  <a:lnTo>
                    <a:pt x="2003788" y="17348"/>
                  </a:lnTo>
                  <a:lnTo>
                    <a:pt x="2011646" y="17384"/>
                  </a:lnTo>
                  <a:lnTo>
                    <a:pt x="2019504" y="17446"/>
                  </a:lnTo>
                  <a:lnTo>
                    <a:pt x="2027362" y="17486"/>
                  </a:lnTo>
                  <a:lnTo>
                    <a:pt x="2035220" y="17526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6"/>
            <p:cNvSpPr/>
            <p:nvPr/>
          </p:nvSpPr>
          <p:spPr>
            <a:xfrm>
              <a:off x="1186414" y="4936431"/>
              <a:ext cx="2035220" cy="8230"/>
            </a:xfrm>
            <a:custGeom>
              <a:avLst/>
              <a:pathLst>
                <a:path w="2035220" h="8230">
                  <a:moveTo>
                    <a:pt x="0" y="0"/>
                  </a:moveTo>
                  <a:lnTo>
                    <a:pt x="7857" y="37"/>
                  </a:lnTo>
                  <a:lnTo>
                    <a:pt x="15715" y="108"/>
                  </a:lnTo>
                  <a:lnTo>
                    <a:pt x="23573" y="172"/>
                  </a:lnTo>
                  <a:lnTo>
                    <a:pt x="31431" y="235"/>
                  </a:lnTo>
                  <a:lnTo>
                    <a:pt x="39289" y="330"/>
                  </a:lnTo>
                  <a:lnTo>
                    <a:pt x="47147" y="353"/>
                  </a:lnTo>
                  <a:lnTo>
                    <a:pt x="55005" y="405"/>
                  </a:lnTo>
                  <a:lnTo>
                    <a:pt x="62863" y="454"/>
                  </a:lnTo>
                  <a:lnTo>
                    <a:pt x="70721" y="445"/>
                  </a:lnTo>
                  <a:lnTo>
                    <a:pt x="78579" y="452"/>
                  </a:lnTo>
                  <a:lnTo>
                    <a:pt x="86437" y="496"/>
                  </a:lnTo>
                  <a:lnTo>
                    <a:pt x="94295" y="528"/>
                  </a:lnTo>
                  <a:lnTo>
                    <a:pt x="102153" y="556"/>
                  </a:lnTo>
                  <a:lnTo>
                    <a:pt x="110011" y="590"/>
                  </a:lnTo>
                  <a:lnTo>
                    <a:pt x="117869" y="619"/>
                  </a:lnTo>
                  <a:lnTo>
                    <a:pt x="125727" y="674"/>
                  </a:lnTo>
                  <a:lnTo>
                    <a:pt x="133585" y="635"/>
                  </a:lnTo>
                  <a:lnTo>
                    <a:pt x="141443" y="648"/>
                  </a:lnTo>
                  <a:lnTo>
                    <a:pt x="149301" y="705"/>
                  </a:lnTo>
                  <a:lnTo>
                    <a:pt x="157159" y="701"/>
                  </a:lnTo>
                  <a:lnTo>
                    <a:pt x="165017" y="747"/>
                  </a:lnTo>
                  <a:lnTo>
                    <a:pt x="172875" y="860"/>
                  </a:lnTo>
                  <a:lnTo>
                    <a:pt x="180733" y="951"/>
                  </a:lnTo>
                  <a:lnTo>
                    <a:pt x="188591" y="997"/>
                  </a:lnTo>
                  <a:lnTo>
                    <a:pt x="196449" y="1025"/>
                  </a:lnTo>
                  <a:lnTo>
                    <a:pt x="204307" y="993"/>
                  </a:lnTo>
                  <a:lnTo>
                    <a:pt x="212165" y="988"/>
                  </a:lnTo>
                  <a:lnTo>
                    <a:pt x="220023" y="1044"/>
                  </a:lnTo>
                  <a:lnTo>
                    <a:pt x="227881" y="1102"/>
                  </a:lnTo>
                  <a:lnTo>
                    <a:pt x="235739" y="1148"/>
                  </a:lnTo>
                  <a:lnTo>
                    <a:pt x="243597" y="1124"/>
                  </a:lnTo>
                  <a:lnTo>
                    <a:pt x="251455" y="1134"/>
                  </a:lnTo>
                  <a:lnTo>
                    <a:pt x="259313" y="1158"/>
                  </a:lnTo>
                  <a:lnTo>
                    <a:pt x="267171" y="1207"/>
                  </a:lnTo>
                  <a:lnTo>
                    <a:pt x="275029" y="1265"/>
                  </a:lnTo>
                  <a:lnTo>
                    <a:pt x="282887" y="1296"/>
                  </a:lnTo>
                  <a:lnTo>
                    <a:pt x="290745" y="1358"/>
                  </a:lnTo>
                  <a:lnTo>
                    <a:pt x="298603" y="1446"/>
                  </a:lnTo>
                  <a:lnTo>
                    <a:pt x="306461" y="1504"/>
                  </a:lnTo>
                  <a:lnTo>
                    <a:pt x="314319" y="1567"/>
                  </a:lnTo>
                  <a:lnTo>
                    <a:pt x="322177" y="1632"/>
                  </a:lnTo>
                  <a:lnTo>
                    <a:pt x="330035" y="1719"/>
                  </a:lnTo>
                  <a:lnTo>
                    <a:pt x="337893" y="1800"/>
                  </a:lnTo>
                  <a:lnTo>
                    <a:pt x="345751" y="1870"/>
                  </a:lnTo>
                  <a:lnTo>
                    <a:pt x="353609" y="1934"/>
                  </a:lnTo>
                  <a:lnTo>
                    <a:pt x="361467" y="1990"/>
                  </a:lnTo>
                  <a:lnTo>
                    <a:pt x="369325" y="2037"/>
                  </a:lnTo>
                  <a:lnTo>
                    <a:pt x="377183" y="2086"/>
                  </a:lnTo>
                  <a:lnTo>
                    <a:pt x="385041" y="2158"/>
                  </a:lnTo>
                  <a:lnTo>
                    <a:pt x="392899" y="2197"/>
                  </a:lnTo>
                  <a:lnTo>
                    <a:pt x="400757" y="2233"/>
                  </a:lnTo>
                  <a:lnTo>
                    <a:pt x="408615" y="2281"/>
                  </a:lnTo>
                  <a:lnTo>
                    <a:pt x="416473" y="2285"/>
                  </a:lnTo>
                  <a:lnTo>
                    <a:pt x="424331" y="2248"/>
                  </a:lnTo>
                  <a:lnTo>
                    <a:pt x="432189" y="2319"/>
                  </a:lnTo>
                  <a:lnTo>
                    <a:pt x="440047" y="2398"/>
                  </a:lnTo>
                  <a:lnTo>
                    <a:pt x="447905" y="2404"/>
                  </a:lnTo>
                  <a:lnTo>
                    <a:pt x="455763" y="2422"/>
                  </a:lnTo>
                  <a:lnTo>
                    <a:pt x="463621" y="2474"/>
                  </a:lnTo>
                  <a:lnTo>
                    <a:pt x="471479" y="2476"/>
                  </a:lnTo>
                  <a:lnTo>
                    <a:pt x="479337" y="2559"/>
                  </a:lnTo>
                  <a:lnTo>
                    <a:pt x="487195" y="2598"/>
                  </a:lnTo>
                  <a:lnTo>
                    <a:pt x="495053" y="2666"/>
                  </a:lnTo>
                  <a:lnTo>
                    <a:pt x="502911" y="2751"/>
                  </a:lnTo>
                  <a:lnTo>
                    <a:pt x="510769" y="2762"/>
                  </a:lnTo>
                  <a:lnTo>
                    <a:pt x="518627" y="2801"/>
                  </a:lnTo>
                  <a:lnTo>
                    <a:pt x="526485" y="2857"/>
                  </a:lnTo>
                  <a:lnTo>
                    <a:pt x="534343" y="2876"/>
                  </a:lnTo>
                  <a:lnTo>
                    <a:pt x="542201" y="2869"/>
                  </a:lnTo>
                  <a:lnTo>
                    <a:pt x="550059" y="2890"/>
                  </a:lnTo>
                  <a:lnTo>
                    <a:pt x="557917" y="2887"/>
                  </a:lnTo>
                  <a:lnTo>
                    <a:pt x="565775" y="2913"/>
                  </a:lnTo>
                  <a:lnTo>
                    <a:pt x="573633" y="2896"/>
                  </a:lnTo>
                  <a:lnTo>
                    <a:pt x="581491" y="2892"/>
                  </a:lnTo>
                  <a:lnTo>
                    <a:pt x="589349" y="2938"/>
                  </a:lnTo>
                  <a:lnTo>
                    <a:pt x="597207" y="2940"/>
                  </a:lnTo>
                  <a:lnTo>
                    <a:pt x="605065" y="3036"/>
                  </a:lnTo>
                  <a:lnTo>
                    <a:pt x="612923" y="3109"/>
                  </a:lnTo>
                  <a:lnTo>
                    <a:pt x="620781" y="3188"/>
                  </a:lnTo>
                  <a:lnTo>
                    <a:pt x="628639" y="3237"/>
                  </a:lnTo>
                  <a:lnTo>
                    <a:pt x="636497" y="3276"/>
                  </a:lnTo>
                  <a:lnTo>
                    <a:pt x="644355" y="3307"/>
                  </a:lnTo>
                  <a:lnTo>
                    <a:pt x="652213" y="3408"/>
                  </a:lnTo>
                  <a:lnTo>
                    <a:pt x="660071" y="3443"/>
                  </a:lnTo>
                  <a:lnTo>
                    <a:pt x="667929" y="3469"/>
                  </a:lnTo>
                  <a:lnTo>
                    <a:pt x="675787" y="3468"/>
                  </a:lnTo>
                  <a:lnTo>
                    <a:pt x="683645" y="3482"/>
                  </a:lnTo>
                  <a:lnTo>
                    <a:pt x="691503" y="3535"/>
                  </a:lnTo>
                  <a:lnTo>
                    <a:pt x="699361" y="3592"/>
                  </a:lnTo>
                  <a:lnTo>
                    <a:pt x="707219" y="3628"/>
                  </a:lnTo>
                  <a:lnTo>
                    <a:pt x="715077" y="3667"/>
                  </a:lnTo>
                  <a:lnTo>
                    <a:pt x="722935" y="3659"/>
                  </a:lnTo>
                  <a:lnTo>
                    <a:pt x="730793" y="3726"/>
                  </a:lnTo>
                  <a:lnTo>
                    <a:pt x="738651" y="3756"/>
                  </a:lnTo>
                  <a:lnTo>
                    <a:pt x="746509" y="3808"/>
                  </a:lnTo>
                  <a:lnTo>
                    <a:pt x="754367" y="3858"/>
                  </a:lnTo>
                  <a:lnTo>
                    <a:pt x="762225" y="3912"/>
                  </a:lnTo>
                  <a:lnTo>
                    <a:pt x="770083" y="3935"/>
                  </a:lnTo>
                  <a:lnTo>
                    <a:pt x="777941" y="3942"/>
                  </a:lnTo>
                  <a:lnTo>
                    <a:pt x="785799" y="3989"/>
                  </a:lnTo>
                  <a:lnTo>
                    <a:pt x="793657" y="4009"/>
                  </a:lnTo>
                  <a:lnTo>
                    <a:pt x="801515" y="4039"/>
                  </a:lnTo>
                  <a:lnTo>
                    <a:pt x="809373" y="4034"/>
                  </a:lnTo>
                  <a:lnTo>
                    <a:pt x="817231" y="4002"/>
                  </a:lnTo>
                  <a:lnTo>
                    <a:pt x="825089" y="4015"/>
                  </a:lnTo>
                  <a:lnTo>
                    <a:pt x="832947" y="4072"/>
                  </a:lnTo>
                  <a:lnTo>
                    <a:pt x="840805" y="4152"/>
                  </a:lnTo>
                  <a:lnTo>
                    <a:pt x="848663" y="4192"/>
                  </a:lnTo>
                  <a:lnTo>
                    <a:pt x="856521" y="4225"/>
                  </a:lnTo>
                  <a:lnTo>
                    <a:pt x="864379" y="4244"/>
                  </a:lnTo>
                  <a:lnTo>
                    <a:pt x="872237" y="4263"/>
                  </a:lnTo>
                  <a:lnTo>
                    <a:pt x="880095" y="4297"/>
                  </a:lnTo>
                  <a:lnTo>
                    <a:pt x="887953" y="4380"/>
                  </a:lnTo>
                  <a:lnTo>
                    <a:pt x="895811" y="4394"/>
                  </a:lnTo>
                  <a:lnTo>
                    <a:pt x="903669" y="4417"/>
                  </a:lnTo>
                  <a:lnTo>
                    <a:pt x="911527" y="4476"/>
                  </a:lnTo>
                  <a:lnTo>
                    <a:pt x="919385" y="4474"/>
                  </a:lnTo>
                  <a:lnTo>
                    <a:pt x="927243" y="4470"/>
                  </a:lnTo>
                  <a:lnTo>
                    <a:pt x="935101" y="4464"/>
                  </a:lnTo>
                  <a:lnTo>
                    <a:pt x="942959" y="4495"/>
                  </a:lnTo>
                  <a:lnTo>
                    <a:pt x="950817" y="4496"/>
                  </a:lnTo>
                  <a:lnTo>
                    <a:pt x="958675" y="4518"/>
                  </a:lnTo>
                  <a:lnTo>
                    <a:pt x="966533" y="4567"/>
                  </a:lnTo>
                  <a:lnTo>
                    <a:pt x="974391" y="4584"/>
                  </a:lnTo>
                  <a:lnTo>
                    <a:pt x="982249" y="4612"/>
                  </a:lnTo>
                  <a:lnTo>
                    <a:pt x="990107" y="4628"/>
                  </a:lnTo>
                  <a:lnTo>
                    <a:pt x="997965" y="4628"/>
                  </a:lnTo>
                  <a:lnTo>
                    <a:pt x="1005823" y="4670"/>
                  </a:lnTo>
                  <a:lnTo>
                    <a:pt x="1013681" y="4687"/>
                  </a:lnTo>
                  <a:lnTo>
                    <a:pt x="1021539" y="4720"/>
                  </a:lnTo>
                  <a:lnTo>
                    <a:pt x="1029397" y="4766"/>
                  </a:lnTo>
                  <a:lnTo>
                    <a:pt x="1037254" y="4825"/>
                  </a:lnTo>
                  <a:lnTo>
                    <a:pt x="1045112" y="4852"/>
                  </a:lnTo>
                  <a:lnTo>
                    <a:pt x="1052970" y="4910"/>
                  </a:lnTo>
                  <a:lnTo>
                    <a:pt x="1060828" y="4956"/>
                  </a:lnTo>
                  <a:lnTo>
                    <a:pt x="1068686" y="5008"/>
                  </a:lnTo>
                  <a:lnTo>
                    <a:pt x="1076544" y="5044"/>
                  </a:lnTo>
                  <a:lnTo>
                    <a:pt x="1084402" y="5068"/>
                  </a:lnTo>
                  <a:lnTo>
                    <a:pt x="1092260" y="5127"/>
                  </a:lnTo>
                  <a:lnTo>
                    <a:pt x="1100118" y="5165"/>
                  </a:lnTo>
                  <a:lnTo>
                    <a:pt x="1107976" y="5188"/>
                  </a:lnTo>
                  <a:lnTo>
                    <a:pt x="1115834" y="5211"/>
                  </a:lnTo>
                  <a:lnTo>
                    <a:pt x="1123692" y="5274"/>
                  </a:lnTo>
                  <a:lnTo>
                    <a:pt x="1131550" y="5342"/>
                  </a:lnTo>
                  <a:lnTo>
                    <a:pt x="1139408" y="5369"/>
                  </a:lnTo>
                  <a:lnTo>
                    <a:pt x="1147266" y="5400"/>
                  </a:lnTo>
                  <a:lnTo>
                    <a:pt x="1155124" y="5434"/>
                  </a:lnTo>
                  <a:lnTo>
                    <a:pt x="1162982" y="5479"/>
                  </a:lnTo>
                  <a:lnTo>
                    <a:pt x="1170840" y="5505"/>
                  </a:lnTo>
                  <a:lnTo>
                    <a:pt x="1178698" y="5524"/>
                  </a:lnTo>
                  <a:lnTo>
                    <a:pt x="1186556" y="5549"/>
                  </a:lnTo>
                  <a:lnTo>
                    <a:pt x="1194414" y="5572"/>
                  </a:lnTo>
                  <a:lnTo>
                    <a:pt x="1202272" y="5615"/>
                  </a:lnTo>
                  <a:lnTo>
                    <a:pt x="1210130" y="5658"/>
                  </a:lnTo>
                  <a:lnTo>
                    <a:pt x="1217988" y="5700"/>
                  </a:lnTo>
                  <a:lnTo>
                    <a:pt x="1225846" y="5736"/>
                  </a:lnTo>
                  <a:lnTo>
                    <a:pt x="1233704" y="5764"/>
                  </a:lnTo>
                  <a:lnTo>
                    <a:pt x="1241562" y="5767"/>
                  </a:lnTo>
                  <a:lnTo>
                    <a:pt x="1249420" y="5808"/>
                  </a:lnTo>
                  <a:lnTo>
                    <a:pt x="1257278" y="5876"/>
                  </a:lnTo>
                  <a:lnTo>
                    <a:pt x="1265136" y="5932"/>
                  </a:lnTo>
                  <a:lnTo>
                    <a:pt x="1272994" y="5957"/>
                  </a:lnTo>
                  <a:lnTo>
                    <a:pt x="1280852" y="5990"/>
                  </a:lnTo>
                  <a:lnTo>
                    <a:pt x="1288710" y="6013"/>
                  </a:lnTo>
                  <a:lnTo>
                    <a:pt x="1296568" y="6057"/>
                  </a:lnTo>
                  <a:lnTo>
                    <a:pt x="1304426" y="6097"/>
                  </a:lnTo>
                  <a:lnTo>
                    <a:pt x="1312284" y="6131"/>
                  </a:lnTo>
                  <a:lnTo>
                    <a:pt x="1320142" y="6159"/>
                  </a:lnTo>
                  <a:lnTo>
                    <a:pt x="1328000" y="6161"/>
                  </a:lnTo>
                  <a:lnTo>
                    <a:pt x="1335858" y="6159"/>
                  </a:lnTo>
                  <a:lnTo>
                    <a:pt x="1343716" y="6188"/>
                  </a:lnTo>
                  <a:lnTo>
                    <a:pt x="1351574" y="6242"/>
                  </a:lnTo>
                  <a:lnTo>
                    <a:pt x="1359432" y="6296"/>
                  </a:lnTo>
                  <a:lnTo>
                    <a:pt x="1367290" y="6297"/>
                  </a:lnTo>
                  <a:lnTo>
                    <a:pt x="1375148" y="6315"/>
                  </a:lnTo>
                  <a:lnTo>
                    <a:pt x="1383006" y="6346"/>
                  </a:lnTo>
                  <a:lnTo>
                    <a:pt x="1390864" y="6377"/>
                  </a:lnTo>
                  <a:lnTo>
                    <a:pt x="1398722" y="6400"/>
                  </a:lnTo>
                  <a:lnTo>
                    <a:pt x="1406580" y="6414"/>
                  </a:lnTo>
                  <a:lnTo>
                    <a:pt x="1414438" y="6434"/>
                  </a:lnTo>
                  <a:lnTo>
                    <a:pt x="1422296" y="6462"/>
                  </a:lnTo>
                  <a:lnTo>
                    <a:pt x="1430154" y="6489"/>
                  </a:lnTo>
                  <a:lnTo>
                    <a:pt x="1438012" y="6495"/>
                  </a:lnTo>
                  <a:lnTo>
                    <a:pt x="1445870" y="6507"/>
                  </a:lnTo>
                  <a:lnTo>
                    <a:pt x="1453728" y="6538"/>
                  </a:lnTo>
                  <a:lnTo>
                    <a:pt x="1461586" y="6559"/>
                  </a:lnTo>
                  <a:lnTo>
                    <a:pt x="1469444" y="6616"/>
                  </a:lnTo>
                  <a:lnTo>
                    <a:pt x="1477302" y="6705"/>
                  </a:lnTo>
                  <a:lnTo>
                    <a:pt x="1485160" y="6744"/>
                  </a:lnTo>
                  <a:lnTo>
                    <a:pt x="1493018" y="6735"/>
                  </a:lnTo>
                  <a:lnTo>
                    <a:pt x="1500876" y="6752"/>
                  </a:lnTo>
                  <a:lnTo>
                    <a:pt x="1508734" y="6810"/>
                  </a:lnTo>
                  <a:lnTo>
                    <a:pt x="1516592" y="6851"/>
                  </a:lnTo>
                  <a:lnTo>
                    <a:pt x="1524450" y="6870"/>
                  </a:lnTo>
                  <a:lnTo>
                    <a:pt x="1532308" y="6915"/>
                  </a:lnTo>
                  <a:lnTo>
                    <a:pt x="1540166" y="6968"/>
                  </a:lnTo>
                  <a:lnTo>
                    <a:pt x="1548024" y="7001"/>
                  </a:lnTo>
                  <a:lnTo>
                    <a:pt x="1555882" y="7020"/>
                  </a:lnTo>
                  <a:lnTo>
                    <a:pt x="1563740" y="7021"/>
                  </a:lnTo>
                  <a:lnTo>
                    <a:pt x="1571598" y="7033"/>
                  </a:lnTo>
                  <a:lnTo>
                    <a:pt x="1579456" y="7083"/>
                  </a:lnTo>
                  <a:lnTo>
                    <a:pt x="1587314" y="7095"/>
                  </a:lnTo>
                  <a:lnTo>
                    <a:pt x="1595172" y="7113"/>
                  </a:lnTo>
                  <a:lnTo>
                    <a:pt x="1603030" y="7133"/>
                  </a:lnTo>
                  <a:lnTo>
                    <a:pt x="1610888" y="7160"/>
                  </a:lnTo>
                  <a:lnTo>
                    <a:pt x="1618746" y="7183"/>
                  </a:lnTo>
                  <a:lnTo>
                    <a:pt x="1626604" y="7211"/>
                  </a:lnTo>
                  <a:lnTo>
                    <a:pt x="1634462" y="7240"/>
                  </a:lnTo>
                  <a:lnTo>
                    <a:pt x="1642320" y="7269"/>
                  </a:lnTo>
                  <a:lnTo>
                    <a:pt x="1650178" y="7274"/>
                  </a:lnTo>
                  <a:lnTo>
                    <a:pt x="1658036" y="7283"/>
                  </a:lnTo>
                  <a:lnTo>
                    <a:pt x="1665894" y="7305"/>
                  </a:lnTo>
                  <a:lnTo>
                    <a:pt x="1673752" y="7341"/>
                  </a:lnTo>
                  <a:lnTo>
                    <a:pt x="1681610" y="7354"/>
                  </a:lnTo>
                  <a:lnTo>
                    <a:pt x="1689468" y="7378"/>
                  </a:lnTo>
                  <a:lnTo>
                    <a:pt x="1697326" y="7421"/>
                  </a:lnTo>
                  <a:lnTo>
                    <a:pt x="1705184" y="7469"/>
                  </a:lnTo>
                  <a:lnTo>
                    <a:pt x="1713042" y="7506"/>
                  </a:lnTo>
                  <a:lnTo>
                    <a:pt x="1720900" y="7507"/>
                  </a:lnTo>
                  <a:lnTo>
                    <a:pt x="1728758" y="7508"/>
                  </a:lnTo>
                  <a:lnTo>
                    <a:pt x="1736616" y="7513"/>
                  </a:lnTo>
                  <a:lnTo>
                    <a:pt x="1744474" y="7522"/>
                  </a:lnTo>
                  <a:lnTo>
                    <a:pt x="1752332" y="7550"/>
                  </a:lnTo>
                  <a:lnTo>
                    <a:pt x="1760190" y="7561"/>
                  </a:lnTo>
                  <a:lnTo>
                    <a:pt x="1768048" y="7585"/>
                  </a:lnTo>
                  <a:lnTo>
                    <a:pt x="1775906" y="7613"/>
                  </a:lnTo>
                  <a:lnTo>
                    <a:pt x="1783764" y="7642"/>
                  </a:lnTo>
                  <a:lnTo>
                    <a:pt x="1791622" y="7655"/>
                  </a:lnTo>
                  <a:lnTo>
                    <a:pt x="1799480" y="7673"/>
                  </a:lnTo>
                  <a:lnTo>
                    <a:pt x="1807338" y="7702"/>
                  </a:lnTo>
                  <a:lnTo>
                    <a:pt x="1815196" y="7730"/>
                  </a:lnTo>
                  <a:lnTo>
                    <a:pt x="1823054" y="7759"/>
                  </a:lnTo>
                  <a:lnTo>
                    <a:pt x="1830912" y="7812"/>
                  </a:lnTo>
                  <a:lnTo>
                    <a:pt x="1838770" y="7854"/>
                  </a:lnTo>
                  <a:lnTo>
                    <a:pt x="1846628" y="7871"/>
                  </a:lnTo>
                  <a:lnTo>
                    <a:pt x="1854486" y="7894"/>
                  </a:lnTo>
                  <a:lnTo>
                    <a:pt x="1862344" y="7920"/>
                  </a:lnTo>
                  <a:lnTo>
                    <a:pt x="1870202" y="7938"/>
                  </a:lnTo>
                  <a:lnTo>
                    <a:pt x="1878060" y="7941"/>
                  </a:lnTo>
                  <a:lnTo>
                    <a:pt x="1885918" y="7951"/>
                  </a:lnTo>
                  <a:lnTo>
                    <a:pt x="1893776" y="7967"/>
                  </a:lnTo>
                  <a:lnTo>
                    <a:pt x="1901634" y="7983"/>
                  </a:lnTo>
                  <a:lnTo>
                    <a:pt x="1909492" y="7999"/>
                  </a:lnTo>
                  <a:lnTo>
                    <a:pt x="1917350" y="8016"/>
                  </a:lnTo>
                  <a:lnTo>
                    <a:pt x="1925208" y="8032"/>
                  </a:lnTo>
                  <a:lnTo>
                    <a:pt x="1933066" y="8026"/>
                  </a:lnTo>
                  <a:lnTo>
                    <a:pt x="1940924" y="8020"/>
                  </a:lnTo>
                  <a:lnTo>
                    <a:pt x="1948782" y="8027"/>
                  </a:lnTo>
                  <a:lnTo>
                    <a:pt x="1956640" y="8050"/>
                  </a:lnTo>
                  <a:lnTo>
                    <a:pt x="1964498" y="8083"/>
                  </a:lnTo>
                  <a:lnTo>
                    <a:pt x="1972356" y="8086"/>
                  </a:lnTo>
                  <a:lnTo>
                    <a:pt x="1980214" y="8086"/>
                  </a:lnTo>
                  <a:lnTo>
                    <a:pt x="1988072" y="8086"/>
                  </a:lnTo>
                  <a:lnTo>
                    <a:pt x="1995930" y="8100"/>
                  </a:lnTo>
                  <a:lnTo>
                    <a:pt x="2003788" y="8121"/>
                  </a:lnTo>
                  <a:lnTo>
                    <a:pt x="2011646" y="8141"/>
                  </a:lnTo>
                  <a:lnTo>
                    <a:pt x="2019504" y="8162"/>
                  </a:lnTo>
                  <a:lnTo>
                    <a:pt x="2027362" y="8188"/>
                  </a:lnTo>
                  <a:lnTo>
                    <a:pt x="2035220" y="823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rc97"/>
            <p:cNvSpPr/>
            <p:nvPr/>
          </p:nvSpPr>
          <p:spPr>
            <a:xfrm>
              <a:off x="1084653" y="4247864"/>
              <a:ext cx="2238742" cy="742778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98"/>
            <p:cNvSpPr/>
            <p:nvPr/>
          </p:nvSpPr>
          <p:spPr>
            <a:xfrm>
              <a:off x="3506275" y="2396548"/>
              <a:ext cx="2238742" cy="7427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3506275" y="3105564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3506275" y="2880989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3506275" y="2656413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3506275" y="2431837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3524605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4044449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4564293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5084137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5603981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8"/>
            <p:cNvSpPr/>
            <p:nvPr/>
          </p:nvSpPr>
          <p:spPr>
            <a:xfrm>
              <a:off x="3608036" y="3083775"/>
              <a:ext cx="2035220" cy="21701"/>
            </a:xfrm>
            <a:custGeom>
              <a:avLst/>
              <a:pathLst>
                <a:path w="2035220" h="21701">
                  <a:moveTo>
                    <a:pt x="0" y="21357"/>
                  </a:moveTo>
                  <a:lnTo>
                    <a:pt x="7857" y="21352"/>
                  </a:lnTo>
                  <a:lnTo>
                    <a:pt x="15715" y="21347"/>
                  </a:lnTo>
                  <a:lnTo>
                    <a:pt x="23573" y="21342"/>
                  </a:lnTo>
                  <a:lnTo>
                    <a:pt x="31431" y="21337"/>
                  </a:lnTo>
                  <a:lnTo>
                    <a:pt x="39289" y="21332"/>
                  </a:lnTo>
                  <a:lnTo>
                    <a:pt x="47147" y="21327"/>
                  </a:lnTo>
                  <a:lnTo>
                    <a:pt x="55005" y="21324"/>
                  </a:lnTo>
                  <a:lnTo>
                    <a:pt x="62863" y="21322"/>
                  </a:lnTo>
                  <a:lnTo>
                    <a:pt x="70721" y="21317"/>
                  </a:lnTo>
                  <a:lnTo>
                    <a:pt x="78579" y="21314"/>
                  </a:lnTo>
                  <a:lnTo>
                    <a:pt x="86437" y="21313"/>
                  </a:lnTo>
                  <a:lnTo>
                    <a:pt x="94295" y="21309"/>
                  </a:lnTo>
                  <a:lnTo>
                    <a:pt x="102153" y="21305"/>
                  </a:lnTo>
                  <a:lnTo>
                    <a:pt x="110011" y="21302"/>
                  </a:lnTo>
                  <a:lnTo>
                    <a:pt x="117869" y="21294"/>
                  </a:lnTo>
                  <a:lnTo>
                    <a:pt x="125727" y="21288"/>
                  </a:lnTo>
                  <a:lnTo>
                    <a:pt x="133585" y="21283"/>
                  </a:lnTo>
                  <a:lnTo>
                    <a:pt x="141443" y="21278"/>
                  </a:lnTo>
                  <a:lnTo>
                    <a:pt x="149301" y="21274"/>
                  </a:lnTo>
                  <a:lnTo>
                    <a:pt x="157159" y="21270"/>
                  </a:lnTo>
                  <a:lnTo>
                    <a:pt x="165017" y="21266"/>
                  </a:lnTo>
                  <a:lnTo>
                    <a:pt x="172875" y="21262"/>
                  </a:lnTo>
                  <a:lnTo>
                    <a:pt x="180733" y="21258"/>
                  </a:lnTo>
                  <a:lnTo>
                    <a:pt x="188591" y="21254"/>
                  </a:lnTo>
                  <a:lnTo>
                    <a:pt x="196449" y="21249"/>
                  </a:lnTo>
                  <a:lnTo>
                    <a:pt x="204307" y="21244"/>
                  </a:lnTo>
                  <a:lnTo>
                    <a:pt x="212165" y="21240"/>
                  </a:lnTo>
                  <a:lnTo>
                    <a:pt x="220023" y="21235"/>
                  </a:lnTo>
                  <a:lnTo>
                    <a:pt x="227881" y="21230"/>
                  </a:lnTo>
                  <a:lnTo>
                    <a:pt x="235739" y="21224"/>
                  </a:lnTo>
                  <a:lnTo>
                    <a:pt x="243597" y="21220"/>
                  </a:lnTo>
                  <a:lnTo>
                    <a:pt x="251455" y="21212"/>
                  </a:lnTo>
                  <a:lnTo>
                    <a:pt x="259313" y="21207"/>
                  </a:lnTo>
                  <a:lnTo>
                    <a:pt x="267171" y="21200"/>
                  </a:lnTo>
                  <a:lnTo>
                    <a:pt x="275029" y="21196"/>
                  </a:lnTo>
                  <a:lnTo>
                    <a:pt x="282887" y="21190"/>
                  </a:lnTo>
                  <a:lnTo>
                    <a:pt x="290745" y="21184"/>
                  </a:lnTo>
                  <a:lnTo>
                    <a:pt x="298603" y="21181"/>
                  </a:lnTo>
                  <a:lnTo>
                    <a:pt x="306461" y="21171"/>
                  </a:lnTo>
                  <a:lnTo>
                    <a:pt x="314319" y="21160"/>
                  </a:lnTo>
                  <a:lnTo>
                    <a:pt x="322177" y="21150"/>
                  </a:lnTo>
                  <a:lnTo>
                    <a:pt x="330035" y="21141"/>
                  </a:lnTo>
                  <a:lnTo>
                    <a:pt x="337893" y="21135"/>
                  </a:lnTo>
                  <a:lnTo>
                    <a:pt x="345751" y="21123"/>
                  </a:lnTo>
                  <a:lnTo>
                    <a:pt x="353609" y="21111"/>
                  </a:lnTo>
                  <a:lnTo>
                    <a:pt x="361467" y="21102"/>
                  </a:lnTo>
                  <a:lnTo>
                    <a:pt x="369325" y="21094"/>
                  </a:lnTo>
                  <a:lnTo>
                    <a:pt x="377183" y="21088"/>
                  </a:lnTo>
                  <a:lnTo>
                    <a:pt x="385041" y="21079"/>
                  </a:lnTo>
                  <a:lnTo>
                    <a:pt x="392899" y="21071"/>
                  </a:lnTo>
                  <a:lnTo>
                    <a:pt x="400757" y="21063"/>
                  </a:lnTo>
                  <a:lnTo>
                    <a:pt x="408615" y="21057"/>
                  </a:lnTo>
                  <a:lnTo>
                    <a:pt x="416473" y="21050"/>
                  </a:lnTo>
                  <a:lnTo>
                    <a:pt x="424331" y="21041"/>
                  </a:lnTo>
                  <a:lnTo>
                    <a:pt x="432189" y="21034"/>
                  </a:lnTo>
                  <a:lnTo>
                    <a:pt x="440047" y="21026"/>
                  </a:lnTo>
                  <a:lnTo>
                    <a:pt x="447905" y="21018"/>
                  </a:lnTo>
                  <a:lnTo>
                    <a:pt x="455763" y="21005"/>
                  </a:lnTo>
                  <a:lnTo>
                    <a:pt x="463621" y="20995"/>
                  </a:lnTo>
                  <a:lnTo>
                    <a:pt x="471479" y="20991"/>
                  </a:lnTo>
                  <a:lnTo>
                    <a:pt x="479337" y="20983"/>
                  </a:lnTo>
                  <a:lnTo>
                    <a:pt x="487195" y="20974"/>
                  </a:lnTo>
                  <a:lnTo>
                    <a:pt x="495053" y="20963"/>
                  </a:lnTo>
                  <a:lnTo>
                    <a:pt x="502911" y="20955"/>
                  </a:lnTo>
                  <a:lnTo>
                    <a:pt x="510769" y="20947"/>
                  </a:lnTo>
                  <a:lnTo>
                    <a:pt x="518627" y="20937"/>
                  </a:lnTo>
                  <a:lnTo>
                    <a:pt x="526485" y="20928"/>
                  </a:lnTo>
                  <a:lnTo>
                    <a:pt x="534343" y="20918"/>
                  </a:lnTo>
                  <a:lnTo>
                    <a:pt x="542201" y="20910"/>
                  </a:lnTo>
                  <a:lnTo>
                    <a:pt x="550059" y="20896"/>
                  </a:lnTo>
                  <a:lnTo>
                    <a:pt x="557917" y="20888"/>
                  </a:lnTo>
                  <a:lnTo>
                    <a:pt x="565775" y="20875"/>
                  </a:lnTo>
                  <a:lnTo>
                    <a:pt x="573633" y="20863"/>
                  </a:lnTo>
                  <a:lnTo>
                    <a:pt x="581491" y="20850"/>
                  </a:lnTo>
                  <a:lnTo>
                    <a:pt x="589349" y="20838"/>
                  </a:lnTo>
                  <a:lnTo>
                    <a:pt x="597207" y="20826"/>
                  </a:lnTo>
                  <a:lnTo>
                    <a:pt x="605065" y="20815"/>
                  </a:lnTo>
                  <a:lnTo>
                    <a:pt x="612923" y="20803"/>
                  </a:lnTo>
                  <a:lnTo>
                    <a:pt x="620781" y="20790"/>
                  </a:lnTo>
                  <a:lnTo>
                    <a:pt x="628639" y="20775"/>
                  </a:lnTo>
                  <a:lnTo>
                    <a:pt x="636497" y="20760"/>
                  </a:lnTo>
                  <a:lnTo>
                    <a:pt x="644355" y="20746"/>
                  </a:lnTo>
                  <a:lnTo>
                    <a:pt x="652213" y="20736"/>
                  </a:lnTo>
                  <a:lnTo>
                    <a:pt x="660071" y="20725"/>
                  </a:lnTo>
                  <a:lnTo>
                    <a:pt x="667929" y="20711"/>
                  </a:lnTo>
                  <a:lnTo>
                    <a:pt x="675787" y="20694"/>
                  </a:lnTo>
                  <a:lnTo>
                    <a:pt x="683645" y="20679"/>
                  </a:lnTo>
                  <a:lnTo>
                    <a:pt x="691503" y="20663"/>
                  </a:lnTo>
                  <a:lnTo>
                    <a:pt x="699361" y="20651"/>
                  </a:lnTo>
                  <a:lnTo>
                    <a:pt x="707219" y="20634"/>
                  </a:lnTo>
                  <a:lnTo>
                    <a:pt x="715077" y="20615"/>
                  </a:lnTo>
                  <a:lnTo>
                    <a:pt x="722935" y="20596"/>
                  </a:lnTo>
                  <a:lnTo>
                    <a:pt x="730793" y="20578"/>
                  </a:lnTo>
                  <a:lnTo>
                    <a:pt x="738651" y="20559"/>
                  </a:lnTo>
                  <a:lnTo>
                    <a:pt x="746509" y="20543"/>
                  </a:lnTo>
                  <a:lnTo>
                    <a:pt x="754367" y="20523"/>
                  </a:lnTo>
                  <a:lnTo>
                    <a:pt x="762225" y="20504"/>
                  </a:lnTo>
                  <a:lnTo>
                    <a:pt x="770083" y="20485"/>
                  </a:lnTo>
                  <a:lnTo>
                    <a:pt x="777941" y="20472"/>
                  </a:lnTo>
                  <a:lnTo>
                    <a:pt x="785799" y="20453"/>
                  </a:lnTo>
                  <a:lnTo>
                    <a:pt x="793657" y="20433"/>
                  </a:lnTo>
                  <a:lnTo>
                    <a:pt x="801515" y="20413"/>
                  </a:lnTo>
                  <a:lnTo>
                    <a:pt x="809373" y="20386"/>
                  </a:lnTo>
                  <a:lnTo>
                    <a:pt x="817231" y="20364"/>
                  </a:lnTo>
                  <a:lnTo>
                    <a:pt x="825089" y="20338"/>
                  </a:lnTo>
                  <a:lnTo>
                    <a:pt x="832947" y="20319"/>
                  </a:lnTo>
                  <a:lnTo>
                    <a:pt x="840805" y="20301"/>
                  </a:lnTo>
                  <a:lnTo>
                    <a:pt x="848663" y="20279"/>
                  </a:lnTo>
                  <a:lnTo>
                    <a:pt x="856521" y="20256"/>
                  </a:lnTo>
                  <a:lnTo>
                    <a:pt x="864379" y="20230"/>
                  </a:lnTo>
                  <a:lnTo>
                    <a:pt x="872237" y="20208"/>
                  </a:lnTo>
                  <a:lnTo>
                    <a:pt x="880095" y="20185"/>
                  </a:lnTo>
                  <a:lnTo>
                    <a:pt x="887953" y="20158"/>
                  </a:lnTo>
                  <a:lnTo>
                    <a:pt x="895811" y="20124"/>
                  </a:lnTo>
                  <a:lnTo>
                    <a:pt x="903669" y="20092"/>
                  </a:lnTo>
                  <a:lnTo>
                    <a:pt x="911527" y="20062"/>
                  </a:lnTo>
                  <a:lnTo>
                    <a:pt x="919385" y="20032"/>
                  </a:lnTo>
                  <a:lnTo>
                    <a:pt x="927243" y="20003"/>
                  </a:lnTo>
                  <a:lnTo>
                    <a:pt x="935101" y="19976"/>
                  </a:lnTo>
                  <a:lnTo>
                    <a:pt x="942959" y="19951"/>
                  </a:lnTo>
                  <a:lnTo>
                    <a:pt x="950817" y="19921"/>
                  </a:lnTo>
                  <a:lnTo>
                    <a:pt x="958675" y="19889"/>
                  </a:lnTo>
                  <a:lnTo>
                    <a:pt x="966533" y="19855"/>
                  </a:lnTo>
                  <a:lnTo>
                    <a:pt x="974391" y="19824"/>
                  </a:lnTo>
                  <a:lnTo>
                    <a:pt x="982249" y="19793"/>
                  </a:lnTo>
                  <a:lnTo>
                    <a:pt x="990107" y="19761"/>
                  </a:lnTo>
                  <a:lnTo>
                    <a:pt x="997965" y="19729"/>
                  </a:lnTo>
                  <a:lnTo>
                    <a:pt x="1005823" y="19697"/>
                  </a:lnTo>
                  <a:lnTo>
                    <a:pt x="1013681" y="19664"/>
                  </a:lnTo>
                  <a:lnTo>
                    <a:pt x="1021539" y="19630"/>
                  </a:lnTo>
                  <a:lnTo>
                    <a:pt x="1029397" y="19596"/>
                  </a:lnTo>
                  <a:lnTo>
                    <a:pt x="1037254" y="19554"/>
                  </a:lnTo>
                  <a:lnTo>
                    <a:pt x="1045112" y="19515"/>
                  </a:lnTo>
                  <a:lnTo>
                    <a:pt x="1052970" y="19483"/>
                  </a:lnTo>
                  <a:lnTo>
                    <a:pt x="1060828" y="19451"/>
                  </a:lnTo>
                  <a:lnTo>
                    <a:pt x="1068686" y="19409"/>
                  </a:lnTo>
                  <a:lnTo>
                    <a:pt x="1076544" y="19371"/>
                  </a:lnTo>
                  <a:lnTo>
                    <a:pt x="1084402" y="19339"/>
                  </a:lnTo>
                  <a:lnTo>
                    <a:pt x="1092260" y="19302"/>
                  </a:lnTo>
                  <a:lnTo>
                    <a:pt x="1100118" y="19261"/>
                  </a:lnTo>
                  <a:lnTo>
                    <a:pt x="1107976" y="19223"/>
                  </a:lnTo>
                  <a:lnTo>
                    <a:pt x="1115834" y="19182"/>
                  </a:lnTo>
                  <a:lnTo>
                    <a:pt x="1123692" y="19139"/>
                  </a:lnTo>
                  <a:lnTo>
                    <a:pt x="1131550" y="19091"/>
                  </a:lnTo>
                  <a:lnTo>
                    <a:pt x="1139408" y="19042"/>
                  </a:lnTo>
                  <a:lnTo>
                    <a:pt x="1147266" y="18995"/>
                  </a:lnTo>
                  <a:lnTo>
                    <a:pt x="1155124" y="18957"/>
                  </a:lnTo>
                  <a:lnTo>
                    <a:pt x="1162982" y="18912"/>
                  </a:lnTo>
                  <a:lnTo>
                    <a:pt x="1170840" y="18869"/>
                  </a:lnTo>
                  <a:lnTo>
                    <a:pt x="1178698" y="18825"/>
                  </a:lnTo>
                  <a:lnTo>
                    <a:pt x="1186556" y="18777"/>
                  </a:lnTo>
                  <a:lnTo>
                    <a:pt x="1194414" y="18723"/>
                  </a:lnTo>
                  <a:lnTo>
                    <a:pt x="1202272" y="18668"/>
                  </a:lnTo>
                  <a:lnTo>
                    <a:pt x="1210130" y="18612"/>
                  </a:lnTo>
                  <a:lnTo>
                    <a:pt x="1217988" y="18551"/>
                  </a:lnTo>
                  <a:lnTo>
                    <a:pt x="1225846" y="18488"/>
                  </a:lnTo>
                  <a:lnTo>
                    <a:pt x="1233704" y="18424"/>
                  </a:lnTo>
                  <a:lnTo>
                    <a:pt x="1241562" y="18365"/>
                  </a:lnTo>
                  <a:lnTo>
                    <a:pt x="1249420" y="18314"/>
                  </a:lnTo>
                  <a:lnTo>
                    <a:pt x="1257278" y="18255"/>
                  </a:lnTo>
                  <a:lnTo>
                    <a:pt x="1265136" y="18187"/>
                  </a:lnTo>
                  <a:lnTo>
                    <a:pt x="1272994" y="18117"/>
                  </a:lnTo>
                  <a:lnTo>
                    <a:pt x="1280852" y="18061"/>
                  </a:lnTo>
                  <a:lnTo>
                    <a:pt x="1288710" y="17994"/>
                  </a:lnTo>
                  <a:lnTo>
                    <a:pt x="1296568" y="17926"/>
                  </a:lnTo>
                  <a:lnTo>
                    <a:pt x="1304426" y="17858"/>
                  </a:lnTo>
                  <a:lnTo>
                    <a:pt x="1312284" y="17790"/>
                  </a:lnTo>
                  <a:lnTo>
                    <a:pt x="1320142" y="17726"/>
                  </a:lnTo>
                  <a:lnTo>
                    <a:pt x="1328000" y="17653"/>
                  </a:lnTo>
                  <a:lnTo>
                    <a:pt x="1335858" y="17579"/>
                  </a:lnTo>
                  <a:lnTo>
                    <a:pt x="1343716" y="17503"/>
                  </a:lnTo>
                  <a:lnTo>
                    <a:pt x="1351574" y="17447"/>
                  </a:lnTo>
                  <a:lnTo>
                    <a:pt x="1359432" y="17368"/>
                  </a:lnTo>
                  <a:lnTo>
                    <a:pt x="1367290" y="17288"/>
                  </a:lnTo>
                  <a:lnTo>
                    <a:pt x="1375148" y="17198"/>
                  </a:lnTo>
                  <a:lnTo>
                    <a:pt x="1383006" y="17105"/>
                  </a:lnTo>
                  <a:lnTo>
                    <a:pt x="1390864" y="17021"/>
                  </a:lnTo>
                  <a:lnTo>
                    <a:pt x="1398722" y="16925"/>
                  </a:lnTo>
                  <a:lnTo>
                    <a:pt x="1406580" y="16836"/>
                  </a:lnTo>
                  <a:lnTo>
                    <a:pt x="1414438" y="16745"/>
                  </a:lnTo>
                  <a:lnTo>
                    <a:pt x="1422296" y="16642"/>
                  </a:lnTo>
                  <a:lnTo>
                    <a:pt x="1430154" y="16552"/>
                  </a:lnTo>
                  <a:lnTo>
                    <a:pt x="1438012" y="16458"/>
                  </a:lnTo>
                  <a:lnTo>
                    <a:pt x="1445870" y="16368"/>
                  </a:lnTo>
                  <a:lnTo>
                    <a:pt x="1453728" y="16271"/>
                  </a:lnTo>
                  <a:lnTo>
                    <a:pt x="1461586" y="16162"/>
                  </a:lnTo>
                  <a:lnTo>
                    <a:pt x="1469444" y="16053"/>
                  </a:lnTo>
                  <a:lnTo>
                    <a:pt x="1477302" y="15944"/>
                  </a:lnTo>
                  <a:lnTo>
                    <a:pt x="1485160" y="15844"/>
                  </a:lnTo>
                  <a:lnTo>
                    <a:pt x="1493018" y="15727"/>
                  </a:lnTo>
                  <a:lnTo>
                    <a:pt x="1500876" y="15635"/>
                  </a:lnTo>
                  <a:lnTo>
                    <a:pt x="1508734" y="15534"/>
                  </a:lnTo>
                  <a:lnTo>
                    <a:pt x="1516592" y="15428"/>
                  </a:lnTo>
                  <a:lnTo>
                    <a:pt x="1524450" y="15305"/>
                  </a:lnTo>
                  <a:lnTo>
                    <a:pt x="1532308" y="15190"/>
                  </a:lnTo>
                  <a:lnTo>
                    <a:pt x="1540166" y="15063"/>
                  </a:lnTo>
                  <a:lnTo>
                    <a:pt x="1548024" y="14948"/>
                  </a:lnTo>
                  <a:lnTo>
                    <a:pt x="1555882" y="14833"/>
                  </a:lnTo>
                  <a:lnTo>
                    <a:pt x="1563740" y="14717"/>
                  </a:lnTo>
                  <a:lnTo>
                    <a:pt x="1571598" y="14599"/>
                  </a:lnTo>
                  <a:lnTo>
                    <a:pt x="1579456" y="14459"/>
                  </a:lnTo>
                  <a:lnTo>
                    <a:pt x="1587314" y="14335"/>
                  </a:lnTo>
                  <a:lnTo>
                    <a:pt x="1595172" y="14210"/>
                  </a:lnTo>
                  <a:lnTo>
                    <a:pt x="1603030" y="14076"/>
                  </a:lnTo>
                  <a:lnTo>
                    <a:pt x="1610888" y="13938"/>
                  </a:lnTo>
                  <a:lnTo>
                    <a:pt x="1618746" y="13779"/>
                  </a:lnTo>
                  <a:lnTo>
                    <a:pt x="1626604" y="13630"/>
                  </a:lnTo>
                  <a:lnTo>
                    <a:pt x="1634462" y="13504"/>
                  </a:lnTo>
                  <a:lnTo>
                    <a:pt x="1642320" y="13354"/>
                  </a:lnTo>
                  <a:lnTo>
                    <a:pt x="1650178" y="13201"/>
                  </a:lnTo>
                  <a:lnTo>
                    <a:pt x="1658036" y="13045"/>
                  </a:lnTo>
                  <a:lnTo>
                    <a:pt x="1665894" y="12888"/>
                  </a:lnTo>
                  <a:lnTo>
                    <a:pt x="1673752" y="12727"/>
                  </a:lnTo>
                  <a:lnTo>
                    <a:pt x="1681610" y="12557"/>
                  </a:lnTo>
                  <a:lnTo>
                    <a:pt x="1689468" y="12373"/>
                  </a:lnTo>
                  <a:lnTo>
                    <a:pt x="1697326" y="12168"/>
                  </a:lnTo>
                  <a:lnTo>
                    <a:pt x="1705184" y="11970"/>
                  </a:lnTo>
                  <a:lnTo>
                    <a:pt x="1713042" y="11803"/>
                  </a:lnTo>
                  <a:lnTo>
                    <a:pt x="1720900" y="11618"/>
                  </a:lnTo>
                  <a:lnTo>
                    <a:pt x="1728758" y="11419"/>
                  </a:lnTo>
                  <a:lnTo>
                    <a:pt x="1736616" y="11216"/>
                  </a:lnTo>
                  <a:lnTo>
                    <a:pt x="1744474" y="11029"/>
                  </a:lnTo>
                  <a:lnTo>
                    <a:pt x="1752332" y="10806"/>
                  </a:lnTo>
                  <a:lnTo>
                    <a:pt x="1760190" y="10584"/>
                  </a:lnTo>
                  <a:lnTo>
                    <a:pt x="1768048" y="10364"/>
                  </a:lnTo>
                  <a:lnTo>
                    <a:pt x="1775906" y="10139"/>
                  </a:lnTo>
                  <a:lnTo>
                    <a:pt x="1783764" y="9911"/>
                  </a:lnTo>
                  <a:lnTo>
                    <a:pt x="1791622" y="9679"/>
                  </a:lnTo>
                  <a:lnTo>
                    <a:pt x="1799480" y="9443"/>
                  </a:lnTo>
                  <a:lnTo>
                    <a:pt x="1807338" y="9202"/>
                  </a:lnTo>
                  <a:lnTo>
                    <a:pt x="1815196" y="8957"/>
                  </a:lnTo>
                  <a:lnTo>
                    <a:pt x="1823054" y="8707"/>
                  </a:lnTo>
                  <a:lnTo>
                    <a:pt x="1830912" y="8471"/>
                  </a:lnTo>
                  <a:lnTo>
                    <a:pt x="1838770" y="8237"/>
                  </a:lnTo>
                  <a:lnTo>
                    <a:pt x="1846628" y="7999"/>
                  </a:lnTo>
                  <a:lnTo>
                    <a:pt x="1854486" y="7745"/>
                  </a:lnTo>
                  <a:lnTo>
                    <a:pt x="1862344" y="7450"/>
                  </a:lnTo>
                  <a:lnTo>
                    <a:pt x="1870202" y="7171"/>
                  </a:lnTo>
                  <a:lnTo>
                    <a:pt x="1878060" y="6907"/>
                  </a:lnTo>
                  <a:lnTo>
                    <a:pt x="1885918" y="6614"/>
                  </a:lnTo>
                  <a:lnTo>
                    <a:pt x="1893776" y="6341"/>
                  </a:lnTo>
                  <a:lnTo>
                    <a:pt x="1901634" y="6073"/>
                  </a:lnTo>
                  <a:lnTo>
                    <a:pt x="1909492" y="5770"/>
                  </a:lnTo>
                  <a:lnTo>
                    <a:pt x="1917350" y="5460"/>
                  </a:lnTo>
                  <a:lnTo>
                    <a:pt x="1925208" y="5145"/>
                  </a:lnTo>
                  <a:lnTo>
                    <a:pt x="1933066" y="4804"/>
                  </a:lnTo>
                  <a:lnTo>
                    <a:pt x="1940924" y="4456"/>
                  </a:lnTo>
                  <a:lnTo>
                    <a:pt x="1948782" y="4101"/>
                  </a:lnTo>
                  <a:lnTo>
                    <a:pt x="1956640" y="3739"/>
                  </a:lnTo>
                  <a:lnTo>
                    <a:pt x="1964498" y="3370"/>
                  </a:lnTo>
                  <a:lnTo>
                    <a:pt x="1972356" y="2993"/>
                  </a:lnTo>
                  <a:lnTo>
                    <a:pt x="1980214" y="2609"/>
                  </a:lnTo>
                  <a:lnTo>
                    <a:pt x="1988072" y="2223"/>
                  </a:lnTo>
                  <a:lnTo>
                    <a:pt x="1995930" y="1865"/>
                  </a:lnTo>
                  <a:lnTo>
                    <a:pt x="2003788" y="1501"/>
                  </a:lnTo>
                  <a:lnTo>
                    <a:pt x="2011646" y="1131"/>
                  </a:lnTo>
                  <a:lnTo>
                    <a:pt x="2019504" y="754"/>
                  </a:lnTo>
                  <a:lnTo>
                    <a:pt x="2027362" y="373"/>
                  </a:lnTo>
                  <a:lnTo>
                    <a:pt x="2035220" y="0"/>
                  </a:lnTo>
                  <a:lnTo>
                    <a:pt x="2035220" y="20672"/>
                  </a:lnTo>
                  <a:lnTo>
                    <a:pt x="2027362" y="20679"/>
                  </a:lnTo>
                  <a:lnTo>
                    <a:pt x="2019504" y="20686"/>
                  </a:lnTo>
                  <a:lnTo>
                    <a:pt x="2011646" y="20694"/>
                  </a:lnTo>
                  <a:lnTo>
                    <a:pt x="2003788" y="20701"/>
                  </a:lnTo>
                  <a:lnTo>
                    <a:pt x="1995930" y="20708"/>
                  </a:lnTo>
                  <a:lnTo>
                    <a:pt x="1988072" y="20715"/>
                  </a:lnTo>
                  <a:lnTo>
                    <a:pt x="1980214" y="20722"/>
                  </a:lnTo>
                  <a:lnTo>
                    <a:pt x="1972356" y="20730"/>
                  </a:lnTo>
                  <a:lnTo>
                    <a:pt x="1964498" y="20738"/>
                  </a:lnTo>
                  <a:lnTo>
                    <a:pt x="1956640" y="20746"/>
                  </a:lnTo>
                  <a:lnTo>
                    <a:pt x="1948782" y="20754"/>
                  </a:lnTo>
                  <a:lnTo>
                    <a:pt x="1940924" y="20762"/>
                  </a:lnTo>
                  <a:lnTo>
                    <a:pt x="1933066" y="20770"/>
                  </a:lnTo>
                  <a:lnTo>
                    <a:pt x="1925208" y="20778"/>
                  </a:lnTo>
                  <a:lnTo>
                    <a:pt x="1917350" y="20785"/>
                  </a:lnTo>
                  <a:lnTo>
                    <a:pt x="1909492" y="20792"/>
                  </a:lnTo>
                  <a:lnTo>
                    <a:pt x="1901634" y="20797"/>
                  </a:lnTo>
                  <a:lnTo>
                    <a:pt x="1893776" y="20803"/>
                  </a:lnTo>
                  <a:lnTo>
                    <a:pt x="1885918" y="20809"/>
                  </a:lnTo>
                  <a:lnTo>
                    <a:pt x="1878060" y="20814"/>
                  </a:lnTo>
                  <a:lnTo>
                    <a:pt x="1870202" y="20820"/>
                  </a:lnTo>
                  <a:lnTo>
                    <a:pt x="1862344" y="20825"/>
                  </a:lnTo>
                  <a:lnTo>
                    <a:pt x="1854486" y="20831"/>
                  </a:lnTo>
                  <a:lnTo>
                    <a:pt x="1846628" y="20836"/>
                  </a:lnTo>
                  <a:lnTo>
                    <a:pt x="1838770" y="20841"/>
                  </a:lnTo>
                  <a:lnTo>
                    <a:pt x="1830912" y="20846"/>
                  </a:lnTo>
                  <a:lnTo>
                    <a:pt x="1823054" y="20852"/>
                  </a:lnTo>
                  <a:lnTo>
                    <a:pt x="1815196" y="20858"/>
                  </a:lnTo>
                  <a:lnTo>
                    <a:pt x="1807338" y="20863"/>
                  </a:lnTo>
                  <a:lnTo>
                    <a:pt x="1799480" y="20868"/>
                  </a:lnTo>
                  <a:lnTo>
                    <a:pt x="1791622" y="20873"/>
                  </a:lnTo>
                  <a:lnTo>
                    <a:pt x="1783764" y="20879"/>
                  </a:lnTo>
                  <a:lnTo>
                    <a:pt x="1775906" y="20884"/>
                  </a:lnTo>
                  <a:lnTo>
                    <a:pt x="1768048" y="20889"/>
                  </a:lnTo>
                  <a:lnTo>
                    <a:pt x="1760190" y="20894"/>
                  </a:lnTo>
                  <a:lnTo>
                    <a:pt x="1752332" y="20899"/>
                  </a:lnTo>
                  <a:lnTo>
                    <a:pt x="1744474" y="20904"/>
                  </a:lnTo>
                  <a:lnTo>
                    <a:pt x="1736616" y="20909"/>
                  </a:lnTo>
                  <a:lnTo>
                    <a:pt x="1728758" y="20914"/>
                  </a:lnTo>
                  <a:lnTo>
                    <a:pt x="1720900" y="20919"/>
                  </a:lnTo>
                  <a:lnTo>
                    <a:pt x="1713042" y="20924"/>
                  </a:lnTo>
                  <a:lnTo>
                    <a:pt x="1705184" y="20930"/>
                  </a:lnTo>
                  <a:lnTo>
                    <a:pt x="1697326" y="20938"/>
                  </a:lnTo>
                  <a:lnTo>
                    <a:pt x="1689468" y="20945"/>
                  </a:lnTo>
                  <a:lnTo>
                    <a:pt x="1681610" y="20946"/>
                  </a:lnTo>
                  <a:lnTo>
                    <a:pt x="1673752" y="20949"/>
                  </a:lnTo>
                  <a:lnTo>
                    <a:pt x="1665894" y="20953"/>
                  </a:lnTo>
                  <a:lnTo>
                    <a:pt x="1658036" y="20958"/>
                  </a:lnTo>
                  <a:lnTo>
                    <a:pt x="1650178" y="20963"/>
                  </a:lnTo>
                  <a:lnTo>
                    <a:pt x="1642320" y="20967"/>
                  </a:lnTo>
                  <a:lnTo>
                    <a:pt x="1634462" y="20972"/>
                  </a:lnTo>
                  <a:lnTo>
                    <a:pt x="1626604" y="20977"/>
                  </a:lnTo>
                  <a:lnTo>
                    <a:pt x="1618746" y="20982"/>
                  </a:lnTo>
                  <a:lnTo>
                    <a:pt x="1610888" y="20986"/>
                  </a:lnTo>
                  <a:lnTo>
                    <a:pt x="1603030" y="20991"/>
                  </a:lnTo>
                  <a:lnTo>
                    <a:pt x="1595172" y="20995"/>
                  </a:lnTo>
                  <a:lnTo>
                    <a:pt x="1587314" y="21001"/>
                  </a:lnTo>
                  <a:lnTo>
                    <a:pt x="1579456" y="21006"/>
                  </a:lnTo>
                  <a:lnTo>
                    <a:pt x="1571598" y="21009"/>
                  </a:lnTo>
                  <a:lnTo>
                    <a:pt x="1563740" y="21012"/>
                  </a:lnTo>
                  <a:lnTo>
                    <a:pt x="1555882" y="21015"/>
                  </a:lnTo>
                  <a:lnTo>
                    <a:pt x="1548024" y="21019"/>
                  </a:lnTo>
                  <a:lnTo>
                    <a:pt x="1540166" y="21024"/>
                  </a:lnTo>
                  <a:lnTo>
                    <a:pt x="1532308" y="21029"/>
                  </a:lnTo>
                  <a:lnTo>
                    <a:pt x="1524450" y="21035"/>
                  </a:lnTo>
                  <a:lnTo>
                    <a:pt x="1516592" y="21039"/>
                  </a:lnTo>
                  <a:lnTo>
                    <a:pt x="1508734" y="21043"/>
                  </a:lnTo>
                  <a:lnTo>
                    <a:pt x="1500876" y="21048"/>
                  </a:lnTo>
                  <a:lnTo>
                    <a:pt x="1493018" y="21052"/>
                  </a:lnTo>
                  <a:lnTo>
                    <a:pt x="1485160" y="21056"/>
                  </a:lnTo>
                  <a:lnTo>
                    <a:pt x="1477302" y="21059"/>
                  </a:lnTo>
                  <a:lnTo>
                    <a:pt x="1469444" y="21061"/>
                  </a:lnTo>
                  <a:lnTo>
                    <a:pt x="1461586" y="21063"/>
                  </a:lnTo>
                  <a:lnTo>
                    <a:pt x="1453728" y="21065"/>
                  </a:lnTo>
                  <a:lnTo>
                    <a:pt x="1445870" y="21068"/>
                  </a:lnTo>
                  <a:lnTo>
                    <a:pt x="1438012" y="21070"/>
                  </a:lnTo>
                  <a:lnTo>
                    <a:pt x="1430154" y="21072"/>
                  </a:lnTo>
                  <a:lnTo>
                    <a:pt x="1422296" y="21076"/>
                  </a:lnTo>
                  <a:lnTo>
                    <a:pt x="1414438" y="21082"/>
                  </a:lnTo>
                  <a:lnTo>
                    <a:pt x="1406580" y="21087"/>
                  </a:lnTo>
                  <a:lnTo>
                    <a:pt x="1398722" y="21092"/>
                  </a:lnTo>
                  <a:lnTo>
                    <a:pt x="1390864" y="21097"/>
                  </a:lnTo>
                  <a:lnTo>
                    <a:pt x="1383006" y="21100"/>
                  </a:lnTo>
                  <a:lnTo>
                    <a:pt x="1375148" y="21103"/>
                  </a:lnTo>
                  <a:lnTo>
                    <a:pt x="1367290" y="21108"/>
                  </a:lnTo>
                  <a:lnTo>
                    <a:pt x="1359432" y="21114"/>
                  </a:lnTo>
                  <a:lnTo>
                    <a:pt x="1351574" y="21118"/>
                  </a:lnTo>
                  <a:lnTo>
                    <a:pt x="1343716" y="21120"/>
                  </a:lnTo>
                  <a:lnTo>
                    <a:pt x="1335858" y="21124"/>
                  </a:lnTo>
                  <a:lnTo>
                    <a:pt x="1328000" y="21128"/>
                  </a:lnTo>
                  <a:lnTo>
                    <a:pt x="1320142" y="21133"/>
                  </a:lnTo>
                  <a:lnTo>
                    <a:pt x="1312284" y="21139"/>
                  </a:lnTo>
                  <a:lnTo>
                    <a:pt x="1304426" y="21145"/>
                  </a:lnTo>
                  <a:lnTo>
                    <a:pt x="1296568" y="21150"/>
                  </a:lnTo>
                  <a:lnTo>
                    <a:pt x="1288710" y="21153"/>
                  </a:lnTo>
                  <a:lnTo>
                    <a:pt x="1280852" y="21158"/>
                  </a:lnTo>
                  <a:lnTo>
                    <a:pt x="1272994" y="21164"/>
                  </a:lnTo>
                  <a:lnTo>
                    <a:pt x="1265136" y="21170"/>
                  </a:lnTo>
                  <a:lnTo>
                    <a:pt x="1257278" y="21175"/>
                  </a:lnTo>
                  <a:lnTo>
                    <a:pt x="1249420" y="21180"/>
                  </a:lnTo>
                  <a:lnTo>
                    <a:pt x="1241562" y="21183"/>
                  </a:lnTo>
                  <a:lnTo>
                    <a:pt x="1233704" y="21185"/>
                  </a:lnTo>
                  <a:lnTo>
                    <a:pt x="1225846" y="21188"/>
                  </a:lnTo>
                  <a:lnTo>
                    <a:pt x="1217988" y="21191"/>
                  </a:lnTo>
                  <a:lnTo>
                    <a:pt x="1210130" y="21195"/>
                  </a:lnTo>
                  <a:lnTo>
                    <a:pt x="1202272" y="21199"/>
                  </a:lnTo>
                  <a:lnTo>
                    <a:pt x="1194414" y="21203"/>
                  </a:lnTo>
                  <a:lnTo>
                    <a:pt x="1186556" y="21209"/>
                  </a:lnTo>
                  <a:lnTo>
                    <a:pt x="1178698" y="21212"/>
                  </a:lnTo>
                  <a:lnTo>
                    <a:pt x="1170840" y="21216"/>
                  </a:lnTo>
                  <a:lnTo>
                    <a:pt x="1162982" y="21222"/>
                  </a:lnTo>
                  <a:lnTo>
                    <a:pt x="1155124" y="21228"/>
                  </a:lnTo>
                  <a:lnTo>
                    <a:pt x="1147266" y="21233"/>
                  </a:lnTo>
                  <a:lnTo>
                    <a:pt x="1139408" y="21236"/>
                  </a:lnTo>
                  <a:lnTo>
                    <a:pt x="1131550" y="21241"/>
                  </a:lnTo>
                  <a:lnTo>
                    <a:pt x="1123692" y="21246"/>
                  </a:lnTo>
                  <a:lnTo>
                    <a:pt x="1115834" y="21251"/>
                  </a:lnTo>
                  <a:lnTo>
                    <a:pt x="1107976" y="21256"/>
                  </a:lnTo>
                  <a:lnTo>
                    <a:pt x="1100118" y="21260"/>
                  </a:lnTo>
                  <a:lnTo>
                    <a:pt x="1092260" y="21262"/>
                  </a:lnTo>
                  <a:lnTo>
                    <a:pt x="1084402" y="21264"/>
                  </a:lnTo>
                  <a:lnTo>
                    <a:pt x="1076544" y="21268"/>
                  </a:lnTo>
                  <a:lnTo>
                    <a:pt x="1068686" y="21274"/>
                  </a:lnTo>
                  <a:lnTo>
                    <a:pt x="1060828" y="21279"/>
                  </a:lnTo>
                  <a:lnTo>
                    <a:pt x="1052970" y="21285"/>
                  </a:lnTo>
                  <a:lnTo>
                    <a:pt x="1045112" y="21291"/>
                  </a:lnTo>
                  <a:lnTo>
                    <a:pt x="1037254" y="21297"/>
                  </a:lnTo>
                  <a:lnTo>
                    <a:pt x="1029397" y="21302"/>
                  </a:lnTo>
                  <a:lnTo>
                    <a:pt x="1021539" y="21306"/>
                  </a:lnTo>
                  <a:lnTo>
                    <a:pt x="1013681" y="21309"/>
                  </a:lnTo>
                  <a:lnTo>
                    <a:pt x="1005823" y="21312"/>
                  </a:lnTo>
                  <a:lnTo>
                    <a:pt x="997965" y="21316"/>
                  </a:lnTo>
                  <a:lnTo>
                    <a:pt x="990107" y="21321"/>
                  </a:lnTo>
                  <a:lnTo>
                    <a:pt x="982249" y="21324"/>
                  </a:lnTo>
                  <a:lnTo>
                    <a:pt x="974391" y="21329"/>
                  </a:lnTo>
                  <a:lnTo>
                    <a:pt x="966533" y="21334"/>
                  </a:lnTo>
                  <a:lnTo>
                    <a:pt x="958675" y="21339"/>
                  </a:lnTo>
                  <a:lnTo>
                    <a:pt x="950817" y="21343"/>
                  </a:lnTo>
                  <a:lnTo>
                    <a:pt x="942959" y="21347"/>
                  </a:lnTo>
                  <a:lnTo>
                    <a:pt x="935101" y="21351"/>
                  </a:lnTo>
                  <a:lnTo>
                    <a:pt x="927243" y="21355"/>
                  </a:lnTo>
                  <a:lnTo>
                    <a:pt x="919385" y="21359"/>
                  </a:lnTo>
                  <a:lnTo>
                    <a:pt x="911527" y="21363"/>
                  </a:lnTo>
                  <a:lnTo>
                    <a:pt x="903669" y="21367"/>
                  </a:lnTo>
                  <a:lnTo>
                    <a:pt x="895811" y="21371"/>
                  </a:lnTo>
                  <a:lnTo>
                    <a:pt x="887953" y="21374"/>
                  </a:lnTo>
                  <a:lnTo>
                    <a:pt x="880095" y="21377"/>
                  </a:lnTo>
                  <a:lnTo>
                    <a:pt x="872237" y="21380"/>
                  </a:lnTo>
                  <a:lnTo>
                    <a:pt x="864379" y="21382"/>
                  </a:lnTo>
                  <a:lnTo>
                    <a:pt x="856521" y="21388"/>
                  </a:lnTo>
                  <a:lnTo>
                    <a:pt x="848663" y="21392"/>
                  </a:lnTo>
                  <a:lnTo>
                    <a:pt x="840805" y="21394"/>
                  </a:lnTo>
                  <a:lnTo>
                    <a:pt x="832947" y="21399"/>
                  </a:lnTo>
                  <a:lnTo>
                    <a:pt x="825089" y="21403"/>
                  </a:lnTo>
                  <a:lnTo>
                    <a:pt x="817231" y="21407"/>
                  </a:lnTo>
                  <a:lnTo>
                    <a:pt x="809373" y="21413"/>
                  </a:lnTo>
                  <a:lnTo>
                    <a:pt x="801515" y="21418"/>
                  </a:lnTo>
                  <a:lnTo>
                    <a:pt x="793657" y="21423"/>
                  </a:lnTo>
                  <a:lnTo>
                    <a:pt x="785799" y="21427"/>
                  </a:lnTo>
                  <a:lnTo>
                    <a:pt x="777941" y="21432"/>
                  </a:lnTo>
                  <a:lnTo>
                    <a:pt x="770083" y="21436"/>
                  </a:lnTo>
                  <a:lnTo>
                    <a:pt x="762225" y="21440"/>
                  </a:lnTo>
                  <a:lnTo>
                    <a:pt x="754367" y="21442"/>
                  </a:lnTo>
                  <a:lnTo>
                    <a:pt x="746509" y="21446"/>
                  </a:lnTo>
                  <a:lnTo>
                    <a:pt x="738651" y="21449"/>
                  </a:lnTo>
                  <a:lnTo>
                    <a:pt x="730793" y="21454"/>
                  </a:lnTo>
                  <a:lnTo>
                    <a:pt x="722935" y="21458"/>
                  </a:lnTo>
                  <a:lnTo>
                    <a:pt x="715077" y="21462"/>
                  </a:lnTo>
                  <a:lnTo>
                    <a:pt x="707219" y="21466"/>
                  </a:lnTo>
                  <a:lnTo>
                    <a:pt x="699361" y="21467"/>
                  </a:lnTo>
                  <a:lnTo>
                    <a:pt x="691503" y="21472"/>
                  </a:lnTo>
                  <a:lnTo>
                    <a:pt x="683645" y="21475"/>
                  </a:lnTo>
                  <a:lnTo>
                    <a:pt x="675787" y="21479"/>
                  </a:lnTo>
                  <a:lnTo>
                    <a:pt x="667929" y="21482"/>
                  </a:lnTo>
                  <a:lnTo>
                    <a:pt x="660071" y="21486"/>
                  </a:lnTo>
                  <a:lnTo>
                    <a:pt x="652213" y="21490"/>
                  </a:lnTo>
                  <a:lnTo>
                    <a:pt x="644355" y="21493"/>
                  </a:lnTo>
                  <a:lnTo>
                    <a:pt x="636497" y="21496"/>
                  </a:lnTo>
                  <a:lnTo>
                    <a:pt x="628639" y="21498"/>
                  </a:lnTo>
                  <a:lnTo>
                    <a:pt x="620781" y="21501"/>
                  </a:lnTo>
                  <a:lnTo>
                    <a:pt x="612923" y="21505"/>
                  </a:lnTo>
                  <a:lnTo>
                    <a:pt x="605065" y="21508"/>
                  </a:lnTo>
                  <a:lnTo>
                    <a:pt x="597207" y="21512"/>
                  </a:lnTo>
                  <a:lnTo>
                    <a:pt x="589349" y="21515"/>
                  </a:lnTo>
                  <a:lnTo>
                    <a:pt x="581491" y="21517"/>
                  </a:lnTo>
                  <a:lnTo>
                    <a:pt x="573633" y="21521"/>
                  </a:lnTo>
                  <a:lnTo>
                    <a:pt x="565775" y="21524"/>
                  </a:lnTo>
                  <a:lnTo>
                    <a:pt x="557917" y="21527"/>
                  </a:lnTo>
                  <a:lnTo>
                    <a:pt x="550059" y="21530"/>
                  </a:lnTo>
                  <a:lnTo>
                    <a:pt x="542201" y="21534"/>
                  </a:lnTo>
                  <a:lnTo>
                    <a:pt x="534343" y="21537"/>
                  </a:lnTo>
                  <a:lnTo>
                    <a:pt x="526485" y="21540"/>
                  </a:lnTo>
                  <a:lnTo>
                    <a:pt x="518627" y="21543"/>
                  </a:lnTo>
                  <a:lnTo>
                    <a:pt x="510769" y="21546"/>
                  </a:lnTo>
                  <a:lnTo>
                    <a:pt x="502911" y="21550"/>
                  </a:lnTo>
                  <a:lnTo>
                    <a:pt x="495053" y="21553"/>
                  </a:lnTo>
                  <a:lnTo>
                    <a:pt x="487195" y="21556"/>
                  </a:lnTo>
                  <a:lnTo>
                    <a:pt x="479337" y="21558"/>
                  </a:lnTo>
                  <a:lnTo>
                    <a:pt x="471479" y="21561"/>
                  </a:lnTo>
                  <a:lnTo>
                    <a:pt x="463621" y="21564"/>
                  </a:lnTo>
                  <a:lnTo>
                    <a:pt x="455763" y="21568"/>
                  </a:lnTo>
                  <a:lnTo>
                    <a:pt x="447905" y="21571"/>
                  </a:lnTo>
                  <a:lnTo>
                    <a:pt x="440047" y="21575"/>
                  </a:lnTo>
                  <a:lnTo>
                    <a:pt x="432189" y="21578"/>
                  </a:lnTo>
                  <a:lnTo>
                    <a:pt x="424331" y="21581"/>
                  </a:lnTo>
                  <a:lnTo>
                    <a:pt x="416473" y="21584"/>
                  </a:lnTo>
                  <a:lnTo>
                    <a:pt x="408615" y="21586"/>
                  </a:lnTo>
                  <a:lnTo>
                    <a:pt x="400757" y="21589"/>
                  </a:lnTo>
                  <a:lnTo>
                    <a:pt x="392899" y="21592"/>
                  </a:lnTo>
                  <a:lnTo>
                    <a:pt x="385041" y="21596"/>
                  </a:lnTo>
                  <a:lnTo>
                    <a:pt x="377183" y="21598"/>
                  </a:lnTo>
                  <a:lnTo>
                    <a:pt x="369325" y="21600"/>
                  </a:lnTo>
                  <a:lnTo>
                    <a:pt x="361467" y="21603"/>
                  </a:lnTo>
                  <a:lnTo>
                    <a:pt x="353609" y="21606"/>
                  </a:lnTo>
                  <a:lnTo>
                    <a:pt x="345751" y="21610"/>
                  </a:lnTo>
                  <a:lnTo>
                    <a:pt x="337893" y="21611"/>
                  </a:lnTo>
                  <a:lnTo>
                    <a:pt x="330035" y="21614"/>
                  </a:lnTo>
                  <a:lnTo>
                    <a:pt x="322177" y="21616"/>
                  </a:lnTo>
                  <a:lnTo>
                    <a:pt x="314319" y="21619"/>
                  </a:lnTo>
                  <a:lnTo>
                    <a:pt x="306461" y="21621"/>
                  </a:lnTo>
                  <a:lnTo>
                    <a:pt x="298603" y="21624"/>
                  </a:lnTo>
                  <a:lnTo>
                    <a:pt x="290745" y="21626"/>
                  </a:lnTo>
                  <a:lnTo>
                    <a:pt x="282887" y="21628"/>
                  </a:lnTo>
                  <a:lnTo>
                    <a:pt x="275029" y="21631"/>
                  </a:lnTo>
                  <a:lnTo>
                    <a:pt x="267171" y="21633"/>
                  </a:lnTo>
                  <a:lnTo>
                    <a:pt x="259313" y="21635"/>
                  </a:lnTo>
                  <a:lnTo>
                    <a:pt x="251455" y="21637"/>
                  </a:lnTo>
                  <a:lnTo>
                    <a:pt x="243597" y="21639"/>
                  </a:lnTo>
                  <a:lnTo>
                    <a:pt x="235739" y="21641"/>
                  </a:lnTo>
                  <a:lnTo>
                    <a:pt x="227881" y="21644"/>
                  </a:lnTo>
                  <a:lnTo>
                    <a:pt x="220023" y="21646"/>
                  </a:lnTo>
                  <a:lnTo>
                    <a:pt x="212165" y="21648"/>
                  </a:lnTo>
                  <a:lnTo>
                    <a:pt x="204307" y="21651"/>
                  </a:lnTo>
                  <a:lnTo>
                    <a:pt x="196449" y="21653"/>
                  </a:lnTo>
                  <a:lnTo>
                    <a:pt x="188591" y="21655"/>
                  </a:lnTo>
                  <a:lnTo>
                    <a:pt x="180733" y="21658"/>
                  </a:lnTo>
                  <a:lnTo>
                    <a:pt x="172875" y="21661"/>
                  </a:lnTo>
                  <a:lnTo>
                    <a:pt x="165017" y="21663"/>
                  </a:lnTo>
                  <a:lnTo>
                    <a:pt x="157159" y="21664"/>
                  </a:lnTo>
                  <a:lnTo>
                    <a:pt x="149301" y="21666"/>
                  </a:lnTo>
                  <a:lnTo>
                    <a:pt x="141443" y="21668"/>
                  </a:lnTo>
                  <a:lnTo>
                    <a:pt x="133585" y="21670"/>
                  </a:lnTo>
                  <a:lnTo>
                    <a:pt x="125727" y="21672"/>
                  </a:lnTo>
                  <a:lnTo>
                    <a:pt x="117869" y="21674"/>
                  </a:lnTo>
                  <a:lnTo>
                    <a:pt x="110011" y="21676"/>
                  </a:lnTo>
                  <a:lnTo>
                    <a:pt x="102153" y="21678"/>
                  </a:lnTo>
                  <a:lnTo>
                    <a:pt x="94295" y="21680"/>
                  </a:lnTo>
                  <a:lnTo>
                    <a:pt x="86437" y="21681"/>
                  </a:lnTo>
                  <a:lnTo>
                    <a:pt x="78579" y="21683"/>
                  </a:lnTo>
                  <a:lnTo>
                    <a:pt x="70721" y="21685"/>
                  </a:lnTo>
                  <a:lnTo>
                    <a:pt x="62863" y="21687"/>
                  </a:lnTo>
                  <a:lnTo>
                    <a:pt x="55005" y="21689"/>
                  </a:lnTo>
                  <a:lnTo>
                    <a:pt x="47147" y="21691"/>
                  </a:lnTo>
                  <a:lnTo>
                    <a:pt x="39289" y="21693"/>
                  </a:lnTo>
                  <a:lnTo>
                    <a:pt x="31431" y="21694"/>
                  </a:lnTo>
                  <a:lnTo>
                    <a:pt x="23573" y="21696"/>
                  </a:lnTo>
                  <a:lnTo>
                    <a:pt x="15715" y="21697"/>
                  </a:lnTo>
                  <a:lnTo>
                    <a:pt x="7857" y="21699"/>
                  </a:lnTo>
                  <a:lnTo>
                    <a:pt x="0" y="21701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3608036" y="3083775"/>
              <a:ext cx="2035220" cy="21357"/>
            </a:xfrm>
            <a:custGeom>
              <a:avLst/>
              <a:pathLst>
                <a:path w="2035220" h="21357">
                  <a:moveTo>
                    <a:pt x="0" y="21357"/>
                  </a:moveTo>
                  <a:lnTo>
                    <a:pt x="7857" y="21352"/>
                  </a:lnTo>
                  <a:lnTo>
                    <a:pt x="15715" y="21347"/>
                  </a:lnTo>
                  <a:lnTo>
                    <a:pt x="23573" y="21342"/>
                  </a:lnTo>
                  <a:lnTo>
                    <a:pt x="31431" y="21337"/>
                  </a:lnTo>
                  <a:lnTo>
                    <a:pt x="39289" y="21332"/>
                  </a:lnTo>
                  <a:lnTo>
                    <a:pt x="47147" y="21327"/>
                  </a:lnTo>
                  <a:lnTo>
                    <a:pt x="55005" y="21324"/>
                  </a:lnTo>
                  <a:lnTo>
                    <a:pt x="62863" y="21322"/>
                  </a:lnTo>
                  <a:lnTo>
                    <a:pt x="70721" y="21317"/>
                  </a:lnTo>
                  <a:lnTo>
                    <a:pt x="78579" y="21314"/>
                  </a:lnTo>
                  <a:lnTo>
                    <a:pt x="86437" y="21313"/>
                  </a:lnTo>
                  <a:lnTo>
                    <a:pt x="94295" y="21309"/>
                  </a:lnTo>
                  <a:lnTo>
                    <a:pt x="102153" y="21305"/>
                  </a:lnTo>
                  <a:lnTo>
                    <a:pt x="110011" y="21302"/>
                  </a:lnTo>
                  <a:lnTo>
                    <a:pt x="117869" y="21294"/>
                  </a:lnTo>
                  <a:lnTo>
                    <a:pt x="125727" y="21288"/>
                  </a:lnTo>
                  <a:lnTo>
                    <a:pt x="133585" y="21283"/>
                  </a:lnTo>
                  <a:lnTo>
                    <a:pt x="141443" y="21278"/>
                  </a:lnTo>
                  <a:lnTo>
                    <a:pt x="149301" y="21274"/>
                  </a:lnTo>
                  <a:lnTo>
                    <a:pt x="157159" y="21270"/>
                  </a:lnTo>
                  <a:lnTo>
                    <a:pt x="165017" y="21266"/>
                  </a:lnTo>
                  <a:lnTo>
                    <a:pt x="172875" y="21262"/>
                  </a:lnTo>
                  <a:lnTo>
                    <a:pt x="180733" y="21258"/>
                  </a:lnTo>
                  <a:lnTo>
                    <a:pt x="188591" y="21254"/>
                  </a:lnTo>
                  <a:lnTo>
                    <a:pt x="196449" y="21249"/>
                  </a:lnTo>
                  <a:lnTo>
                    <a:pt x="204307" y="21244"/>
                  </a:lnTo>
                  <a:lnTo>
                    <a:pt x="212165" y="21240"/>
                  </a:lnTo>
                  <a:lnTo>
                    <a:pt x="220023" y="21235"/>
                  </a:lnTo>
                  <a:lnTo>
                    <a:pt x="227881" y="21230"/>
                  </a:lnTo>
                  <a:lnTo>
                    <a:pt x="235739" y="21224"/>
                  </a:lnTo>
                  <a:lnTo>
                    <a:pt x="243597" y="21220"/>
                  </a:lnTo>
                  <a:lnTo>
                    <a:pt x="251455" y="21212"/>
                  </a:lnTo>
                  <a:lnTo>
                    <a:pt x="259313" y="21207"/>
                  </a:lnTo>
                  <a:lnTo>
                    <a:pt x="267171" y="21200"/>
                  </a:lnTo>
                  <a:lnTo>
                    <a:pt x="275029" y="21196"/>
                  </a:lnTo>
                  <a:lnTo>
                    <a:pt x="282887" y="21190"/>
                  </a:lnTo>
                  <a:lnTo>
                    <a:pt x="290745" y="21184"/>
                  </a:lnTo>
                  <a:lnTo>
                    <a:pt x="298603" y="21181"/>
                  </a:lnTo>
                  <a:lnTo>
                    <a:pt x="306461" y="21171"/>
                  </a:lnTo>
                  <a:lnTo>
                    <a:pt x="314319" y="21160"/>
                  </a:lnTo>
                  <a:lnTo>
                    <a:pt x="322177" y="21150"/>
                  </a:lnTo>
                  <a:lnTo>
                    <a:pt x="330035" y="21141"/>
                  </a:lnTo>
                  <a:lnTo>
                    <a:pt x="337893" y="21135"/>
                  </a:lnTo>
                  <a:lnTo>
                    <a:pt x="345751" y="21123"/>
                  </a:lnTo>
                  <a:lnTo>
                    <a:pt x="353609" y="21111"/>
                  </a:lnTo>
                  <a:lnTo>
                    <a:pt x="361467" y="21102"/>
                  </a:lnTo>
                  <a:lnTo>
                    <a:pt x="369325" y="21094"/>
                  </a:lnTo>
                  <a:lnTo>
                    <a:pt x="377183" y="21088"/>
                  </a:lnTo>
                  <a:lnTo>
                    <a:pt x="385041" y="21079"/>
                  </a:lnTo>
                  <a:lnTo>
                    <a:pt x="392899" y="21071"/>
                  </a:lnTo>
                  <a:lnTo>
                    <a:pt x="400757" y="21063"/>
                  </a:lnTo>
                  <a:lnTo>
                    <a:pt x="408615" y="21057"/>
                  </a:lnTo>
                  <a:lnTo>
                    <a:pt x="416473" y="21050"/>
                  </a:lnTo>
                  <a:lnTo>
                    <a:pt x="424331" y="21041"/>
                  </a:lnTo>
                  <a:lnTo>
                    <a:pt x="432189" y="21034"/>
                  </a:lnTo>
                  <a:lnTo>
                    <a:pt x="440047" y="21026"/>
                  </a:lnTo>
                  <a:lnTo>
                    <a:pt x="447905" y="21018"/>
                  </a:lnTo>
                  <a:lnTo>
                    <a:pt x="455763" y="21005"/>
                  </a:lnTo>
                  <a:lnTo>
                    <a:pt x="463621" y="20995"/>
                  </a:lnTo>
                  <a:lnTo>
                    <a:pt x="471479" y="20991"/>
                  </a:lnTo>
                  <a:lnTo>
                    <a:pt x="479337" y="20983"/>
                  </a:lnTo>
                  <a:lnTo>
                    <a:pt x="487195" y="20974"/>
                  </a:lnTo>
                  <a:lnTo>
                    <a:pt x="495053" y="20963"/>
                  </a:lnTo>
                  <a:lnTo>
                    <a:pt x="502911" y="20955"/>
                  </a:lnTo>
                  <a:lnTo>
                    <a:pt x="510769" y="20947"/>
                  </a:lnTo>
                  <a:lnTo>
                    <a:pt x="518627" y="20937"/>
                  </a:lnTo>
                  <a:lnTo>
                    <a:pt x="526485" y="20928"/>
                  </a:lnTo>
                  <a:lnTo>
                    <a:pt x="534343" y="20918"/>
                  </a:lnTo>
                  <a:lnTo>
                    <a:pt x="542201" y="20910"/>
                  </a:lnTo>
                  <a:lnTo>
                    <a:pt x="550059" y="20896"/>
                  </a:lnTo>
                  <a:lnTo>
                    <a:pt x="557917" y="20888"/>
                  </a:lnTo>
                  <a:lnTo>
                    <a:pt x="565775" y="20875"/>
                  </a:lnTo>
                  <a:lnTo>
                    <a:pt x="573633" y="20863"/>
                  </a:lnTo>
                  <a:lnTo>
                    <a:pt x="581491" y="20850"/>
                  </a:lnTo>
                  <a:lnTo>
                    <a:pt x="589349" y="20838"/>
                  </a:lnTo>
                  <a:lnTo>
                    <a:pt x="597207" y="20826"/>
                  </a:lnTo>
                  <a:lnTo>
                    <a:pt x="605065" y="20815"/>
                  </a:lnTo>
                  <a:lnTo>
                    <a:pt x="612923" y="20803"/>
                  </a:lnTo>
                  <a:lnTo>
                    <a:pt x="620781" y="20790"/>
                  </a:lnTo>
                  <a:lnTo>
                    <a:pt x="628639" y="20775"/>
                  </a:lnTo>
                  <a:lnTo>
                    <a:pt x="636497" y="20760"/>
                  </a:lnTo>
                  <a:lnTo>
                    <a:pt x="644355" y="20746"/>
                  </a:lnTo>
                  <a:lnTo>
                    <a:pt x="652213" y="20736"/>
                  </a:lnTo>
                  <a:lnTo>
                    <a:pt x="660071" y="20725"/>
                  </a:lnTo>
                  <a:lnTo>
                    <a:pt x="667929" y="20711"/>
                  </a:lnTo>
                  <a:lnTo>
                    <a:pt x="675787" y="20694"/>
                  </a:lnTo>
                  <a:lnTo>
                    <a:pt x="683645" y="20679"/>
                  </a:lnTo>
                  <a:lnTo>
                    <a:pt x="691503" y="20663"/>
                  </a:lnTo>
                  <a:lnTo>
                    <a:pt x="699361" y="20651"/>
                  </a:lnTo>
                  <a:lnTo>
                    <a:pt x="707219" y="20634"/>
                  </a:lnTo>
                  <a:lnTo>
                    <a:pt x="715077" y="20615"/>
                  </a:lnTo>
                  <a:lnTo>
                    <a:pt x="722935" y="20596"/>
                  </a:lnTo>
                  <a:lnTo>
                    <a:pt x="730793" y="20578"/>
                  </a:lnTo>
                  <a:lnTo>
                    <a:pt x="738651" y="20559"/>
                  </a:lnTo>
                  <a:lnTo>
                    <a:pt x="746509" y="20543"/>
                  </a:lnTo>
                  <a:lnTo>
                    <a:pt x="754367" y="20523"/>
                  </a:lnTo>
                  <a:lnTo>
                    <a:pt x="762225" y="20504"/>
                  </a:lnTo>
                  <a:lnTo>
                    <a:pt x="770083" y="20485"/>
                  </a:lnTo>
                  <a:lnTo>
                    <a:pt x="777941" y="20472"/>
                  </a:lnTo>
                  <a:lnTo>
                    <a:pt x="785799" y="20453"/>
                  </a:lnTo>
                  <a:lnTo>
                    <a:pt x="793657" y="20433"/>
                  </a:lnTo>
                  <a:lnTo>
                    <a:pt x="801515" y="20413"/>
                  </a:lnTo>
                  <a:lnTo>
                    <a:pt x="809373" y="20386"/>
                  </a:lnTo>
                  <a:lnTo>
                    <a:pt x="817231" y="20364"/>
                  </a:lnTo>
                  <a:lnTo>
                    <a:pt x="825089" y="20338"/>
                  </a:lnTo>
                  <a:lnTo>
                    <a:pt x="832947" y="20319"/>
                  </a:lnTo>
                  <a:lnTo>
                    <a:pt x="840805" y="20301"/>
                  </a:lnTo>
                  <a:lnTo>
                    <a:pt x="848663" y="20279"/>
                  </a:lnTo>
                  <a:lnTo>
                    <a:pt x="856521" y="20256"/>
                  </a:lnTo>
                  <a:lnTo>
                    <a:pt x="864379" y="20230"/>
                  </a:lnTo>
                  <a:lnTo>
                    <a:pt x="872237" y="20208"/>
                  </a:lnTo>
                  <a:lnTo>
                    <a:pt x="880095" y="20185"/>
                  </a:lnTo>
                  <a:lnTo>
                    <a:pt x="887953" y="20158"/>
                  </a:lnTo>
                  <a:lnTo>
                    <a:pt x="895811" y="20124"/>
                  </a:lnTo>
                  <a:lnTo>
                    <a:pt x="903669" y="20092"/>
                  </a:lnTo>
                  <a:lnTo>
                    <a:pt x="911527" y="20062"/>
                  </a:lnTo>
                  <a:lnTo>
                    <a:pt x="919385" y="20032"/>
                  </a:lnTo>
                  <a:lnTo>
                    <a:pt x="927243" y="20003"/>
                  </a:lnTo>
                  <a:lnTo>
                    <a:pt x="935101" y="19976"/>
                  </a:lnTo>
                  <a:lnTo>
                    <a:pt x="942959" y="19951"/>
                  </a:lnTo>
                  <a:lnTo>
                    <a:pt x="950817" y="19921"/>
                  </a:lnTo>
                  <a:lnTo>
                    <a:pt x="958675" y="19889"/>
                  </a:lnTo>
                  <a:lnTo>
                    <a:pt x="966533" y="19855"/>
                  </a:lnTo>
                  <a:lnTo>
                    <a:pt x="974391" y="19824"/>
                  </a:lnTo>
                  <a:lnTo>
                    <a:pt x="982249" y="19793"/>
                  </a:lnTo>
                  <a:lnTo>
                    <a:pt x="990107" y="19761"/>
                  </a:lnTo>
                  <a:lnTo>
                    <a:pt x="997965" y="19729"/>
                  </a:lnTo>
                  <a:lnTo>
                    <a:pt x="1005823" y="19697"/>
                  </a:lnTo>
                  <a:lnTo>
                    <a:pt x="1013681" y="19664"/>
                  </a:lnTo>
                  <a:lnTo>
                    <a:pt x="1021539" y="19630"/>
                  </a:lnTo>
                  <a:lnTo>
                    <a:pt x="1029397" y="19596"/>
                  </a:lnTo>
                  <a:lnTo>
                    <a:pt x="1037254" y="19554"/>
                  </a:lnTo>
                  <a:lnTo>
                    <a:pt x="1045112" y="19515"/>
                  </a:lnTo>
                  <a:lnTo>
                    <a:pt x="1052970" y="19483"/>
                  </a:lnTo>
                  <a:lnTo>
                    <a:pt x="1060828" y="19451"/>
                  </a:lnTo>
                  <a:lnTo>
                    <a:pt x="1068686" y="19409"/>
                  </a:lnTo>
                  <a:lnTo>
                    <a:pt x="1076544" y="19371"/>
                  </a:lnTo>
                  <a:lnTo>
                    <a:pt x="1084402" y="19339"/>
                  </a:lnTo>
                  <a:lnTo>
                    <a:pt x="1092260" y="19302"/>
                  </a:lnTo>
                  <a:lnTo>
                    <a:pt x="1100118" y="19261"/>
                  </a:lnTo>
                  <a:lnTo>
                    <a:pt x="1107976" y="19223"/>
                  </a:lnTo>
                  <a:lnTo>
                    <a:pt x="1115834" y="19182"/>
                  </a:lnTo>
                  <a:lnTo>
                    <a:pt x="1123692" y="19139"/>
                  </a:lnTo>
                  <a:lnTo>
                    <a:pt x="1131550" y="19091"/>
                  </a:lnTo>
                  <a:lnTo>
                    <a:pt x="1139408" y="19042"/>
                  </a:lnTo>
                  <a:lnTo>
                    <a:pt x="1147266" y="18995"/>
                  </a:lnTo>
                  <a:lnTo>
                    <a:pt x="1155124" y="18957"/>
                  </a:lnTo>
                  <a:lnTo>
                    <a:pt x="1162982" y="18912"/>
                  </a:lnTo>
                  <a:lnTo>
                    <a:pt x="1170840" y="18869"/>
                  </a:lnTo>
                  <a:lnTo>
                    <a:pt x="1178698" y="18825"/>
                  </a:lnTo>
                  <a:lnTo>
                    <a:pt x="1186556" y="18777"/>
                  </a:lnTo>
                  <a:lnTo>
                    <a:pt x="1194414" y="18723"/>
                  </a:lnTo>
                  <a:lnTo>
                    <a:pt x="1202272" y="18668"/>
                  </a:lnTo>
                  <a:lnTo>
                    <a:pt x="1210130" y="18612"/>
                  </a:lnTo>
                  <a:lnTo>
                    <a:pt x="1217988" y="18551"/>
                  </a:lnTo>
                  <a:lnTo>
                    <a:pt x="1225846" y="18488"/>
                  </a:lnTo>
                  <a:lnTo>
                    <a:pt x="1233704" y="18424"/>
                  </a:lnTo>
                  <a:lnTo>
                    <a:pt x="1241562" y="18365"/>
                  </a:lnTo>
                  <a:lnTo>
                    <a:pt x="1249420" y="18314"/>
                  </a:lnTo>
                  <a:lnTo>
                    <a:pt x="1257278" y="18255"/>
                  </a:lnTo>
                  <a:lnTo>
                    <a:pt x="1265136" y="18187"/>
                  </a:lnTo>
                  <a:lnTo>
                    <a:pt x="1272994" y="18117"/>
                  </a:lnTo>
                  <a:lnTo>
                    <a:pt x="1280852" y="18061"/>
                  </a:lnTo>
                  <a:lnTo>
                    <a:pt x="1288710" y="17994"/>
                  </a:lnTo>
                  <a:lnTo>
                    <a:pt x="1296568" y="17926"/>
                  </a:lnTo>
                  <a:lnTo>
                    <a:pt x="1304426" y="17858"/>
                  </a:lnTo>
                  <a:lnTo>
                    <a:pt x="1312284" y="17790"/>
                  </a:lnTo>
                  <a:lnTo>
                    <a:pt x="1320142" y="17726"/>
                  </a:lnTo>
                  <a:lnTo>
                    <a:pt x="1328000" y="17653"/>
                  </a:lnTo>
                  <a:lnTo>
                    <a:pt x="1335858" y="17579"/>
                  </a:lnTo>
                  <a:lnTo>
                    <a:pt x="1343716" y="17503"/>
                  </a:lnTo>
                  <a:lnTo>
                    <a:pt x="1351574" y="17447"/>
                  </a:lnTo>
                  <a:lnTo>
                    <a:pt x="1359432" y="17368"/>
                  </a:lnTo>
                  <a:lnTo>
                    <a:pt x="1367290" y="17288"/>
                  </a:lnTo>
                  <a:lnTo>
                    <a:pt x="1375148" y="17198"/>
                  </a:lnTo>
                  <a:lnTo>
                    <a:pt x="1383006" y="17105"/>
                  </a:lnTo>
                  <a:lnTo>
                    <a:pt x="1390864" y="17021"/>
                  </a:lnTo>
                  <a:lnTo>
                    <a:pt x="1398722" y="16925"/>
                  </a:lnTo>
                  <a:lnTo>
                    <a:pt x="1406580" y="16836"/>
                  </a:lnTo>
                  <a:lnTo>
                    <a:pt x="1414438" y="16745"/>
                  </a:lnTo>
                  <a:lnTo>
                    <a:pt x="1422296" y="16642"/>
                  </a:lnTo>
                  <a:lnTo>
                    <a:pt x="1430154" y="16552"/>
                  </a:lnTo>
                  <a:lnTo>
                    <a:pt x="1438012" y="16458"/>
                  </a:lnTo>
                  <a:lnTo>
                    <a:pt x="1445870" y="16368"/>
                  </a:lnTo>
                  <a:lnTo>
                    <a:pt x="1453728" y="16271"/>
                  </a:lnTo>
                  <a:lnTo>
                    <a:pt x="1461586" y="16162"/>
                  </a:lnTo>
                  <a:lnTo>
                    <a:pt x="1469444" y="16053"/>
                  </a:lnTo>
                  <a:lnTo>
                    <a:pt x="1477302" y="15944"/>
                  </a:lnTo>
                  <a:lnTo>
                    <a:pt x="1485160" y="15844"/>
                  </a:lnTo>
                  <a:lnTo>
                    <a:pt x="1493018" y="15727"/>
                  </a:lnTo>
                  <a:lnTo>
                    <a:pt x="1500876" y="15635"/>
                  </a:lnTo>
                  <a:lnTo>
                    <a:pt x="1508734" y="15534"/>
                  </a:lnTo>
                  <a:lnTo>
                    <a:pt x="1516592" y="15428"/>
                  </a:lnTo>
                  <a:lnTo>
                    <a:pt x="1524450" y="15305"/>
                  </a:lnTo>
                  <a:lnTo>
                    <a:pt x="1532308" y="15190"/>
                  </a:lnTo>
                  <a:lnTo>
                    <a:pt x="1540166" y="15063"/>
                  </a:lnTo>
                  <a:lnTo>
                    <a:pt x="1548024" y="14948"/>
                  </a:lnTo>
                  <a:lnTo>
                    <a:pt x="1555882" y="14833"/>
                  </a:lnTo>
                  <a:lnTo>
                    <a:pt x="1563740" y="14717"/>
                  </a:lnTo>
                  <a:lnTo>
                    <a:pt x="1571598" y="14599"/>
                  </a:lnTo>
                  <a:lnTo>
                    <a:pt x="1579456" y="14459"/>
                  </a:lnTo>
                  <a:lnTo>
                    <a:pt x="1587314" y="14335"/>
                  </a:lnTo>
                  <a:lnTo>
                    <a:pt x="1595172" y="14210"/>
                  </a:lnTo>
                  <a:lnTo>
                    <a:pt x="1603030" y="14076"/>
                  </a:lnTo>
                  <a:lnTo>
                    <a:pt x="1610888" y="13938"/>
                  </a:lnTo>
                  <a:lnTo>
                    <a:pt x="1618746" y="13779"/>
                  </a:lnTo>
                  <a:lnTo>
                    <a:pt x="1626604" y="13630"/>
                  </a:lnTo>
                  <a:lnTo>
                    <a:pt x="1634462" y="13504"/>
                  </a:lnTo>
                  <a:lnTo>
                    <a:pt x="1642320" y="13354"/>
                  </a:lnTo>
                  <a:lnTo>
                    <a:pt x="1650178" y="13201"/>
                  </a:lnTo>
                  <a:lnTo>
                    <a:pt x="1658036" y="13045"/>
                  </a:lnTo>
                  <a:lnTo>
                    <a:pt x="1665894" y="12888"/>
                  </a:lnTo>
                  <a:lnTo>
                    <a:pt x="1673752" y="12727"/>
                  </a:lnTo>
                  <a:lnTo>
                    <a:pt x="1681610" y="12557"/>
                  </a:lnTo>
                  <a:lnTo>
                    <a:pt x="1689468" y="12373"/>
                  </a:lnTo>
                  <a:lnTo>
                    <a:pt x="1697326" y="12168"/>
                  </a:lnTo>
                  <a:lnTo>
                    <a:pt x="1705184" y="11970"/>
                  </a:lnTo>
                  <a:lnTo>
                    <a:pt x="1713042" y="11803"/>
                  </a:lnTo>
                  <a:lnTo>
                    <a:pt x="1720900" y="11618"/>
                  </a:lnTo>
                  <a:lnTo>
                    <a:pt x="1728758" y="11419"/>
                  </a:lnTo>
                  <a:lnTo>
                    <a:pt x="1736616" y="11216"/>
                  </a:lnTo>
                  <a:lnTo>
                    <a:pt x="1744474" y="11029"/>
                  </a:lnTo>
                  <a:lnTo>
                    <a:pt x="1752332" y="10806"/>
                  </a:lnTo>
                  <a:lnTo>
                    <a:pt x="1760190" y="10584"/>
                  </a:lnTo>
                  <a:lnTo>
                    <a:pt x="1768048" y="10364"/>
                  </a:lnTo>
                  <a:lnTo>
                    <a:pt x="1775906" y="10139"/>
                  </a:lnTo>
                  <a:lnTo>
                    <a:pt x="1783764" y="9911"/>
                  </a:lnTo>
                  <a:lnTo>
                    <a:pt x="1791622" y="9679"/>
                  </a:lnTo>
                  <a:lnTo>
                    <a:pt x="1799480" y="9443"/>
                  </a:lnTo>
                  <a:lnTo>
                    <a:pt x="1807338" y="9202"/>
                  </a:lnTo>
                  <a:lnTo>
                    <a:pt x="1815196" y="8957"/>
                  </a:lnTo>
                  <a:lnTo>
                    <a:pt x="1823054" y="8707"/>
                  </a:lnTo>
                  <a:lnTo>
                    <a:pt x="1830912" y="8471"/>
                  </a:lnTo>
                  <a:lnTo>
                    <a:pt x="1838770" y="8237"/>
                  </a:lnTo>
                  <a:lnTo>
                    <a:pt x="1846628" y="7999"/>
                  </a:lnTo>
                  <a:lnTo>
                    <a:pt x="1854486" y="7745"/>
                  </a:lnTo>
                  <a:lnTo>
                    <a:pt x="1862344" y="7450"/>
                  </a:lnTo>
                  <a:lnTo>
                    <a:pt x="1870202" y="7171"/>
                  </a:lnTo>
                  <a:lnTo>
                    <a:pt x="1878060" y="6907"/>
                  </a:lnTo>
                  <a:lnTo>
                    <a:pt x="1885918" y="6614"/>
                  </a:lnTo>
                  <a:lnTo>
                    <a:pt x="1893776" y="6341"/>
                  </a:lnTo>
                  <a:lnTo>
                    <a:pt x="1901634" y="6073"/>
                  </a:lnTo>
                  <a:lnTo>
                    <a:pt x="1909492" y="5770"/>
                  </a:lnTo>
                  <a:lnTo>
                    <a:pt x="1917350" y="5460"/>
                  </a:lnTo>
                  <a:lnTo>
                    <a:pt x="1925208" y="5145"/>
                  </a:lnTo>
                  <a:lnTo>
                    <a:pt x="1933066" y="4804"/>
                  </a:lnTo>
                  <a:lnTo>
                    <a:pt x="1940924" y="4456"/>
                  </a:lnTo>
                  <a:lnTo>
                    <a:pt x="1948782" y="4101"/>
                  </a:lnTo>
                  <a:lnTo>
                    <a:pt x="1956640" y="3739"/>
                  </a:lnTo>
                  <a:lnTo>
                    <a:pt x="1964498" y="3370"/>
                  </a:lnTo>
                  <a:lnTo>
                    <a:pt x="1972356" y="2993"/>
                  </a:lnTo>
                  <a:lnTo>
                    <a:pt x="1980214" y="2609"/>
                  </a:lnTo>
                  <a:lnTo>
                    <a:pt x="1988072" y="2223"/>
                  </a:lnTo>
                  <a:lnTo>
                    <a:pt x="1995930" y="1865"/>
                  </a:lnTo>
                  <a:lnTo>
                    <a:pt x="2003788" y="1501"/>
                  </a:lnTo>
                  <a:lnTo>
                    <a:pt x="2011646" y="1131"/>
                  </a:lnTo>
                  <a:lnTo>
                    <a:pt x="2019504" y="754"/>
                  </a:lnTo>
                  <a:lnTo>
                    <a:pt x="2027362" y="373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3608036" y="3104448"/>
              <a:ext cx="2035220" cy="1028"/>
            </a:xfrm>
            <a:custGeom>
              <a:avLst/>
              <a:pathLst>
                <a:path w="2035220" h="1028">
                  <a:moveTo>
                    <a:pt x="2035220" y="0"/>
                  </a:moveTo>
                  <a:lnTo>
                    <a:pt x="2027362" y="7"/>
                  </a:lnTo>
                  <a:lnTo>
                    <a:pt x="2019504" y="14"/>
                  </a:lnTo>
                  <a:lnTo>
                    <a:pt x="2011646" y="21"/>
                  </a:lnTo>
                  <a:lnTo>
                    <a:pt x="2003788" y="28"/>
                  </a:lnTo>
                  <a:lnTo>
                    <a:pt x="1995930" y="35"/>
                  </a:lnTo>
                  <a:lnTo>
                    <a:pt x="1988072" y="42"/>
                  </a:lnTo>
                  <a:lnTo>
                    <a:pt x="1980214" y="50"/>
                  </a:lnTo>
                  <a:lnTo>
                    <a:pt x="1972356" y="58"/>
                  </a:lnTo>
                  <a:lnTo>
                    <a:pt x="1964498" y="66"/>
                  </a:lnTo>
                  <a:lnTo>
                    <a:pt x="1956640" y="74"/>
                  </a:lnTo>
                  <a:lnTo>
                    <a:pt x="1948782" y="82"/>
                  </a:lnTo>
                  <a:lnTo>
                    <a:pt x="1940924" y="89"/>
                  </a:lnTo>
                  <a:lnTo>
                    <a:pt x="1933066" y="97"/>
                  </a:lnTo>
                  <a:lnTo>
                    <a:pt x="1925208" y="105"/>
                  </a:lnTo>
                  <a:lnTo>
                    <a:pt x="1917350" y="113"/>
                  </a:lnTo>
                  <a:lnTo>
                    <a:pt x="1909492" y="119"/>
                  </a:lnTo>
                  <a:lnTo>
                    <a:pt x="1901634" y="125"/>
                  </a:lnTo>
                  <a:lnTo>
                    <a:pt x="1893776" y="130"/>
                  </a:lnTo>
                  <a:lnTo>
                    <a:pt x="1885918" y="136"/>
                  </a:lnTo>
                  <a:lnTo>
                    <a:pt x="1878060" y="142"/>
                  </a:lnTo>
                  <a:lnTo>
                    <a:pt x="1870202" y="147"/>
                  </a:lnTo>
                  <a:lnTo>
                    <a:pt x="1862344" y="153"/>
                  </a:lnTo>
                  <a:lnTo>
                    <a:pt x="1854486" y="158"/>
                  </a:lnTo>
                  <a:lnTo>
                    <a:pt x="1846628" y="163"/>
                  </a:lnTo>
                  <a:lnTo>
                    <a:pt x="1838770" y="168"/>
                  </a:lnTo>
                  <a:lnTo>
                    <a:pt x="1830912" y="173"/>
                  </a:lnTo>
                  <a:lnTo>
                    <a:pt x="1823054" y="179"/>
                  </a:lnTo>
                  <a:lnTo>
                    <a:pt x="1815196" y="185"/>
                  </a:lnTo>
                  <a:lnTo>
                    <a:pt x="1807338" y="190"/>
                  </a:lnTo>
                  <a:lnTo>
                    <a:pt x="1799480" y="196"/>
                  </a:lnTo>
                  <a:lnTo>
                    <a:pt x="1791622" y="201"/>
                  </a:lnTo>
                  <a:lnTo>
                    <a:pt x="1783764" y="206"/>
                  </a:lnTo>
                  <a:lnTo>
                    <a:pt x="1775906" y="211"/>
                  </a:lnTo>
                  <a:lnTo>
                    <a:pt x="1768048" y="216"/>
                  </a:lnTo>
                  <a:lnTo>
                    <a:pt x="1760190" y="222"/>
                  </a:lnTo>
                  <a:lnTo>
                    <a:pt x="1752332" y="227"/>
                  </a:lnTo>
                  <a:lnTo>
                    <a:pt x="1744474" y="232"/>
                  </a:lnTo>
                  <a:lnTo>
                    <a:pt x="1736616" y="237"/>
                  </a:lnTo>
                  <a:lnTo>
                    <a:pt x="1728758" y="242"/>
                  </a:lnTo>
                  <a:lnTo>
                    <a:pt x="1720900" y="247"/>
                  </a:lnTo>
                  <a:lnTo>
                    <a:pt x="1713042" y="252"/>
                  </a:lnTo>
                  <a:lnTo>
                    <a:pt x="1705184" y="258"/>
                  </a:lnTo>
                  <a:lnTo>
                    <a:pt x="1697326" y="266"/>
                  </a:lnTo>
                  <a:lnTo>
                    <a:pt x="1689468" y="272"/>
                  </a:lnTo>
                  <a:lnTo>
                    <a:pt x="1681610" y="274"/>
                  </a:lnTo>
                  <a:lnTo>
                    <a:pt x="1673752" y="276"/>
                  </a:lnTo>
                  <a:lnTo>
                    <a:pt x="1665894" y="281"/>
                  </a:lnTo>
                  <a:lnTo>
                    <a:pt x="1658036" y="285"/>
                  </a:lnTo>
                  <a:lnTo>
                    <a:pt x="1650178" y="291"/>
                  </a:lnTo>
                  <a:lnTo>
                    <a:pt x="1642320" y="295"/>
                  </a:lnTo>
                  <a:lnTo>
                    <a:pt x="1634462" y="300"/>
                  </a:lnTo>
                  <a:lnTo>
                    <a:pt x="1626604" y="304"/>
                  </a:lnTo>
                  <a:lnTo>
                    <a:pt x="1618746" y="309"/>
                  </a:lnTo>
                  <a:lnTo>
                    <a:pt x="1610888" y="314"/>
                  </a:lnTo>
                  <a:lnTo>
                    <a:pt x="1603030" y="318"/>
                  </a:lnTo>
                  <a:lnTo>
                    <a:pt x="1595172" y="323"/>
                  </a:lnTo>
                  <a:lnTo>
                    <a:pt x="1587314" y="329"/>
                  </a:lnTo>
                  <a:lnTo>
                    <a:pt x="1579456" y="334"/>
                  </a:lnTo>
                  <a:lnTo>
                    <a:pt x="1571598" y="337"/>
                  </a:lnTo>
                  <a:lnTo>
                    <a:pt x="1563740" y="340"/>
                  </a:lnTo>
                  <a:lnTo>
                    <a:pt x="1555882" y="342"/>
                  </a:lnTo>
                  <a:lnTo>
                    <a:pt x="1548024" y="347"/>
                  </a:lnTo>
                  <a:lnTo>
                    <a:pt x="1540166" y="352"/>
                  </a:lnTo>
                  <a:lnTo>
                    <a:pt x="1532308" y="357"/>
                  </a:lnTo>
                  <a:lnTo>
                    <a:pt x="1524450" y="362"/>
                  </a:lnTo>
                  <a:lnTo>
                    <a:pt x="1516592" y="367"/>
                  </a:lnTo>
                  <a:lnTo>
                    <a:pt x="1508734" y="371"/>
                  </a:lnTo>
                  <a:lnTo>
                    <a:pt x="1500876" y="375"/>
                  </a:lnTo>
                  <a:lnTo>
                    <a:pt x="1493018" y="379"/>
                  </a:lnTo>
                  <a:lnTo>
                    <a:pt x="1485160" y="383"/>
                  </a:lnTo>
                  <a:lnTo>
                    <a:pt x="1477302" y="386"/>
                  </a:lnTo>
                  <a:lnTo>
                    <a:pt x="1469444" y="388"/>
                  </a:lnTo>
                  <a:lnTo>
                    <a:pt x="1461586" y="391"/>
                  </a:lnTo>
                  <a:lnTo>
                    <a:pt x="1453728" y="393"/>
                  </a:lnTo>
                  <a:lnTo>
                    <a:pt x="1445870" y="395"/>
                  </a:lnTo>
                  <a:lnTo>
                    <a:pt x="1438012" y="397"/>
                  </a:lnTo>
                  <a:lnTo>
                    <a:pt x="1430154" y="399"/>
                  </a:lnTo>
                  <a:lnTo>
                    <a:pt x="1422296" y="404"/>
                  </a:lnTo>
                  <a:lnTo>
                    <a:pt x="1414438" y="409"/>
                  </a:lnTo>
                  <a:lnTo>
                    <a:pt x="1406580" y="414"/>
                  </a:lnTo>
                  <a:lnTo>
                    <a:pt x="1398722" y="420"/>
                  </a:lnTo>
                  <a:lnTo>
                    <a:pt x="1390864" y="424"/>
                  </a:lnTo>
                  <a:lnTo>
                    <a:pt x="1383006" y="427"/>
                  </a:lnTo>
                  <a:lnTo>
                    <a:pt x="1375148" y="430"/>
                  </a:lnTo>
                  <a:lnTo>
                    <a:pt x="1367290" y="435"/>
                  </a:lnTo>
                  <a:lnTo>
                    <a:pt x="1359432" y="441"/>
                  </a:lnTo>
                  <a:lnTo>
                    <a:pt x="1351574" y="445"/>
                  </a:lnTo>
                  <a:lnTo>
                    <a:pt x="1343716" y="448"/>
                  </a:lnTo>
                  <a:lnTo>
                    <a:pt x="1335858" y="451"/>
                  </a:lnTo>
                  <a:lnTo>
                    <a:pt x="1328000" y="456"/>
                  </a:lnTo>
                  <a:lnTo>
                    <a:pt x="1320142" y="461"/>
                  </a:lnTo>
                  <a:lnTo>
                    <a:pt x="1312284" y="466"/>
                  </a:lnTo>
                  <a:lnTo>
                    <a:pt x="1304426" y="472"/>
                  </a:lnTo>
                  <a:lnTo>
                    <a:pt x="1296568" y="477"/>
                  </a:lnTo>
                  <a:lnTo>
                    <a:pt x="1288710" y="481"/>
                  </a:lnTo>
                  <a:lnTo>
                    <a:pt x="1280852" y="486"/>
                  </a:lnTo>
                  <a:lnTo>
                    <a:pt x="1272994" y="492"/>
                  </a:lnTo>
                  <a:lnTo>
                    <a:pt x="1265136" y="498"/>
                  </a:lnTo>
                  <a:lnTo>
                    <a:pt x="1257278" y="502"/>
                  </a:lnTo>
                  <a:lnTo>
                    <a:pt x="1249420" y="508"/>
                  </a:lnTo>
                  <a:lnTo>
                    <a:pt x="1241562" y="510"/>
                  </a:lnTo>
                  <a:lnTo>
                    <a:pt x="1233704" y="513"/>
                  </a:lnTo>
                  <a:lnTo>
                    <a:pt x="1225846" y="515"/>
                  </a:lnTo>
                  <a:lnTo>
                    <a:pt x="1217988" y="518"/>
                  </a:lnTo>
                  <a:lnTo>
                    <a:pt x="1210130" y="522"/>
                  </a:lnTo>
                  <a:lnTo>
                    <a:pt x="1202272" y="526"/>
                  </a:lnTo>
                  <a:lnTo>
                    <a:pt x="1194414" y="531"/>
                  </a:lnTo>
                  <a:lnTo>
                    <a:pt x="1186556" y="536"/>
                  </a:lnTo>
                  <a:lnTo>
                    <a:pt x="1178698" y="539"/>
                  </a:lnTo>
                  <a:lnTo>
                    <a:pt x="1170840" y="543"/>
                  </a:lnTo>
                  <a:lnTo>
                    <a:pt x="1162982" y="549"/>
                  </a:lnTo>
                  <a:lnTo>
                    <a:pt x="1155124" y="556"/>
                  </a:lnTo>
                  <a:lnTo>
                    <a:pt x="1147266" y="560"/>
                  </a:lnTo>
                  <a:lnTo>
                    <a:pt x="1139408" y="564"/>
                  </a:lnTo>
                  <a:lnTo>
                    <a:pt x="1131550" y="568"/>
                  </a:lnTo>
                  <a:lnTo>
                    <a:pt x="1123692" y="573"/>
                  </a:lnTo>
                  <a:lnTo>
                    <a:pt x="1115834" y="579"/>
                  </a:lnTo>
                  <a:lnTo>
                    <a:pt x="1107976" y="583"/>
                  </a:lnTo>
                  <a:lnTo>
                    <a:pt x="1100118" y="588"/>
                  </a:lnTo>
                  <a:lnTo>
                    <a:pt x="1092260" y="589"/>
                  </a:lnTo>
                  <a:lnTo>
                    <a:pt x="1084402" y="591"/>
                  </a:lnTo>
                  <a:lnTo>
                    <a:pt x="1076544" y="595"/>
                  </a:lnTo>
                  <a:lnTo>
                    <a:pt x="1068686" y="601"/>
                  </a:lnTo>
                  <a:lnTo>
                    <a:pt x="1060828" y="607"/>
                  </a:lnTo>
                  <a:lnTo>
                    <a:pt x="1052970" y="613"/>
                  </a:lnTo>
                  <a:lnTo>
                    <a:pt x="1045112" y="619"/>
                  </a:lnTo>
                  <a:lnTo>
                    <a:pt x="1037254" y="624"/>
                  </a:lnTo>
                  <a:lnTo>
                    <a:pt x="1029397" y="630"/>
                  </a:lnTo>
                  <a:lnTo>
                    <a:pt x="1021539" y="634"/>
                  </a:lnTo>
                  <a:lnTo>
                    <a:pt x="1013681" y="637"/>
                  </a:lnTo>
                  <a:lnTo>
                    <a:pt x="1005823" y="640"/>
                  </a:lnTo>
                  <a:lnTo>
                    <a:pt x="997965" y="644"/>
                  </a:lnTo>
                  <a:lnTo>
                    <a:pt x="990107" y="648"/>
                  </a:lnTo>
                  <a:lnTo>
                    <a:pt x="982249" y="652"/>
                  </a:lnTo>
                  <a:lnTo>
                    <a:pt x="974391" y="657"/>
                  </a:lnTo>
                  <a:lnTo>
                    <a:pt x="966533" y="662"/>
                  </a:lnTo>
                  <a:lnTo>
                    <a:pt x="958675" y="666"/>
                  </a:lnTo>
                  <a:lnTo>
                    <a:pt x="950817" y="670"/>
                  </a:lnTo>
                  <a:lnTo>
                    <a:pt x="942959" y="675"/>
                  </a:lnTo>
                  <a:lnTo>
                    <a:pt x="935101" y="678"/>
                  </a:lnTo>
                  <a:lnTo>
                    <a:pt x="927243" y="682"/>
                  </a:lnTo>
                  <a:lnTo>
                    <a:pt x="919385" y="686"/>
                  </a:lnTo>
                  <a:lnTo>
                    <a:pt x="911527" y="690"/>
                  </a:lnTo>
                  <a:lnTo>
                    <a:pt x="903669" y="695"/>
                  </a:lnTo>
                  <a:lnTo>
                    <a:pt x="895811" y="698"/>
                  </a:lnTo>
                  <a:lnTo>
                    <a:pt x="887953" y="701"/>
                  </a:lnTo>
                  <a:lnTo>
                    <a:pt x="880095" y="705"/>
                  </a:lnTo>
                  <a:lnTo>
                    <a:pt x="872237" y="707"/>
                  </a:lnTo>
                  <a:lnTo>
                    <a:pt x="864379" y="709"/>
                  </a:lnTo>
                  <a:lnTo>
                    <a:pt x="856521" y="715"/>
                  </a:lnTo>
                  <a:lnTo>
                    <a:pt x="848663" y="719"/>
                  </a:lnTo>
                  <a:lnTo>
                    <a:pt x="840805" y="722"/>
                  </a:lnTo>
                  <a:lnTo>
                    <a:pt x="832947" y="726"/>
                  </a:lnTo>
                  <a:lnTo>
                    <a:pt x="825089" y="730"/>
                  </a:lnTo>
                  <a:lnTo>
                    <a:pt x="817231" y="735"/>
                  </a:lnTo>
                  <a:lnTo>
                    <a:pt x="809373" y="740"/>
                  </a:lnTo>
                  <a:lnTo>
                    <a:pt x="801515" y="746"/>
                  </a:lnTo>
                  <a:lnTo>
                    <a:pt x="793657" y="750"/>
                  </a:lnTo>
                  <a:lnTo>
                    <a:pt x="785799" y="754"/>
                  </a:lnTo>
                  <a:lnTo>
                    <a:pt x="777941" y="759"/>
                  </a:lnTo>
                  <a:lnTo>
                    <a:pt x="770083" y="764"/>
                  </a:lnTo>
                  <a:lnTo>
                    <a:pt x="762225" y="768"/>
                  </a:lnTo>
                  <a:lnTo>
                    <a:pt x="754367" y="770"/>
                  </a:lnTo>
                  <a:lnTo>
                    <a:pt x="746509" y="774"/>
                  </a:lnTo>
                  <a:lnTo>
                    <a:pt x="738651" y="777"/>
                  </a:lnTo>
                  <a:lnTo>
                    <a:pt x="730793" y="781"/>
                  </a:lnTo>
                  <a:lnTo>
                    <a:pt x="722935" y="786"/>
                  </a:lnTo>
                  <a:lnTo>
                    <a:pt x="715077" y="790"/>
                  </a:lnTo>
                  <a:lnTo>
                    <a:pt x="707219" y="794"/>
                  </a:lnTo>
                  <a:lnTo>
                    <a:pt x="699361" y="795"/>
                  </a:lnTo>
                  <a:lnTo>
                    <a:pt x="691503" y="800"/>
                  </a:lnTo>
                  <a:lnTo>
                    <a:pt x="683645" y="803"/>
                  </a:lnTo>
                  <a:lnTo>
                    <a:pt x="675787" y="807"/>
                  </a:lnTo>
                  <a:lnTo>
                    <a:pt x="667929" y="809"/>
                  </a:lnTo>
                  <a:lnTo>
                    <a:pt x="660071" y="813"/>
                  </a:lnTo>
                  <a:lnTo>
                    <a:pt x="652213" y="817"/>
                  </a:lnTo>
                  <a:lnTo>
                    <a:pt x="644355" y="821"/>
                  </a:lnTo>
                  <a:lnTo>
                    <a:pt x="636497" y="824"/>
                  </a:lnTo>
                  <a:lnTo>
                    <a:pt x="628639" y="826"/>
                  </a:lnTo>
                  <a:lnTo>
                    <a:pt x="620781" y="829"/>
                  </a:lnTo>
                  <a:lnTo>
                    <a:pt x="612923" y="832"/>
                  </a:lnTo>
                  <a:lnTo>
                    <a:pt x="605065" y="836"/>
                  </a:lnTo>
                  <a:lnTo>
                    <a:pt x="597207" y="839"/>
                  </a:lnTo>
                  <a:lnTo>
                    <a:pt x="589349" y="842"/>
                  </a:lnTo>
                  <a:lnTo>
                    <a:pt x="581491" y="845"/>
                  </a:lnTo>
                  <a:lnTo>
                    <a:pt x="573633" y="848"/>
                  </a:lnTo>
                  <a:lnTo>
                    <a:pt x="565775" y="851"/>
                  </a:lnTo>
                  <a:lnTo>
                    <a:pt x="557917" y="854"/>
                  </a:lnTo>
                  <a:lnTo>
                    <a:pt x="550059" y="857"/>
                  </a:lnTo>
                  <a:lnTo>
                    <a:pt x="542201" y="862"/>
                  </a:lnTo>
                  <a:lnTo>
                    <a:pt x="534343" y="865"/>
                  </a:lnTo>
                  <a:lnTo>
                    <a:pt x="526485" y="867"/>
                  </a:lnTo>
                  <a:lnTo>
                    <a:pt x="518627" y="870"/>
                  </a:lnTo>
                  <a:lnTo>
                    <a:pt x="510769" y="874"/>
                  </a:lnTo>
                  <a:lnTo>
                    <a:pt x="502911" y="877"/>
                  </a:lnTo>
                  <a:lnTo>
                    <a:pt x="495053" y="880"/>
                  </a:lnTo>
                  <a:lnTo>
                    <a:pt x="487195" y="883"/>
                  </a:lnTo>
                  <a:lnTo>
                    <a:pt x="479337" y="886"/>
                  </a:lnTo>
                  <a:lnTo>
                    <a:pt x="471479" y="889"/>
                  </a:lnTo>
                  <a:lnTo>
                    <a:pt x="463621" y="892"/>
                  </a:lnTo>
                  <a:lnTo>
                    <a:pt x="455763" y="895"/>
                  </a:lnTo>
                  <a:lnTo>
                    <a:pt x="447905" y="898"/>
                  </a:lnTo>
                  <a:lnTo>
                    <a:pt x="440047" y="903"/>
                  </a:lnTo>
                  <a:lnTo>
                    <a:pt x="432189" y="906"/>
                  </a:lnTo>
                  <a:lnTo>
                    <a:pt x="424331" y="909"/>
                  </a:lnTo>
                  <a:lnTo>
                    <a:pt x="416473" y="912"/>
                  </a:lnTo>
                  <a:lnTo>
                    <a:pt x="408615" y="914"/>
                  </a:lnTo>
                  <a:lnTo>
                    <a:pt x="400757" y="917"/>
                  </a:lnTo>
                  <a:lnTo>
                    <a:pt x="392899" y="919"/>
                  </a:lnTo>
                  <a:lnTo>
                    <a:pt x="385041" y="923"/>
                  </a:lnTo>
                  <a:lnTo>
                    <a:pt x="377183" y="925"/>
                  </a:lnTo>
                  <a:lnTo>
                    <a:pt x="369325" y="927"/>
                  </a:lnTo>
                  <a:lnTo>
                    <a:pt x="361467" y="931"/>
                  </a:lnTo>
                  <a:lnTo>
                    <a:pt x="353609" y="934"/>
                  </a:lnTo>
                  <a:lnTo>
                    <a:pt x="345751" y="937"/>
                  </a:lnTo>
                  <a:lnTo>
                    <a:pt x="337893" y="939"/>
                  </a:lnTo>
                  <a:lnTo>
                    <a:pt x="330035" y="942"/>
                  </a:lnTo>
                  <a:lnTo>
                    <a:pt x="322177" y="944"/>
                  </a:lnTo>
                  <a:lnTo>
                    <a:pt x="314319" y="946"/>
                  </a:lnTo>
                  <a:lnTo>
                    <a:pt x="306461" y="949"/>
                  </a:lnTo>
                  <a:lnTo>
                    <a:pt x="298603" y="951"/>
                  </a:lnTo>
                  <a:lnTo>
                    <a:pt x="290745" y="954"/>
                  </a:lnTo>
                  <a:lnTo>
                    <a:pt x="282887" y="956"/>
                  </a:lnTo>
                  <a:lnTo>
                    <a:pt x="275029" y="958"/>
                  </a:lnTo>
                  <a:lnTo>
                    <a:pt x="267171" y="960"/>
                  </a:lnTo>
                  <a:lnTo>
                    <a:pt x="259313" y="962"/>
                  </a:lnTo>
                  <a:lnTo>
                    <a:pt x="251455" y="965"/>
                  </a:lnTo>
                  <a:lnTo>
                    <a:pt x="243597" y="967"/>
                  </a:lnTo>
                  <a:lnTo>
                    <a:pt x="235739" y="969"/>
                  </a:lnTo>
                  <a:lnTo>
                    <a:pt x="227881" y="971"/>
                  </a:lnTo>
                  <a:lnTo>
                    <a:pt x="220023" y="973"/>
                  </a:lnTo>
                  <a:lnTo>
                    <a:pt x="212165" y="976"/>
                  </a:lnTo>
                  <a:lnTo>
                    <a:pt x="204307" y="978"/>
                  </a:lnTo>
                  <a:lnTo>
                    <a:pt x="196449" y="981"/>
                  </a:lnTo>
                  <a:lnTo>
                    <a:pt x="188591" y="983"/>
                  </a:lnTo>
                  <a:lnTo>
                    <a:pt x="180733" y="985"/>
                  </a:lnTo>
                  <a:lnTo>
                    <a:pt x="172875" y="988"/>
                  </a:lnTo>
                  <a:lnTo>
                    <a:pt x="165017" y="990"/>
                  </a:lnTo>
                  <a:lnTo>
                    <a:pt x="157159" y="991"/>
                  </a:lnTo>
                  <a:lnTo>
                    <a:pt x="149301" y="993"/>
                  </a:lnTo>
                  <a:lnTo>
                    <a:pt x="141443" y="996"/>
                  </a:lnTo>
                  <a:lnTo>
                    <a:pt x="133585" y="998"/>
                  </a:lnTo>
                  <a:lnTo>
                    <a:pt x="125727" y="1000"/>
                  </a:lnTo>
                  <a:lnTo>
                    <a:pt x="117869" y="1001"/>
                  </a:lnTo>
                  <a:lnTo>
                    <a:pt x="110011" y="1003"/>
                  </a:lnTo>
                  <a:lnTo>
                    <a:pt x="102153" y="1005"/>
                  </a:lnTo>
                  <a:lnTo>
                    <a:pt x="94295" y="1007"/>
                  </a:lnTo>
                  <a:lnTo>
                    <a:pt x="86437" y="1009"/>
                  </a:lnTo>
                  <a:lnTo>
                    <a:pt x="78579" y="1011"/>
                  </a:lnTo>
                  <a:lnTo>
                    <a:pt x="70721" y="1013"/>
                  </a:lnTo>
                  <a:lnTo>
                    <a:pt x="62863" y="1015"/>
                  </a:lnTo>
                  <a:lnTo>
                    <a:pt x="55005" y="1016"/>
                  </a:lnTo>
                  <a:lnTo>
                    <a:pt x="47147" y="1018"/>
                  </a:lnTo>
                  <a:lnTo>
                    <a:pt x="39289" y="1020"/>
                  </a:lnTo>
                  <a:lnTo>
                    <a:pt x="31431" y="1022"/>
                  </a:lnTo>
                  <a:lnTo>
                    <a:pt x="23573" y="1023"/>
                  </a:lnTo>
                  <a:lnTo>
                    <a:pt x="15715" y="1025"/>
                  </a:lnTo>
                  <a:lnTo>
                    <a:pt x="7857" y="1026"/>
                  </a:lnTo>
                  <a:lnTo>
                    <a:pt x="0" y="102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2" name="pg111"/>
            <p:cNvSpPr/>
            <p:nvPr/>
          </p:nvSpPr>
          <p:spPr>
            <a:xfrm>
              <a:off x="3608036" y="3097664"/>
              <a:ext cx="2035220" cy="7862"/>
            </a:xfrm>
            <a:custGeom>
              <a:avLst/>
              <a:pathLst>
                <a:path w="2035220" h="7862">
                  <a:moveTo>
                    <a:pt x="0" y="7664"/>
                  </a:moveTo>
                  <a:lnTo>
                    <a:pt x="7857" y="7664"/>
                  </a:lnTo>
                  <a:lnTo>
                    <a:pt x="15715" y="7663"/>
                  </a:lnTo>
                  <a:lnTo>
                    <a:pt x="23573" y="7662"/>
                  </a:lnTo>
                  <a:lnTo>
                    <a:pt x="31431" y="7660"/>
                  </a:lnTo>
                  <a:lnTo>
                    <a:pt x="39289" y="7659"/>
                  </a:lnTo>
                  <a:lnTo>
                    <a:pt x="47147" y="7657"/>
                  </a:lnTo>
                  <a:lnTo>
                    <a:pt x="55005" y="7656"/>
                  </a:lnTo>
                  <a:lnTo>
                    <a:pt x="62863" y="7653"/>
                  </a:lnTo>
                  <a:lnTo>
                    <a:pt x="70721" y="7651"/>
                  </a:lnTo>
                  <a:lnTo>
                    <a:pt x="78579" y="7649"/>
                  </a:lnTo>
                  <a:lnTo>
                    <a:pt x="86437" y="7647"/>
                  </a:lnTo>
                  <a:lnTo>
                    <a:pt x="94295" y="7646"/>
                  </a:lnTo>
                  <a:lnTo>
                    <a:pt x="102153" y="7645"/>
                  </a:lnTo>
                  <a:lnTo>
                    <a:pt x="110011" y="7644"/>
                  </a:lnTo>
                  <a:lnTo>
                    <a:pt x="117869" y="7645"/>
                  </a:lnTo>
                  <a:lnTo>
                    <a:pt x="125727" y="7645"/>
                  </a:lnTo>
                  <a:lnTo>
                    <a:pt x="133585" y="7645"/>
                  </a:lnTo>
                  <a:lnTo>
                    <a:pt x="141443" y="7646"/>
                  </a:lnTo>
                  <a:lnTo>
                    <a:pt x="149301" y="7643"/>
                  </a:lnTo>
                  <a:lnTo>
                    <a:pt x="157159" y="7640"/>
                  </a:lnTo>
                  <a:lnTo>
                    <a:pt x="165017" y="7639"/>
                  </a:lnTo>
                  <a:lnTo>
                    <a:pt x="172875" y="7638"/>
                  </a:lnTo>
                  <a:lnTo>
                    <a:pt x="180733" y="7638"/>
                  </a:lnTo>
                  <a:lnTo>
                    <a:pt x="188591" y="7637"/>
                  </a:lnTo>
                  <a:lnTo>
                    <a:pt x="196449" y="7636"/>
                  </a:lnTo>
                  <a:lnTo>
                    <a:pt x="204307" y="7633"/>
                  </a:lnTo>
                  <a:lnTo>
                    <a:pt x="212165" y="7632"/>
                  </a:lnTo>
                  <a:lnTo>
                    <a:pt x="220023" y="7631"/>
                  </a:lnTo>
                  <a:lnTo>
                    <a:pt x="227881" y="7630"/>
                  </a:lnTo>
                  <a:lnTo>
                    <a:pt x="235739" y="7628"/>
                  </a:lnTo>
                  <a:lnTo>
                    <a:pt x="243597" y="7626"/>
                  </a:lnTo>
                  <a:lnTo>
                    <a:pt x="251455" y="7625"/>
                  </a:lnTo>
                  <a:lnTo>
                    <a:pt x="259313" y="7623"/>
                  </a:lnTo>
                  <a:lnTo>
                    <a:pt x="267171" y="7622"/>
                  </a:lnTo>
                  <a:lnTo>
                    <a:pt x="275029" y="7620"/>
                  </a:lnTo>
                  <a:lnTo>
                    <a:pt x="282887" y="7618"/>
                  </a:lnTo>
                  <a:lnTo>
                    <a:pt x="290745" y="7617"/>
                  </a:lnTo>
                  <a:lnTo>
                    <a:pt x="298603" y="7615"/>
                  </a:lnTo>
                  <a:lnTo>
                    <a:pt x="306461" y="7613"/>
                  </a:lnTo>
                  <a:lnTo>
                    <a:pt x="314319" y="7610"/>
                  </a:lnTo>
                  <a:lnTo>
                    <a:pt x="322177" y="7608"/>
                  </a:lnTo>
                  <a:lnTo>
                    <a:pt x="330035" y="7607"/>
                  </a:lnTo>
                  <a:lnTo>
                    <a:pt x="337893" y="7604"/>
                  </a:lnTo>
                  <a:lnTo>
                    <a:pt x="345751" y="7602"/>
                  </a:lnTo>
                  <a:lnTo>
                    <a:pt x="353609" y="7600"/>
                  </a:lnTo>
                  <a:lnTo>
                    <a:pt x="361467" y="7597"/>
                  </a:lnTo>
                  <a:lnTo>
                    <a:pt x="369325" y="7595"/>
                  </a:lnTo>
                  <a:lnTo>
                    <a:pt x="377183" y="7593"/>
                  </a:lnTo>
                  <a:lnTo>
                    <a:pt x="385041" y="7590"/>
                  </a:lnTo>
                  <a:lnTo>
                    <a:pt x="392899" y="7588"/>
                  </a:lnTo>
                  <a:lnTo>
                    <a:pt x="400757" y="7586"/>
                  </a:lnTo>
                  <a:lnTo>
                    <a:pt x="408615" y="7584"/>
                  </a:lnTo>
                  <a:lnTo>
                    <a:pt x="416473" y="7582"/>
                  </a:lnTo>
                  <a:lnTo>
                    <a:pt x="424331" y="7580"/>
                  </a:lnTo>
                  <a:lnTo>
                    <a:pt x="432189" y="7577"/>
                  </a:lnTo>
                  <a:lnTo>
                    <a:pt x="440047" y="7572"/>
                  </a:lnTo>
                  <a:lnTo>
                    <a:pt x="447905" y="7570"/>
                  </a:lnTo>
                  <a:lnTo>
                    <a:pt x="455763" y="7568"/>
                  </a:lnTo>
                  <a:lnTo>
                    <a:pt x="463621" y="7566"/>
                  </a:lnTo>
                  <a:lnTo>
                    <a:pt x="471479" y="7564"/>
                  </a:lnTo>
                  <a:lnTo>
                    <a:pt x="479337" y="7563"/>
                  </a:lnTo>
                  <a:lnTo>
                    <a:pt x="487195" y="7560"/>
                  </a:lnTo>
                  <a:lnTo>
                    <a:pt x="495053" y="7558"/>
                  </a:lnTo>
                  <a:lnTo>
                    <a:pt x="502911" y="7555"/>
                  </a:lnTo>
                  <a:lnTo>
                    <a:pt x="510769" y="7551"/>
                  </a:lnTo>
                  <a:lnTo>
                    <a:pt x="518627" y="7548"/>
                  </a:lnTo>
                  <a:lnTo>
                    <a:pt x="526485" y="7544"/>
                  </a:lnTo>
                  <a:lnTo>
                    <a:pt x="534343" y="7541"/>
                  </a:lnTo>
                  <a:lnTo>
                    <a:pt x="542201" y="7540"/>
                  </a:lnTo>
                  <a:lnTo>
                    <a:pt x="550059" y="7539"/>
                  </a:lnTo>
                  <a:lnTo>
                    <a:pt x="557917" y="7534"/>
                  </a:lnTo>
                  <a:lnTo>
                    <a:pt x="565775" y="7528"/>
                  </a:lnTo>
                  <a:lnTo>
                    <a:pt x="573633" y="7523"/>
                  </a:lnTo>
                  <a:lnTo>
                    <a:pt x="581491" y="7520"/>
                  </a:lnTo>
                  <a:lnTo>
                    <a:pt x="589349" y="7516"/>
                  </a:lnTo>
                  <a:lnTo>
                    <a:pt x="597207" y="7513"/>
                  </a:lnTo>
                  <a:lnTo>
                    <a:pt x="605065" y="7509"/>
                  </a:lnTo>
                  <a:lnTo>
                    <a:pt x="612923" y="7506"/>
                  </a:lnTo>
                  <a:lnTo>
                    <a:pt x="620781" y="7503"/>
                  </a:lnTo>
                  <a:lnTo>
                    <a:pt x="628639" y="7497"/>
                  </a:lnTo>
                  <a:lnTo>
                    <a:pt x="636497" y="7492"/>
                  </a:lnTo>
                  <a:lnTo>
                    <a:pt x="644355" y="7487"/>
                  </a:lnTo>
                  <a:lnTo>
                    <a:pt x="652213" y="7481"/>
                  </a:lnTo>
                  <a:lnTo>
                    <a:pt x="660071" y="7476"/>
                  </a:lnTo>
                  <a:lnTo>
                    <a:pt x="667929" y="7470"/>
                  </a:lnTo>
                  <a:lnTo>
                    <a:pt x="675787" y="7466"/>
                  </a:lnTo>
                  <a:lnTo>
                    <a:pt x="683645" y="7461"/>
                  </a:lnTo>
                  <a:lnTo>
                    <a:pt x="691503" y="7454"/>
                  </a:lnTo>
                  <a:lnTo>
                    <a:pt x="699361" y="7447"/>
                  </a:lnTo>
                  <a:lnTo>
                    <a:pt x="707219" y="7441"/>
                  </a:lnTo>
                  <a:lnTo>
                    <a:pt x="715077" y="7436"/>
                  </a:lnTo>
                  <a:lnTo>
                    <a:pt x="722935" y="7429"/>
                  </a:lnTo>
                  <a:lnTo>
                    <a:pt x="730793" y="7424"/>
                  </a:lnTo>
                  <a:lnTo>
                    <a:pt x="738651" y="7419"/>
                  </a:lnTo>
                  <a:lnTo>
                    <a:pt x="746509" y="7412"/>
                  </a:lnTo>
                  <a:lnTo>
                    <a:pt x="754367" y="7406"/>
                  </a:lnTo>
                  <a:lnTo>
                    <a:pt x="762225" y="7399"/>
                  </a:lnTo>
                  <a:lnTo>
                    <a:pt x="770083" y="7393"/>
                  </a:lnTo>
                  <a:lnTo>
                    <a:pt x="777941" y="7386"/>
                  </a:lnTo>
                  <a:lnTo>
                    <a:pt x="785799" y="7379"/>
                  </a:lnTo>
                  <a:lnTo>
                    <a:pt x="793657" y="7372"/>
                  </a:lnTo>
                  <a:lnTo>
                    <a:pt x="801515" y="7365"/>
                  </a:lnTo>
                  <a:lnTo>
                    <a:pt x="809373" y="7358"/>
                  </a:lnTo>
                  <a:lnTo>
                    <a:pt x="817231" y="7350"/>
                  </a:lnTo>
                  <a:lnTo>
                    <a:pt x="825089" y="7341"/>
                  </a:lnTo>
                  <a:lnTo>
                    <a:pt x="832947" y="7334"/>
                  </a:lnTo>
                  <a:lnTo>
                    <a:pt x="840805" y="7323"/>
                  </a:lnTo>
                  <a:lnTo>
                    <a:pt x="848663" y="7315"/>
                  </a:lnTo>
                  <a:lnTo>
                    <a:pt x="856521" y="7306"/>
                  </a:lnTo>
                  <a:lnTo>
                    <a:pt x="864379" y="7297"/>
                  </a:lnTo>
                  <a:lnTo>
                    <a:pt x="872237" y="7289"/>
                  </a:lnTo>
                  <a:lnTo>
                    <a:pt x="880095" y="7279"/>
                  </a:lnTo>
                  <a:lnTo>
                    <a:pt x="887953" y="7269"/>
                  </a:lnTo>
                  <a:lnTo>
                    <a:pt x="895811" y="7258"/>
                  </a:lnTo>
                  <a:lnTo>
                    <a:pt x="903669" y="7248"/>
                  </a:lnTo>
                  <a:lnTo>
                    <a:pt x="911527" y="7239"/>
                  </a:lnTo>
                  <a:lnTo>
                    <a:pt x="919385" y="7230"/>
                  </a:lnTo>
                  <a:lnTo>
                    <a:pt x="927243" y="7219"/>
                  </a:lnTo>
                  <a:lnTo>
                    <a:pt x="935101" y="7207"/>
                  </a:lnTo>
                  <a:lnTo>
                    <a:pt x="942959" y="7196"/>
                  </a:lnTo>
                  <a:lnTo>
                    <a:pt x="950817" y="7186"/>
                  </a:lnTo>
                  <a:lnTo>
                    <a:pt x="958675" y="7172"/>
                  </a:lnTo>
                  <a:lnTo>
                    <a:pt x="966533" y="7159"/>
                  </a:lnTo>
                  <a:lnTo>
                    <a:pt x="974391" y="7143"/>
                  </a:lnTo>
                  <a:lnTo>
                    <a:pt x="982249" y="7134"/>
                  </a:lnTo>
                  <a:lnTo>
                    <a:pt x="990107" y="7125"/>
                  </a:lnTo>
                  <a:lnTo>
                    <a:pt x="997965" y="7112"/>
                  </a:lnTo>
                  <a:lnTo>
                    <a:pt x="1005823" y="7098"/>
                  </a:lnTo>
                  <a:lnTo>
                    <a:pt x="1013681" y="7084"/>
                  </a:lnTo>
                  <a:lnTo>
                    <a:pt x="1021539" y="7069"/>
                  </a:lnTo>
                  <a:lnTo>
                    <a:pt x="1029397" y="7055"/>
                  </a:lnTo>
                  <a:lnTo>
                    <a:pt x="1037254" y="7045"/>
                  </a:lnTo>
                  <a:lnTo>
                    <a:pt x="1045112" y="7031"/>
                  </a:lnTo>
                  <a:lnTo>
                    <a:pt x="1052970" y="7015"/>
                  </a:lnTo>
                  <a:lnTo>
                    <a:pt x="1060828" y="6999"/>
                  </a:lnTo>
                  <a:lnTo>
                    <a:pt x="1068686" y="6982"/>
                  </a:lnTo>
                  <a:lnTo>
                    <a:pt x="1076544" y="6968"/>
                  </a:lnTo>
                  <a:lnTo>
                    <a:pt x="1084402" y="6951"/>
                  </a:lnTo>
                  <a:lnTo>
                    <a:pt x="1092260" y="6931"/>
                  </a:lnTo>
                  <a:lnTo>
                    <a:pt x="1100118" y="6916"/>
                  </a:lnTo>
                  <a:lnTo>
                    <a:pt x="1107976" y="6905"/>
                  </a:lnTo>
                  <a:lnTo>
                    <a:pt x="1115834" y="6889"/>
                  </a:lnTo>
                  <a:lnTo>
                    <a:pt x="1123692" y="6865"/>
                  </a:lnTo>
                  <a:lnTo>
                    <a:pt x="1131550" y="6846"/>
                  </a:lnTo>
                  <a:lnTo>
                    <a:pt x="1139408" y="6828"/>
                  </a:lnTo>
                  <a:lnTo>
                    <a:pt x="1147266" y="6810"/>
                  </a:lnTo>
                  <a:lnTo>
                    <a:pt x="1155124" y="6793"/>
                  </a:lnTo>
                  <a:lnTo>
                    <a:pt x="1162982" y="6775"/>
                  </a:lnTo>
                  <a:lnTo>
                    <a:pt x="1170840" y="6756"/>
                  </a:lnTo>
                  <a:lnTo>
                    <a:pt x="1178698" y="6737"/>
                  </a:lnTo>
                  <a:lnTo>
                    <a:pt x="1186556" y="6716"/>
                  </a:lnTo>
                  <a:lnTo>
                    <a:pt x="1194414" y="6690"/>
                  </a:lnTo>
                  <a:lnTo>
                    <a:pt x="1202272" y="6666"/>
                  </a:lnTo>
                  <a:lnTo>
                    <a:pt x="1210130" y="6643"/>
                  </a:lnTo>
                  <a:lnTo>
                    <a:pt x="1217988" y="6620"/>
                  </a:lnTo>
                  <a:lnTo>
                    <a:pt x="1225846" y="6598"/>
                  </a:lnTo>
                  <a:lnTo>
                    <a:pt x="1233704" y="6576"/>
                  </a:lnTo>
                  <a:lnTo>
                    <a:pt x="1241562" y="6554"/>
                  </a:lnTo>
                  <a:lnTo>
                    <a:pt x="1249420" y="6532"/>
                  </a:lnTo>
                  <a:lnTo>
                    <a:pt x="1257278" y="6514"/>
                  </a:lnTo>
                  <a:lnTo>
                    <a:pt x="1265136" y="6496"/>
                  </a:lnTo>
                  <a:lnTo>
                    <a:pt x="1272994" y="6475"/>
                  </a:lnTo>
                  <a:lnTo>
                    <a:pt x="1280852" y="6443"/>
                  </a:lnTo>
                  <a:lnTo>
                    <a:pt x="1288710" y="6411"/>
                  </a:lnTo>
                  <a:lnTo>
                    <a:pt x="1296568" y="6387"/>
                  </a:lnTo>
                  <a:lnTo>
                    <a:pt x="1304426" y="6363"/>
                  </a:lnTo>
                  <a:lnTo>
                    <a:pt x="1312284" y="6339"/>
                  </a:lnTo>
                  <a:lnTo>
                    <a:pt x="1320142" y="6314"/>
                  </a:lnTo>
                  <a:lnTo>
                    <a:pt x="1328000" y="6289"/>
                  </a:lnTo>
                  <a:lnTo>
                    <a:pt x="1335858" y="6263"/>
                  </a:lnTo>
                  <a:lnTo>
                    <a:pt x="1343716" y="6237"/>
                  </a:lnTo>
                  <a:lnTo>
                    <a:pt x="1351574" y="6211"/>
                  </a:lnTo>
                  <a:lnTo>
                    <a:pt x="1359432" y="6184"/>
                  </a:lnTo>
                  <a:lnTo>
                    <a:pt x="1367290" y="6157"/>
                  </a:lnTo>
                  <a:lnTo>
                    <a:pt x="1375148" y="6129"/>
                  </a:lnTo>
                  <a:lnTo>
                    <a:pt x="1383006" y="6101"/>
                  </a:lnTo>
                  <a:lnTo>
                    <a:pt x="1390864" y="6073"/>
                  </a:lnTo>
                  <a:lnTo>
                    <a:pt x="1398722" y="6044"/>
                  </a:lnTo>
                  <a:lnTo>
                    <a:pt x="1406580" y="6015"/>
                  </a:lnTo>
                  <a:lnTo>
                    <a:pt x="1414438" y="5985"/>
                  </a:lnTo>
                  <a:lnTo>
                    <a:pt x="1422296" y="5955"/>
                  </a:lnTo>
                  <a:lnTo>
                    <a:pt x="1430154" y="5924"/>
                  </a:lnTo>
                  <a:lnTo>
                    <a:pt x="1438012" y="5893"/>
                  </a:lnTo>
                  <a:lnTo>
                    <a:pt x="1445870" y="5861"/>
                  </a:lnTo>
                  <a:lnTo>
                    <a:pt x="1453728" y="5826"/>
                  </a:lnTo>
                  <a:lnTo>
                    <a:pt x="1461586" y="5791"/>
                  </a:lnTo>
                  <a:lnTo>
                    <a:pt x="1469444" y="5751"/>
                  </a:lnTo>
                  <a:lnTo>
                    <a:pt x="1477302" y="5708"/>
                  </a:lnTo>
                  <a:lnTo>
                    <a:pt x="1485160" y="5664"/>
                  </a:lnTo>
                  <a:lnTo>
                    <a:pt x="1493018" y="5623"/>
                  </a:lnTo>
                  <a:lnTo>
                    <a:pt x="1500876" y="5591"/>
                  </a:lnTo>
                  <a:lnTo>
                    <a:pt x="1508734" y="5539"/>
                  </a:lnTo>
                  <a:lnTo>
                    <a:pt x="1516592" y="5483"/>
                  </a:lnTo>
                  <a:lnTo>
                    <a:pt x="1524450" y="5435"/>
                  </a:lnTo>
                  <a:lnTo>
                    <a:pt x="1532308" y="5393"/>
                  </a:lnTo>
                  <a:lnTo>
                    <a:pt x="1540166" y="5350"/>
                  </a:lnTo>
                  <a:lnTo>
                    <a:pt x="1548024" y="5307"/>
                  </a:lnTo>
                  <a:lnTo>
                    <a:pt x="1555882" y="5263"/>
                  </a:lnTo>
                  <a:lnTo>
                    <a:pt x="1563740" y="5218"/>
                  </a:lnTo>
                  <a:lnTo>
                    <a:pt x="1571598" y="5173"/>
                  </a:lnTo>
                  <a:lnTo>
                    <a:pt x="1579456" y="5126"/>
                  </a:lnTo>
                  <a:lnTo>
                    <a:pt x="1587314" y="5073"/>
                  </a:lnTo>
                  <a:lnTo>
                    <a:pt x="1595172" y="5018"/>
                  </a:lnTo>
                  <a:lnTo>
                    <a:pt x="1603030" y="4962"/>
                  </a:lnTo>
                  <a:lnTo>
                    <a:pt x="1610888" y="4905"/>
                  </a:lnTo>
                  <a:lnTo>
                    <a:pt x="1618746" y="4852"/>
                  </a:lnTo>
                  <a:lnTo>
                    <a:pt x="1626604" y="4806"/>
                  </a:lnTo>
                  <a:lnTo>
                    <a:pt x="1634462" y="4746"/>
                  </a:lnTo>
                  <a:lnTo>
                    <a:pt x="1642320" y="4684"/>
                  </a:lnTo>
                  <a:lnTo>
                    <a:pt x="1650178" y="4619"/>
                  </a:lnTo>
                  <a:lnTo>
                    <a:pt x="1658036" y="4552"/>
                  </a:lnTo>
                  <a:lnTo>
                    <a:pt x="1665894" y="4483"/>
                  </a:lnTo>
                  <a:lnTo>
                    <a:pt x="1673752" y="4413"/>
                  </a:lnTo>
                  <a:lnTo>
                    <a:pt x="1681610" y="4342"/>
                  </a:lnTo>
                  <a:lnTo>
                    <a:pt x="1689468" y="4269"/>
                  </a:lnTo>
                  <a:lnTo>
                    <a:pt x="1697326" y="4194"/>
                  </a:lnTo>
                  <a:lnTo>
                    <a:pt x="1705184" y="4137"/>
                  </a:lnTo>
                  <a:lnTo>
                    <a:pt x="1713042" y="4067"/>
                  </a:lnTo>
                  <a:lnTo>
                    <a:pt x="1720900" y="3992"/>
                  </a:lnTo>
                  <a:lnTo>
                    <a:pt x="1728758" y="3915"/>
                  </a:lnTo>
                  <a:lnTo>
                    <a:pt x="1736616" y="3840"/>
                  </a:lnTo>
                  <a:lnTo>
                    <a:pt x="1744474" y="3779"/>
                  </a:lnTo>
                  <a:lnTo>
                    <a:pt x="1752332" y="3726"/>
                  </a:lnTo>
                  <a:lnTo>
                    <a:pt x="1760190" y="3671"/>
                  </a:lnTo>
                  <a:lnTo>
                    <a:pt x="1768048" y="3617"/>
                  </a:lnTo>
                  <a:lnTo>
                    <a:pt x="1775906" y="3534"/>
                  </a:lnTo>
                  <a:lnTo>
                    <a:pt x="1783764" y="3452"/>
                  </a:lnTo>
                  <a:lnTo>
                    <a:pt x="1791622" y="3394"/>
                  </a:lnTo>
                  <a:lnTo>
                    <a:pt x="1799480" y="3336"/>
                  </a:lnTo>
                  <a:lnTo>
                    <a:pt x="1807338" y="3278"/>
                  </a:lnTo>
                  <a:lnTo>
                    <a:pt x="1815196" y="3219"/>
                  </a:lnTo>
                  <a:lnTo>
                    <a:pt x="1823054" y="3157"/>
                  </a:lnTo>
                  <a:lnTo>
                    <a:pt x="1830912" y="3066"/>
                  </a:lnTo>
                  <a:lnTo>
                    <a:pt x="1838770" y="2974"/>
                  </a:lnTo>
                  <a:lnTo>
                    <a:pt x="1846628" y="2879"/>
                  </a:lnTo>
                  <a:lnTo>
                    <a:pt x="1854486" y="2799"/>
                  </a:lnTo>
                  <a:lnTo>
                    <a:pt x="1862344" y="2721"/>
                  </a:lnTo>
                  <a:lnTo>
                    <a:pt x="1870202" y="2641"/>
                  </a:lnTo>
                  <a:lnTo>
                    <a:pt x="1878060" y="2541"/>
                  </a:lnTo>
                  <a:lnTo>
                    <a:pt x="1885918" y="2436"/>
                  </a:lnTo>
                  <a:lnTo>
                    <a:pt x="1893776" y="2329"/>
                  </a:lnTo>
                  <a:lnTo>
                    <a:pt x="1901634" y="2220"/>
                  </a:lnTo>
                  <a:lnTo>
                    <a:pt x="1909492" y="2108"/>
                  </a:lnTo>
                  <a:lnTo>
                    <a:pt x="1917350" y="1994"/>
                  </a:lnTo>
                  <a:lnTo>
                    <a:pt x="1925208" y="1879"/>
                  </a:lnTo>
                  <a:lnTo>
                    <a:pt x="1933066" y="1762"/>
                  </a:lnTo>
                  <a:lnTo>
                    <a:pt x="1940924" y="1652"/>
                  </a:lnTo>
                  <a:lnTo>
                    <a:pt x="1948782" y="1538"/>
                  </a:lnTo>
                  <a:lnTo>
                    <a:pt x="1956640" y="1410"/>
                  </a:lnTo>
                  <a:lnTo>
                    <a:pt x="1964498" y="1281"/>
                  </a:lnTo>
                  <a:lnTo>
                    <a:pt x="1972356" y="1148"/>
                  </a:lnTo>
                  <a:lnTo>
                    <a:pt x="1980214" y="1013"/>
                  </a:lnTo>
                  <a:lnTo>
                    <a:pt x="1988072" y="876"/>
                  </a:lnTo>
                  <a:lnTo>
                    <a:pt x="1995930" y="735"/>
                  </a:lnTo>
                  <a:lnTo>
                    <a:pt x="2003788" y="592"/>
                  </a:lnTo>
                  <a:lnTo>
                    <a:pt x="2011646" y="446"/>
                  </a:lnTo>
                  <a:lnTo>
                    <a:pt x="2019504" y="300"/>
                  </a:lnTo>
                  <a:lnTo>
                    <a:pt x="2027362" y="151"/>
                  </a:lnTo>
                  <a:lnTo>
                    <a:pt x="2035220" y="0"/>
                  </a:lnTo>
                  <a:lnTo>
                    <a:pt x="2035220" y="7790"/>
                  </a:lnTo>
                  <a:lnTo>
                    <a:pt x="2027362" y="7790"/>
                  </a:lnTo>
                  <a:lnTo>
                    <a:pt x="2019504" y="7790"/>
                  </a:lnTo>
                  <a:lnTo>
                    <a:pt x="2011646" y="7790"/>
                  </a:lnTo>
                  <a:lnTo>
                    <a:pt x="2003788" y="7790"/>
                  </a:lnTo>
                  <a:lnTo>
                    <a:pt x="1995930" y="7789"/>
                  </a:lnTo>
                  <a:lnTo>
                    <a:pt x="1988072" y="7790"/>
                  </a:lnTo>
                  <a:lnTo>
                    <a:pt x="1980214" y="7790"/>
                  </a:lnTo>
                  <a:lnTo>
                    <a:pt x="1972356" y="7790"/>
                  </a:lnTo>
                  <a:lnTo>
                    <a:pt x="1964498" y="7790"/>
                  </a:lnTo>
                  <a:lnTo>
                    <a:pt x="1956640" y="7790"/>
                  </a:lnTo>
                  <a:lnTo>
                    <a:pt x="1948782" y="7790"/>
                  </a:lnTo>
                  <a:lnTo>
                    <a:pt x="1940924" y="7790"/>
                  </a:lnTo>
                  <a:lnTo>
                    <a:pt x="1933066" y="7790"/>
                  </a:lnTo>
                  <a:lnTo>
                    <a:pt x="1925208" y="7790"/>
                  </a:lnTo>
                  <a:lnTo>
                    <a:pt x="1917350" y="7790"/>
                  </a:lnTo>
                  <a:lnTo>
                    <a:pt x="1909492" y="7790"/>
                  </a:lnTo>
                  <a:lnTo>
                    <a:pt x="1901634" y="7790"/>
                  </a:lnTo>
                  <a:lnTo>
                    <a:pt x="1893776" y="7790"/>
                  </a:lnTo>
                  <a:lnTo>
                    <a:pt x="1885918" y="7790"/>
                  </a:lnTo>
                  <a:lnTo>
                    <a:pt x="1878060" y="7790"/>
                  </a:lnTo>
                  <a:lnTo>
                    <a:pt x="1870202" y="7790"/>
                  </a:lnTo>
                  <a:lnTo>
                    <a:pt x="1862344" y="7790"/>
                  </a:lnTo>
                  <a:lnTo>
                    <a:pt x="1854486" y="7789"/>
                  </a:lnTo>
                  <a:lnTo>
                    <a:pt x="1846628" y="7789"/>
                  </a:lnTo>
                  <a:lnTo>
                    <a:pt x="1838770" y="7789"/>
                  </a:lnTo>
                  <a:lnTo>
                    <a:pt x="1830912" y="7788"/>
                  </a:lnTo>
                  <a:lnTo>
                    <a:pt x="1823054" y="7788"/>
                  </a:lnTo>
                  <a:lnTo>
                    <a:pt x="1815196" y="7788"/>
                  </a:lnTo>
                  <a:lnTo>
                    <a:pt x="1807338" y="7788"/>
                  </a:lnTo>
                  <a:lnTo>
                    <a:pt x="1799480" y="7788"/>
                  </a:lnTo>
                  <a:lnTo>
                    <a:pt x="1791622" y="7788"/>
                  </a:lnTo>
                  <a:lnTo>
                    <a:pt x="1783764" y="7787"/>
                  </a:lnTo>
                  <a:lnTo>
                    <a:pt x="1775906" y="7787"/>
                  </a:lnTo>
                  <a:lnTo>
                    <a:pt x="1768048" y="7787"/>
                  </a:lnTo>
                  <a:lnTo>
                    <a:pt x="1760190" y="7787"/>
                  </a:lnTo>
                  <a:lnTo>
                    <a:pt x="1752332" y="7787"/>
                  </a:lnTo>
                  <a:lnTo>
                    <a:pt x="1744474" y="7787"/>
                  </a:lnTo>
                  <a:lnTo>
                    <a:pt x="1736616" y="7787"/>
                  </a:lnTo>
                  <a:lnTo>
                    <a:pt x="1728758" y="7787"/>
                  </a:lnTo>
                  <a:lnTo>
                    <a:pt x="1720900" y="7787"/>
                  </a:lnTo>
                  <a:lnTo>
                    <a:pt x="1713042" y="7787"/>
                  </a:lnTo>
                  <a:lnTo>
                    <a:pt x="1705184" y="7787"/>
                  </a:lnTo>
                  <a:lnTo>
                    <a:pt x="1697326" y="7787"/>
                  </a:lnTo>
                  <a:lnTo>
                    <a:pt x="1689468" y="7786"/>
                  </a:lnTo>
                  <a:lnTo>
                    <a:pt x="1681610" y="7786"/>
                  </a:lnTo>
                  <a:lnTo>
                    <a:pt x="1673752" y="7786"/>
                  </a:lnTo>
                  <a:lnTo>
                    <a:pt x="1665894" y="7786"/>
                  </a:lnTo>
                  <a:lnTo>
                    <a:pt x="1658036" y="7786"/>
                  </a:lnTo>
                  <a:lnTo>
                    <a:pt x="1650178" y="7786"/>
                  </a:lnTo>
                  <a:lnTo>
                    <a:pt x="1642320" y="7786"/>
                  </a:lnTo>
                  <a:lnTo>
                    <a:pt x="1634462" y="7786"/>
                  </a:lnTo>
                  <a:lnTo>
                    <a:pt x="1626604" y="7785"/>
                  </a:lnTo>
                  <a:lnTo>
                    <a:pt x="1618746" y="7785"/>
                  </a:lnTo>
                  <a:lnTo>
                    <a:pt x="1610888" y="7785"/>
                  </a:lnTo>
                  <a:lnTo>
                    <a:pt x="1603030" y="7785"/>
                  </a:lnTo>
                  <a:lnTo>
                    <a:pt x="1595172" y="7786"/>
                  </a:lnTo>
                  <a:lnTo>
                    <a:pt x="1587314" y="7785"/>
                  </a:lnTo>
                  <a:lnTo>
                    <a:pt x="1579456" y="7785"/>
                  </a:lnTo>
                  <a:lnTo>
                    <a:pt x="1571598" y="7785"/>
                  </a:lnTo>
                  <a:lnTo>
                    <a:pt x="1563740" y="7784"/>
                  </a:lnTo>
                  <a:lnTo>
                    <a:pt x="1555882" y="7784"/>
                  </a:lnTo>
                  <a:lnTo>
                    <a:pt x="1548024" y="7784"/>
                  </a:lnTo>
                  <a:lnTo>
                    <a:pt x="1540166" y="7784"/>
                  </a:lnTo>
                  <a:lnTo>
                    <a:pt x="1532308" y="7783"/>
                  </a:lnTo>
                  <a:lnTo>
                    <a:pt x="1524450" y="7783"/>
                  </a:lnTo>
                  <a:lnTo>
                    <a:pt x="1516592" y="7783"/>
                  </a:lnTo>
                  <a:lnTo>
                    <a:pt x="1508734" y="7783"/>
                  </a:lnTo>
                  <a:lnTo>
                    <a:pt x="1500876" y="7783"/>
                  </a:lnTo>
                  <a:lnTo>
                    <a:pt x="1493018" y="7782"/>
                  </a:lnTo>
                  <a:lnTo>
                    <a:pt x="1485160" y="7783"/>
                  </a:lnTo>
                  <a:lnTo>
                    <a:pt x="1477302" y="7783"/>
                  </a:lnTo>
                  <a:lnTo>
                    <a:pt x="1469444" y="7783"/>
                  </a:lnTo>
                  <a:lnTo>
                    <a:pt x="1461586" y="7783"/>
                  </a:lnTo>
                  <a:lnTo>
                    <a:pt x="1453728" y="7783"/>
                  </a:lnTo>
                  <a:lnTo>
                    <a:pt x="1445870" y="7783"/>
                  </a:lnTo>
                  <a:lnTo>
                    <a:pt x="1438012" y="7784"/>
                  </a:lnTo>
                  <a:lnTo>
                    <a:pt x="1430154" y="7784"/>
                  </a:lnTo>
                  <a:lnTo>
                    <a:pt x="1422296" y="7784"/>
                  </a:lnTo>
                  <a:lnTo>
                    <a:pt x="1414438" y="7784"/>
                  </a:lnTo>
                  <a:lnTo>
                    <a:pt x="1406580" y="7784"/>
                  </a:lnTo>
                  <a:lnTo>
                    <a:pt x="1398722" y="7784"/>
                  </a:lnTo>
                  <a:lnTo>
                    <a:pt x="1390864" y="7784"/>
                  </a:lnTo>
                  <a:lnTo>
                    <a:pt x="1383006" y="7784"/>
                  </a:lnTo>
                  <a:lnTo>
                    <a:pt x="1375148" y="7784"/>
                  </a:lnTo>
                  <a:lnTo>
                    <a:pt x="1367290" y="7784"/>
                  </a:lnTo>
                  <a:lnTo>
                    <a:pt x="1359432" y="7784"/>
                  </a:lnTo>
                  <a:lnTo>
                    <a:pt x="1351574" y="7784"/>
                  </a:lnTo>
                  <a:lnTo>
                    <a:pt x="1343716" y="7784"/>
                  </a:lnTo>
                  <a:lnTo>
                    <a:pt x="1335858" y="7783"/>
                  </a:lnTo>
                  <a:lnTo>
                    <a:pt x="1328000" y="7784"/>
                  </a:lnTo>
                  <a:lnTo>
                    <a:pt x="1320142" y="7784"/>
                  </a:lnTo>
                  <a:lnTo>
                    <a:pt x="1312284" y="7785"/>
                  </a:lnTo>
                  <a:lnTo>
                    <a:pt x="1304426" y="7784"/>
                  </a:lnTo>
                  <a:lnTo>
                    <a:pt x="1296568" y="7784"/>
                  </a:lnTo>
                  <a:lnTo>
                    <a:pt x="1288710" y="7784"/>
                  </a:lnTo>
                  <a:lnTo>
                    <a:pt x="1280852" y="7784"/>
                  </a:lnTo>
                  <a:lnTo>
                    <a:pt x="1272994" y="7784"/>
                  </a:lnTo>
                  <a:lnTo>
                    <a:pt x="1265136" y="7784"/>
                  </a:lnTo>
                  <a:lnTo>
                    <a:pt x="1257278" y="7784"/>
                  </a:lnTo>
                  <a:lnTo>
                    <a:pt x="1249420" y="7784"/>
                  </a:lnTo>
                  <a:lnTo>
                    <a:pt x="1241562" y="7784"/>
                  </a:lnTo>
                  <a:lnTo>
                    <a:pt x="1233704" y="7784"/>
                  </a:lnTo>
                  <a:lnTo>
                    <a:pt x="1225846" y="7784"/>
                  </a:lnTo>
                  <a:lnTo>
                    <a:pt x="1217988" y="7784"/>
                  </a:lnTo>
                  <a:lnTo>
                    <a:pt x="1210130" y="7784"/>
                  </a:lnTo>
                  <a:lnTo>
                    <a:pt x="1202272" y="7784"/>
                  </a:lnTo>
                  <a:lnTo>
                    <a:pt x="1194414" y="7785"/>
                  </a:lnTo>
                  <a:lnTo>
                    <a:pt x="1186556" y="7785"/>
                  </a:lnTo>
                  <a:lnTo>
                    <a:pt x="1178698" y="7785"/>
                  </a:lnTo>
                  <a:lnTo>
                    <a:pt x="1170840" y="7785"/>
                  </a:lnTo>
                  <a:lnTo>
                    <a:pt x="1162982" y="7785"/>
                  </a:lnTo>
                  <a:lnTo>
                    <a:pt x="1155124" y="7785"/>
                  </a:lnTo>
                  <a:lnTo>
                    <a:pt x="1147266" y="7785"/>
                  </a:lnTo>
                  <a:lnTo>
                    <a:pt x="1139408" y="7785"/>
                  </a:lnTo>
                  <a:lnTo>
                    <a:pt x="1131550" y="7785"/>
                  </a:lnTo>
                  <a:lnTo>
                    <a:pt x="1123692" y="7785"/>
                  </a:lnTo>
                  <a:lnTo>
                    <a:pt x="1115834" y="7785"/>
                  </a:lnTo>
                  <a:lnTo>
                    <a:pt x="1107976" y="7785"/>
                  </a:lnTo>
                  <a:lnTo>
                    <a:pt x="1100118" y="7785"/>
                  </a:lnTo>
                  <a:lnTo>
                    <a:pt x="1092260" y="7785"/>
                  </a:lnTo>
                  <a:lnTo>
                    <a:pt x="1084402" y="7786"/>
                  </a:lnTo>
                  <a:lnTo>
                    <a:pt x="1076544" y="7786"/>
                  </a:lnTo>
                  <a:lnTo>
                    <a:pt x="1068686" y="7786"/>
                  </a:lnTo>
                  <a:lnTo>
                    <a:pt x="1060828" y="7786"/>
                  </a:lnTo>
                  <a:lnTo>
                    <a:pt x="1052970" y="7786"/>
                  </a:lnTo>
                  <a:lnTo>
                    <a:pt x="1045112" y="7786"/>
                  </a:lnTo>
                  <a:lnTo>
                    <a:pt x="1037254" y="7786"/>
                  </a:lnTo>
                  <a:lnTo>
                    <a:pt x="1029397" y="7786"/>
                  </a:lnTo>
                  <a:lnTo>
                    <a:pt x="1021539" y="7786"/>
                  </a:lnTo>
                  <a:lnTo>
                    <a:pt x="1013681" y="7786"/>
                  </a:lnTo>
                  <a:lnTo>
                    <a:pt x="1005823" y="7786"/>
                  </a:lnTo>
                  <a:lnTo>
                    <a:pt x="997965" y="7787"/>
                  </a:lnTo>
                  <a:lnTo>
                    <a:pt x="990107" y="7787"/>
                  </a:lnTo>
                  <a:lnTo>
                    <a:pt x="982249" y="7787"/>
                  </a:lnTo>
                  <a:lnTo>
                    <a:pt x="974391" y="7787"/>
                  </a:lnTo>
                  <a:lnTo>
                    <a:pt x="966533" y="7787"/>
                  </a:lnTo>
                  <a:lnTo>
                    <a:pt x="958675" y="7787"/>
                  </a:lnTo>
                  <a:lnTo>
                    <a:pt x="950817" y="7788"/>
                  </a:lnTo>
                  <a:lnTo>
                    <a:pt x="942959" y="7788"/>
                  </a:lnTo>
                  <a:lnTo>
                    <a:pt x="935101" y="7788"/>
                  </a:lnTo>
                  <a:lnTo>
                    <a:pt x="927243" y="7788"/>
                  </a:lnTo>
                  <a:lnTo>
                    <a:pt x="919385" y="7788"/>
                  </a:lnTo>
                  <a:lnTo>
                    <a:pt x="911527" y="7788"/>
                  </a:lnTo>
                  <a:lnTo>
                    <a:pt x="903669" y="7789"/>
                  </a:lnTo>
                  <a:lnTo>
                    <a:pt x="895811" y="7789"/>
                  </a:lnTo>
                  <a:lnTo>
                    <a:pt x="887953" y="7789"/>
                  </a:lnTo>
                  <a:lnTo>
                    <a:pt x="880095" y="7790"/>
                  </a:lnTo>
                  <a:lnTo>
                    <a:pt x="872237" y="7791"/>
                  </a:lnTo>
                  <a:lnTo>
                    <a:pt x="864379" y="7791"/>
                  </a:lnTo>
                  <a:lnTo>
                    <a:pt x="856521" y="7790"/>
                  </a:lnTo>
                  <a:lnTo>
                    <a:pt x="848663" y="7790"/>
                  </a:lnTo>
                  <a:lnTo>
                    <a:pt x="840805" y="7791"/>
                  </a:lnTo>
                  <a:lnTo>
                    <a:pt x="832947" y="7791"/>
                  </a:lnTo>
                  <a:lnTo>
                    <a:pt x="825089" y="7792"/>
                  </a:lnTo>
                  <a:lnTo>
                    <a:pt x="817231" y="7792"/>
                  </a:lnTo>
                  <a:lnTo>
                    <a:pt x="809373" y="7793"/>
                  </a:lnTo>
                  <a:lnTo>
                    <a:pt x="801515" y="7793"/>
                  </a:lnTo>
                  <a:lnTo>
                    <a:pt x="793657" y="7793"/>
                  </a:lnTo>
                  <a:lnTo>
                    <a:pt x="785799" y="7794"/>
                  </a:lnTo>
                  <a:lnTo>
                    <a:pt x="777941" y="7795"/>
                  </a:lnTo>
                  <a:lnTo>
                    <a:pt x="770083" y="7796"/>
                  </a:lnTo>
                  <a:lnTo>
                    <a:pt x="762225" y="7795"/>
                  </a:lnTo>
                  <a:lnTo>
                    <a:pt x="754367" y="7796"/>
                  </a:lnTo>
                  <a:lnTo>
                    <a:pt x="746509" y="7797"/>
                  </a:lnTo>
                  <a:lnTo>
                    <a:pt x="738651" y="7797"/>
                  </a:lnTo>
                  <a:lnTo>
                    <a:pt x="730793" y="7797"/>
                  </a:lnTo>
                  <a:lnTo>
                    <a:pt x="722935" y="7797"/>
                  </a:lnTo>
                  <a:lnTo>
                    <a:pt x="715077" y="7797"/>
                  </a:lnTo>
                  <a:lnTo>
                    <a:pt x="707219" y="7798"/>
                  </a:lnTo>
                  <a:lnTo>
                    <a:pt x="699361" y="7799"/>
                  </a:lnTo>
                  <a:lnTo>
                    <a:pt x="691503" y="7799"/>
                  </a:lnTo>
                  <a:lnTo>
                    <a:pt x="683645" y="7799"/>
                  </a:lnTo>
                  <a:lnTo>
                    <a:pt x="675787" y="7800"/>
                  </a:lnTo>
                  <a:lnTo>
                    <a:pt x="667929" y="7800"/>
                  </a:lnTo>
                  <a:lnTo>
                    <a:pt x="660071" y="7801"/>
                  </a:lnTo>
                  <a:lnTo>
                    <a:pt x="652213" y="7802"/>
                  </a:lnTo>
                  <a:lnTo>
                    <a:pt x="644355" y="7803"/>
                  </a:lnTo>
                  <a:lnTo>
                    <a:pt x="636497" y="7803"/>
                  </a:lnTo>
                  <a:lnTo>
                    <a:pt x="628639" y="7803"/>
                  </a:lnTo>
                  <a:lnTo>
                    <a:pt x="620781" y="7803"/>
                  </a:lnTo>
                  <a:lnTo>
                    <a:pt x="612923" y="7804"/>
                  </a:lnTo>
                  <a:lnTo>
                    <a:pt x="605065" y="7805"/>
                  </a:lnTo>
                  <a:lnTo>
                    <a:pt x="597207" y="7806"/>
                  </a:lnTo>
                  <a:lnTo>
                    <a:pt x="589349" y="7807"/>
                  </a:lnTo>
                  <a:lnTo>
                    <a:pt x="581491" y="7807"/>
                  </a:lnTo>
                  <a:lnTo>
                    <a:pt x="573633" y="7808"/>
                  </a:lnTo>
                  <a:lnTo>
                    <a:pt x="565775" y="7808"/>
                  </a:lnTo>
                  <a:lnTo>
                    <a:pt x="557917" y="7809"/>
                  </a:lnTo>
                  <a:lnTo>
                    <a:pt x="550059" y="7810"/>
                  </a:lnTo>
                  <a:lnTo>
                    <a:pt x="542201" y="7811"/>
                  </a:lnTo>
                  <a:lnTo>
                    <a:pt x="534343" y="7812"/>
                  </a:lnTo>
                  <a:lnTo>
                    <a:pt x="526485" y="7813"/>
                  </a:lnTo>
                  <a:lnTo>
                    <a:pt x="518627" y="7813"/>
                  </a:lnTo>
                  <a:lnTo>
                    <a:pt x="510769" y="7815"/>
                  </a:lnTo>
                  <a:lnTo>
                    <a:pt x="502911" y="7816"/>
                  </a:lnTo>
                  <a:lnTo>
                    <a:pt x="495053" y="7816"/>
                  </a:lnTo>
                  <a:lnTo>
                    <a:pt x="487195" y="7817"/>
                  </a:lnTo>
                  <a:lnTo>
                    <a:pt x="479337" y="7818"/>
                  </a:lnTo>
                  <a:lnTo>
                    <a:pt x="471479" y="7819"/>
                  </a:lnTo>
                  <a:lnTo>
                    <a:pt x="463621" y="7820"/>
                  </a:lnTo>
                  <a:lnTo>
                    <a:pt x="455763" y="7820"/>
                  </a:lnTo>
                  <a:lnTo>
                    <a:pt x="447905" y="7821"/>
                  </a:lnTo>
                  <a:lnTo>
                    <a:pt x="440047" y="7822"/>
                  </a:lnTo>
                  <a:lnTo>
                    <a:pt x="432189" y="7823"/>
                  </a:lnTo>
                  <a:lnTo>
                    <a:pt x="424331" y="7824"/>
                  </a:lnTo>
                  <a:lnTo>
                    <a:pt x="416473" y="7825"/>
                  </a:lnTo>
                  <a:lnTo>
                    <a:pt x="408615" y="7825"/>
                  </a:lnTo>
                  <a:lnTo>
                    <a:pt x="400757" y="7826"/>
                  </a:lnTo>
                  <a:lnTo>
                    <a:pt x="392899" y="7827"/>
                  </a:lnTo>
                  <a:lnTo>
                    <a:pt x="385041" y="7827"/>
                  </a:lnTo>
                  <a:lnTo>
                    <a:pt x="377183" y="7827"/>
                  </a:lnTo>
                  <a:lnTo>
                    <a:pt x="369325" y="7828"/>
                  </a:lnTo>
                  <a:lnTo>
                    <a:pt x="361467" y="7829"/>
                  </a:lnTo>
                  <a:lnTo>
                    <a:pt x="353609" y="7829"/>
                  </a:lnTo>
                  <a:lnTo>
                    <a:pt x="345751" y="7830"/>
                  </a:lnTo>
                  <a:lnTo>
                    <a:pt x="337893" y="7831"/>
                  </a:lnTo>
                  <a:lnTo>
                    <a:pt x="330035" y="7832"/>
                  </a:lnTo>
                  <a:lnTo>
                    <a:pt x="322177" y="7833"/>
                  </a:lnTo>
                  <a:lnTo>
                    <a:pt x="314319" y="7834"/>
                  </a:lnTo>
                  <a:lnTo>
                    <a:pt x="306461" y="7834"/>
                  </a:lnTo>
                  <a:lnTo>
                    <a:pt x="298603" y="7835"/>
                  </a:lnTo>
                  <a:lnTo>
                    <a:pt x="290745" y="7836"/>
                  </a:lnTo>
                  <a:lnTo>
                    <a:pt x="282887" y="7836"/>
                  </a:lnTo>
                  <a:lnTo>
                    <a:pt x="275029" y="7837"/>
                  </a:lnTo>
                  <a:lnTo>
                    <a:pt x="267171" y="7838"/>
                  </a:lnTo>
                  <a:lnTo>
                    <a:pt x="259313" y="7838"/>
                  </a:lnTo>
                  <a:lnTo>
                    <a:pt x="251455" y="7839"/>
                  </a:lnTo>
                  <a:lnTo>
                    <a:pt x="243597" y="7840"/>
                  </a:lnTo>
                  <a:lnTo>
                    <a:pt x="235739" y="7841"/>
                  </a:lnTo>
                  <a:lnTo>
                    <a:pt x="227881" y="7842"/>
                  </a:lnTo>
                  <a:lnTo>
                    <a:pt x="220023" y="7843"/>
                  </a:lnTo>
                  <a:lnTo>
                    <a:pt x="212165" y="7843"/>
                  </a:lnTo>
                  <a:lnTo>
                    <a:pt x="204307" y="7844"/>
                  </a:lnTo>
                  <a:lnTo>
                    <a:pt x="196449" y="7845"/>
                  </a:lnTo>
                  <a:lnTo>
                    <a:pt x="188591" y="7846"/>
                  </a:lnTo>
                  <a:lnTo>
                    <a:pt x="180733" y="7846"/>
                  </a:lnTo>
                  <a:lnTo>
                    <a:pt x="172875" y="7847"/>
                  </a:lnTo>
                  <a:lnTo>
                    <a:pt x="165017" y="7848"/>
                  </a:lnTo>
                  <a:lnTo>
                    <a:pt x="157159" y="7849"/>
                  </a:lnTo>
                  <a:lnTo>
                    <a:pt x="149301" y="7849"/>
                  </a:lnTo>
                  <a:lnTo>
                    <a:pt x="141443" y="7850"/>
                  </a:lnTo>
                  <a:lnTo>
                    <a:pt x="133585" y="7851"/>
                  </a:lnTo>
                  <a:lnTo>
                    <a:pt x="125727" y="7852"/>
                  </a:lnTo>
                  <a:lnTo>
                    <a:pt x="117869" y="7852"/>
                  </a:lnTo>
                  <a:lnTo>
                    <a:pt x="110011" y="7853"/>
                  </a:lnTo>
                  <a:lnTo>
                    <a:pt x="102153" y="7854"/>
                  </a:lnTo>
                  <a:lnTo>
                    <a:pt x="94295" y="7854"/>
                  </a:lnTo>
                  <a:lnTo>
                    <a:pt x="86437" y="7855"/>
                  </a:lnTo>
                  <a:lnTo>
                    <a:pt x="78579" y="7855"/>
                  </a:lnTo>
                  <a:lnTo>
                    <a:pt x="70721" y="7856"/>
                  </a:lnTo>
                  <a:lnTo>
                    <a:pt x="62863" y="7856"/>
                  </a:lnTo>
                  <a:lnTo>
                    <a:pt x="55005" y="7857"/>
                  </a:lnTo>
                  <a:lnTo>
                    <a:pt x="47147" y="7858"/>
                  </a:lnTo>
                  <a:lnTo>
                    <a:pt x="39289" y="7859"/>
                  </a:lnTo>
                  <a:lnTo>
                    <a:pt x="31431" y="7859"/>
                  </a:lnTo>
                  <a:lnTo>
                    <a:pt x="23573" y="7860"/>
                  </a:lnTo>
                  <a:lnTo>
                    <a:pt x="15715" y="7861"/>
                  </a:lnTo>
                  <a:lnTo>
                    <a:pt x="7857" y="7861"/>
                  </a:lnTo>
                  <a:lnTo>
                    <a:pt x="0" y="7862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3608036" y="3097664"/>
              <a:ext cx="2035220" cy="7664"/>
            </a:xfrm>
            <a:custGeom>
              <a:avLst/>
              <a:pathLst>
                <a:path w="2035220" h="7664">
                  <a:moveTo>
                    <a:pt x="0" y="7664"/>
                  </a:moveTo>
                  <a:lnTo>
                    <a:pt x="7857" y="7664"/>
                  </a:lnTo>
                  <a:lnTo>
                    <a:pt x="15715" y="7663"/>
                  </a:lnTo>
                  <a:lnTo>
                    <a:pt x="23573" y="7662"/>
                  </a:lnTo>
                  <a:lnTo>
                    <a:pt x="31431" y="7660"/>
                  </a:lnTo>
                  <a:lnTo>
                    <a:pt x="39289" y="7659"/>
                  </a:lnTo>
                  <a:lnTo>
                    <a:pt x="47147" y="7657"/>
                  </a:lnTo>
                  <a:lnTo>
                    <a:pt x="55005" y="7656"/>
                  </a:lnTo>
                  <a:lnTo>
                    <a:pt x="62863" y="7653"/>
                  </a:lnTo>
                  <a:lnTo>
                    <a:pt x="70721" y="7651"/>
                  </a:lnTo>
                  <a:lnTo>
                    <a:pt x="78579" y="7649"/>
                  </a:lnTo>
                  <a:lnTo>
                    <a:pt x="86437" y="7647"/>
                  </a:lnTo>
                  <a:lnTo>
                    <a:pt x="94295" y="7646"/>
                  </a:lnTo>
                  <a:lnTo>
                    <a:pt x="102153" y="7645"/>
                  </a:lnTo>
                  <a:lnTo>
                    <a:pt x="110011" y="7644"/>
                  </a:lnTo>
                  <a:lnTo>
                    <a:pt x="117869" y="7645"/>
                  </a:lnTo>
                  <a:lnTo>
                    <a:pt x="125727" y="7645"/>
                  </a:lnTo>
                  <a:lnTo>
                    <a:pt x="133585" y="7645"/>
                  </a:lnTo>
                  <a:lnTo>
                    <a:pt x="141443" y="7646"/>
                  </a:lnTo>
                  <a:lnTo>
                    <a:pt x="149301" y="7643"/>
                  </a:lnTo>
                  <a:lnTo>
                    <a:pt x="157159" y="7640"/>
                  </a:lnTo>
                  <a:lnTo>
                    <a:pt x="165017" y="7639"/>
                  </a:lnTo>
                  <a:lnTo>
                    <a:pt x="172875" y="7638"/>
                  </a:lnTo>
                  <a:lnTo>
                    <a:pt x="180733" y="7638"/>
                  </a:lnTo>
                  <a:lnTo>
                    <a:pt x="188591" y="7637"/>
                  </a:lnTo>
                  <a:lnTo>
                    <a:pt x="196449" y="7636"/>
                  </a:lnTo>
                  <a:lnTo>
                    <a:pt x="204307" y="7633"/>
                  </a:lnTo>
                  <a:lnTo>
                    <a:pt x="212165" y="7632"/>
                  </a:lnTo>
                  <a:lnTo>
                    <a:pt x="220023" y="7631"/>
                  </a:lnTo>
                  <a:lnTo>
                    <a:pt x="227881" y="7630"/>
                  </a:lnTo>
                  <a:lnTo>
                    <a:pt x="235739" y="7628"/>
                  </a:lnTo>
                  <a:lnTo>
                    <a:pt x="243597" y="7626"/>
                  </a:lnTo>
                  <a:lnTo>
                    <a:pt x="251455" y="7625"/>
                  </a:lnTo>
                  <a:lnTo>
                    <a:pt x="259313" y="7623"/>
                  </a:lnTo>
                  <a:lnTo>
                    <a:pt x="267171" y="7622"/>
                  </a:lnTo>
                  <a:lnTo>
                    <a:pt x="275029" y="7620"/>
                  </a:lnTo>
                  <a:lnTo>
                    <a:pt x="282887" y="7618"/>
                  </a:lnTo>
                  <a:lnTo>
                    <a:pt x="290745" y="7617"/>
                  </a:lnTo>
                  <a:lnTo>
                    <a:pt x="298603" y="7615"/>
                  </a:lnTo>
                  <a:lnTo>
                    <a:pt x="306461" y="7613"/>
                  </a:lnTo>
                  <a:lnTo>
                    <a:pt x="314319" y="7610"/>
                  </a:lnTo>
                  <a:lnTo>
                    <a:pt x="322177" y="7608"/>
                  </a:lnTo>
                  <a:lnTo>
                    <a:pt x="330035" y="7607"/>
                  </a:lnTo>
                  <a:lnTo>
                    <a:pt x="337893" y="7604"/>
                  </a:lnTo>
                  <a:lnTo>
                    <a:pt x="345751" y="7602"/>
                  </a:lnTo>
                  <a:lnTo>
                    <a:pt x="353609" y="7600"/>
                  </a:lnTo>
                  <a:lnTo>
                    <a:pt x="361467" y="7597"/>
                  </a:lnTo>
                  <a:lnTo>
                    <a:pt x="369325" y="7595"/>
                  </a:lnTo>
                  <a:lnTo>
                    <a:pt x="377183" y="7593"/>
                  </a:lnTo>
                  <a:lnTo>
                    <a:pt x="385041" y="7590"/>
                  </a:lnTo>
                  <a:lnTo>
                    <a:pt x="392899" y="7588"/>
                  </a:lnTo>
                  <a:lnTo>
                    <a:pt x="400757" y="7586"/>
                  </a:lnTo>
                  <a:lnTo>
                    <a:pt x="408615" y="7584"/>
                  </a:lnTo>
                  <a:lnTo>
                    <a:pt x="416473" y="7582"/>
                  </a:lnTo>
                  <a:lnTo>
                    <a:pt x="424331" y="7580"/>
                  </a:lnTo>
                  <a:lnTo>
                    <a:pt x="432189" y="7577"/>
                  </a:lnTo>
                  <a:lnTo>
                    <a:pt x="440047" y="7572"/>
                  </a:lnTo>
                  <a:lnTo>
                    <a:pt x="447905" y="7570"/>
                  </a:lnTo>
                  <a:lnTo>
                    <a:pt x="455763" y="7568"/>
                  </a:lnTo>
                  <a:lnTo>
                    <a:pt x="463621" y="7566"/>
                  </a:lnTo>
                  <a:lnTo>
                    <a:pt x="471479" y="7564"/>
                  </a:lnTo>
                  <a:lnTo>
                    <a:pt x="479337" y="7563"/>
                  </a:lnTo>
                  <a:lnTo>
                    <a:pt x="487195" y="7560"/>
                  </a:lnTo>
                  <a:lnTo>
                    <a:pt x="495053" y="7558"/>
                  </a:lnTo>
                  <a:lnTo>
                    <a:pt x="502911" y="7555"/>
                  </a:lnTo>
                  <a:lnTo>
                    <a:pt x="510769" y="7551"/>
                  </a:lnTo>
                  <a:lnTo>
                    <a:pt x="518627" y="7548"/>
                  </a:lnTo>
                  <a:lnTo>
                    <a:pt x="526485" y="7544"/>
                  </a:lnTo>
                  <a:lnTo>
                    <a:pt x="534343" y="7541"/>
                  </a:lnTo>
                  <a:lnTo>
                    <a:pt x="542201" y="7540"/>
                  </a:lnTo>
                  <a:lnTo>
                    <a:pt x="550059" y="7539"/>
                  </a:lnTo>
                  <a:lnTo>
                    <a:pt x="557917" y="7534"/>
                  </a:lnTo>
                  <a:lnTo>
                    <a:pt x="565775" y="7528"/>
                  </a:lnTo>
                  <a:lnTo>
                    <a:pt x="573633" y="7523"/>
                  </a:lnTo>
                  <a:lnTo>
                    <a:pt x="581491" y="7520"/>
                  </a:lnTo>
                  <a:lnTo>
                    <a:pt x="589349" y="7516"/>
                  </a:lnTo>
                  <a:lnTo>
                    <a:pt x="597207" y="7513"/>
                  </a:lnTo>
                  <a:lnTo>
                    <a:pt x="605065" y="7509"/>
                  </a:lnTo>
                  <a:lnTo>
                    <a:pt x="612923" y="7506"/>
                  </a:lnTo>
                  <a:lnTo>
                    <a:pt x="620781" y="7503"/>
                  </a:lnTo>
                  <a:lnTo>
                    <a:pt x="628639" y="7497"/>
                  </a:lnTo>
                  <a:lnTo>
                    <a:pt x="636497" y="7492"/>
                  </a:lnTo>
                  <a:lnTo>
                    <a:pt x="644355" y="7487"/>
                  </a:lnTo>
                  <a:lnTo>
                    <a:pt x="652213" y="7481"/>
                  </a:lnTo>
                  <a:lnTo>
                    <a:pt x="660071" y="7476"/>
                  </a:lnTo>
                  <a:lnTo>
                    <a:pt x="667929" y="7470"/>
                  </a:lnTo>
                  <a:lnTo>
                    <a:pt x="675787" y="7466"/>
                  </a:lnTo>
                  <a:lnTo>
                    <a:pt x="683645" y="7461"/>
                  </a:lnTo>
                  <a:lnTo>
                    <a:pt x="691503" y="7454"/>
                  </a:lnTo>
                  <a:lnTo>
                    <a:pt x="699361" y="7447"/>
                  </a:lnTo>
                  <a:lnTo>
                    <a:pt x="707219" y="7441"/>
                  </a:lnTo>
                  <a:lnTo>
                    <a:pt x="715077" y="7436"/>
                  </a:lnTo>
                  <a:lnTo>
                    <a:pt x="722935" y="7429"/>
                  </a:lnTo>
                  <a:lnTo>
                    <a:pt x="730793" y="7424"/>
                  </a:lnTo>
                  <a:lnTo>
                    <a:pt x="738651" y="7419"/>
                  </a:lnTo>
                  <a:lnTo>
                    <a:pt x="746509" y="7412"/>
                  </a:lnTo>
                  <a:lnTo>
                    <a:pt x="754367" y="7406"/>
                  </a:lnTo>
                  <a:lnTo>
                    <a:pt x="762225" y="7399"/>
                  </a:lnTo>
                  <a:lnTo>
                    <a:pt x="770083" y="7393"/>
                  </a:lnTo>
                  <a:lnTo>
                    <a:pt x="777941" y="7386"/>
                  </a:lnTo>
                  <a:lnTo>
                    <a:pt x="785799" y="7379"/>
                  </a:lnTo>
                  <a:lnTo>
                    <a:pt x="793657" y="7372"/>
                  </a:lnTo>
                  <a:lnTo>
                    <a:pt x="801515" y="7365"/>
                  </a:lnTo>
                  <a:lnTo>
                    <a:pt x="809373" y="7358"/>
                  </a:lnTo>
                  <a:lnTo>
                    <a:pt x="817231" y="7350"/>
                  </a:lnTo>
                  <a:lnTo>
                    <a:pt x="825089" y="7341"/>
                  </a:lnTo>
                  <a:lnTo>
                    <a:pt x="832947" y="7334"/>
                  </a:lnTo>
                  <a:lnTo>
                    <a:pt x="840805" y="7323"/>
                  </a:lnTo>
                  <a:lnTo>
                    <a:pt x="848663" y="7315"/>
                  </a:lnTo>
                  <a:lnTo>
                    <a:pt x="856521" y="7306"/>
                  </a:lnTo>
                  <a:lnTo>
                    <a:pt x="864379" y="7297"/>
                  </a:lnTo>
                  <a:lnTo>
                    <a:pt x="872237" y="7289"/>
                  </a:lnTo>
                  <a:lnTo>
                    <a:pt x="880095" y="7279"/>
                  </a:lnTo>
                  <a:lnTo>
                    <a:pt x="887953" y="7269"/>
                  </a:lnTo>
                  <a:lnTo>
                    <a:pt x="895811" y="7258"/>
                  </a:lnTo>
                  <a:lnTo>
                    <a:pt x="903669" y="7248"/>
                  </a:lnTo>
                  <a:lnTo>
                    <a:pt x="911527" y="7239"/>
                  </a:lnTo>
                  <a:lnTo>
                    <a:pt x="919385" y="7230"/>
                  </a:lnTo>
                  <a:lnTo>
                    <a:pt x="927243" y="7219"/>
                  </a:lnTo>
                  <a:lnTo>
                    <a:pt x="935101" y="7207"/>
                  </a:lnTo>
                  <a:lnTo>
                    <a:pt x="942959" y="7196"/>
                  </a:lnTo>
                  <a:lnTo>
                    <a:pt x="950817" y="7186"/>
                  </a:lnTo>
                  <a:lnTo>
                    <a:pt x="958675" y="7172"/>
                  </a:lnTo>
                  <a:lnTo>
                    <a:pt x="966533" y="7159"/>
                  </a:lnTo>
                  <a:lnTo>
                    <a:pt x="974391" y="7143"/>
                  </a:lnTo>
                  <a:lnTo>
                    <a:pt x="982249" y="7134"/>
                  </a:lnTo>
                  <a:lnTo>
                    <a:pt x="990107" y="7125"/>
                  </a:lnTo>
                  <a:lnTo>
                    <a:pt x="997965" y="7112"/>
                  </a:lnTo>
                  <a:lnTo>
                    <a:pt x="1005823" y="7098"/>
                  </a:lnTo>
                  <a:lnTo>
                    <a:pt x="1013681" y="7084"/>
                  </a:lnTo>
                  <a:lnTo>
                    <a:pt x="1021539" y="7069"/>
                  </a:lnTo>
                  <a:lnTo>
                    <a:pt x="1029397" y="7055"/>
                  </a:lnTo>
                  <a:lnTo>
                    <a:pt x="1037254" y="7045"/>
                  </a:lnTo>
                  <a:lnTo>
                    <a:pt x="1045112" y="7031"/>
                  </a:lnTo>
                  <a:lnTo>
                    <a:pt x="1052970" y="7015"/>
                  </a:lnTo>
                  <a:lnTo>
                    <a:pt x="1060828" y="6999"/>
                  </a:lnTo>
                  <a:lnTo>
                    <a:pt x="1068686" y="6982"/>
                  </a:lnTo>
                  <a:lnTo>
                    <a:pt x="1076544" y="6968"/>
                  </a:lnTo>
                  <a:lnTo>
                    <a:pt x="1084402" y="6951"/>
                  </a:lnTo>
                  <a:lnTo>
                    <a:pt x="1092260" y="6931"/>
                  </a:lnTo>
                  <a:lnTo>
                    <a:pt x="1100118" y="6916"/>
                  </a:lnTo>
                  <a:lnTo>
                    <a:pt x="1107976" y="6905"/>
                  </a:lnTo>
                  <a:lnTo>
                    <a:pt x="1115834" y="6889"/>
                  </a:lnTo>
                  <a:lnTo>
                    <a:pt x="1123692" y="6865"/>
                  </a:lnTo>
                  <a:lnTo>
                    <a:pt x="1131550" y="6846"/>
                  </a:lnTo>
                  <a:lnTo>
                    <a:pt x="1139408" y="6828"/>
                  </a:lnTo>
                  <a:lnTo>
                    <a:pt x="1147266" y="6810"/>
                  </a:lnTo>
                  <a:lnTo>
                    <a:pt x="1155124" y="6793"/>
                  </a:lnTo>
                  <a:lnTo>
                    <a:pt x="1162982" y="6775"/>
                  </a:lnTo>
                  <a:lnTo>
                    <a:pt x="1170840" y="6756"/>
                  </a:lnTo>
                  <a:lnTo>
                    <a:pt x="1178698" y="6737"/>
                  </a:lnTo>
                  <a:lnTo>
                    <a:pt x="1186556" y="6716"/>
                  </a:lnTo>
                  <a:lnTo>
                    <a:pt x="1194414" y="6690"/>
                  </a:lnTo>
                  <a:lnTo>
                    <a:pt x="1202272" y="6666"/>
                  </a:lnTo>
                  <a:lnTo>
                    <a:pt x="1210130" y="6643"/>
                  </a:lnTo>
                  <a:lnTo>
                    <a:pt x="1217988" y="6620"/>
                  </a:lnTo>
                  <a:lnTo>
                    <a:pt x="1225846" y="6598"/>
                  </a:lnTo>
                  <a:lnTo>
                    <a:pt x="1233704" y="6576"/>
                  </a:lnTo>
                  <a:lnTo>
                    <a:pt x="1241562" y="6554"/>
                  </a:lnTo>
                  <a:lnTo>
                    <a:pt x="1249420" y="6532"/>
                  </a:lnTo>
                  <a:lnTo>
                    <a:pt x="1257278" y="6514"/>
                  </a:lnTo>
                  <a:lnTo>
                    <a:pt x="1265136" y="6496"/>
                  </a:lnTo>
                  <a:lnTo>
                    <a:pt x="1272994" y="6475"/>
                  </a:lnTo>
                  <a:lnTo>
                    <a:pt x="1280852" y="6443"/>
                  </a:lnTo>
                  <a:lnTo>
                    <a:pt x="1288710" y="6411"/>
                  </a:lnTo>
                  <a:lnTo>
                    <a:pt x="1296568" y="6387"/>
                  </a:lnTo>
                  <a:lnTo>
                    <a:pt x="1304426" y="6363"/>
                  </a:lnTo>
                  <a:lnTo>
                    <a:pt x="1312284" y="6339"/>
                  </a:lnTo>
                  <a:lnTo>
                    <a:pt x="1320142" y="6314"/>
                  </a:lnTo>
                  <a:lnTo>
                    <a:pt x="1328000" y="6289"/>
                  </a:lnTo>
                  <a:lnTo>
                    <a:pt x="1335858" y="6263"/>
                  </a:lnTo>
                  <a:lnTo>
                    <a:pt x="1343716" y="6237"/>
                  </a:lnTo>
                  <a:lnTo>
                    <a:pt x="1351574" y="6211"/>
                  </a:lnTo>
                  <a:lnTo>
                    <a:pt x="1359432" y="6184"/>
                  </a:lnTo>
                  <a:lnTo>
                    <a:pt x="1367290" y="6157"/>
                  </a:lnTo>
                  <a:lnTo>
                    <a:pt x="1375148" y="6129"/>
                  </a:lnTo>
                  <a:lnTo>
                    <a:pt x="1383006" y="6101"/>
                  </a:lnTo>
                  <a:lnTo>
                    <a:pt x="1390864" y="6073"/>
                  </a:lnTo>
                  <a:lnTo>
                    <a:pt x="1398722" y="6044"/>
                  </a:lnTo>
                  <a:lnTo>
                    <a:pt x="1406580" y="6015"/>
                  </a:lnTo>
                  <a:lnTo>
                    <a:pt x="1414438" y="5985"/>
                  </a:lnTo>
                  <a:lnTo>
                    <a:pt x="1422296" y="5955"/>
                  </a:lnTo>
                  <a:lnTo>
                    <a:pt x="1430154" y="5924"/>
                  </a:lnTo>
                  <a:lnTo>
                    <a:pt x="1438012" y="5893"/>
                  </a:lnTo>
                  <a:lnTo>
                    <a:pt x="1445870" y="5861"/>
                  </a:lnTo>
                  <a:lnTo>
                    <a:pt x="1453728" y="5826"/>
                  </a:lnTo>
                  <a:lnTo>
                    <a:pt x="1461586" y="5791"/>
                  </a:lnTo>
                  <a:lnTo>
                    <a:pt x="1469444" y="5751"/>
                  </a:lnTo>
                  <a:lnTo>
                    <a:pt x="1477302" y="5708"/>
                  </a:lnTo>
                  <a:lnTo>
                    <a:pt x="1485160" y="5664"/>
                  </a:lnTo>
                  <a:lnTo>
                    <a:pt x="1493018" y="5623"/>
                  </a:lnTo>
                  <a:lnTo>
                    <a:pt x="1500876" y="5591"/>
                  </a:lnTo>
                  <a:lnTo>
                    <a:pt x="1508734" y="5539"/>
                  </a:lnTo>
                  <a:lnTo>
                    <a:pt x="1516592" y="5483"/>
                  </a:lnTo>
                  <a:lnTo>
                    <a:pt x="1524450" y="5435"/>
                  </a:lnTo>
                  <a:lnTo>
                    <a:pt x="1532308" y="5393"/>
                  </a:lnTo>
                  <a:lnTo>
                    <a:pt x="1540166" y="5350"/>
                  </a:lnTo>
                  <a:lnTo>
                    <a:pt x="1548024" y="5307"/>
                  </a:lnTo>
                  <a:lnTo>
                    <a:pt x="1555882" y="5263"/>
                  </a:lnTo>
                  <a:lnTo>
                    <a:pt x="1563740" y="5218"/>
                  </a:lnTo>
                  <a:lnTo>
                    <a:pt x="1571598" y="5173"/>
                  </a:lnTo>
                  <a:lnTo>
                    <a:pt x="1579456" y="5126"/>
                  </a:lnTo>
                  <a:lnTo>
                    <a:pt x="1587314" y="5073"/>
                  </a:lnTo>
                  <a:lnTo>
                    <a:pt x="1595172" y="5018"/>
                  </a:lnTo>
                  <a:lnTo>
                    <a:pt x="1603030" y="4962"/>
                  </a:lnTo>
                  <a:lnTo>
                    <a:pt x="1610888" y="4905"/>
                  </a:lnTo>
                  <a:lnTo>
                    <a:pt x="1618746" y="4852"/>
                  </a:lnTo>
                  <a:lnTo>
                    <a:pt x="1626604" y="4806"/>
                  </a:lnTo>
                  <a:lnTo>
                    <a:pt x="1634462" y="4746"/>
                  </a:lnTo>
                  <a:lnTo>
                    <a:pt x="1642320" y="4684"/>
                  </a:lnTo>
                  <a:lnTo>
                    <a:pt x="1650178" y="4619"/>
                  </a:lnTo>
                  <a:lnTo>
                    <a:pt x="1658036" y="4552"/>
                  </a:lnTo>
                  <a:lnTo>
                    <a:pt x="1665894" y="4483"/>
                  </a:lnTo>
                  <a:lnTo>
                    <a:pt x="1673752" y="4413"/>
                  </a:lnTo>
                  <a:lnTo>
                    <a:pt x="1681610" y="4342"/>
                  </a:lnTo>
                  <a:lnTo>
                    <a:pt x="1689468" y="4269"/>
                  </a:lnTo>
                  <a:lnTo>
                    <a:pt x="1697326" y="4194"/>
                  </a:lnTo>
                  <a:lnTo>
                    <a:pt x="1705184" y="4137"/>
                  </a:lnTo>
                  <a:lnTo>
                    <a:pt x="1713042" y="4067"/>
                  </a:lnTo>
                  <a:lnTo>
                    <a:pt x="1720900" y="3992"/>
                  </a:lnTo>
                  <a:lnTo>
                    <a:pt x="1728758" y="3915"/>
                  </a:lnTo>
                  <a:lnTo>
                    <a:pt x="1736616" y="3840"/>
                  </a:lnTo>
                  <a:lnTo>
                    <a:pt x="1744474" y="3779"/>
                  </a:lnTo>
                  <a:lnTo>
                    <a:pt x="1752332" y="3726"/>
                  </a:lnTo>
                  <a:lnTo>
                    <a:pt x="1760190" y="3671"/>
                  </a:lnTo>
                  <a:lnTo>
                    <a:pt x="1768048" y="3617"/>
                  </a:lnTo>
                  <a:lnTo>
                    <a:pt x="1775906" y="3534"/>
                  </a:lnTo>
                  <a:lnTo>
                    <a:pt x="1783764" y="3452"/>
                  </a:lnTo>
                  <a:lnTo>
                    <a:pt x="1791622" y="3394"/>
                  </a:lnTo>
                  <a:lnTo>
                    <a:pt x="1799480" y="3336"/>
                  </a:lnTo>
                  <a:lnTo>
                    <a:pt x="1807338" y="3278"/>
                  </a:lnTo>
                  <a:lnTo>
                    <a:pt x="1815196" y="3219"/>
                  </a:lnTo>
                  <a:lnTo>
                    <a:pt x="1823054" y="3157"/>
                  </a:lnTo>
                  <a:lnTo>
                    <a:pt x="1830912" y="3066"/>
                  </a:lnTo>
                  <a:lnTo>
                    <a:pt x="1838770" y="2974"/>
                  </a:lnTo>
                  <a:lnTo>
                    <a:pt x="1846628" y="2879"/>
                  </a:lnTo>
                  <a:lnTo>
                    <a:pt x="1854486" y="2799"/>
                  </a:lnTo>
                  <a:lnTo>
                    <a:pt x="1862344" y="2721"/>
                  </a:lnTo>
                  <a:lnTo>
                    <a:pt x="1870202" y="2641"/>
                  </a:lnTo>
                  <a:lnTo>
                    <a:pt x="1878060" y="2541"/>
                  </a:lnTo>
                  <a:lnTo>
                    <a:pt x="1885918" y="2436"/>
                  </a:lnTo>
                  <a:lnTo>
                    <a:pt x="1893776" y="2329"/>
                  </a:lnTo>
                  <a:lnTo>
                    <a:pt x="1901634" y="2220"/>
                  </a:lnTo>
                  <a:lnTo>
                    <a:pt x="1909492" y="2108"/>
                  </a:lnTo>
                  <a:lnTo>
                    <a:pt x="1917350" y="1994"/>
                  </a:lnTo>
                  <a:lnTo>
                    <a:pt x="1925208" y="1879"/>
                  </a:lnTo>
                  <a:lnTo>
                    <a:pt x="1933066" y="1762"/>
                  </a:lnTo>
                  <a:lnTo>
                    <a:pt x="1940924" y="1652"/>
                  </a:lnTo>
                  <a:lnTo>
                    <a:pt x="1948782" y="1538"/>
                  </a:lnTo>
                  <a:lnTo>
                    <a:pt x="1956640" y="1410"/>
                  </a:lnTo>
                  <a:lnTo>
                    <a:pt x="1964498" y="1281"/>
                  </a:lnTo>
                  <a:lnTo>
                    <a:pt x="1972356" y="1148"/>
                  </a:lnTo>
                  <a:lnTo>
                    <a:pt x="1980214" y="1013"/>
                  </a:lnTo>
                  <a:lnTo>
                    <a:pt x="1988072" y="876"/>
                  </a:lnTo>
                  <a:lnTo>
                    <a:pt x="1995930" y="735"/>
                  </a:lnTo>
                  <a:lnTo>
                    <a:pt x="2003788" y="592"/>
                  </a:lnTo>
                  <a:lnTo>
                    <a:pt x="2011646" y="446"/>
                  </a:lnTo>
                  <a:lnTo>
                    <a:pt x="2019504" y="300"/>
                  </a:lnTo>
                  <a:lnTo>
                    <a:pt x="2027362" y="151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3608036" y="3105447"/>
              <a:ext cx="2035220" cy="79"/>
            </a:xfrm>
            <a:custGeom>
              <a:avLst/>
              <a:pathLst>
                <a:path w="2035220" h="79">
                  <a:moveTo>
                    <a:pt x="2035220" y="7"/>
                  </a:moveTo>
                  <a:lnTo>
                    <a:pt x="2027362" y="7"/>
                  </a:lnTo>
                  <a:lnTo>
                    <a:pt x="2019504" y="7"/>
                  </a:lnTo>
                  <a:lnTo>
                    <a:pt x="2011646" y="7"/>
                  </a:lnTo>
                  <a:lnTo>
                    <a:pt x="2003788" y="7"/>
                  </a:lnTo>
                  <a:lnTo>
                    <a:pt x="1995930" y="7"/>
                  </a:lnTo>
                  <a:lnTo>
                    <a:pt x="1988072" y="7"/>
                  </a:lnTo>
                  <a:lnTo>
                    <a:pt x="1980214" y="7"/>
                  </a:lnTo>
                  <a:lnTo>
                    <a:pt x="1972356" y="7"/>
                  </a:lnTo>
                  <a:lnTo>
                    <a:pt x="1964498" y="7"/>
                  </a:lnTo>
                  <a:lnTo>
                    <a:pt x="1956640" y="8"/>
                  </a:lnTo>
                  <a:lnTo>
                    <a:pt x="1948782" y="7"/>
                  </a:lnTo>
                  <a:lnTo>
                    <a:pt x="1940924" y="7"/>
                  </a:lnTo>
                  <a:lnTo>
                    <a:pt x="1933066" y="7"/>
                  </a:lnTo>
                  <a:lnTo>
                    <a:pt x="1925208" y="7"/>
                  </a:lnTo>
                  <a:lnTo>
                    <a:pt x="1917350" y="7"/>
                  </a:lnTo>
                  <a:lnTo>
                    <a:pt x="1909492" y="7"/>
                  </a:lnTo>
                  <a:lnTo>
                    <a:pt x="1901634" y="7"/>
                  </a:lnTo>
                  <a:lnTo>
                    <a:pt x="1893776" y="7"/>
                  </a:lnTo>
                  <a:lnTo>
                    <a:pt x="1885918" y="7"/>
                  </a:lnTo>
                  <a:lnTo>
                    <a:pt x="1878060" y="7"/>
                  </a:lnTo>
                  <a:lnTo>
                    <a:pt x="1870202" y="7"/>
                  </a:lnTo>
                  <a:lnTo>
                    <a:pt x="1862344" y="7"/>
                  </a:lnTo>
                  <a:lnTo>
                    <a:pt x="1854486" y="6"/>
                  </a:lnTo>
                  <a:lnTo>
                    <a:pt x="1846628" y="6"/>
                  </a:lnTo>
                  <a:lnTo>
                    <a:pt x="1838770" y="6"/>
                  </a:lnTo>
                  <a:lnTo>
                    <a:pt x="1830912" y="6"/>
                  </a:lnTo>
                  <a:lnTo>
                    <a:pt x="1823054" y="6"/>
                  </a:lnTo>
                  <a:lnTo>
                    <a:pt x="1815196" y="5"/>
                  </a:lnTo>
                  <a:lnTo>
                    <a:pt x="1807338" y="5"/>
                  </a:lnTo>
                  <a:lnTo>
                    <a:pt x="1799480" y="5"/>
                  </a:lnTo>
                  <a:lnTo>
                    <a:pt x="1791622" y="5"/>
                  </a:lnTo>
                  <a:lnTo>
                    <a:pt x="1783764" y="5"/>
                  </a:lnTo>
                  <a:lnTo>
                    <a:pt x="1775906" y="4"/>
                  </a:lnTo>
                  <a:lnTo>
                    <a:pt x="1768048" y="4"/>
                  </a:lnTo>
                  <a:lnTo>
                    <a:pt x="1760190" y="4"/>
                  </a:lnTo>
                  <a:lnTo>
                    <a:pt x="1752332" y="4"/>
                  </a:lnTo>
                  <a:lnTo>
                    <a:pt x="1744474" y="4"/>
                  </a:lnTo>
                  <a:lnTo>
                    <a:pt x="1736616" y="4"/>
                  </a:lnTo>
                  <a:lnTo>
                    <a:pt x="1728758" y="4"/>
                  </a:lnTo>
                  <a:lnTo>
                    <a:pt x="1720900" y="4"/>
                  </a:lnTo>
                  <a:lnTo>
                    <a:pt x="1713042" y="4"/>
                  </a:lnTo>
                  <a:lnTo>
                    <a:pt x="1705184" y="4"/>
                  </a:lnTo>
                  <a:lnTo>
                    <a:pt x="1697326" y="4"/>
                  </a:lnTo>
                  <a:lnTo>
                    <a:pt x="1689468" y="3"/>
                  </a:lnTo>
                  <a:lnTo>
                    <a:pt x="1681610" y="3"/>
                  </a:lnTo>
                  <a:lnTo>
                    <a:pt x="1673752" y="3"/>
                  </a:lnTo>
                  <a:lnTo>
                    <a:pt x="1665894" y="3"/>
                  </a:lnTo>
                  <a:lnTo>
                    <a:pt x="1658036" y="3"/>
                  </a:lnTo>
                  <a:lnTo>
                    <a:pt x="1650178" y="3"/>
                  </a:lnTo>
                  <a:lnTo>
                    <a:pt x="1642320" y="3"/>
                  </a:lnTo>
                  <a:lnTo>
                    <a:pt x="1634462" y="3"/>
                  </a:lnTo>
                  <a:lnTo>
                    <a:pt x="1626604" y="3"/>
                  </a:lnTo>
                  <a:lnTo>
                    <a:pt x="1618746" y="2"/>
                  </a:lnTo>
                  <a:lnTo>
                    <a:pt x="1610888" y="2"/>
                  </a:lnTo>
                  <a:lnTo>
                    <a:pt x="1603030" y="3"/>
                  </a:lnTo>
                  <a:lnTo>
                    <a:pt x="1595172" y="3"/>
                  </a:lnTo>
                  <a:lnTo>
                    <a:pt x="1587314" y="2"/>
                  </a:lnTo>
                  <a:lnTo>
                    <a:pt x="1579456" y="2"/>
                  </a:lnTo>
                  <a:lnTo>
                    <a:pt x="1571598" y="2"/>
                  </a:lnTo>
                  <a:lnTo>
                    <a:pt x="1563740" y="2"/>
                  </a:lnTo>
                  <a:lnTo>
                    <a:pt x="1555882" y="1"/>
                  </a:lnTo>
                  <a:lnTo>
                    <a:pt x="1548024" y="1"/>
                  </a:lnTo>
                  <a:lnTo>
                    <a:pt x="1540166" y="1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1"/>
                  </a:lnTo>
                  <a:lnTo>
                    <a:pt x="1438012" y="1"/>
                  </a:lnTo>
                  <a:lnTo>
                    <a:pt x="1430154" y="1"/>
                  </a:lnTo>
                  <a:lnTo>
                    <a:pt x="1422296" y="1"/>
                  </a:lnTo>
                  <a:lnTo>
                    <a:pt x="1414438" y="1"/>
                  </a:lnTo>
                  <a:lnTo>
                    <a:pt x="1406580" y="1"/>
                  </a:lnTo>
                  <a:lnTo>
                    <a:pt x="1398722" y="1"/>
                  </a:lnTo>
                  <a:lnTo>
                    <a:pt x="1390864" y="1"/>
                  </a:lnTo>
                  <a:lnTo>
                    <a:pt x="1383006" y="1"/>
                  </a:lnTo>
                  <a:lnTo>
                    <a:pt x="1375148" y="2"/>
                  </a:lnTo>
                  <a:lnTo>
                    <a:pt x="1367290" y="1"/>
                  </a:lnTo>
                  <a:lnTo>
                    <a:pt x="1359432" y="1"/>
                  </a:lnTo>
                  <a:lnTo>
                    <a:pt x="1351574" y="1"/>
                  </a:lnTo>
                  <a:lnTo>
                    <a:pt x="1343716" y="1"/>
                  </a:lnTo>
                  <a:lnTo>
                    <a:pt x="1335858" y="0"/>
                  </a:lnTo>
                  <a:lnTo>
                    <a:pt x="1328000" y="1"/>
                  </a:lnTo>
                  <a:lnTo>
                    <a:pt x="1320142" y="1"/>
                  </a:lnTo>
                  <a:lnTo>
                    <a:pt x="1312284" y="2"/>
                  </a:lnTo>
                  <a:lnTo>
                    <a:pt x="1304426" y="1"/>
                  </a:lnTo>
                  <a:lnTo>
                    <a:pt x="1296568" y="1"/>
                  </a:lnTo>
                  <a:lnTo>
                    <a:pt x="1288710" y="1"/>
                  </a:lnTo>
                  <a:lnTo>
                    <a:pt x="1280852" y="1"/>
                  </a:lnTo>
                  <a:lnTo>
                    <a:pt x="1272994" y="1"/>
                  </a:lnTo>
                  <a:lnTo>
                    <a:pt x="1265136" y="1"/>
                  </a:lnTo>
                  <a:lnTo>
                    <a:pt x="1257278" y="1"/>
                  </a:lnTo>
                  <a:lnTo>
                    <a:pt x="1249420" y="1"/>
                  </a:lnTo>
                  <a:lnTo>
                    <a:pt x="1241562" y="1"/>
                  </a:lnTo>
                  <a:lnTo>
                    <a:pt x="1233704" y="1"/>
                  </a:lnTo>
                  <a:lnTo>
                    <a:pt x="1225846" y="1"/>
                  </a:lnTo>
                  <a:lnTo>
                    <a:pt x="1217988" y="1"/>
                  </a:lnTo>
                  <a:lnTo>
                    <a:pt x="1210130" y="1"/>
                  </a:lnTo>
                  <a:lnTo>
                    <a:pt x="1202272" y="2"/>
                  </a:lnTo>
                  <a:lnTo>
                    <a:pt x="1194414" y="2"/>
                  </a:lnTo>
                  <a:lnTo>
                    <a:pt x="1186556" y="2"/>
                  </a:lnTo>
                  <a:lnTo>
                    <a:pt x="1178698" y="2"/>
                  </a:lnTo>
                  <a:lnTo>
                    <a:pt x="1170840" y="2"/>
                  </a:lnTo>
                  <a:lnTo>
                    <a:pt x="1162982" y="2"/>
                  </a:lnTo>
                  <a:lnTo>
                    <a:pt x="1155124" y="2"/>
                  </a:lnTo>
                  <a:lnTo>
                    <a:pt x="1147266" y="2"/>
                  </a:lnTo>
                  <a:lnTo>
                    <a:pt x="1139408" y="2"/>
                  </a:lnTo>
                  <a:lnTo>
                    <a:pt x="1131550" y="2"/>
                  </a:lnTo>
                  <a:lnTo>
                    <a:pt x="1123692" y="2"/>
                  </a:lnTo>
                  <a:lnTo>
                    <a:pt x="1115834" y="2"/>
                  </a:lnTo>
                  <a:lnTo>
                    <a:pt x="1107976" y="3"/>
                  </a:lnTo>
                  <a:lnTo>
                    <a:pt x="1100118" y="2"/>
                  </a:lnTo>
                  <a:lnTo>
                    <a:pt x="1092260" y="3"/>
                  </a:lnTo>
                  <a:lnTo>
                    <a:pt x="1084402" y="3"/>
                  </a:lnTo>
                  <a:lnTo>
                    <a:pt x="1076544" y="4"/>
                  </a:lnTo>
                  <a:lnTo>
                    <a:pt x="1068686" y="3"/>
                  </a:lnTo>
                  <a:lnTo>
                    <a:pt x="1060828" y="3"/>
                  </a:lnTo>
                  <a:lnTo>
                    <a:pt x="1052970" y="3"/>
                  </a:lnTo>
                  <a:lnTo>
                    <a:pt x="1045112" y="3"/>
                  </a:lnTo>
                  <a:lnTo>
                    <a:pt x="1037254" y="3"/>
                  </a:lnTo>
                  <a:lnTo>
                    <a:pt x="1029397" y="3"/>
                  </a:lnTo>
                  <a:lnTo>
                    <a:pt x="1021539" y="3"/>
                  </a:lnTo>
                  <a:lnTo>
                    <a:pt x="1013681" y="3"/>
                  </a:lnTo>
                  <a:lnTo>
                    <a:pt x="1005823" y="4"/>
                  </a:lnTo>
                  <a:lnTo>
                    <a:pt x="997965" y="4"/>
                  </a:lnTo>
                  <a:lnTo>
                    <a:pt x="990107" y="4"/>
                  </a:lnTo>
                  <a:lnTo>
                    <a:pt x="982249" y="4"/>
                  </a:lnTo>
                  <a:lnTo>
                    <a:pt x="974391" y="5"/>
                  </a:lnTo>
                  <a:lnTo>
                    <a:pt x="966533" y="5"/>
                  </a:lnTo>
                  <a:lnTo>
                    <a:pt x="958675" y="5"/>
                  </a:lnTo>
                  <a:lnTo>
                    <a:pt x="950817" y="5"/>
                  </a:lnTo>
                  <a:lnTo>
                    <a:pt x="942959" y="5"/>
                  </a:lnTo>
                  <a:lnTo>
                    <a:pt x="935101" y="5"/>
                  </a:lnTo>
                  <a:lnTo>
                    <a:pt x="927243" y="5"/>
                  </a:lnTo>
                  <a:lnTo>
                    <a:pt x="919385" y="5"/>
                  </a:lnTo>
                  <a:lnTo>
                    <a:pt x="911527" y="5"/>
                  </a:lnTo>
                  <a:lnTo>
                    <a:pt x="903669" y="6"/>
                  </a:lnTo>
                  <a:lnTo>
                    <a:pt x="895811" y="6"/>
                  </a:lnTo>
                  <a:lnTo>
                    <a:pt x="887953" y="7"/>
                  </a:lnTo>
                  <a:lnTo>
                    <a:pt x="880095" y="7"/>
                  </a:lnTo>
                  <a:lnTo>
                    <a:pt x="872237" y="8"/>
                  </a:lnTo>
                  <a:lnTo>
                    <a:pt x="864379" y="8"/>
                  </a:lnTo>
                  <a:lnTo>
                    <a:pt x="856521" y="8"/>
                  </a:lnTo>
                  <a:lnTo>
                    <a:pt x="848663" y="8"/>
                  </a:lnTo>
                  <a:lnTo>
                    <a:pt x="840805" y="8"/>
                  </a:lnTo>
                  <a:lnTo>
                    <a:pt x="832947" y="9"/>
                  </a:lnTo>
                  <a:lnTo>
                    <a:pt x="825089" y="9"/>
                  </a:lnTo>
                  <a:lnTo>
                    <a:pt x="817231" y="10"/>
                  </a:lnTo>
                  <a:lnTo>
                    <a:pt x="809373" y="10"/>
                  </a:lnTo>
                  <a:lnTo>
                    <a:pt x="801515" y="10"/>
                  </a:lnTo>
                  <a:lnTo>
                    <a:pt x="793657" y="10"/>
                  </a:lnTo>
                  <a:lnTo>
                    <a:pt x="785799" y="11"/>
                  </a:lnTo>
                  <a:lnTo>
                    <a:pt x="777941" y="12"/>
                  </a:lnTo>
                  <a:lnTo>
                    <a:pt x="770083" y="13"/>
                  </a:lnTo>
                  <a:lnTo>
                    <a:pt x="762225" y="13"/>
                  </a:lnTo>
                  <a:lnTo>
                    <a:pt x="754367" y="13"/>
                  </a:lnTo>
                  <a:lnTo>
                    <a:pt x="746509" y="14"/>
                  </a:lnTo>
                  <a:lnTo>
                    <a:pt x="738651" y="14"/>
                  </a:lnTo>
                  <a:lnTo>
                    <a:pt x="730793" y="14"/>
                  </a:lnTo>
                  <a:lnTo>
                    <a:pt x="722935" y="14"/>
                  </a:lnTo>
                  <a:lnTo>
                    <a:pt x="715077" y="14"/>
                  </a:lnTo>
                  <a:lnTo>
                    <a:pt x="707219" y="15"/>
                  </a:lnTo>
                  <a:lnTo>
                    <a:pt x="699361" y="16"/>
                  </a:lnTo>
                  <a:lnTo>
                    <a:pt x="691503" y="16"/>
                  </a:lnTo>
                  <a:lnTo>
                    <a:pt x="683645" y="16"/>
                  </a:lnTo>
                  <a:lnTo>
                    <a:pt x="675787" y="17"/>
                  </a:lnTo>
                  <a:lnTo>
                    <a:pt x="667929" y="17"/>
                  </a:lnTo>
                  <a:lnTo>
                    <a:pt x="660071" y="18"/>
                  </a:lnTo>
                  <a:lnTo>
                    <a:pt x="652213" y="19"/>
                  </a:lnTo>
                  <a:lnTo>
                    <a:pt x="644355" y="20"/>
                  </a:lnTo>
                  <a:lnTo>
                    <a:pt x="636497" y="20"/>
                  </a:lnTo>
                  <a:lnTo>
                    <a:pt x="628639" y="20"/>
                  </a:lnTo>
                  <a:lnTo>
                    <a:pt x="620781" y="20"/>
                  </a:lnTo>
                  <a:lnTo>
                    <a:pt x="612923" y="21"/>
                  </a:lnTo>
                  <a:lnTo>
                    <a:pt x="605065" y="22"/>
                  </a:lnTo>
                  <a:lnTo>
                    <a:pt x="597207" y="23"/>
                  </a:lnTo>
                  <a:lnTo>
                    <a:pt x="589349" y="24"/>
                  </a:lnTo>
                  <a:lnTo>
                    <a:pt x="581491" y="24"/>
                  </a:lnTo>
                  <a:lnTo>
                    <a:pt x="573633" y="25"/>
                  </a:lnTo>
                  <a:lnTo>
                    <a:pt x="565775" y="26"/>
                  </a:lnTo>
                  <a:lnTo>
                    <a:pt x="557917" y="26"/>
                  </a:lnTo>
                  <a:lnTo>
                    <a:pt x="550059" y="27"/>
                  </a:lnTo>
                  <a:lnTo>
                    <a:pt x="542201" y="28"/>
                  </a:lnTo>
                  <a:lnTo>
                    <a:pt x="534343" y="29"/>
                  </a:lnTo>
                  <a:lnTo>
                    <a:pt x="526485" y="30"/>
                  </a:lnTo>
                  <a:lnTo>
                    <a:pt x="518627" y="31"/>
                  </a:lnTo>
                  <a:lnTo>
                    <a:pt x="510769" y="32"/>
                  </a:lnTo>
                  <a:lnTo>
                    <a:pt x="502911" y="33"/>
                  </a:lnTo>
                  <a:lnTo>
                    <a:pt x="495053" y="33"/>
                  </a:lnTo>
                  <a:lnTo>
                    <a:pt x="487195" y="34"/>
                  </a:lnTo>
                  <a:lnTo>
                    <a:pt x="479337" y="35"/>
                  </a:lnTo>
                  <a:lnTo>
                    <a:pt x="471479" y="36"/>
                  </a:lnTo>
                  <a:lnTo>
                    <a:pt x="463621" y="37"/>
                  </a:lnTo>
                  <a:lnTo>
                    <a:pt x="455763" y="38"/>
                  </a:lnTo>
                  <a:lnTo>
                    <a:pt x="447905" y="38"/>
                  </a:lnTo>
                  <a:lnTo>
                    <a:pt x="440047" y="39"/>
                  </a:lnTo>
                  <a:lnTo>
                    <a:pt x="432189" y="40"/>
                  </a:lnTo>
                  <a:lnTo>
                    <a:pt x="424331" y="41"/>
                  </a:lnTo>
                  <a:lnTo>
                    <a:pt x="416473" y="42"/>
                  </a:lnTo>
                  <a:lnTo>
                    <a:pt x="408615" y="43"/>
                  </a:lnTo>
                  <a:lnTo>
                    <a:pt x="400757" y="43"/>
                  </a:lnTo>
                  <a:lnTo>
                    <a:pt x="392899" y="44"/>
                  </a:lnTo>
                  <a:lnTo>
                    <a:pt x="385041" y="44"/>
                  </a:lnTo>
                  <a:lnTo>
                    <a:pt x="377183" y="44"/>
                  </a:lnTo>
                  <a:lnTo>
                    <a:pt x="369325" y="45"/>
                  </a:lnTo>
                  <a:lnTo>
                    <a:pt x="361467" y="46"/>
                  </a:lnTo>
                  <a:lnTo>
                    <a:pt x="353609" y="47"/>
                  </a:lnTo>
                  <a:lnTo>
                    <a:pt x="345751" y="47"/>
                  </a:lnTo>
                  <a:lnTo>
                    <a:pt x="337893" y="48"/>
                  </a:lnTo>
                  <a:lnTo>
                    <a:pt x="330035" y="49"/>
                  </a:lnTo>
                  <a:lnTo>
                    <a:pt x="322177" y="50"/>
                  </a:lnTo>
                  <a:lnTo>
                    <a:pt x="314319" y="51"/>
                  </a:lnTo>
                  <a:lnTo>
                    <a:pt x="306461" y="52"/>
                  </a:lnTo>
                  <a:lnTo>
                    <a:pt x="298603" y="52"/>
                  </a:lnTo>
                  <a:lnTo>
                    <a:pt x="290745" y="53"/>
                  </a:lnTo>
                  <a:lnTo>
                    <a:pt x="282887" y="54"/>
                  </a:lnTo>
                  <a:lnTo>
                    <a:pt x="275029" y="54"/>
                  </a:lnTo>
                  <a:lnTo>
                    <a:pt x="267171" y="55"/>
                  </a:lnTo>
                  <a:lnTo>
                    <a:pt x="259313" y="56"/>
                  </a:lnTo>
                  <a:lnTo>
                    <a:pt x="251455" y="56"/>
                  </a:lnTo>
                  <a:lnTo>
                    <a:pt x="243597" y="57"/>
                  </a:lnTo>
                  <a:lnTo>
                    <a:pt x="235739" y="58"/>
                  </a:lnTo>
                  <a:lnTo>
                    <a:pt x="227881" y="59"/>
                  </a:lnTo>
                  <a:lnTo>
                    <a:pt x="220023" y="60"/>
                  </a:lnTo>
                  <a:lnTo>
                    <a:pt x="212165" y="61"/>
                  </a:lnTo>
                  <a:lnTo>
                    <a:pt x="204307" y="61"/>
                  </a:lnTo>
                  <a:lnTo>
                    <a:pt x="196449" y="62"/>
                  </a:lnTo>
                  <a:lnTo>
                    <a:pt x="188591" y="63"/>
                  </a:lnTo>
                  <a:lnTo>
                    <a:pt x="180733" y="63"/>
                  </a:lnTo>
                  <a:lnTo>
                    <a:pt x="172875" y="64"/>
                  </a:lnTo>
                  <a:lnTo>
                    <a:pt x="165017" y="65"/>
                  </a:lnTo>
                  <a:lnTo>
                    <a:pt x="157159" y="66"/>
                  </a:lnTo>
                  <a:lnTo>
                    <a:pt x="149301" y="67"/>
                  </a:lnTo>
                  <a:lnTo>
                    <a:pt x="141443" y="67"/>
                  </a:lnTo>
                  <a:lnTo>
                    <a:pt x="133585" y="68"/>
                  </a:lnTo>
                  <a:lnTo>
                    <a:pt x="125727" y="69"/>
                  </a:lnTo>
                  <a:lnTo>
                    <a:pt x="117869" y="69"/>
                  </a:lnTo>
                  <a:lnTo>
                    <a:pt x="110011" y="70"/>
                  </a:lnTo>
                  <a:lnTo>
                    <a:pt x="102153" y="71"/>
                  </a:lnTo>
                  <a:lnTo>
                    <a:pt x="94295" y="71"/>
                  </a:lnTo>
                  <a:lnTo>
                    <a:pt x="86437" y="72"/>
                  </a:lnTo>
                  <a:lnTo>
                    <a:pt x="78579" y="72"/>
                  </a:lnTo>
                  <a:lnTo>
                    <a:pt x="70721" y="73"/>
                  </a:lnTo>
                  <a:lnTo>
                    <a:pt x="62863" y="74"/>
                  </a:lnTo>
                  <a:lnTo>
                    <a:pt x="55005" y="74"/>
                  </a:lnTo>
                  <a:lnTo>
                    <a:pt x="47147" y="75"/>
                  </a:lnTo>
                  <a:lnTo>
                    <a:pt x="39289" y="76"/>
                  </a:lnTo>
                  <a:lnTo>
                    <a:pt x="31431" y="76"/>
                  </a:lnTo>
                  <a:lnTo>
                    <a:pt x="23573" y="77"/>
                  </a:lnTo>
                  <a:lnTo>
                    <a:pt x="15715" y="78"/>
                  </a:lnTo>
                  <a:lnTo>
                    <a:pt x="7857" y="78"/>
                  </a:lnTo>
                  <a:lnTo>
                    <a:pt x="0" y="7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5" name="pg114"/>
            <p:cNvSpPr/>
            <p:nvPr/>
          </p:nvSpPr>
          <p:spPr>
            <a:xfrm>
              <a:off x="3608036" y="3105113"/>
              <a:ext cx="2035220" cy="448"/>
            </a:xfrm>
            <a:custGeom>
              <a:avLst/>
              <a:pathLst>
                <a:path w="2035220" h="448">
                  <a:moveTo>
                    <a:pt x="0" y="0"/>
                  </a:moveTo>
                  <a:lnTo>
                    <a:pt x="7857" y="7"/>
                  </a:lnTo>
                  <a:lnTo>
                    <a:pt x="15715" y="14"/>
                  </a:lnTo>
                  <a:lnTo>
                    <a:pt x="23573" y="21"/>
                  </a:lnTo>
                  <a:lnTo>
                    <a:pt x="31431" y="28"/>
                  </a:lnTo>
                  <a:lnTo>
                    <a:pt x="39289" y="34"/>
                  </a:lnTo>
                  <a:lnTo>
                    <a:pt x="47147" y="41"/>
                  </a:lnTo>
                  <a:lnTo>
                    <a:pt x="55005" y="47"/>
                  </a:lnTo>
                  <a:lnTo>
                    <a:pt x="62863" y="52"/>
                  </a:lnTo>
                  <a:lnTo>
                    <a:pt x="70721" y="57"/>
                  </a:lnTo>
                  <a:lnTo>
                    <a:pt x="78579" y="63"/>
                  </a:lnTo>
                  <a:lnTo>
                    <a:pt x="86437" y="67"/>
                  </a:lnTo>
                  <a:lnTo>
                    <a:pt x="94295" y="73"/>
                  </a:lnTo>
                  <a:lnTo>
                    <a:pt x="102153" y="77"/>
                  </a:lnTo>
                  <a:lnTo>
                    <a:pt x="110011" y="82"/>
                  </a:lnTo>
                  <a:lnTo>
                    <a:pt x="117869" y="87"/>
                  </a:lnTo>
                  <a:lnTo>
                    <a:pt x="125727" y="92"/>
                  </a:lnTo>
                  <a:lnTo>
                    <a:pt x="133585" y="97"/>
                  </a:lnTo>
                  <a:lnTo>
                    <a:pt x="141443" y="101"/>
                  </a:lnTo>
                  <a:lnTo>
                    <a:pt x="149301" y="106"/>
                  </a:lnTo>
                  <a:lnTo>
                    <a:pt x="157159" y="110"/>
                  </a:lnTo>
                  <a:lnTo>
                    <a:pt x="165017" y="117"/>
                  </a:lnTo>
                  <a:lnTo>
                    <a:pt x="172875" y="120"/>
                  </a:lnTo>
                  <a:lnTo>
                    <a:pt x="180733" y="125"/>
                  </a:lnTo>
                  <a:lnTo>
                    <a:pt x="188591" y="129"/>
                  </a:lnTo>
                  <a:lnTo>
                    <a:pt x="196449" y="133"/>
                  </a:lnTo>
                  <a:lnTo>
                    <a:pt x="204307" y="137"/>
                  </a:lnTo>
                  <a:lnTo>
                    <a:pt x="212165" y="141"/>
                  </a:lnTo>
                  <a:lnTo>
                    <a:pt x="220023" y="145"/>
                  </a:lnTo>
                  <a:lnTo>
                    <a:pt x="227881" y="149"/>
                  </a:lnTo>
                  <a:lnTo>
                    <a:pt x="235739" y="153"/>
                  </a:lnTo>
                  <a:lnTo>
                    <a:pt x="243597" y="157"/>
                  </a:lnTo>
                  <a:lnTo>
                    <a:pt x="251455" y="161"/>
                  </a:lnTo>
                  <a:lnTo>
                    <a:pt x="259313" y="165"/>
                  </a:lnTo>
                  <a:lnTo>
                    <a:pt x="267171" y="169"/>
                  </a:lnTo>
                  <a:lnTo>
                    <a:pt x="275029" y="174"/>
                  </a:lnTo>
                  <a:lnTo>
                    <a:pt x="282887" y="178"/>
                  </a:lnTo>
                  <a:lnTo>
                    <a:pt x="290745" y="183"/>
                  </a:lnTo>
                  <a:lnTo>
                    <a:pt x="298603" y="187"/>
                  </a:lnTo>
                  <a:lnTo>
                    <a:pt x="306461" y="190"/>
                  </a:lnTo>
                  <a:lnTo>
                    <a:pt x="314319" y="194"/>
                  </a:lnTo>
                  <a:lnTo>
                    <a:pt x="322177" y="197"/>
                  </a:lnTo>
                  <a:lnTo>
                    <a:pt x="330035" y="200"/>
                  </a:lnTo>
                  <a:lnTo>
                    <a:pt x="337893" y="204"/>
                  </a:lnTo>
                  <a:lnTo>
                    <a:pt x="345751" y="207"/>
                  </a:lnTo>
                  <a:lnTo>
                    <a:pt x="353609" y="211"/>
                  </a:lnTo>
                  <a:lnTo>
                    <a:pt x="361467" y="214"/>
                  </a:lnTo>
                  <a:lnTo>
                    <a:pt x="369325" y="218"/>
                  </a:lnTo>
                  <a:lnTo>
                    <a:pt x="377183" y="221"/>
                  </a:lnTo>
                  <a:lnTo>
                    <a:pt x="385041" y="225"/>
                  </a:lnTo>
                  <a:lnTo>
                    <a:pt x="392899" y="228"/>
                  </a:lnTo>
                  <a:lnTo>
                    <a:pt x="400757" y="231"/>
                  </a:lnTo>
                  <a:lnTo>
                    <a:pt x="408615" y="233"/>
                  </a:lnTo>
                  <a:lnTo>
                    <a:pt x="416473" y="234"/>
                  </a:lnTo>
                  <a:lnTo>
                    <a:pt x="424331" y="236"/>
                  </a:lnTo>
                  <a:lnTo>
                    <a:pt x="432189" y="240"/>
                  </a:lnTo>
                  <a:lnTo>
                    <a:pt x="440047" y="242"/>
                  </a:lnTo>
                  <a:lnTo>
                    <a:pt x="447905" y="245"/>
                  </a:lnTo>
                  <a:lnTo>
                    <a:pt x="455763" y="246"/>
                  </a:lnTo>
                  <a:lnTo>
                    <a:pt x="463621" y="248"/>
                  </a:lnTo>
                  <a:lnTo>
                    <a:pt x="471479" y="250"/>
                  </a:lnTo>
                  <a:lnTo>
                    <a:pt x="479337" y="254"/>
                  </a:lnTo>
                  <a:lnTo>
                    <a:pt x="487195" y="257"/>
                  </a:lnTo>
                  <a:lnTo>
                    <a:pt x="495053" y="259"/>
                  </a:lnTo>
                  <a:lnTo>
                    <a:pt x="502911" y="260"/>
                  </a:lnTo>
                  <a:lnTo>
                    <a:pt x="510769" y="263"/>
                  </a:lnTo>
                  <a:lnTo>
                    <a:pt x="518627" y="265"/>
                  </a:lnTo>
                  <a:lnTo>
                    <a:pt x="526485" y="269"/>
                  </a:lnTo>
                  <a:lnTo>
                    <a:pt x="534343" y="271"/>
                  </a:lnTo>
                  <a:lnTo>
                    <a:pt x="542201" y="273"/>
                  </a:lnTo>
                  <a:lnTo>
                    <a:pt x="550059" y="275"/>
                  </a:lnTo>
                  <a:lnTo>
                    <a:pt x="557917" y="277"/>
                  </a:lnTo>
                  <a:lnTo>
                    <a:pt x="565775" y="279"/>
                  </a:lnTo>
                  <a:lnTo>
                    <a:pt x="573633" y="281"/>
                  </a:lnTo>
                  <a:lnTo>
                    <a:pt x="581491" y="283"/>
                  </a:lnTo>
                  <a:lnTo>
                    <a:pt x="589349" y="285"/>
                  </a:lnTo>
                  <a:lnTo>
                    <a:pt x="597207" y="286"/>
                  </a:lnTo>
                  <a:lnTo>
                    <a:pt x="605065" y="288"/>
                  </a:lnTo>
                  <a:lnTo>
                    <a:pt x="612923" y="290"/>
                  </a:lnTo>
                  <a:lnTo>
                    <a:pt x="620781" y="292"/>
                  </a:lnTo>
                  <a:lnTo>
                    <a:pt x="628639" y="295"/>
                  </a:lnTo>
                  <a:lnTo>
                    <a:pt x="636497" y="296"/>
                  </a:lnTo>
                  <a:lnTo>
                    <a:pt x="644355" y="297"/>
                  </a:lnTo>
                  <a:lnTo>
                    <a:pt x="652213" y="298"/>
                  </a:lnTo>
                  <a:lnTo>
                    <a:pt x="660071" y="300"/>
                  </a:lnTo>
                  <a:lnTo>
                    <a:pt x="667929" y="301"/>
                  </a:lnTo>
                  <a:lnTo>
                    <a:pt x="675787" y="302"/>
                  </a:lnTo>
                  <a:lnTo>
                    <a:pt x="683645" y="303"/>
                  </a:lnTo>
                  <a:lnTo>
                    <a:pt x="691503" y="304"/>
                  </a:lnTo>
                  <a:lnTo>
                    <a:pt x="699361" y="305"/>
                  </a:lnTo>
                  <a:lnTo>
                    <a:pt x="707219" y="306"/>
                  </a:lnTo>
                  <a:lnTo>
                    <a:pt x="715077" y="308"/>
                  </a:lnTo>
                  <a:lnTo>
                    <a:pt x="722935" y="310"/>
                  </a:lnTo>
                  <a:lnTo>
                    <a:pt x="730793" y="311"/>
                  </a:lnTo>
                  <a:lnTo>
                    <a:pt x="738651" y="313"/>
                  </a:lnTo>
                  <a:lnTo>
                    <a:pt x="746509" y="315"/>
                  </a:lnTo>
                  <a:lnTo>
                    <a:pt x="754367" y="315"/>
                  </a:lnTo>
                  <a:lnTo>
                    <a:pt x="762225" y="317"/>
                  </a:lnTo>
                  <a:lnTo>
                    <a:pt x="770083" y="318"/>
                  </a:lnTo>
                  <a:lnTo>
                    <a:pt x="777941" y="319"/>
                  </a:lnTo>
                  <a:lnTo>
                    <a:pt x="785799" y="320"/>
                  </a:lnTo>
                  <a:lnTo>
                    <a:pt x="793657" y="321"/>
                  </a:lnTo>
                  <a:lnTo>
                    <a:pt x="801515" y="322"/>
                  </a:lnTo>
                  <a:lnTo>
                    <a:pt x="809373" y="323"/>
                  </a:lnTo>
                  <a:lnTo>
                    <a:pt x="817231" y="324"/>
                  </a:lnTo>
                  <a:lnTo>
                    <a:pt x="825089" y="325"/>
                  </a:lnTo>
                  <a:lnTo>
                    <a:pt x="832947" y="326"/>
                  </a:lnTo>
                  <a:lnTo>
                    <a:pt x="840805" y="326"/>
                  </a:lnTo>
                  <a:lnTo>
                    <a:pt x="848663" y="328"/>
                  </a:lnTo>
                  <a:lnTo>
                    <a:pt x="856521" y="329"/>
                  </a:lnTo>
                  <a:lnTo>
                    <a:pt x="864379" y="330"/>
                  </a:lnTo>
                  <a:lnTo>
                    <a:pt x="872237" y="331"/>
                  </a:lnTo>
                  <a:lnTo>
                    <a:pt x="880095" y="332"/>
                  </a:lnTo>
                  <a:lnTo>
                    <a:pt x="887953" y="333"/>
                  </a:lnTo>
                  <a:lnTo>
                    <a:pt x="895811" y="334"/>
                  </a:lnTo>
                  <a:lnTo>
                    <a:pt x="903669" y="335"/>
                  </a:lnTo>
                  <a:lnTo>
                    <a:pt x="911527" y="336"/>
                  </a:lnTo>
                  <a:lnTo>
                    <a:pt x="919385" y="338"/>
                  </a:lnTo>
                  <a:lnTo>
                    <a:pt x="927243" y="338"/>
                  </a:lnTo>
                  <a:lnTo>
                    <a:pt x="935101" y="339"/>
                  </a:lnTo>
                  <a:lnTo>
                    <a:pt x="942959" y="340"/>
                  </a:lnTo>
                  <a:lnTo>
                    <a:pt x="950817" y="341"/>
                  </a:lnTo>
                  <a:lnTo>
                    <a:pt x="958675" y="341"/>
                  </a:lnTo>
                  <a:lnTo>
                    <a:pt x="966533" y="342"/>
                  </a:lnTo>
                  <a:lnTo>
                    <a:pt x="974391" y="343"/>
                  </a:lnTo>
                  <a:lnTo>
                    <a:pt x="982249" y="344"/>
                  </a:lnTo>
                  <a:lnTo>
                    <a:pt x="990107" y="345"/>
                  </a:lnTo>
                  <a:lnTo>
                    <a:pt x="997965" y="346"/>
                  </a:lnTo>
                  <a:lnTo>
                    <a:pt x="1005823" y="347"/>
                  </a:lnTo>
                  <a:lnTo>
                    <a:pt x="1013681" y="348"/>
                  </a:lnTo>
                  <a:lnTo>
                    <a:pt x="1021539" y="349"/>
                  </a:lnTo>
                  <a:lnTo>
                    <a:pt x="1029397" y="350"/>
                  </a:lnTo>
                  <a:lnTo>
                    <a:pt x="1037254" y="350"/>
                  </a:lnTo>
                  <a:lnTo>
                    <a:pt x="1045112" y="351"/>
                  </a:lnTo>
                  <a:lnTo>
                    <a:pt x="1052970" y="352"/>
                  </a:lnTo>
                  <a:lnTo>
                    <a:pt x="1060828" y="352"/>
                  </a:lnTo>
                  <a:lnTo>
                    <a:pt x="1068686" y="353"/>
                  </a:lnTo>
                  <a:lnTo>
                    <a:pt x="1076544" y="354"/>
                  </a:lnTo>
                  <a:lnTo>
                    <a:pt x="1084402" y="354"/>
                  </a:lnTo>
                  <a:lnTo>
                    <a:pt x="1092260" y="355"/>
                  </a:lnTo>
                  <a:lnTo>
                    <a:pt x="1100118" y="356"/>
                  </a:lnTo>
                  <a:lnTo>
                    <a:pt x="1107976" y="356"/>
                  </a:lnTo>
                  <a:lnTo>
                    <a:pt x="1115834" y="357"/>
                  </a:lnTo>
                  <a:lnTo>
                    <a:pt x="1123692" y="357"/>
                  </a:lnTo>
                  <a:lnTo>
                    <a:pt x="1131550" y="357"/>
                  </a:lnTo>
                  <a:lnTo>
                    <a:pt x="1139408" y="357"/>
                  </a:lnTo>
                  <a:lnTo>
                    <a:pt x="1147266" y="358"/>
                  </a:lnTo>
                  <a:lnTo>
                    <a:pt x="1155124" y="359"/>
                  </a:lnTo>
                  <a:lnTo>
                    <a:pt x="1162982" y="359"/>
                  </a:lnTo>
                  <a:lnTo>
                    <a:pt x="1170840" y="360"/>
                  </a:lnTo>
                  <a:lnTo>
                    <a:pt x="1178698" y="360"/>
                  </a:lnTo>
                  <a:lnTo>
                    <a:pt x="1186556" y="361"/>
                  </a:lnTo>
                  <a:lnTo>
                    <a:pt x="1194414" y="362"/>
                  </a:lnTo>
                  <a:lnTo>
                    <a:pt x="1202272" y="362"/>
                  </a:lnTo>
                  <a:lnTo>
                    <a:pt x="1210130" y="363"/>
                  </a:lnTo>
                  <a:lnTo>
                    <a:pt x="1217988" y="364"/>
                  </a:lnTo>
                  <a:lnTo>
                    <a:pt x="1225846" y="364"/>
                  </a:lnTo>
                  <a:lnTo>
                    <a:pt x="1233704" y="365"/>
                  </a:lnTo>
                  <a:lnTo>
                    <a:pt x="1241562" y="365"/>
                  </a:lnTo>
                  <a:lnTo>
                    <a:pt x="1249420" y="365"/>
                  </a:lnTo>
                  <a:lnTo>
                    <a:pt x="1257278" y="366"/>
                  </a:lnTo>
                  <a:lnTo>
                    <a:pt x="1265136" y="366"/>
                  </a:lnTo>
                  <a:lnTo>
                    <a:pt x="1272994" y="367"/>
                  </a:lnTo>
                  <a:lnTo>
                    <a:pt x="1280852" y="368"/>
                  </a:lnTo>
                  <a:lnTo>
                    <a:pt x="1288710" y="368"/>
                  </a:lnTo>
                  <a:lnTo>
                    <a:pt x="1296568" y="369"/>
                  </a:lnTo>
                  <a:lnTo>
                    <a:pt x="1304426" y="369"/>
                  </a:lnTo>
                  <a:lnTo>
                    <a:pt x="1312284" y="369"/>
                  </a:lnTo>
                  <a:lnTo>
                    <a:pt x="1320142" y="370"/>
                  </a:lnTo>
                  <a:lnTo>
                    <a:pt x="1328000" y="370"/>
                  </a:lnTo>
                  <a:lnTo>
                    <a:pt x="1335858" y="370"/>
                  </a:lnTo>
                  <a:lnTo>
                    <a:pt x="1343716" y="371"/>
                  </a:lnTo>
                  <a:lnTo>
                    <a:pt x="1351574" y="371"/>
                  </a:lnTo>
                  <a:lnTo>
                    <a:pt x="1359432" y="372"/>
                  </a:lnTo>
                  <a:lnTo>
                    <a:pt x="1367290" y="372"/>
                  </a:lnTo>
                  <a:lnTo>
                    <a:pt x="1375148" y="372"/>
                  </a:lnTo>
                  <a:lnTo>
                    <a:pt x="1383006" y="373"/>
                  </a:lnTo>
                  <a:lnTo>
                    <a:pt x="1390864" y="373"/>
                  </a:lnTo>
                  <a:lnTo>
                    <a:pt x="1398722" y="374"/>
                  </a:lnTo>
                  <a:lnTo>
                    <a:pt x="1406580" y="374"/>
                  </a:lnTo>
                  <a:lnTo>
                    <a:pt x="1414438" y="375"/>
                  </a:lnTo>
                  <a:lnTo>
                    <a:pt x="1422296" y="375"/>
                  </a:lnTo>
                  <a:lnTo>
                    <a:pt x="1430154" y="376"/>
                  </a:lnTo>
                  <a:lnTo>
                    <a:pt x="1438012" y="376"/>
                  </a:lnTo>
                  <a:lnTo>
                    <a:pt x="1445870" y="377"/>
                  </a:lnTo>
                  <a:lnTo>
                    <a:pt x="1453728" y="377"/>
                  </a:lnTo>
                  <a:lnTo>
                    <a:pt x="1461586" y="378"/>
                  </a:lnTo>
                  <a:lnTo>
                    <a:pt x="1469444" y="378"/>
                  </a:lnTo>
                  <a:lnTo>
                    <a:pt x="1477302" y="378"/>
                  </a:lnTo>
                  <a:lnTo>
                    <a:pt x="1485160" y="379"/>
                  </a:lnTo>
                  <a:lnTo>
                    <a:pt x="1493018" y="379"/>
                  </a:lnTo>
                  <a:lnTo>
                    <a:pt x="1500876" y="379"/>
                  </a:lnTo>
                  <a:lnTo>
                    <a:pt x="1508734" y="379"/>
                  </a:lnTo>
                  <a:lnTo>
                    <a:pt x="1516592" y="379"/>
                  </a:lnTo>
                  <a:lnTo>
                    <a:pt x="1524450" y="380"/>
                  </a:lnTo>
                  <a:lnTo>
                    <a:pt x="1532308" y="380"/>
                  </a:lnTo>
                  <a:lnTo>
                    <a:pt x="1540166" y="380"/>
                  </a:lnTo>
                  <a:lnTo>
                    <a:pt x="1548024" y="381"/>
                  </a:lnTo>
                  <a:lnTo>
                    <a:pt x="1555882" y="381"/>
                  </a:lnTo>
                  <a:lnTo>
                    <a:pt x="1563740" y="382"/>
                  </a:lnTo>
                  <a:lnTo>
                    <a:pt x="1571598" y="382"/>
                  </a:lnTo>
                  <a:lnTo>
                    <a:pt x="1579456" y="382"/>
                  </a:lnTo>
                  <a:lnTo>
                    <a:pt x="1587314" y="383"/>
                  </a:lnTo>
                  <a:lnTo>
                    <a:pt x="1595172" y="383"/>
                  </a:lnTo>
                  <a:lnTo>
                    <a:pt x="1603030" y="384"/>
                  </a:lnTo>
                  <a:lnTo>
                    <a:pt x="1610888" y="384"/>
                  </a:lnTo>
                  <a:lnTo>
                    <a:pt x="1618746" y="385"/>
                  </a:lnTo>
                  <a:lnTo>
                    <a:pt x="1626604" y="385"/>
                  </a:lnTo>
                  <a:lnTo>
                    <a:pt x="1634462" y="385"/>
                  </a:lnTo>
                  <a:lnTo>
                    <a:pt x="1642320" y="385"/>
                  </a:lnTo>
                  <a:lnTo>
                    <a:pt x="1650178" y="386"/>
                  </a:lnTo>
                  <a:lnTo>
                    <a:pt x="1658036" y="386"/>
                  </a:lnTo>
                  <a:lnTo>
                    <a:pt x="1665894" y="386"/>
                  </a:lnTo>
                  <a:lnTo>
                    <a:pt x="1673752" y="386"/>
                  </a:lnTo>
                  <a:lnTo>
                    <a:pt x="1681610" y="386"/>
                  </a:lnTo>
                  <a:lnTo>
                    <a:pt x="1689468" y="386"/>
                  </a:lnTo>
                  <a:lnTo>
                    <a:pt x="1697326" y="386"/>
                  </a:lnTo>
                  <a:lnTo>
                    <a:pt x="1705184" y="387"/>
                  </a:lnTo>
                  <a:lnTo>
                    <a:pt x="1713042" y="387"/>
                  </a:lnTo>
                  <a:lnTo>
                    <a:pt x="1720900" y="387"/>
                  </a:lnTo>
                  <a:lnTo>
                    <a:pt x="1728758" y="387"/>
                  </a:lnTo>
                  <a:lnTo>
                    <a:pt x="1736616" y="387"/>
                  </a:lnTo>
                  <a:lnTo>
                    <a:pt x="1744474" y="387"/>
                  </a:lnTo>
                  <a:lnTo>
                    <a:pt x="1752332" y="387"/>
                  </a:lnTo>
                  <a:lnTo>
                    <a:pt x="1760190" y="388"/>
                  </a:lnTo>
                  <a:lnTo>
                    <a:pt x="1768048" y="388"/>
                  </a:lnTo>
                  <a:lnTo>
                    <a:pt x="1775906" y="388"/>
                  </a:lnTo>
                  <a:lnTo>
                    <a:pt x="1783764" y="389"/>
                  </a:lnTo>
                  <a:lnTo>
                    <a:pt x="1791622" y="389"/>
                  </a:lnTo>
                  <a:lnTo>
                    <a:pt x="1799480" y="389"/>
                  </a:lnTo>
                  <a:lnTo>
                    <a:pt x="1807338" y="390"/>
                  </a:lnTo>
                  <a:lnTo>
                    <a:pt x="1815196" y="390"/>
                  </a:lnTo>
                  <a:lnTo>
                    <a:pt x="1823054" y="390"/>
                  </a:lnTo>
                  <a:lnTo>
                    <a:pt x="1830912" y="391"/>
                  </a:lnTo>
                  <a:lnTo>
                    <a:pt x="1838770" y="391"/>
                  </a:lnTo>
                  <a:lnTo>
                    <a:pt x="1846628" y="391"/>
                  </a:lnTo>
                  <a:lnTo>
                    <a:pt x="1854486" y="391"/>
                  </a:lnTo>
                  <a:lnTo>
                    <a:pt x="1862344" y="392"/>
                  </a:lnTo>
                  <a:lnTo>
                    <a:pt x="1870202" y="392"/>
                  </a:lnTo>
                  <a:lnTo>
                    <a:pt x="1878060" y="392"/>
                  </a:lnTo>
                  <a:lnTo>
                    <a:pt x="1885918" y="392"/>
                  </a:lnTo>
                  <a:lnTo>
                    <a:pt x="1893776" y="393"/>
                  </a:lnTo>
                  <a:lnTo>
                    <a:pt x="1901634" y="393"/>
                  </a:lnTo>
                  <a:lnTo>
                    <a:pt x="1909492" y="393"/>
                  </a:lnTo>
                  <a:lnTo>
                    <a:pt x="1917350" y="393"/>
                  </a:lnTo>
                  <a:lnTo>
                    <a:pt x="1925208" y="394"/>
                  </a:lnTo>
                  <a:lnTo>
                    <a:pt x="1933066" y="394"/>
                  </a:lnTo>
                  <a:lnTo>
                    <a:pt x="1940924" y="394"/>
                  </a:lnTo>
                  <a:lnTo>
                    <a:pt x="1948782" y="394"/>
                  </a:lnTo>
                  <a:lnTo>
                    <a:pt x="1956640" y="395"/>
                  </a:lnTo>
                  <a:lnTo>
                    <a:pt x="1964498" y="395"/>
                  </a:lnTo>
                  <a:lnTo>
                    <a:pt x="1972356" y="395"/>
                  </a:lnTo>
                  <a:lnTo>
                    <a:pt x="1980214" y="395"/>
                  </a:lnTo>
                  <a:lnTo>
                    <a:pt x="1988072" y="395"/>
                  </a:lnTo>
                  <a:lnTo>
                    <a:pt x="1995930" y="396"/>
                  </a:lnTo>
                  <a:lnTo>
                    <a:pt x="2003788" y="396"/>
                  </a:lnTo>
                  <a:lnTo>
                    <a:pt x="2011646" y="396"/>
                  </a:lnTo>
                  <a:lnTo>
                    <a:pt x="2019504" y="396"/>
                  </a:lnTo>
                  <a:lnTo>
                    <a:pt x="2027362" y="397"/>
                  </a:lnTo>
                  <a:lnTo>
                    <a:pt x="2035220" y="448"/>
                  </a:lnTo>
                  <a:lnTo>
                    <a:pt x="2027362" y="448"/>
                  </a:lnTo>
                  <a:lnTo>
                    <a:pt x="2019504" y="448"/>
                  </a:lnTo>
                  <a:lnTo>
                    <a:pt x="2011646" y="448"/>
                  </a:lnTo>
                  <a:lnTo>
                    <a:pt x="2003788" y="448"/>
                  </a:lnTo>
                  <a:lnTo>
                    <a:pt x="1995930" y="448"/>
                  </a:lnTo>
                  <a:lnTo>
                    <a:pt x="1988072" y="448"/>
                  </a:lnTo>
                  <a:lnTo>
                    <a:pt x="1980214" y="448"/>
                  </a:lnTo>
                  <a:lnTo>
                    <a:pt x="1972356" y="448"/>
                  </a:lnTo>
                  <a:lnTo>
                    <a:pt x="1964498" y="448"/>
                  </a:lnTo>
                  <a:lnTo>
                    <a:pt x="1956640" y="448"/>
                  </a:lnTo>
                  <a:lnTo>
                    <a:pt x="1948782" y="448"/>
                  </a:lnTo>
                  <a:lnTo>
                    <a:pt x="1940924" y="448"/>
                  </a:lnTo>
                  <a:lnTo>
                    <a:pt x="1933066" y="448"/>
                  </a:lnTo>
                  <a:lnTo>
                    <a:pt x="1925208" y="448"/>
                  </a:lnTo>
                  <a:lnTo>
                    <a:pt x="1917350" y="447"/>
                  </a:lnTo>
                  <a:lnTo>
                    <a:pt x="1909492" y="447"/>
                  </a:lnTo>
                  <a:lnTo>
                    <a:pt x="1901634" y="447"/>
                  </a:lnTo>
                  <a:lnTo>
                    <a:pt x="1893776" y="447"/>
                  </a:lnTo>
                  <a:lnTo>
                    <a:pt x="1885918" y="447"/>
                  </a:lnTo>
                  <a:lnTo>
                    <a:pt x="1878060" y="447"/>
                  </a:lnTo>
                  <a:lnTo>
                    <a:pt x="1870202" y="447"/>
                  </a:lnTo>
                  <a:lnTo>
                    <a:pt x="1862344" y="447"/>
                  </a:lnTo>
                  <a:lnTo>
                    <a:pt x="1854486" y="447"/>
                  </a:lnTo>
                  <a:lnTo>
                    <a:pt x="1846628" y="447"/>
                  </a:lnTo>
                  <a:lnTo>
                    <a:pt x="1838770" y="447"/>
                  </a:lnTo>
                  <a:lnTo>
                    <a:pt x="1830912" y="447"/>
                  </a:lnTo>
                  <a:lnTo>
                    <a:pt x="1823054" y="447"/>
                  </a:lnTo>
                  <a:lnTo>
                    <a:pt x="1815196" y="447"/>
                  </a:lnTo>
                  <a:lnTo>
                    <a:pt x="1807338" y="447"/>
                  </a:lnTo>
                  <a:lnTo>
                    <a:pt x="1799480" y="447"/>
                  </a:lnTo>
                  <a:lnTo>
                    <a:pt x="1791622" y="446"/>
                  </a:lnTo>
                  <a:lnTo>
                    <a:pt x="1783764" y="446"/>
                  </a:lnTo>
                  <a:lnTo>
                    <a:pt x="1775906" y="446"/>
                  </a:lnTo>
                  <a:lnTo>
                    <a:pt x="1768048" y="446"/>
                  </a:lnTo>
                  <a:lnTo>
                    <a:pt x="1760190" y="446"/>
                  </a:lnTo>
                  <a:lnTo>
                    <a:pt x="1752332" y="446"/>
                  </a:lnTo>
                  <a:lnTo>
                    <a:pt x="1744474" y="446"/>
                  </a:lnTo>
                  <a:lnTo>
                    <a:pt x="1736616" y="446"/>
                  </a:lnTo>
                  <a:lnTo>
                    <a:pt x="1728758" y="446"/>
                  </a:lnTo>
                  <a:lnTo>
                    <a:pt x="1720900" y="446"/>
                  </a:lnTo>
                  <a:lnTo>
                    <a:pt x="1713042" y="446"/>
                  </a:lnTo>
                  <a:lnTo>
                    <a:pt x="1705184" y="446"/>
                  </a:lnTo>
                  <a:lnTo>
                    <a:pt x="1697326" y="445"/>
                  </a:lnTo>
                  <a:lnTo>
                    <a:pt x="1689468" y="445"/>
                  </a:lnTo>
                  <a:lnTo>
                    <a:pt x="1681610" y="445"/>
                  </a:lnTo>
                  <a:lnTo>
                    <a:pt x="1673752" y="445"/>
                  </a:lnTo>
                  <a:lnTo>
                    <a:pt x="1665894" y="445"/>
                  </a:lnTo>
                  <a:lnTo>
                    <a:pt x="1658036" y="445"/>
                  </a:lnTo>
                  <a:lnTo>
                    <a:pt x="1650178" y="445"/>
                  </a:lnTo>
                  <a:lnTo>
                    <a:pt x="1642320" y="445"/>
                  </a:lnTo>
                  <a:lnTo>
                    <a:pt x="1634462" y="445"/>
                  </a:lnTo>
                  <a:lnTo>
                    <a:pt x="1626604" y="445"/>
                  </a:lnTo>
                  <a:lnTo>
                    <a:pt x="1618746" y="444"/>
                  </a:lnTo>
                  <a:lnTo>
                    <a:pt x="1610888" y="444"/>
                  </a:lnTo>
                  <a:lnTo>
                    <a:pt x="1603030" y="444"/>
                  </a:lnTo>
                  <a:lnTo>
                    <a:pt x="1595172" y="444"/>
                  </a:lnTo>
                  <a:lnTo>
                    <a:pt x="1587314" y="444"/>
                  </a:lnTo>
                  <a:lnTo>
                    <a:pt x="1579456" y="444"/>
                  </a:lnTo>
                  <a:lnTo>
                    <a:pt x="1571598" y="444"/>
                  </a:lnTo>
                  <a:lnTo>
                    <a:pt x="1563740" y="444"/>
                  </a:lnTo>
                  <a:lnTo>
                    <a:pt x="1555882" y="444"/>
                  </a:lnTo>
                  <a:lnTo>
                    <a:pt x="1548024" y="443"/>
                  </a:lnTo>
                  <a:lnTo>
                    <a:pt x="1540166" y="443"/>
                  </a:lnTo>
                  <a:lnTo>
                    <a:pt x="1532308" y="443"/>
                  </a:lnTo>
                  <a:lnTo>
                    <a:pt x="1524450" y="443"/>
                  </a:lnTo>
                  <a:lnTo>
                    <a:pt x="1516592" y="443"/>
                  </a:lnTo>
                  <a:lnTo>
                    <a:pt x="1508734" y="443"/>
                  </a:lnTo>
                  <a:lnTo>
                    <a:pt x="1500876" y="443"/>
                  </a:lnTo>
                  <a:lnTo>
                    <a:pt x="1493018" y="443"/>
                  </a:lnTo>
                  <a:lnTo>
                    <a:pt x="1485160" y="442"/>
                  </a:lnTo>
                  <a:lnTo>
                    <a:pt x="1477302" y="442"/>
                  </a:lnTo>
                  <a:lnTo>
                    <a:pt x="1469444" y="442"/>
                  </a:lnTo>
                  <a:lnTo>
                    <a:pt x="1461586" y="442"/>
                  </a:lnTo>
                  <a:lnTo>
                    <a:pt x="1453728" y="442"/>
                  </a:lnTo>
                  <a:lnTo>
                    <a:pt x="1445870" y="442"/>
                  </a:lnTo>
                  <a:lnTo>
                    <a:pt x="1438012" y="441"/>
                  </a:lnTo>
                  <a:lnTo>
                    <a:pt x="1430154" y="441"/>
                  </a:lnTo>
                  <a:lnTo>
                    <a:pt x="1422296" y="441"/>
                  </a:lnTo>
                  <a:lnTo>
                    <a:pt x="1414438" y="441"/>
                  </a:lnTo>
                  <a:lnTo>
                    <a:pt x="1406580" y="441"/>
                  </a:lnTo>
                  <a:lnTo>
                    <a:pt x="1398722" y="441"/>
                  </a:lnTo>
                  <a:lnTo>
                    <a:pt x="1390864" y="440"/>
                  </a:lnTo>
                  <a:lnTo>
                    <a:pt x="1383006" y="440"/>
                  </a:lnTo>
                  <a:lnTo>
                    <a:pt x="1375148" y="440"/>
                  </a:lnTo>
                  <a:lnTo>
                    <a:pt x="1367290" y="440"/>
                  </a:lnTo>
                  <a:lnTo>
                    <a:pt x="1359432" y="440"/>
                  </a:lnTo>
                  <a:lnTo>
                    <a:pt x="1351574" y="439"/>
                  </a:lnTo>
                  <a:lnTo>
                    <a:pt x="1343716" y="439"/>
                  </a:lnTo>
                  <a:lnTo>
                    <a:pt x="1335858" y="439"/>
                  </a:lnTo>
                  <a:lnTo>
                    <a:pt x="1328000" y="439"/>
                  </a:lnTo>
                  <a:lnTo>
                    <a:pt x="1320142" y="439"/>
                  </a:lnTo>
                  <a:lnTo>
                    <a:pt x="1312284" y="439"/>
                  </a:lnTo>
                  <a:lnTo>
                    <a:pt x="1304426" y="438"/>
                  </a:lnTo>
                  <a:lnTo>
                    <a:pt x="1296568" y="438"/>
                  </a:lnTo>
                  <a:lnTo>
                    <a:pt x="1288710" y="438"/>
                  </a:lnTo>
                  <a:lnTo>
                    <a:pt x="1280852" y="438"/>
                  </a:lnTo>
                  <a:lnTo>
                    <a:pt x="1272994" y="438"/>
                  </a:lnTo>
                  <a:lnTo>
                    <a:pt x="1265136" y="437"/>
                  </a:lnTo>
                  <a:lnTo>
                    <a:pt x="1257278" y="437"/>
                  </a:lnTo>
                  <a:lnTo>
                    <a:pt x="1249420" y="437"/>
                  </a:lnTo>
                  <a:lnTo>
                    <a:pt x="1241562" y="437"/>
                  </a:lnTo>
                  <a:lnTo>
                    <a:pt x="1233704" y="437"/>
                  </a:lnTo>
                  <a:lnTo>
                    <a:pt x="1225846" y="436"/>
                  </a:lnTo>
                  <a:lnTo>
                    <a:pt x="1217988" y="436"/>
                  </a:lnTo>
                  <a:lnTo>
                    <a:pt x="1210130" y="436"/>
                  </a:lnTo>
                  <a:lnTo>
                    <a:pt x="1202272" y="436"/>
                  </a:lnTo>
                  <a:lnTo>
                    <a:pt x="1194414" y="435"/>
                  </a:lnTo>
                  <a:lnTo>
                    <a:pt x="1186556" y="435"/>
                  </a:lnTo>
                  <a:lnTo>
                    <a:pt x="1178698" y="435"/>
                  </a:lnTo>
                  <a:lnTo>
                    <a:pt x="1170840" y="435"/>
                  </a:lnTo>
                  <a:lnTo>
                    <a:pt x="1162982" y="435"/>
                  </a:lnTo>
                  <a:lnTo>
                    <a:pt x="1155124" y="434"/>
                  </a:lnTo>
                  <a:lnTo>
                    <a:pt x="1147266" y="434"/>
                  </a:lnTo>
                  <a:lnTo>
                    <a:pt x="1139408" y="434"/>
                  </a:lnTo>
                  <a:lnTo>
                    <a:pt x="1131550" y="434"/>
                  </a:lnTo>
                  <a:lnTo>
                    <a:pt x="1123692" y="433"/>
                  </a:lnTo>
                  <a:lnTo>
                    <a:pt x="1115834" y="433"/>
                  </a:lnTo>
                  <a:lnTo>
                    <a:pt x="1107976" y="433"/>
                  </a:lnTo>
                  <a:lnTo>
                    <a:pt x="1100118" y="433"/>
                  </a:lnTo>
                  <a:lnTo>
                    <a:pt x="1092260" y="432"/>
                  </a:lnTo>
                  <a:lnTo>
                    <a:pt x="1084402" y="432"/>
                  </a:lnTo>
                  <a:lnTo>
                    <a:pt x="1076544" y="432"/>
                  </a:lnTo>
                  <a:lnTo>
                    <a:pt x="1068686" y="432"/>
                  </a:lnTo>
                  <a:lnTo>
                    <a:pt x="1060828" y="431"/>
                  </a:lnTo>
                  <a:lnTo>
                    <a:pt x="1052970" y="431"/>
                  </a:lnTo>
                  <a:lnTo>
                    <a:pt x="1045112" y="431"/>
                  </a:lnTo>
                  <a:lnTo>
                    <a:pt x="1037254" y="431"/>
                  </a:lnTo>
                  <a:lnTo>
                    <a:pt x="1029397" y="430"/>
                  </a:lnTo>
                  <a:lnTo>
                    <a:pt x="1021539" y="430"/>
                  </a:lnTo>
                  <a:lnTo>
                    <a:pt x="1013681" y="430"/>
                  </a:lnTo>
                  <a:lnTo>
                    <a:pt x="1005823" y="429"/>
                  </a:lnTo>
                  <a:lnTo>
                    <a:pt x="997965" y="429"/>
                  </a:lnTo>
                  <a:lnTo>
                    <a:pt x="990107" y="428"/>
                  </a:lnTo>
                  <a:lnTo>
                    <a:pt x="982249" y="428"/>
                  </a:lnTo>
                  <a:lnTo>
                    <a:pt x="974391" y="428"/>
                  </a:lnTo>
                  <a:lnTo>
                    <a:pt x="966533" y="427"/>
                  </a:lnTo>
                  <a:lnTo>
                    <a:pt x="958675" y="427"/>
                  </a:lnTo>
                  <a:lnTo>
                    <a:pt x="950817" y="427"/>
                  </a:lnTo>
                  <a:lnTo>
                    <a:pt x="942959" y="427"/>
                  </a:lnTo>
                  <a:lnTo>
                    <a:pt x="935101" y="426"/>
                  </a:lnTo>
                  <a:lnTo>
                    <a:pt x="927243" y="426"/>
                  </a:lnTo>
                  <a:lnTo>
                    <a:pt x="919385" y="425"/>
                  </a:lnTo>
                  <a:lnTo>
                    <a:pt x="911527" y="425"/>
                  </a:lnTo>
                  <a:lnTo>
                    <a:pt x="903669" y="425"/>
                  </a:lnTo>
                  <a:lnTo>
                    <a:pt x="895811" y="425"/>
                  </a:lnTo>
                  <a:lnTo>
                    <a:pt x="887953" y="424"/>
                  </a:lnTo>
                  <a:lnTo>
                    <a:pt x="880095" y="424"/>
                  </a:lnTo>
                  <a:lnTo>
                    <a:pt x="872237" y="424"/>
                  </a:lnTo>
                  <a:lnTo>
                    <a:pt x="864379" y="423"/>
                  </a:lnTo>
                  <a:lnTo>
                    <a:pt x="856521" y="423"/>
                  </a:lnTo>
                  <a:lnTo>
                    <a:pt x="848663" y="423"/>
                  </a:lnTo>
                  <a:lnTo>
                    <a:pt x="840805" y="422"/>
                  </a:lnTo>
                  <a:lnTo>
                    <a:pt x="832947" y="422"/>
                  </a:lnTo>
                  <a:lnTo>
                    <a:pt x="825089" y="421"/>
                  </a:lnTo>
                  <a:lnTo>
                    <a:pt x="817231" y="421"/>
                  </a:lnTo>
                  <a:lnTo>
                    <a:pt x="809373" y="421"/>
                  </a:lnTo>
                  <a:lnTo>
                    <a:pt x="801515" y="420"/>
                  </a:lnTo>
                  <a:lnTo>
                    <a:pt x="793657" y="420"/>
                  </a:lnTo>
                  <a:lnTo>
                    <a:pt x="785799" y="420"/>
                  </a:lnTo>
                  <a:lnTo>
                    <a:pt x="777941" y="419"/>
                  </a:lnTo>
                  <a:lnTo>
                    <a:pt x="770083" y="419"/>
                  </a:lnTo>
                  <a:lnTo>
                    <a:pt x="762225" y="418"/>
                  </a:lnTo>
                  <a:lnTo>
                    <a:pt x="754367" y="418"/>
                  </a:lnTo>
                  <a:lnTo>
                    <a:pt x="746509" y="417"/>
                  </a:lnTo>
                  <a:lnTo>
                    <a:pt x="738651" y="417"/>
                  </a:lnTo>
                  <a:lnTo>
                    <a:pt x="730793" y="417"/>
                  </a:lnTo>
                  <a:lnTo>
                    <a:pt x="722935" y="416"/>
                  </a:lnTo>
                  <a:lnTo>
                    <a:pt x="715077" y="416"/>
                  </a:lnTo>
                  <a:lnTo>
                    <a:pt x="707219" y="416"/>
                  </a:lnTo>
                  <a:lnTo>
                    <a:pt x="699361" y="415"/>
                  </a:lnTo>
                  <a:lnTo>
                    <a:pt x="691503" y="415"/>
                  </a:lnTo>
                  <a:lnTo>
                    <a:pt x="683645" y="415"/>
                  </a:lnTo>
                  <a:lnTo>
                    <a:pt x="675787" y="414"/>
                  </a:lnTo>
                  <a:lnTo>
                    <a:pt x="667929" y="414"/>
                  </a:lnTo>
                  <a:lnTo>
                    <a:pt x="660071" y="413"/>
                  </a:lnTo>
                  <a:lnTo>
                    <a:pt x="652213" y="413"/>
                  </a:lnTo>
                  <a:lnTo>
                    <a:pt x="644355" y="412"/>
                  </a:lnTo>
                  <a:lnTo>
                    <a:pt x="636497" y="412"/>
                  </a:lnTo>
                  <a:lnTo>
                    <a:pt x="628639" y="411"/>
                  </a:lnTo>
                  <a:lnTo>
                    <a:pt x="620781" y="411"/>
                  </a:lnTo>
                  <a:lnTo>
                    <a:pt x="612923" y="410"/>
                  </a:lnTo>
                  <a:lnTo>
                    <a:pt x="605065" y="410"/>
                  </a:lnTo>
                  <a:lnTo>
                    <a:pt x="597207" y="409"/>
                  </a:lnTo>
                  <a:lnTo>
                    <a:pt x="589349" y="409"/>
                  </a:lnTo>
                  <a:lnTo>
                    <a:pt x="581491" y="408"/>
                  </a:lnTo>
                  <a:lnTo>
                    <a:pt x="573633" y="408"/>
                  </a:lnTo>
                  <a:lnTo>
                    <a:pt x="565775" y="408"/>
                  </a:lnTo>
                  <a:lnTo>
                    <a:pt x="557917" y="407"/>
                  </a:lnTo>
                  <a:lnTo>
                    <a:pt x="550059" y="407"/>
                  </a:lnTo>
                  <a:lnTo>
                    <a:pt x="542201" y="406"/>
                  </a:lnTo>
                  <a:lnTo>
                    <a:pt x="534343" y="406"/>
                  </a:lnTo>
                  <a:lnTo>
                    <a:pt x="526485" y="405"/>
                  </a:lnTo>
                  <a:lnTo>
                    <a:pt x="518627" y="405"/>
                  </a:lnTo>
                  <a:lnTo>
                    <a:pt x="510769" y="404"/>
                  </a:lnTo>
                  <a:lnTo>
                    <a:pt x="502911" y="404"/>
                  </a:lnTo>
                  <a:lnTo>
                    <a:pt x="495053" y="403"/>
                  </a:lnTo>
                  <a:lnTo>
                    <a:pt x="487195" y="403"/>
                  </a:lnTo>
                  <a:lnTo>
                    <a:pt x="479337" y="402"/>
                  </a:lnTo>
                  <a:lnTo>
                    <a:pt x="471479" y="402"/>
                  </a:lnTo>
                  <a:lnTo>
                    <a:pt x="463621" y="401"/>
                  </a:lnTo>
                  <a:lnTo>
                    <a:pt x="455763" y="401"/>
                  </a:lnTo>
                  <a:lnTo>
                    <a:pt x="447905" y="401"/>
                  </a:lnTo>
                  <a:lnTo>
                    <a:pt x="440047" y="400"/>
                  </a:lnTo>
                  <a:lnTo>
                    <a:pt x="432189" y="400"/>
                  </a:lnTo>
                  <a:lnTo>
                    <a:pt x="424331" y="399"/>
                  </a:lnTo>
                  <a:lnTo>
                    <a:pt x="416473" y="399"/>
                  </a:lnTo>
                  <a:lnTo>
                    <a:pt x="408615" y="398"/>
                  </a:lnTo>
                  <a:lnTo>
                    <a:pt x="400757" y="398"/>
                  </a:lnTo>
                  <a:lnTo>
                    <a:pt x="392899" y="398"/>
                  </a:lnTo>
                  <a:lnTo>
                    <a:pt x="385041" y="398"/>
                  </a:lnTo>
                  <a:lnTo>
                    <a:pt x="377183" y="397"/>
                  </a:lnTo>
                  <a:lnTo>
                    <a:pt x="369325" y="397"/>
                  </a:lnTo>
                  <a:lnTo>
                    <a:pt x="361467" y="396"/>
                  </a:lnTo>
                  <a:lnTo>
                    <a:pt x="353609" y="396"/>
                  </a:lnTo>
                  <a:lnTo>
                    <a:pt x="345751" y="395"/>
                  </a:lnTo>
                  <a:lnTo>
                    <a:pt x="337893" y="395"/>
                  </a:lnTo>
                  <a:lnTo>
                    <a:pt x="330035" y="394"/>
                  </a:lnTo>
                  <a:lnTo>
                    <a:pt x="322177" y="394"/>
                  </a:lnTo>
                  <a:lnTo>
                    <a:pt x="314319" y="394"/>
                  </a:lnTo>
                  <a:lnTo>
                    <a:pt x="306461" y="393"/>
                  </a:lnTo>
                  <a:lnTo>
                    <a:pt x="298603" y="392"/>
                  </a:lnTo>
                  <a:lnTo>
                    <a:pt x="290745" y="392"/>
                  </a:lnTo>
                  <a:lnTo>
                    <a:pt x="282887" y="391"/>
                  </a:lnTo>
                  <a:lnTo>
                    <a:pt x="275029" y="391"/>
                  </a:lnTo>
                  <a:lnTo>
                    <a:pt x="267171" y="390"/>
                  </a:lnTo>
                  <a:lnTo>
                    <a:pt x="259313" y="390"/>
                  </a:lnTo>
                  <a:lnTo>
                    <a:pt x="251455" y="389"/>
                  </a:lnTo>
                  <a:lnTo>
                    <a:pt x="243597" y="389"/>
                  </a:lnTo>
                  <a:lnTo>
                    <a:pt x="235739" y="388"/>
                  </a:lnTo>
                  <a:lnTo>
                    <a:pt x="227881" y="388"/>
                  </a:lnTo>
                  <a:lnTo>
                    <a:pt x="220023" y="387"/>
                  </a:lnTo>
                  <a:lnTo>
                    <a:pt x="212165" y="387"/>
                  </a:lnTo>
                  <a:lnTo>
                    <a:pt x="204307" y="386"/>
                  </a:lnTo>
                  <a:lnTo>
                    <a:pt x="196449" y="386"/>
                  </a:lnTo>
                  <a:lnTo>
                    <a:pt x="188591" y="385"/>
                  </a:lnTo>
                  <a:lnTo>
                    <a:pt x="180733" y="385"/>
                  </a:lnTo>
                  <a:lnTo>
                    <a:pt x="172875" y="384"/>
                  </a:lnTo>
                  <a:lnTo>
                    <a:pt x="165017" y="384"/>
                  </a:lnTo>
                  <a:lnTo>
                    <a:pt x="157159" y="383"/>
                  </a:lnTo>
                  <a:lnTo>
                    <a:pt x="149301" y="383"/>
                  </a:lnTo>
                  <a:lnTo>
                    <a:pt x="141443" y="382"/>
                  </a:lnTo>
                  <a:lnTo>
                    <a:pt x="133585" y="382"/>
                  </a:lnTo>
                  <a:lnTo>
                    <a:pt x="125727" y="381"/>
                  </a:lnTo>
                  <a:lnTo>
                    <a:pt x="117869" y="380"/>
                  </a:lnTo>
                  <a:lnTo>
                    <a:pt x="110011" y="380"/>
                  </a:lnTo>
                  <a:lnTo>
                    <a:pt x="102153" y="380"/>
                  </a:lnTo>
                  <a:lnTo>
                    <a:pt x="94295" y="379"/>
                  </a:lnTo>
                  <a:lnTo>
                    <a:pt x="86437" y="379"/>
                  </a:lnTo>
                  <a:lnTo>
                    <a:pt x="78579" y="379"/>
                  </a:lnTo>
                  <a:lnTo>
                    <a:pt x="70721" y="378"/>
                  </a:lnTo>
                  <a:lnTo>
                    <a:pt x="62863" y="378"/>
                  </a:lnTo>
                  <a:lnTo>
                    <a:pt x="55005" y="377"/>
                  </a:lnTo>
                  <a:lnTo>
                    <a:pt x="47147" y="377"/>
                  </a:lnTo>
                  <a:lnTo>
                    <a:pt x="39289" y="376"/>
                  </a:lnTo>
                  <a:lnTo>
                    <a:pt x="31431" y="376"/>
                  </a:lnTo>
                  <a:lnTo>
                    <a:pt x="23573" y="376"/>
                  </a:lnTo>
                  <a:lnTo>
                    <a:pt x="15715" y="376"/>
                  </a:lnTo>
                  <a:lnTo>
                    <a:pt x="7857" y="375"/>
                  </a:lnTo>
                  <a:lnTo>
                    <a:pt x="0" y="375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3608036" y="3105113"/>
              <a:ext cx="2035220" cy="397"/>
            </a:xfrm>
            <a:custGeom>
              <a:avLst/>
              <a:pathLst>
                <a:path w="2035220" h="397">
                  <a:moveTo>
                    <a:pt x="0" y="0"/>
                  </a:moveTo>
                  <a:lnTo>
                    <a:pt x="7857" y="7"/>
                  </a:lnTo>
                  <a:lnTo>
                    <a:pt x="15715" y="14"/>
                  </a:lnTo>
                  <a:lnTo>
                    <a:pt x="23573" y="21"/>
                  </a:lnTo>
                  <a:lnTo>
                    <a:pt x="31431" y="28"/>
                  </a:lnTo>
                  <a:lnTo>
                    <a:pt x="39289" y="34"/>
                  </a:lnTo>
                  <a:lnTo>
                    <a:pt x="47147" y="41"/>
                  </a:lnTo>
                  <a:lnTo>
                    <a:pt x="55005" y="47"/>
                  </a:lnTo>
                  <a:lnTo>
                    <a:pt x="62863" y="52"/>
                  </a:lnTo>
                  <a:lnTo>
                    <a:pt x="70721" y="57"/>
                  </a:lnTo>
                  <a:lnTo>
                    <a:pt x="78579" y="63"/>
                  </a:lnTo>
                  <a:lnTo>
                    <a:pt x="86437" y="67"/>
                  </a:lnTo>
                  <a:lnTo>
                    <a:pt x="94295" y="73"/>
                  </a:lnTo>
                  <a:lnTo>
                    <a:pt x="102153" y="77"/>
                  </a:lnTo>
                  <a:lnTo>
                    <a:pt x="110011" y="82"/>
                  </a:lnTo>
                  <a:lnTo>
                    <a:pt x="117869" y="87"/>
                  </a:lnTo>
                  <a:lnTo>
                    <a:pt x="125727" y="92"/>
                  </a:lnTo>
                  <a:lnTo>
                    <a:pt x="133585" y="97"/>
                  </a:lnTo>
                  <a:lnTo>
                    <a:pt x="141443" y="101"/>
                  </a:lnTo>
                  <a:lnTo>
                    <a:pt x="149301" y="106"/>
                  </a:lnTo>
                  <a:lnTo>
                    <a:pt x="157159" y="110"/>
                  </a:lnTo>
                  <a:lnTo>
                    <a:pt x="165017" y="117"/>
                  </a:lnTo>
                  <a:lnTo>
                    <a:pt x="172875" y="120"/>
                  </a:lnTo>
                  <a:lnTo>
                    <a:pt x="180733" y="125"/>
                  </a:lnTo>
                  <a:lnTo>
                    <a:pt x="188591" y="129"/>
                  </a:lnTo>
                  <a:lnTo>
                    <a:pt x="196449" y="133"/>
                  </a:lnTo>
                  <a:lnTo>
                    <a:pt x="204307" y="137"/>
                  </a:lnTo>
                  <a:lnTo>
                    <a:pt x="212165" y="141"/>
                  </a:lnTo>
                  <a:lnTo>
                    <a:pt x="220023" y="145"/>
                  </a:lnTo>
                  <a:lnTo>
                    <a:pt x="227881" y="149"/>
                  </a:lnTo>
                  <a:lnTo>
                    <a:pt x="235739" y="153"/>
                  </a:lnTo>
                  <a:lnTo>
                    <a:pt x="243597" y="157"/>
                  </a:lnTo>
                  <a:lnTo>
                    <a:pt x="251455" y="161"/>
                  </a:lnTo>
                  <a:lnTo>
                    <a:pt x="259313" y="165"/>
                  </a:lnTo>
                  <a:lnTo>
                    <a:pt x="267171" y="169"/>
                  </a:lnTo>
                  <a:lnTo>
                    <a:pt x="275029" y="174"/>
                  </a:lnTo>
                  <a:lnTo>
                    <a:pt x="282887" y="178"/>
                  </a:lnTo>
                  <a:lnTo>
                    <a:pt x="290745" y="183"/>
                  </a:lnTo>
                  <a:lnTo>
                    <a:pt x="298603" y="187"/>
                  </a:lnTo>
                  <a:lnTo>
                    <a:pt x="306461" y="190"/>
                  </a:lnTo>
                  <a:lnTo>
                    <a:pt x="314319" y="194"/>
                  </a:lnTo>
                  <a:lnTo>
                    <a:pt x="322177" y="197"/>
                  </a:lnTo>
                  <a:lnTo>
                    <a:pt x="330035" y="200"/>
                  </a:lnTo>
                  <a:lnTo>
                    <a:pt x="337893" y="204"/>
                  </a:lnTo>
                  <a:lnTo>
                    <a:pt x="345751" y="207"/>
                  </a:lnTo>
                  <a:lnTo>
                    <a:pt x="353609" y="211"/>
                  </a:lnTo>
                  <a:lnTo>
                    <a:pt x="361467" y="214"/>
                  </a:lnTo>
                  <a:lnTo>
                    <a:pt x="369325" y="218"/>
                  </a:lnTo>
                  <a:lnTo>
                    <a:pt x="377183" y="221"/>
                  </a:lnTo>
                  <a:lnTo>
                    <a:pt x="385041" y="225"/>
                  </a:lnTo>
                  <a:lnTo>
                    <a:pt x="392899" y="228"/>
                  </a:lnTo>
                  <a:lnTo>
                    <a:pt x="400757" y="231"/>
                  </a:lnTo>
                  <a:lnTo>
                    <a:pt x="408615" y="233"/>
                  </a:lnTo>
                  <a:lnTo>
                    <a:pt x="416473" y="234"/>
                  </a:lnTo>
                  <a:lnTo>
                    <a:pt x="424331" y="236"/>
                  </a:lnTo>
                  <a:lnTo>
                    <a:pt x="432189" y="240"/>
                  </a:lnTo>
                  <a:lnTo>
                    <a:pt x="440047" y="242"/>
                  </a:lnTo>
                  <a:lnTo>
                    <a:pt x="447905" y="245"/>
                  </a:lnTo>
                  <a:lnTo>
                    <a:pt x="455763" y="246"/>
                  </a:lnTo>
                  <a:lnTo>
                    <a:pt x="463621" y="248"/>
                  </a:lnTo>
                  <a:lnTo>
                    <a:pt x="471479" y="250"/>
                  </a:lnTo>
                  <a:lnTo>
                    <a:pt x="479337" y="254"/>
                  </a:lnTo>
                  <a:lnTo>
                    <a:pt x="487195" y="257"/>
                  </a:lnTo>
                  <a:lnTo>
                    <a:pt x="495053" y="259"/>
                  </a:lnTo>
                  <a:lnTo>
                    <a:pt x="502911" y="260"/>
                  </a:lnTo>
                  <a:lnTo>
                    <a:pt x="510769" y="263"/>
                  </a:lnTo>
                  <a:lnTo>
                    <a:pt x="518627" y="265"/>
                  </a:lnTo>
                  <a:lnTo>
                    <a:pt x="526485" y="269"/>
                  </a:lnTo>
                  <a:lnTo>
                    <a:pt x="534343" y="271"/>
                  </a:lnTo>
                  <a:lnTo>
                    <a:pt x="542201" y="273"/>
                  </a:lnTo>
                  <a:lnTo>
                    <a:pt x="550059" y="275"/>
                  </a:lnTo>
                  <a:lnTo>
                    <a:pt x="557917" y="277"/>
                  </a:lnTo>
                  <a:lnTo>
                    <a:pt x="565775" y="279"/>
                  </a:lnTo>
                  <a:lnTo>
                    <a:pt x="573633" y="281"/>
                  </a:lnTo>
                  <a:lnTo>
                    <a:pt x="581491" y="283"/>
                  </a:lnTo>
                  <a:lnTo>
                    <a:pt x="589349" y="285"/>
                  </a:lnTo>
                  <a:lnTo>
                    <a:pt x="597207" y="286"/>
                  </a:lnTo>
                  <a:lnTo>
                    <a:pt x="605065" y="288"/>
                  </a:lnTo>
                  <a:lnTo>
                    <a:pt x="612923" y="290"/>
                  </a:lnTo>
                  <a:lnTo>
                    <a:pt x="620781" y="292"/>
                  </a:lnTo>
                  <a:lnTo>
                    <a:pt x="628639" y="295"/>
                  </a:lnTo>
                  <a:lnTo>
                    <a:pt x="636497" y="296"/>
                  </a:lnTo>
                  <a:lnTo>
                    <a:pt x="644355" y="297"/>
                  </a:lnTo>
                  <a:lnTo>
                    <a:pt x="652213" y="298"/>
                  </a:lnTo>
                  <a:lnTo>
                    <a:pt x="660071" y="300"/>
                  </a:lnTo>
                  <a:lnTo>
                    <a:pt x="667929" y="301"/>
                  </a:lnTo>
                  <a:lnTo>
                    <a:pt x="675787" y="302"/>
                  </a:lnTo>
                  <a:lnTo>
                    <a:pt x="683645" y="303"/>
                  </a:lnTo>
                  <a:lnTo>
                    <a:pt x="691503" y="304"/>
                  </a:lnTo>
                  <a:lnTo>
                    <a:pt x="699361" y="305"/>
                  </a:lnTo>
                  <a:lnTo>
                    <a:pt x="707219" y="306"/>
                  </a:lnTo>
                  <a:lnTo>
                    <a:pt x="715077" y="308"/>
                  </a:lnTo>
                  <a:lnTo>
                    <a:pt x="722935" y="310"/>
                  </a:lnTo>
                  <a:lnTo>
                    <a:pt x="730793" y="311"/>
                  </a:lnTo>
                  <a:lnTo>
                    <a:pt x="738651" y="313"/>
                  </a:lnTo>
                  <a:lnTo>
                    <a:pt x="746509" y="315"/>
                  </a:lnTo>
                  <a:lnTo>
                    <a:pt x="754367" y="315"/>
                  </a:lnTo>
                  <a:lnTo>
                    <a:pt x="762225" y="317"/>
                  </a:lnTo>
                  <a:lnTo>
                    <a:pt x="770083" y="318"/>
                  </a:lnTo>
                  <a:lnTo>
                    <a:pt x="777941" y="319"/>
                  </a:lnTo>
                  <a:lnTo>
                    <a:pt x="785799" y="320"/>
                  </a:lnTo>
                  <a:lnTo>
                    <a:pt x="793657" y="321"/>
                  </a:lnTo>
                  <a:lnTo>
                    <a:pt x="801515" y="322"/>
                  </a:lnTo>
                  <a:lnTo>
                    <a:pt x="809373" y="323"/>
                  </a:lnTo>
                  <a:lnTo>
                    <a:pt x="817231" y="324"/>
                  </a:lnTo>
                  <a:lnTo>
                    <a:pt x="825089" y="325"/>
                  </a:lnTo>
                  <a:lnTo>
                    <a:pt x="832947" y="326"/>
                  </a:lnTo>
                  <a:lnTo>
                    <a:pt x="840805" y="326"/>
                  </a:lnTo>
                  <a:lnTo>
                    <a:pt x="848663" y="328"/>
                  </a:lnTo>
                  <a:lnTo>
                    <a:pt x="856521" y="329"/>
                  </a:lnTo>
                  <a:lnTo>
                    <a:pt x="864379" y="330"/>
                  </a:lnTo>
                  <a:lnTo>
                    <a:pt x="872237" y="331"/>
                  </a:lnTo>
                  <a:lnTo>
                    <a:pt x="880095" y="332"/>
                  </a:lnTo>
                  <a:lnTo>
                    <a:pt x="887953" y="333"/>
                  </a:lnTo>
                  <a:lnTo>
                    <a:pt x="895811" y="334"/>
                  </a:lnTo>
                  <a:lnTo>
                    <a:pt x="903669" y="335"/>
                  </a:lnTo>
                  <a:lnTo>
                    <a:pt x="911527" y="336"/>
                  </a:lnTo>
                  <a:lnTo>
                    <a:pt x="919385" y="338"/>
                  </a:lnTo>
                  <a:lnTo>
                    <a:pt x="927243" y="338"/>
                  </a:lnTo>
                  <a:lnTo>
                    <a:pt x="935101" y="339"/>
                  </a:lnTo>
                  <a:lnTo>
                    <a:pt x="942959" y="340"/>
                  </a:lnTo>
                  <a:lnTo>
                    <a:pt x="950817" y="341"/>
                  </a:lnTo>
                  <a:lnTo>
                    <a:pt x="958675" y="341"/>
                  </a:lnTo>
                  <a:lnTo>
                    <a:pt x="966533" y="342"/>
                  </a:lnTo>
                  <a:lnTo>
                    <a:pt x="974391" y="343"/>
                  </a:lnTo>
                  <a:lnTo>
                    <a:pt x="982249" y="344"/>
                  </a:lnTo>
                  <a:lnTo>
                    <a:pt x="990107" y="345"/>
                  </a:lnTo>
                  <a:lnTo>
                    <a:pt x="997965" y="346"/>
                  </a:lnTo>
                  <a:lnTo>
                    <a:pt x="1005823" y="347"/>
                  </a:lnTo>
                  <a:lnTo>
                    <a:pt x="1013681" y="348"/>
                  </a:lnTo>
                  <a:lnTo>
                    <a:pt x="1021539" y="349"/>
                  </a:lnTo>
                  <a:lnTo>
                    <a:pt x="1029397" y="350"/>
                  </a:lnTo>
                  <a:lnTo>
                    <a:pt x="1037254" y="350"/>
                  </a:lnTo>
                  <a:lnTo>
                    <a:pt x="1045112" y="351"/>
                  </a:lnTo>
                  <a:lnTo>
                    <a:pt x="1052970" y="352"/>
                  </a:lnTo>
                  <a:lnTo>
                    <a:pt x="1060828" y="352"/>
                  </a:lnTo>
                  <a:lnTo>
                    <a:pt x="1068686" y="353"/>
                  </a:lnTo>
                  <a:lnTo>
                    <a:pt x="1076544" y="354"/>
                  </a:lnTo>
                  <a:lnTo>
                    <a:pt x="1084402" y="354"/>
                  </a:lnTo>
                  <a:lnTo>
                    <a:pt x="1092260" y="355"/>
                  </a:lnTo>
                  <a:lnTo>
                    <a:pt x="1100118" y="356"/>
                  </a:lnTo>
                  <a:lnTo>
                    <a:pt x="1107976" y="356"/>
                  </a:lnTo>
                  <a:lnTo>
                    <a:pt x="1115834" y="357"/>
                  </a:lnTo>
                  <a:lnTo>
                    <a:pt x="1123692" y="357"/>
                  </a:lnTo>
                  <a:lnTo>
                    <a:pt x="1131550" y="357"/>
                  </a:lnTo>
                  <a:lnTo>
                    <a:pt x="1139408" y="357"/>
                  </a:lnTo>
                  <a:lnTo>
                    <a:pt x="1147266" y="358"/>
                  </a:lnTo>
                  <a:lnTo>
                    <a:pt x="1155124" y="359"/>
                  </a:lnTo>
                  <a:lnTo>
                    <a:pt x="1162982" y="359"/>
                  </a:lnTo>
                  <a:lnTo>
                    <a:pt x="1170840" y="360"/>
                  </a:lnTo>
                  <a:lnTo>
                    <a:pt x="1178698" y="360"/>
                  </a:lnTo>
                  <a:lnTo>
                    <a:pt x="1186556" y="361"/>
                  </a:lnTo>
                  <a:lnTo>
                    <a:pt x="1194414" y="362"/>
                  </a:lnTo>
                  <a:lnTo>
                    <a:pt x="1202272" y="362"/>
                  </a:lnTo>
                  <a:lnTo>
                    <a:pt x="1210130" y="363"/>
                  </a:lnTo>
                  <a:lnTo>
                    <a:pt x="1217988" y="364"/>
                  </a:lnTo>
                  <a:lnTo>
                    <a:pt x="1225846" y="364"/>
                  </a:lnTo>
                  <a:lnTo>
                    <a:pt x="1233704" y="365"/>
                  </a:lnTo>
                  <a:lnTo>
                    <a:pt x="1241562" y="365"/>
                  </a:lnTo>
                  <a:lnTo>
                    <a:pt x="1249420" y="365"/>
                  </a:lnTo>
                  <a:lnTo>
                    <a:pt x="1257278" y="366"/>
                  </a:lnTo>
                  <a:lnTo>
                    <a:pt x="1265136" y="366"/>
                  </a:lnTo>
                  <a:lnTo>
                    <a:pt x="1272994" y="367"/>
                  </a:lnTo>
                  <a:lnTo>
                    <a:pt x="1280852" y="368"/>
                  </a:lnTo>
                  <a:lnTo>
                    <a:pt x="1288710" y="368"/>
                  </a:lnTo>
                  <a:lnTo>
                    <a:pt x="1296568" y="369"/>
                  </a:lnTo>
                  <a:lnTo>
                    <a:pt x="1304426" y="369"/>
                  </a:lnTo>
                  <a:lnTo>
                    <a:pt x="1312284" y="369"/>
                  </a:lnTo>
                  <a:lnTo>
                    <a:pt x="1320142" y="370"/>
                  </a:lnTo>
                  <a:lnTo>
                    <a:pt x="1328000" y="370"/>
                  </a:lnTo>
                  <a:lnTo>
                    <a:pt x="1335858" y="370"/>
                  </a:lnTo>
                  <a:lnTo>
                    <a:pt x="1343716" y="371"/>
                  </a:lnTo>
                  <a:lnTo>
                    <a:pt x="1351574" y="371"/>
                  </a:lnTo>
                  <a:lnTo>
                    <a:pt x="1359432" y="372"/>
                  </a:lnTo>
                  <a:lnTo>
                    <a:pt x="1367290" y="372"/>
                  </a:lnTo>
                  <a:lnTo>
                    <a:pt x="1375148" y="372"/>
                  </a:lnTo>
                  <a:lnTo>
                    <a:pt x="1383006" y="373"/>
                  </a:lnTo>
                  <a:lnTo>
                    <a:pt x="1390864" y="373"/>
                  </a:lnTo>
                  <a:lnTo>
                    <a:pt x="1398722" y="374"/>
                  </a:lnTo>
                  <a:lnTo>
                    <a:pt x="1406580" y="374"/>
                  </a:lnTo>
                  <a:lnTo>
                    <a:pt x="1414438" y="375"/>
                  </a:lnTo>
                  <a:lnTo>
                    <a:pt x="1422296" y="375"/>
                  </a:lnTo>
                  <a:lnTo>
                    <a:pt x="1430154" y="376"/>
                  </a:lnTo>
                  <a:lnTo>
                    <a:pt x="1438012" y="376"/>
                  </a:lnTo>
                  <a:lnTo>
                    <a:pt x="1445870" y="377"/>
                  </a:lnTo>
                  <a:lnTo>
                    <a:pt x="1453728" y="377"/>
                  </a:lnTo>
                  <a:lnTo>
                    <a:pt x="1461586" y="378"/>
                  </a:lnTo>
                  <a:lnTo>
                    <a:pt x="1469444" y="378"/>
                  </a:lnTo>
                  <a:lnTo>
                    <a:pt x="1477302" y="378"/>
                  </a:lnTo>
                  <a:lnTo>
                    <a:pt x="1485160" y="379"/>
                  </a:lnTo>
                  <a:lnTo>
                    <a:pt x="1493018" y="379"/>
                  </a:lnTo>
                  <a:lnTo>
                    <a:pt x="1500876" y="379"/>
                  </a:lnTo>
                  <a:lnTo>
                    <a:pt x="1508734" y="379"/>
                  </a:lnTo>
                  <a:lnTo>
                    <a:pt x="1516592" y="379"/>
                  </a:lnTo>
                  <a:lnTo>
                    <a:pt x="1524450" y="380"/>
                  </a:lnTo>
                  <a:lnTo>
                    <a:pt x="1532308" y="380"/>
                  </a:lnTo>
                  <a:lnTo>
                    <a:pt x="1540166" y="380"/>
                  </a:lnTo>
                  <a:lnTo>
                    <a:pt x="1548024" y="381"/>
                  </a:lnTo>
                  <a:lnTo>
                    <a:pt x="1555882" y="381"/>
                  </a:lnTo>
                  <a:lnTo>
                    <a:pt x="1563740" y="382"/>
                  </a:lnTo>
                  <a:lnTo>
                    <a:pt x="1571598" y="382"/>
                  </a:lnTo>
                  <a:lnTo>
                    <a:pt x="1579456" y="382"/>
                  </a:lnTo>
                  <a:lnTo>
                    <a:pt x="1587314" y="383"/>
                  </a:lnTo>
                  <a:lnTo>
                    <a:pt x="1595172" y="383"/>
                  </a:lnTo>
                  <a:lnTo>
                    <a:pt x="1603030" y="384"/>
                  </a:lnTo>
                  <a:lnTo>
                    <a:pt x="1610888" y="384"/>
                  </a:lnTo>
                  <a:lnTo>
                    <a:pt x="1618746" y="385"/>
                  </a:lnTo>
                  <a:lnTo>
                    <a:pt x="1626604" y="385"/>
                  </a:lnTo>
                  <a:lnTo>
                    <a:pt x="1634462" y="385"/>
                  </a:lnTo>
                  <a:lnTo>
                    <a:pt x="1642320" y="385"/>
                  </a:lnTo>
                  <a:lnTo>
                    <a:pt x="1650178" y="386"/>
                  </a:lnTo>
                  <a:lnTo>
                    <a:pt x="1658036" y="386"/>
                  </a:lnTo>
                  <a:lnTo>
                    <a:pt x="1665894" y="386"/>
                  </a:lnTo>
                  <a:lnTo>
                    <a:pt x="1673752" y="386"/>
                  </a:lnTo>
                  <a:lnTo>
                    <a:pt x="1681610" y="386"/>
                  </a:lnTo>
                  <a:lnTo>
                    <a:pt x="1689468" y="386"/>
                  </a:lnTo>
                  <a:lnTo>
                    <a:pt x="1697326" y="386"/>
                  </a:lnTo>
                  <a:lnTo>
                    <a:pt x="1705184" y="387"/>
                  </a:lnTo>
                  <a:lnTo>
                    <a:pt x="1713042" y="387"/>
                  </a:lnTo>
                  <a:lnTo>
                    <a:pt x="1720900" y="387"/>
                  </a:lnTo>
                  <a:lnTo>
                    <a:pt x="1728758" y="387"/>
                  </a:lnTo>
                  <a:lnTo>
                    <a:pt x="1736616" y="387"/>
                  </a:lnTo>
                  <a:lnTo>
                    <a:pt x="1744474" y="387"/>
                  </a:lnTo>
                  <a:lnTo>
                    <a:pt x="1752332" y="387"/>
                  </a:lnTo>
                  <a:lnTo>
                    <a:pt x="1760190" y="388"/>
                  </a:lnTo>
                  <a:lnTo>
                    <a:pt x="1768048" y="388"/>
                  </a:lnTo>
                  <a:lnTo>
                    <a:pt x="1775906" y="388"/>
                  </a:lnTo>
                  <a:lnTo>
                    <a:pt x="1783764" y="389"/>
                  </a:lnTo>
                  <a:lnTo>
                    <a:pt x="1791622" y="389"/>
                  </a:lnTo>
                  <a:lnTo>
                    <a:pt x="1799480" y="389"/>
                  </a:lnTo>
                  <a:lnTo>
                    <a:pt x="1807338" y="390"/>
                  </a:lnTo>
                  <a:lnTo>
                    <a:pt x="1815196" y="390"/>
                  </a:lnTo>
                  <a:lnTo>
                    <a:pt x="1823054" y="390"/>
                  </a:lnTo>
                  <a:lnTo>
                    <a:pt x="1830912" y="391"/>
                  </a:lnTo>
                  <a:lnTo>
                    <a:pt x="1838770" y="391"/>
                  </a:lnTo>
                  <a:lnTo>
                    <a:pt x="1846628" y="391"/>
                  </a:lnTo>
                  <a:lnTo>
                    <a:pt x="1854486" y="391"/>
                  </a:lnTo>
                  <a:lnTo>
                    <a:pt x="1862344" y="392"/>
                  </a:lnTo>
                  <a:lnTo>
                    <a:pt x="1870202" y="392"/>
                  </a:lnTo>
                  <a:lnTo>
                    <a:pt x="1878060" y="392"/>
                  </a:lnTo>
                  <a:lnTo>
                    <a:pt x="1885918" y="392"/>
                  </a:lnTo>
                  <a:lnTo>
                    <a:pt x="1893776" y="393"/>
                  </a:lnTo>
                  <a:lnTo>
                    <a:pt x="1901634" y="393"/>
                  </a:lnTo>
                  <a:lnTo>
                    <a:pt x="1909492" y="393"/>
                  </a:lnTo>
                  <a:lnTo>
                    <a:pt x="1917350" y="393"/>
                  </a:lnTo>
                  <a:lnTo>
                    <a:pt x="1925208" y="394"/>
                  </a:lnTo>
                  <a:lnTo>
                    <a:pt x="1933066" y="394"/>
                  </a:lnTo>
                  <a:lnTo>
                    <a:pt x="1940924" y="394"/>
                  </a:lnTo>
                  <a:lnTo>
                    <a:pt x="1948782" y="394"/>
                  </a:lnTo>
                  <a:lnTo>
                    <a:pt x="1956640" y="395"/>
                  </a:lnTo>
                  <a:lnTo>
                    <a:pt x="1964498" y="395"/>
                  </a:lnTo>
                  <a:lnTo>
                    <a:pt x="1972356" y="395"/>
                  </a:lnTo>
                  <a:lnTo>
                    <a:pt x="1980214" y="395"/>
                  </a:lnTo>
                  <a:lnTo>
                    <a:pt x="1988072" y="395"/>
                  </a:lnTo>
                  <a:lnTo>
                    <a:pt x="1995930" y="396"/>
                  </a:lnTo>
                  <a:lnTo>
                    <a:pt x="2003788" y="396"/>
                  </a:lnTo>
                  <a:lnTo>
                    <a:pt x="2011646" y="396"/>
                  </a:lnTo>
                  <a:lnTo>
                    <a:pt x="2019504" y="396"/>
                  </a:lnTo>
                  <a:lnTo>
                    <a:pt x="2027362" y="397"/>
                  </a:lnTo>
                  <a:lnTo>
                    <a:pt x="2035220" y="3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3608036" y="3105489"/>
              <a:ext cx="2035220" cy="73"/>
            </a:xfrm>
            <a:custGeom>
              <a:avLst/>
              <a:pathLst>
                <a:path w="2035220" h="73">
                  <a:moveTo>
                    <a:pt x="2035220" y="73"/>
                  </a:moveTo>
                  <a:lnTo>
                    <a:pt x="2027362" y="73"/>
                  </a:lnTo>
                  <a:lnTo>
                    <a:pt x="2019504" y="73"/>
                  </a:lnTo>
                  <a:lnTo>
                    <a:pt x="2011646" y="73"/>
                  </a:lnTo>
                  <a:lnTo>
                    <a:pt x="2003788" y="72"/>
                  </a:lnTo>
                  <a:lnTo>
                    <a:pt x="1995930" y="72"/>
                  </a:lnTo>
                  <a:lnTo>
                    <a:pt x="1988072" y="72"/>
                  </a:lnTo>
                  <a:lnTo>
                    <a:pt x="1980214" y="72"/>
                  </a:lnTo>
                  <a:lnTo>
                    <a:pt x="1972356" y="72"/>
                  </a:lnTo>
                  <a:lnTo>
                    <a:pt x="1964498" y="72"/>
                  </a:lnTo>
                  <a:lnTo>
                    <a:pt x="1956640" y="72"/>
                  </a:lnTo>
                  <a:lnTo>
                    <a:pt x="1948782" y="72"/>
                  </a:lnTo>
                  <a:lnTo>
                    <a:pt x="1940924" y="72"/>
                  </a:lnTo>
                  <a:lnTo>
                    <a:pt x="1933066" y="72"/>
                  </a:lnTo>
                  <a:lnTo>
                    <a:pt x="1925208" y="72"/>
                  </a:lnTo>
                  <a:lnTo>
                    <a:pt x="1917350" y="72"/>
                  </a:lnTo>
                  <a:lnTo>
                    <a:pt x="1909492" y="72"/>
                  </a:lnTo>
                  <a:lnTo>
                    <a:pt x="1901634" y="72"/>
                  </a:lnTo>
                  <a:lnTo>
                    <a:pt x="1893776" y="72"/>
                  </a:lnTo>
                  <a:lnTo>
                    <a:pt x="1885918" y="72"/>
                  </a:lnTo>
                  <a:lnTo>
                    <a:pt x="1878060" y="72"/>
                  </a:lnTo>
                  <a:lnTo>
                    <a:pt x="1870202" y="72"/>
                  </a:lnTo>
                  <a:lnTo>
                    <a:pt x="1862344" y="71"/>
                  </a:lnTo>
                  <a:lnTo>
                    <a:pt x="1854486" y="71"/>
                  </a:lnTo>
                  <a:lnTo>
                    <a:pt x="1846628" y="71"/>
                  </a:lnTo>
                  <a:lnTo>
                    <a:pt x="1838770" y="71"/>
                  </a:lnTo>
                  <a:lnTo>
                    <a:pt x="1830912" y="71"/>
                  </a:lnTo>
                  <a:lnTo>
                    <a:pt x="1823054" y="71"/>
                  </a:lnTo>
                  <a:lnTo>
                    <a:pt x="1815196" y="71"/>
                  </a:lnTo>
                  <a:lnTo>
                    <a:pt x="1807338" y="71"/>
                  </a:lnTo>
                  <a:lnTo>
                    <a:pt x="1799480" y="71"/>
                  </a:lnTo>
                  <a:lnTo>
                    <a:pt x="1791622" y="71"/>
                  </a:lnTo>
                  <a:lnTo>
                    <a:pt x="1783764" y="71"/>
                  </a:lnTo>
                  <a:lnTo>
                    <a:pt x="1775906" y="71"/>
                  </a:lnTo>
                  <a:lnTo>
                    <a:pt x="1768048" y="71"/>
                  </a:lnTo>
                  <a:lnTo>
                    <a:pt x="1760190" y="71"/>
                  </a:lnTo>
                  <a:lnTo>
                    <a:pt x="1752332" y="71"/>
                  </a:lnTo>
                  <a:lnTo>
                    <a:pt x="1744474" y="70"/>
                  </a:lnTo>
                  <a:lnTo>
                    <a:pt x="1736616" y="70"/>
                  </a:lnTo>
                  <a:lnTo>
                    <a:pt x="1728758" y="70"/>
                  </a:lnTo>
                  <a:lnTo>
                    <a:pt x="1720900" y="70"/>
                  </a:lnTo>
                  <a:lnTo>
                    <a:pt x="1713042" y="70"/>
                  </a:lnTo>
                  <a:lnTo>
                    <a:pt x="1705184" y="70"/>
                  </a:lnTo>
                  <a:lnTo>
                    <a:pt x="1697326" y="70"/>
                  </a:lnTo>
                  <a:lnTo>
                    <a:pt x="1689468" y="70"/>
                  </a:lnTo>
                  <a:lnTo>
                    <a:pt x="1681610" y="70"/>
                  </a:lnTo>
                  <a:lnTo>
                    <a:pt x="1673752" y="70"/>
                  </a:lnTo>
                  <a:lnTo>
                    <a:pt x="1665894" y="70"/>
                  </a:lnTo>
                  <a:lnTo>
                    <a:pt x="1658036" y="69"/>
                  </a:lnTo>
                  <a:lnTo>
                    <a:pt x="1650178" y="69"/>
                  </a:lnTo>
                  <a:lnTo>
                    <a:pt x="1642320" y="69"/>
                  </a:lnTo>
                  <a:lnTo>
                    <a:pt x="1634462" y="69"/>
                  </a:lnTo>
                  <a:lnTo>
                    <a:pt x="1626604" y="69"/>
                  </a:lnTo>
                  <a:lnTo>
                    <a:pt x="1618746" y="69"/>
                  </a:lnTo>
                  <a:lnTo>
                    <a:pt x="1610888" y="69"/>
                  </a:lnTo>
                  <a:lnTo>
                    <a:pt x="1603030" y="69"/>
                  </a:lnTo>
                  <a:lnTo>
                    <a:pt x="1595172" y="69"/>
                  </a:lnTo>
                  <a:lnTo>
                    <a:pt x="1587314" y="68"/>
                  </a:lnTo>
                  <a:lnTo>
                    <a:pt x="1579456" y="68"/>
                  </a:lnTo>
                  <a:lnTo>
                    <a:pt x="1571598" y="68"/>
                  </a:lnTo>
                  <a:lnTo>
                    <a:pt x="1563740" y="68"/>
                  </a:lnTo>
                  <a:lnTo>
                    <a:pt x="1555882" y="68"/>
                  </a:lnTo>
                  <a:lnTo>
                    <a:pt x="1548024" y="68"/>
                  </a:lnTo>
                  <a:lnTo>
                    <a:pt x="1540166" y="68"/>
                  </a:lnTo>
                  <a:lnTo>
                    <a:pt x="1532308" y="68"/>
                  </a:lnTo>
                  <a:lnTo>
                    <a:pt x="1524450" y="67"/>
                  </a:lnTo>
                  <a:lnTo>
                    <a:pt x="1516592" y="67"/>
                  </a:lnTo>
                  <a:lnTo>
                    <a:pt x="1508734" y="67"/>
                  </a:lnTo>
                  <a:lnTo>
                    <a:pt x="1500876" y="67"/>
                  </a:lnTo>
                  <a:lnTo>
                    <a:pt x="1493018" y="67"/>
                  </a:lnTo>
                  <a:lnTo>
                    <a:pt x="1485160" y="67"/>
                  </a:lnTo>
                  <a:lnTo>
                    <a:pt x="1477302" y="67"/>
                  </a:lnTo>
                  <a:lnTo>
                    <a:pt x="1469444" y="67"/>
                  </a:lnTo>
                  <a:lnTo>
                    <a:pt x="1461586" y="66"/>
                  </a:lnTo>
                  <a:lnTo>
                    <a:pt x="1453728" y="66"/>
                  </a:lnTo>
                  <a:lnTo>
                    <a:pt x="1445870" y="66"/>
                  </a:lnTo>
                  <a:lnTo>
                    <a:pt x="1438012" y="66"/>
                  </a:lnTo>
                  <a:lnTo>
                    <a:pt x="1430154" y="66"/>
                  </a:lnTo>
                  <a:lnTo>
                    <a:pt x="1422296" y="66"/>
                  </a:lnTo>
                  <a:lnTo>
                    <a:pt x="1414438" y="65"/>
                  </a:lnTo>
                  <a:lnTo>
                    <a:pt x="1406580" y="65"/>
                  </a:lnTo>
                  <a:lnTo>
                    <a:pt x="1398722" y="65"/>
                  </a:lnTo>
                  <a:lnTo>
                    <a:pt x="1390864" y="65"/>
                  </a:lnTo>
                  <a:lnTo>
                    <a:pt x="1383006" y="65"/>
                  </a:lnTo>
                  <a:lnTo>
                    <a:pt x="1375148" y="65"/>
                  </a:lnTo>
                  <a:lnTo>
                    <a:pt x="1367290" y="64"/>
                  </a:lnTo>
                  <a:lnTo>
                    <a:pt x="1359432" y="64"/>
                  </a:lnTo>
                  <a:lnTo>
                    <a:pt x="1351574" y="64"/>
                  </a:lnTo>
                  <a:lnTo>
                    <a:pt x="1343716" y="64"/>
                  </a:lnTo>
                  <a:lnTo>
                    <a:pt x="1335858" y="63"/>
                  </a:lnTo>
                  <a:lnTo>
                    <a:pt x="1328000" y="63"/>
                  </a:lnTo>
                  <a:lnTo>
                    <a:pt x="1320142" y="63"/>
                  </a:lnTo>
                  <a:lnTo>
                    <a:pt x="1312284" y="63"/>
                  </a:lnTo>
                  <a:lnTo>
                    <a:pt x="1304426" y="63"/>
                  </a:lnTo>
                  <a:lnTo>
                    <a:pt x="1296568" y="63"/>
                  </a:lnTo>
                  <a:lnTo>
                    <a:pt x="1288710" y="62"/>
                  </a:lnTo>
                  <a:lnTo>
                    <a:pt x="1280852" y="62"/>
                  </a:lnTo>
                  <a:lnTo>
                    <a:pt x="1272994" y="62"/>
                  </a:lnTo>
                  <a:lnTo>
                    <a:pt x="1265136" y="62"/>
                  </a:lnTo>
                  <a:lnTo>
                    <a:pt x="1257278" y="62"/>
                  </a:lnTo>
                  <a:lnTo>
                    <a:pt x="1249420" y="62"/>
                  </a:lnTo>
                  <a:lnTo>
                    <a:pt x="1241562" y="61"/>
                  </a:lnTo>
                  <a:lnTo>
                    <a:pt x="1233704" y="61"/>
                  </a:lnTo>
                  <a:lnTo>
                    <a:pt x="1225846" y="61"/>
                  </a:lnTo>
                  <a:lnTo>
                    <a:pt x="1217988" y="61"/>
                  </a:lnTo>
                  <a:lnTo>
                    <a:pt x="1210130" y="60"/>
                  </a:lnTo>
                  <a:lnTo>
                    <a:pt x="1202272" y="60"/>
                  </a:lnTo>
                  <a:lnTo>
                    <a:pt x="1194414" y="60"/>
                  </a:lnTo>
                  <a:lnTo>
                    <a:pt x="1186556" y="60"/>
                  </a:lnTo>
                  <a:lnTo>
                    <a:pt x="1178698" y="60"/>
                  </a:lnTo>
                  <a:lnTo>
                    <a:pt x="1170840" y="59"/>
                  </a:lnTo>
                  <a:lnTo>
                    <a:pt x="1162982" y="59"/>
                  </a:lnTo>
                  <a:lnTo>
                    <a:pt x="1155124" y="59"/>
                  </a:lnTo>
                  <a:lnTo>
                    <a:pt x="1147266" y="59"/>
                  </a:lnTo>
                  <a:lnTo>
                    <a:pt x="1139408" y="58"/>
                  </a:lnTo>
                  <a:lnTo>
                    <a:pt x="1131550" y="58"/>
                  </a:lnTo>
                  <a:lnTo>
                    <a:pt x="1123692" y="58"/>
                  </a:lnTo>
                  <a:lnTo>
                    <a:pt x="1115834" y="58"/>
                  </a:lnTo>
                  <a:lnTo>
                    <a:pt x="1107976" y="57"/>
                  </a:lnTo>
                  <a:lnTo>
                    <a:pt x="1100118" y="57"/>
                  </a:lnTo>
                  <a:lnTo>
                    <a:pt x="1092260" y="57"/>
                  </a:lnTo>
                  <a:lnTo>
                    <a:pt x="1084402" y="57"/>
                  </a:lnTo>
                  <a:lnTo>
                    <a:pt x="1076544" y="56"/>
                  </a:lnTo>
                  <a:lnTo>
                    <a:pt x="1068686" y="56"/>
                  </a:lnTo>
                  <a:lnTo>
                    <a:pt x="1060828" y="56"/>
                  </a:lnTo>
                  <a:lnTo>
                    <a:pt x="1052970" y="55"/>
                  </a:lnTo>
                  <a:lnTo>
                    <a:pt x="1045112" y="55"/>
                  </a:lnTo>
                  <a:lnTo>
                    <a:pt x="1037254" y="55"/>
                  </a:lnTo>
                  <a:lnTo>
                    <a:pt x="1029397" y="55"/>
                  </a:lnTo>
                  <a:lnTo>
                    <a:pt x="1021539" y="54"/>
                  </a:lnTo>
                  <a:lnTo>
                    <a:pt x="1013681" y="54"/>
                  </a:lnTo>
                  <a:lnTo>
                    <a:pt x="1005823" y="54"/>
                  </a:lnTo>
                  <a:lnTo>
                    <a:pt x="997965" y="53"/>
                  </a:lnTo>
                  <a:lnTo>
                    <a:pt x="990107" y="53"/>
                  </a:lnTo>
                  <a:lnTo>
                    <a:pt x="982249" y="53"/>
                  </a:lnTo>
                  <a:lnTo>
                    <a:pt x="974391" y="52"/>
                  </a:lnTo>
                  <a:lnTo>
                    <a:pt x="966533" y="52"/>
                  </a:lnTo>
                  <a:lnTo>
                    <a:pt x="958675" y="52"/>
                  </a:lnTo>
                  <a:lnTo>
                    <a:pt x="950817" y="51"/>
                  </a:lnTo>
                  <a:lnTo>
                    <a:pt x="942959" y="51"/>
                  </a:lnTo>
                  <a:lnTo>
                    <a:pt x="935101" y="51"/>
                  </a:lnTo>
                  <a:lnTo>
                    <a:pt x="927243" y="50"/>
                  </a:lnTo>
                  <a:lnTo>
                    <a:pt x="919385" y="50"/>
                  </a:lnTo>
                  <a:lnTo>
                    <a:pt x="911527" y="50"/>
                  </a:lnTo>
                  <a:lnTo>
                    <a:pt x="903669" y="49"/>
                  </a:lnTo>
                  <a:lnTo>
                    <a:pt x="895811" y="49"/>
                  </a:lnTo>
                  <a:lnTo>
                    <a:pt x="887953" y="49"/>
                  </a:lnTo>
                  <a:lnTo>
                    <a:pt x="880095" y="48"/>
                  </a:lnTo>
                  <a:lnTo>
                    <a:pt x="872237" y="48"/>
                  </a:lnTo>
                  <a:lnTo>
                    <a:pt x="864379" y="48"/>
                  </a:lnTo>
                  <a:lnTo>
                    <a:pt x="856521" y="47"/>
                  </a:lnTo>
                  <a:lnTo>
                    <a:pt x="848663" y="47"/>
                  </a:lnTo>
                  <a:lnTo>
                    <a:pt x="840805" y="47"/>
                  </a:lnTo>
                  <a:lnTo>
                    <a:pt x="832947" y="46"/>
                  </a:lnTo>
                  <a:lnTo>
                    <a:pt x="825089" y="46"/>
                  </a:lnTo>
                  <a:lnTo>
                    <a:pt x="817231" y="46"/>
                  </a:lnTo>
                  <a:lnTo>
                    <a:pt x="809373" y="45"/>
                  </a:lnTo>
                  <a:lnTo>
                    <a:pt x="801515" y="45"/>
                  </a:lnTo>
                  <a:lnTo>
                    <a:pt x="793657" y="44"/>
                  </a:lnTo>
                  <a:lnTo>
                    <a:pt x="785799" y="44"/>
                  </a:lnTo>
                  <a:lnTo>
                    <a:pt x="777941" y="43"/>
                  </a:lnTo>
                  <a:lnTo>
                    <a:pt x="770083" y="43"/>
                  </a:lnTo>
                  <a:lnTo>
                    <a:pt x="762225" y="43"/>
                  </a:lnTo>
                  <a:lnTo>
                    <a:pt x="754367" y="42"/>
                  </a:lnTo>
                  <a:lnTo>
                    <a:pt x="746509" y="42"/>
                  </a:lnTo>
                  <a:lnTo>
                    <a:pt x="738651" y="41"/>
                  </a:lnTo>
                  <a:lnTo>
                    <a:pt x="730793" y="41"/>
                  </a:lnTo>
                  <a:lnTo>
                    <a:pt x="722935" y="41"/>
                  </a:lnTo>
                  <a:lnTo>
                    <a:pt x="715077" y="41"/>
                  </a:lnTo>
                  <a:lnTo>
                    <a:pt x="707219" y="40"/>
                  </a:lnTo>
                  <a:lnTo>
                    <a:pt x="699361" y="40"/>
                  </a:lnTo>
                  <a:lnTo>
                    <a:pt x="691503" y="40"/>
                  </a:lnTo>
                  <a:lnTo>
                    <a:pt x="683645" y="39"/>
                  </a:lnTo>
                  <a:lnTo>
                    <a:pt x="675787" y="39"/>
                  </a:lnTo>
                  <a:lnTo>
                    <a:pt x="667929" y="38"/>
                  </a:lnTo>
                  <a:lnTo>
                    <a:pt x="660071" y="38"/>
                  </a:lnTo>
                  <a:lnTo>
                    <a:pt x="652213" y="37"/>
                  </a:lnTo>
                  <a:lnTo>
                    <a:pt x="644355" y="37"/>
                  </a:lnTo>
                  <a:lnTo>
                    <a:pt x="636497" y="36"/>
                  </a:lnTo>
                  <a:lnTo>
                    <a:pt x="628639" y="36"/>
                  </a:lnTo>
                  <a:lnTo>
                    <a:pt x="620781" y="35"/>
                  </a:lnTo>
                  <a:lnTo>
                    <a:pt x="612923" y="35"/>
                  </a:lnTo>
                  <a:lnTo>
                    <a:pt x="605065" y="34"/>
                  </a:lnTo>
                  <a:lnTo>
                    <a:pt x="597207" y="34"/>
                  </a:lnTo>
                  <a:lnTo>
                    <a:pt x="589349" y="33"/>
                  </a:lnTo>
                  <a:lnTo>
                    <a:pt x="581491" y="33"/>
                  </a:lnTo>
                  <a:lnTo>
                    <a:pt x="573633" y="32"/>
                  </a:lnTo>
                  <a:lnTo>
                    <a:pt x="565775" y="32"/>
                  </a:lnTo>
                  <a:lnTo>
                    <a:pt x="557917" y="32"/>
                  </a:lnTo>
                  <a:lnTo>
                    <a:pt x="550059" y="31"/>
                  </a:lnTo>
                  <a:lnTo>
                    <a:pt x="542201" y="31"/>
                  </a:lnTo>
                  <a:lnTo>
                    <a:pt x="534343" y="30"/>
                  </a:lnTo>
                  <a:lnTo>
                    <a:pt x="526485" y="30"/>
                  </a:lnTo>
                  <a:lnTo>
                    <a:pt x="518627" y="29"/>
                  </a:lnTo>
                  <a:lnTo>
                    <a:pt x="510769" y="29"/>
                  </a:lnTo>
                  <a:lnTo>
                    <a:pt x="502911" y="28"/>
                  </a:lnTo>
                  <a:lnTo>
                    <a:pt x="495053" y="28"/>
                  </a:lnTo>
                  <a:lnTo>
                    <a:pt x="487195" y="27"/>
                  </a:lnTo>
                  <a:lnTo>
                    <a:pt x="479337" y="27"/>
                  </a:lnTo>
                  <a:lnTo>
                    <a:pt x="471479" y="26"/>
                  </a:lnTo>
                  <a:lnTo>
                    <a:pt x="463621" y="26"/>
                  </a:lnTo>
                  <a:lnTo>
                    <a:pt x="455763" y="25"/>
                  </a:lnTo>
                  <a:lnTo>
                    <a:pt x="447905" y="25"/>
                  </a:lnTo>
                  <a:lnTo>
                    <a:pt x="440047" y="25"/>
                  </a:lnTo>
                  <a:lnTo>
                    <a:pt x="432189" y="24"/>
                  </a:lnTo>
                  <a:lnTo>
                    <a:pt x="424331" y="24"/>
                  </a:lnTo>
                  <a:lnTo>
                    <a:pt x="416473" y="23"/>
                  </a:lnTo>
                  <a:lnTo>
                    <a:pt x="408615" y="23"/>
                  </a:lnTo>
                  <a:lnTo>
                    <a:pt x="400757" y="23"/>
                  </a:lnTo>
                  <a:lnTo>
                    <a:pt x="392899" y="22"/>
                  </a:lnTo>
                  <a:lnTo>
                    <a:pt x="385041" y="22"/>
                  </a:lnTo>
                  <a:lnTo>
                    <a:pt x="377183" y="22"/>
                  </a:lnTo>
                  <a:lnTo>
                    <a:pt x="369325" y="21"/>
                  </a:lnTo>
                  <a:lnTo>
                    <a:pt x="361467" y="21"/>
                  </a:lnTo>
                  <a:lnTo>
                    <a:pt x="353609" y="20"/>
                  </a:lnTo>
                  <a:lnTo>
                    <a:pt x="345751" y="20"/>
                  </a:lnTo>
                  <a:lnTo>
                    <a:pt x="337893" y="19"/>
                  </a:lnTo>
                  <a:lnTo>
                    <a:pt x="330035" y="19"/>
                  </a:lnTo>
                  <a:lnTo>
                    <a:pt x="322177" y="18"/>
                  </a:lnTo>
                  <a:lnTo>
                    <a:pt x="314319" y="18"/>
                  </a:lnTo>
                  <a:lnTo>
                    <a:pt x="306461" y="17"/>
                  </a:lnTo>
                  <a:lnTo>
                    <a:pt x="298603" y="17"/>
                  </a:lnTo>
                  <a:lnTo>
                    <a:pt x="290745" y="16"/>
                  </a:lnTo>
                  <a:lnTo>
                    <a:pt x="282887" y="16"/>
                  </a:lnTo>
                  <a:lnTo>
                    <a:pt x="275029" y="15"/>
                  </a:lnTo>
                  <a:lnTo>
                    <a:pt x="267171" y="15"/>
                  </a:lnTo>
                  <a:lnTo>
                    <a:pt x="259313" y="14"/>
                  </a:lnTo>
                  <a:lnTo>
                    <a:pt x="251455" y="14"/>
                  </a:lnTo>
                  <a:lnTo>
                    <a:pt x="243597" y="13"/>
                  </a:lnTo>
                  <a:lnTo>
                    <a:pt x="235739" y="13"/>
                  </a:lnTo>
                  <a:lnTo>
                    <a:pt x="227881" y="12"/>
                  </a:lnTo>
                  <a:lnTo>
                    <a:pt x="220023" y="12"/>
                  </a:lnTo>
                  <a:lnTo>
                    <a:pt x="212165" y="11"/>
                  </a:lnTo>
                  <a:lnTo>
                    <a:pt x="204307" y="11"/>
                  </a:lnTo>
                  <a:lnTo>
                    <a:pt x="196449" y="10"/>
                  </a:lnTo>
                  <a:lnTo>
                    <a:pt x="188591" y="10"/>
                  </a:lnTo>
                  <a:lnTo>
                    <a:pt x="180733" y="9"/>
                  </a:lnTo>
                  <a:lnTo>
                    <a:pt x="172875" y="9"/>
                  </a:lnTo>
                  <a:lnTo>
                    <a:pt x="165017" y="8"/>
                  </a:lnTo>
                  <a:lnTo>
                    <a:pt x="157159" y="8"/>
                  </a:lnTo>
                  <a:lnTo>
                    <a:pt x="149301" y="7"/>
                  </a:lnTo>
                  <a:lnTo>
                    <a:pt x="141443" y="6"/>
                  </a:lnTo>
                  <a:lnTo>
                    <a:pt x="133585" y="6"/>
                  </a:lnTo>
                  <a:lnTo>
                    <a:pt x="125727" y="5"/>
                  </a:lnTo>
                  <a:lnTo>
                    <a:pt x="117869" y="5"/>
                  </a:lnTo>
                  <a:lnTo>
                    <a:pt x="110011" y="4"/>
                  </a:lnTo>
                  <a:lnTo>
                    <a:pt x="102153" y="4"/>
                  </a:lnTo>
                  <a:lnTo>
                    <a:pt x="94295" y="4"/>
                  </a:lnTo>
                  <a:lnTo>
                    <a:pt x="86437" y="3"/>
                  </a:lnTo>
                  <a:lnTo>
                    <a:pt x="78579" y="3"/>
                  </a:lnTo>
                  <a:lnTo>
                    <a:pt x="70721" y="3"/>
                  </a:lnTo>
                  <a:lnTo>
                    <a:pt x="62863" y="2"/>
                  </a:lnTo>
                  <a:lnTo>
                    <a:pt x="55005" y="2"/>
                  </a:lnTo>
                  <a:lnTo>
                    <a:pt x="47147" y="1"/>
                  </a:lnTo>
                  <a:lnTo>
                    <a:pt x="39289" y="1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8" name="pg117"/>
            <p:cNvSpPr/>
            <p:nvPr/>
          </p:nvSpPr>
          <p:spPr>
            <a:xfrm>
              <a:off x="3608036" y="3104415"/>
              <a:ext cx="2035220" cy="1113"/>
            </a:xfrm>
            <a:custGeom>
              <a:avLst/>
              <a:pathLst>
                <a:path w="2035220" h="1113">
                  <a:moveTo>
                    <a:pt x="0" y="0"/>
                  </a:moveTo>
                  <a:lnTo>
                    <a:pt x="7857" y="11"/>
                  </a:lnTo>
                  <a:lnTo>
                    <a:pt x="15715" y="21"/>
                  </a:lnTo>
                  <a:lnTo>
                    <a:pt x="23573" y="36"/>
                  </a:lnTo>
                  <a:lnTo>
                    <a:pt x="31431" y="47"/>
                  </a:lnTo>
                  <a:lnTo>
                    <a:pt x="39289" y="56"/>
                  </a:lnTo>
                  <a:lnTo>
                    <a:pt x="47147" y="66"/>
                  </a:lnTo>
                  <a:lnTo>
                    <a:pt x="55005" y="76"/>
                  </a:lnTo>
                  <a:lnTo>
                    <a:pt x="62863" y="86"/>
                  </a:lnTo>
                  <a:lnTo>
                    <a:pt x="70721" y="95"/>
                  </a:lnTo>
                  <a:lnTo>
                    <a:pt x="78579" y="106"/>
                  </a:lnTo>
                  <a:lnTo>
                    <a:pt x="86437" y="119"/>
                  </a:lnTo>
                  <a:lnTo>
                    <a:pt x="94295" y="125"/>
                  </a:lnTo>
                  <a:lnTo>
                    <a:pt x="102153" y="134"/>
                  </a:lnTo>
                  <a:lnTo>
                    <a:pt x="110011" y="144"/>
                  </a:lnTo>
                  <a:lnTo>
                    <a:pt x="117869" y="156"/>
                  </a:lnTo>
                  <a:lnTo>
                    <a:pt x="125727" y="167"/>
                  </a:lnTo>
                  <a:lnTo>
                    <a:pt x="133585" y="178"/>
                  </a:lnTo>
                  <a:lnTo>
                    <a:pt x="141443" y="189"/>
                  </a:lnTo>
                  <a:lnTo>
                    <a:pt x="149301" y="196"/>
                  </a:lnTo>
                  <a:lnTo>
                    <a:pt x="157159" y="201"/>
                  </a:lnTo>
                  <a:lnTo>
                    <a:pt x="165017" y="209"/>
                  </a:lnTo>
                  <a:lnTo>
                    <a:pt x="172875" y="218"/>
                  </a:lnTo>
                  <a:lnTo>
                    <a:pt x="180733" y="227"/>
                  </a:lnTo>
                  <a:lnTo>
                    <a:pt x="188591" y="236"/>
                  </a:lnTo>
                  <a:lnTo>
                    <a:pt x="196449" y="237"/>
                  </a:lnTo>
                  <a:lnTo>
                    <a:pt x="204307" y="246"/>
                  </a:lnTo>
                  <a:lnTo>
                    <a:pt x="212165" y="257"/>
                  </a:lnTo>
                  <a:lnTo>
                    <a:pt x="220023" y="264"/>
                  </a:lnTo>
                  <a:lnTo>
                    <a:pt x="227881" y="269"/>
                  </a:lnTo>
                  <a:lnTo>
                    <a:pt x="235739" y="274"/>
                  </a:lnTo>
                  <a:lnTo>
                    <a:pt x="243597" y="279"/>
                  </a:lnTo>
                  <a:lnTo>
                    <a:pt x="251455" y="284"/>
                  </a:lnTo>
                  <a:lnTo>
                    <a:pt x="259313" y="290"/>
                  </a:lnTo>
                  <a:lnTo>
                    <a:pt x="267171" y="295"/>
                  </a:lnTo>
                  <a:lnTo>
                    <a:pt x="275029" y="300"/>
                  </a:lnTo>
                  <a:lnTo>
                    <a:pt x="282887" y="305"/>
                  </a:lnTo>
                  <a:lnTo>
                    <a:pt x="290745" y="308"/>
                  </a:lnTo>
                  <a:lnTo>
                    <a:pt x="298603" y="316"/>
                  </a:lnTo>
                  <a:lnTo>
                    <a:pt x="306461" y="327"/>
                  </a:lnTo>
                  <a:lnTo>
                    <a:pt x="314319" y="334"/>
                  </a:lnTo>
                  <a:lnTo>
                    <a:pt x="322177" y="341"/>
                  </a:lnTo>
                  <a:lnTo>
                    <a:pt x="330035" y="349"/>
                  </a:lnTo>
                  <a:lnTo>
                    <a:pt x="337893" y="352"/>
                  </a:lnTo>
                  <a:lnTo>
                    <a:pt x="345751" y="356"/>
                  </a:lnTo>
                  <a:lnTo>
                    <a:pt x="353609" y="359"/>
                  </a:lnTo>
                  <a:lnTo>
                    <a:pt x="361467" y="362"/>
                  </a:lnTo>
                  <a:lnTo>
                    <a:pt x="369325" y="370"/>
                  </a:lnTo>
                  <a:lnTo>
                    <a:pt x="377183" y="376"/>
                  </a:lnTo>
                  <a:lnTo>
                    <a:pt x="385041" y="381"/>
                  </a:lnTo>
                  <a:lnTo>
                    <a:pt x="392899" y="385"/>
                  </a:lnTo>
                  <a:lnTo>
                    <a:pt x="400757" y="389"/>
                  </a:lnTo>
                  <a:lnTo>
                    <a:pt x="408615" y="392"/>
                  </a:lnTo>
                  <a:lnTo>
                    <a:pt x="416473" y="398"/>
                  </a:lnTo>
                  <a:lnTo>
                    <a:pt x="424331" y="405"/>
                  </a:lnTo>
                  <a:lnTo>
                    <a:pt x="432189" y="412"/>
                  </a:lnTo>
                  <a:lnTo>
                    <a:pt x="440047" y="413"/>
                  </a:lnTo>
                  <a:lnTo>
                    <a:pt x="447905" y="421"/>
                  </a:lnTo>
                  <a:lnTo>
                    <a:pt x="455763" y="425"/>
                  </a:lnTo>
                  <a:lnTo>
                    <a:pt x="463621" y="428"/>
                  </a:lnTo>
                  <a:lnTo>
                    <a:pt x="471479" y="434"/>
                  </a:lnTo>
                  <a:lnTo>
                    <a:pt x="479337" y="438"/>
                  </a:lnTo>
                  <a:lnTo>
                    <a:pt x="487195" y="442"/>
                  </a:lnTo>
                  <a:lnTo>
                    <a:pt x="495053" y="445"/>
                  </a:lnTo>
                  <a:lnTo>
                    <a:pt x="502911" y="451"/>
                  </a:lnTo>
                  <a:lnTo>
                    <a:pt x="510769" y="454"/>
                  </a:lnTo>
                  <a:lnTo>
                    <a:pt x="518627" y="458"/>
                  </a:lnTo>
                  <a:lnTo>
                    <a:pt x="526485" y="461"/>
                  </a:lnTo>
                  <a:lnTo>
                    <a:pt x="534343" y="464"/>
                  </a:lnTo>
                  <a:lnTo>
                    <a:pt x="542201" y="466"/>
                  </a:lnTo>
                  <a:lnTo>
                    <a:pt x="550059" y="471"/>
                  </a:lnTo>
                  <a:lnTo>
                    <a:pt x="557917" y="474"/>
                  </a:lnTo>
                  <a:lnTo>
                    <a:pt x="565775" y="477"/>
                  </a:lnTo>
                  <a:lnTo>
                    <a:pt x="573633" y="480"/>
                  </a:lnTo>
                  <a:lnTo>
                    <a:pt x="581491" y="484"/>
                  </a:lnTo>
                  <a:lnTo>
                    <a:pt x="589349" y="487"/>
                  </a:lnTo>
                  <a:lnTo>
                    <a:pt x="597207" y="490"/>
                  </a:lnTo>
                  <a:lnTo>
                    <a:pt x="605065" y="495"/>
                  </a:lnTo>
                  <a:lnTo>
                    <a:pt x="612923" y="499"/>
                  </a:lnTo>
                  <a:lnTo>
                    <a:pt x="620781" y="502"/>
                  </a:lnTo>
                  <a:lnTo>
                    <a:pt x="628639" y="506"/>
                  </a:lnTo>
                  <a:lnTo>
                    <a:pt x="636497" y="512"/>
                  </a:lnTo>
                  <a:lnTo>
                    <a:pt x="644355" y="517"/>
                  </a:lnTo>
                  <a:lnTo>
                    <a:pt x="652213" y="517"/>
                  </a:lnTo>
                  <a:lnTo>
                    <a:pt x="660071" y="523"/>
                  </a:lnTo>
                  <a:lnTo>
                    <a:pt x="667929" y="525"/>
                  </a:lnTo>
                  <a:lnTo>
                    <a:pt x="675787" y="528"/>
                  </a:lnTo>
                  <a:lnTo>
                    <a:pt x="683645" y="532"/>
                  </a:lnTo>
                  <a:lnTo>
                    <a:pt x="691503" y="534"/>
                  </a:lnTo>
                  <a:lnTo>
                    <a:pt x="699361" y="536"/>
                  </a:lnTo>
                  <a:lnTo>
                    <a:pt x="707219" y="537"/>
                  </a:lnTo>
                  <a:lnTo>
                    <a:pt x="715077" y="538"/>
                  </a:lnTo>
                  <a:lnTo>
                    <a:pt x="722935" y="539"/>
                  </a:lnTo>
                  <a:lnTo>
                    <a:pt x="730793" y="541"/>
                  </a:lnTo>
                  <a:lnTo>
                    <a:pt x="738651" y="542"/>
                  </a:lnTo>
                  <a:lnTo>
                    <a:pt x="746509" y="543"/>
                  </a:lnTo>
                  <a:lnTo>
                    <a:pt x="754367" y="545"/>
                  </a:lnTo>
                  <a:lnTo>
                    <a:pt x="762225" y="547"/>
                  </a:lnTo>
                  <a:lnTo>
                    <a:pt x="770083" y="549"/>
                  </a:lnTo>
                  <a:lnTo>
                    <a:pt x="777941" y="549"/>
                  </a:lnTo>
                  <a:lnTo>
                    <a:pt x="785799" y="551"/>
                  </a:lnTo>
                  <a:lnTo>
                    <a:pt x="793657" y="551"/>
                  </a:lnTo>
                  <a:lnTo>
                    <a:pt x="801515" y="553"/>
                  </a:lnTo>
                  <a:lnTo>
                    <a:pt x="809373" y="554"/>
                  </a:lnTo>
                  <a:lnTo>
                    <a:pt x="817231" y="556"/>
                  </a:lnTo>
                  <a:lnTo>
                    <a:pt x="825089" y="557"/>
                  </a:lnTo>
                  <a:lnTo>
                    <a:pt x="832947" y="561"/>
                  </a:lnTo>
                  <a:lnTo>
                    <a:pt x="840805" y="561"/>
                  </a:lnTo>
                  <a:lnTo>
                    <a:pt x="848663" y="562"/>
                  </a:lnTo>
                  <a:lnTo>
                    <a:pt x="856521" y="563"/>
                  </a:lnTo>
                  <a:lnTo>
                    <a:pt x="864379" y="565"/>
                  </a:lnTo>
                  <a:lnTo>
                    <a:pt x="872237" y="568"/>
                  </a:lnTo>
                  <a:lnTo>
                    <a:pt x="880095" y="569"/>
                  </a:lnTo>
                  <a:lnTo>
                    <a:pt x="887953" y="570"/>
                  </a:lnTo>
                  <a:lnTo>
                    <a:pt x="895811" y="571"/>
                  </a:lnTo>
                  <a:lnTo>
                    <a:pt x="903669" y="575"/>
                  </a:lnTo>
                  <a:lnTo>
                    <a:pt x="911527" y="578"/>
                  </a:lnTo>
                  <a:lnTo>
                    <a:pt x="919385" y="581"/>
                  </a:lnTo>
                  <a:lnTo>
                    <a:pt x="927243" y="582"/>
                  </a:lnTo>
                  <a:lnTo>
                    <a:pt x="935101" y="584"/>
                  </a:lnTo>
                  <a:lnTo>
                    <a:pt x="942959" y="587"/>
                  </a:lnTo>
                  <a:lnTo>
                    <a:pt x="950817" y="589"/>
                  </a:lnTo>
                  <a:lnTo>
                    <a:pt x="958675" y="592"/>
                  </a:lnTo>
                  <a:lnTo>
                    <a:pt x="966533" y="592"/>
                  </a:lnTo>
                  <a:lnTo>
                    <a:pt x="974391" y="592"/>
                  </a:lnTo>
                  <a:lnTo>
                    <a:pt x="982249" y="592"/>
                  </a:lnTo>
                  <a:lnTo>
                    <a:pt x="990107" y="592"/>
                  </a:lnTo>
                  <a:lnTo>
                    <a:pt x="997965" y="593"/>
                  </a:lnTo>
                  <a:lnTo>
                    <a:pt x="1005823" y="593"/>
                  </a:lnTo>
                  <a:lnTo>
                    <a:pt x="1013681" y="593"/>
                  </a:lnTo>
                  <a:lnTo>
                    <a:pt x="1021539" y="595"/>
                  </a:lnTo>
                  <a:lnTo>
                    <a:pt x="1029397" y="594"/>
                  </a:lnTo>
                  <a:lnTo>
                    <a:pt x="1037254" y="597"/>
                  </a:lnTo>
                  <a:lnTo>
                    <a:pt x="1045112" y="599"/>
                  </a:lnTo>
                  <a:lnTo>
                    <a:pt x="1052970" y="601"/>
                  </a:lnTo>
                  <a:lnTo>
                    <a:pt x="1060828" y="602"/>
                  </a:lnTo>
                  <a:lnTo>
                    <a:pt x="1068686" y="600"/>
                  </a:lnTo>
                  <a:lnTo>
                    <a:pt x="1076544" y="602"/>
                  </a:lnTo>
                  <a:lnTo>
                    <a:pt x="1084402" y="604"/>
                  </a:lnTo>
                  <a:lnTo>
                    <a:pt x="1092260" y="605"/>
                  </a:lnTo>
                  <a:lnTo>
                    <a:pt x="1100118" y="605"/>
                  </a:lnTo>
                  <a:lnTo>
                    <a:pt x="1107976" y="605"/>
                  </a:lnTo>
                  <a:lnTo>
                    <a:pt x="1115834" y="604"/>
                  </a:lnTo>
                  <a:lnTo>
                    <a:pt x="1123692" y="604"/>
                  </a:lnTo>
                  <a:lnTo>
                    <a:pt x="1131550" y="605"/>
                  </a:lnTo>
                  <a:lnTo>
                    <a:pt x="1139408" y="606"/>
                  </a:lnTo>
                  <a:lnTo>
                    <a:pt x="1147266" y="607"/>
                  </a:lnTo>
                  <a:lnTo>
                    <a:pt x="1155124" y="608"/>
                  </a:lnTo>
                  <a:lnTo>
                    <a:pt x="1162982" y="609"/>
                  </a:lnTo>
                  <a:lnTo>
                    <a:pt x="1170840" y="611"/>
                  </a:lnTo>
                  <a:lnTo>
                    <a:pt x="1178698" y="612"/>
                  </a:lnTo>
                  <a:lnTo>
                    <a:pt x="1186556" y="609"/>
                  </a:lnTo>
                  <a:lnTo>
                    <a:pt x="1194414" y="606"/>
                  </a:lnTo>
                  <a:lnTo>
                    <a:pt x="1202272" y="606"/>
                  </a:lnTo>
                  <a:lnTo>
                    <a:pt x="1210130" y="606"/>
                  </a:lnTo>
                  <a:lnTo>
                    <a:pt x="1217988" y="606"/>
                  </a:lnTo>
                  <a:lnTo>
                    <a:pt x="1225846" y="606"/>
                  </a:lnTo>
                  <a:lnTo>
                    <a:pt x="1233704" y="607"/>
                  </a:lnTo>
                  <a:lnTo>
                    <a:pt x="1241562" y="607"/>
                  </a:lnTo>
                  <a:lnTo>
                    <a:pt x="1249420" y="606"/>
                  </a:lnTo>
                  <a:lnTo>
                    <a:pt x="1257278" y="606"/>
                  </a:lnTo>
                  <a:lnTo>
                    <a:pt x="1265136" y="607"/>
                  </a:lnTo>
                  <a:lnTo>
                    <a:pt x="1272994" y="608"/>
                  </a:lnTo>
                  <a:lnTo>
                    <a:pt x="1280852" y="608"/>
                  </a:lnTo>
                  <a:lnTo>
                    <a:pt x="1288710" y="607"/>
                  </a:lnTo>
                  <a:lnTo>
                    <a:pt x="1296568" y="606"/>
                  </a:lnTo>
                  <a:lnTo>
                    <a:pt x="1304426" y="607"/>
                  </a:lnTo>
                  <a:lnTo>
                    <a:pt x="1312284" y="607"/>
                  </a:lnTo>
                  <a:lnTo>
                    <a:pt x="1320142" y="606"/>
                  </a:lnTo>
                  <a:lnTo>
                    <a:pt x="1328000" y="606"/>
                  </a:lnTo>
                  <a:lnTo>
                    <a:pt x="1335858" y="608"/>
                  </a:lnTo>
                  <a:lnTo>
                    <a:pt x="1343716" y="608"/>
                  </a:lnTo>
                  <a:lnTo>
                    <a:pt x="1351574" y="609"/>
                  </a:lnTo>
                  <a:lnTo>
                    <a:pt x="1359432" y="609"/>
                  </a:lnTo>
                  <a:lnTo>
                    <a:pt x="1367290" y="609"/>
                  </a:lnTo>
                  <a:lnTo>
                    <a:pt x="1375148" y="609"/>
                  </a:lnTo>
                  <a:lnTo>
                    <a:pt x="1383006" y="607"/>
                  </a:lnTo>
                  <a:lnTo>
                    <a:pt x="1390864" y="607"/>
                  </a:lnTo>
                  <a:lnTo>
                    <a:pt x="1398722" y="606"/>
                  </a:lnTo>
                  <a:lnTo>
                    <a:pt x="1406580" y="606"/>
                  </a:lnTo>
                  <a:lnTo>
                    <a:pt x="1414438" y="605"/>
                  </a:lnTo>
                  <a:lnTo>
                    <a:pt x="1422296" y="606"/>
                  </a:lnTo>
                  <a:lnTo>
                    <a:pt x="1430154" y="605"/>
                  </a:lnTo>
                  <a:lnTo>
                    <a:pt x="1438012" y="604"/>
                  </a:lnTo>
                  <a:lnTo>
                    <a:pt x="1445870" y="604"/>
                  </a:lnTo>
                  <a:lnTo>
                    <a:pt x="1453728" y="604"/>
                  </a:lnTo>
                  <a:lnTo>
                    <a:pt x="1461586" y="602"/>
                  </a:lnTo>
                  <a:lnTo>
                    <a:pt x="1469444" y="604"/>
                  </a:lnTo>
                  <a:lnTo>
                    <a:pt x="1477302" y="604"/>
                  </a:lnTo>
                  <a:lnTo>
                    <a:pt x="1485160" y="602"/>
                  </a:lnTo>
                  <a:lnTo>
                    <a:pt x="1493018" y="600"/>
                  </a:lnTo>
                  <a:lnTo>
                    <a:pt x="1500876" y="599"/>
                  </a:lnTo>
                  <a:lnTo>
                    <a:pt x="1508734" y="599"/>
                  </a:lnTo>
                  <a:lnTo>
                    <a:pt x="1516592" y="597"/>
                  </a:lnTo>
                  <a:lnTo>
                    <a:pt x="1524450" y="595"/>
                  </a:lnTo>
                  <a:lnTo>
                    <a:pt x="1532308" y="592"/>
                  </a:lnTo>
                  <a:lnTo>
                    <a:pt x="1540166" y="591"/>
                  </a:lnTo>
                  <a:lnTo>
                    <a:pt x="1548024" y="590"/>
                  </a:lnTo>
                  <a:lnTo>
                    <a:pt x="1555882" y="589"/>
                  </a:lnTo>
                  <a:lnTo>
                    <a:pt x="1563740" y="590"/>
                  </a:lnTo>
                  <a:lnTo>
                    <a:pt x="1571598" y="592"/>
                  </a:lnTo>
                  <a:lnTo>
                    <a:pt x="1579456" y="593"/>
                  </a:lnTo>
                  <a:lnTo>
                    <a:pt x="1587314" y="595"/>
                  </a:lnTo>
                  <a:lnTo>
                    <a:pt x="1595172" y="596"/>
                  </a:lnTo>
                  <a:lnTo>
                    <a:pt x="1603030" y="597"/>
                  </a:lnTo>
                  <a:lnTo>
                    <a:pt x="1610888" y="597"/>
                  </a:lnTo>
                  <a:lnTo>
                    <a:pt x="1618746" y="599"/>
                  </a:lnTo>
                  <a:lnTo>
                    <a:pt x="1626604" y="600"/>
                  </a:lnTo>
                  <a:lnTo>
                    <a:pt x="1634462" y="601"/>
                  </a:lnTo>
                  <a:lnTo>
                    <a:pt x="1642320" y="602"/>
                  </a:lnTo>
                  <a:lnTo>
                    <a:pt x="1650178" y="602"/>
                  </a:lnTo>
                  <a:lnTo>
                    <a:pt x="1658036" y="601"/>
                  </a:lnTo>
                  <a:lnTo>
                    <a:pt x="1665894" y="601"/>
                  </a:lnTo>
                  <a:lnTo>
                    <a:pt x="1673752" y="600"/>
                  </a:lnTo>
                  <a:lnTo>
                    <a:pt x="1681610" y="600"/>
                  </a:lnTo>
                  <a:lnTo>
                    <a:pt x="1689468" y="599"/>
                  </a:lnTo>
                  <a:lnTo>
                    <a:pt x="1697326" y="600"/>
                  </a:lnTo>
                  <a:lnTo>
                    <a:pt x="1705184" y="598"/>
                  </a:lnTo>
                  <a:lnTo>
                    <a:pt x="1713042" y="597"/>
                  </a:lnTo>
                  <a:lnTo>
                    <a:pt x="1720900" y="597"/>
                  </a:lnTo>
                  <a:lnTo>
                    <a:pt x="1728758" y="596"/>
                  </a:lnTo>
                  <a:lnTo>
                    <a:pt x="1736616" y="596"/>
                  </a:lnTo>
                  <a:lnTo>
                    <a:pt x="1744474" y="595"/>
                  </a:lnTo>
                  <a:lnTo>
                    <a:pt x="1752332" y="594"/>
                  </a:lnTo>
                  <a:lnTo>
                    <a:pt x="1760190" y="594"/>
                  </a:lnTo>
                  <a:lnTo>
                    <a:pt x="1768048" y="593"/>
                  </a:lnTo>
                  <a:lnTo>
                    <a:pt x="1775906" y="593"/>
                  </a:lnTo>
                  <a:lnTo>
                    <a:pt x="1783764" y="592"/>
                  </a:lnTo>
                  <a:lnTo>
                    <a:pt x="1791622" y="590"/>
                  </a:lnTo>
                  <a:lnTo>
                    <a:pt x="1799480" y="588"/>
                  </a:lnTo>
                  <a:lnTo>
                    <a:pt x="1807338" y="588"/>
                  </a:lnTo>
                  <a:lnTo>
                    <a:pt x="1815196" y="587"/>
                  </a:lnTo>
                  <a:lnTo>
                    <a:pt x="1823054" y="585"/>
                  </a:lnTo>
                  <a:lnTo>
                    <a:pt x="1830912" y="583"/>
                  </a:lnTo>
                  <a:lnTo>
                    <a:pt x="1838770" y="582"/>
                  </a:lnTo>
                  <a:lnTo>
                    <a:pt x="1846628" y="580"/>
                  </a:lnTo>
                  <a:lnTo>
                    <a:pt x="1854486" y="579"/>
                  </a:lnTo>
                  <a:lnTo>
                    <a:pt x="1862344" y="581"/>
                  </a:lnTo>
                  <a:lnTo>
                    <a:pt x="1870202" y="583"/>
                  </a:lnTo>
                  <a:lnTo>
                    <a:pt x="1878060" y="582"/>
                  </a:lnTo>
                  <a:lnTo>
                    <a:pt x="1885918" y="580"/>
                  </a:lnTo>
                  <a:lnTo>
                    <a:pt x="1893776" y="579"/>
                  </a:lnTo>
                  <a:lnTo>
                    <a:pt x="1901634" y="579"/>
                  </a:lnTo>
                  <a:lnTo>
                    <a:pt x="1909492" y="579"/>
                  </a:lnTo>
                  <a:lnTo>
                    <a:pt x="1917350" y="579"/>
                  </a:lnTo>
                  <a:lnTo>
                    <a:pt x="1925208" y="580"/>
                  </a:lnTo>
                  <a:lnTo>
                    <a:pt x="1933066" y="580"/>
                  </a:lnTo>
                  <a:lnTo>
                    <a:pt x="1940924" y="577"/>
                  </a:lnTo>
                  <a:lnTo>
                    <a:pt x="1948782" y="577"/>
                  </a:lnTo>
                  <a:lnTo>
                    <a:pt x="1956640" y="575"/>
                  </a:lnTo>
                  <a:lnTo>
                    <a:pt x="1964498" y="573"/>
                  </a:lnTo>
                  <a:lnTo>
                    <a:pt x="1972356" y="574"/>
                  </a:lnTo>
                  <a:lnTo>
                    <a:pt x="1980214" y="574"/>
                  </a:lnTo>
                  <a:lnTo>
                    <a:pt x="1988072" y="574"/>
                  </a:lnTo>
                  <a:lnTo>
                    <a:pt x="1995930" y="573"/>
                  </a:lnTo>
                  <a:lnTo>
                    <a:pt x="2003788" y="571"/>
                  </a:lnTo>
                  <a:lnTo>
                    <a:pt x="2011646" y="570"/>
                  </a:lnTo>
                  <a:lnTo>
                    <a:pt x="2019504" y="568"/>
                  </a:lnTo>
                  <a:lnTo>
                    <a:pt x="2027362" y="567"/>
                  </a:lnTo>
                  <a:lnTo>
                    <a:pt x="2035220" y="565"/>
                  </a:lnTo>
                  <a:lnTo>
                    <a:pt x="2035220" y="1113"/>
                  </a:lnTo>
                  <a:lnTo>
                    <a:pt x="2027362" y="1113"/>
                  </a:lnTo>
                  <a:lnTo>
                    <a:pt x="2019504" y="1113"/>
                  </a:lnTo>
                  <a:lnTo>
                    <a:pt x="2011646" y="1112"/>
                  </a:lnTo>
                  <a:lnTo>
                    <a:pt x="2003788" y="1112"/>
                  </a:lnTo>
                  <a:lnTo>
                    <a:pt x="1995930" y="1112"/>
                  </a:lnTo>
                  <a:lnTo>
                    <a:pt x="1988072" y="1111"/>
                  </a:lnTo>
                  <a:lnTo>
                    <a:pt x="1980214" y="1111"/>
                  </a:lnTo>
                  <a:lnTo>
                    <a:pt x="1972356" y="1110"/>
                  </a:lnTo>
                  <a:lnTo>
                    <a:pt x="1964498" y="1110"/>
                  </a:lnTo>
                  <a:lnTo>
                    <a:pt x="1956640" y="1109"/>
                  </a:lnTo>
                  <a:lnTo>
                    <a:pt x="1948782" y="1109"/>
                  </a:lnTo>
                  <a:lnTo>
                    <a:pt x="1940924" y="1109"/>
                  </a:lnTo>
                  <a:lnTo>
                    <a:pt x="1933066" y="1108"/>
                  </a:lnTo>
                  <a:lnTo>
                    <a:pt x="1925208" y="1108"/>
                  </a:lnTo>
                  <a:lnTo>
                    <a:pt x="1917350" y="1107"/>
                  </a:lnTo>
                  <a:lnTo>
                    <a:pt x="1909492" y="1107"/>
                  </a:lnTo>
                  <a:lnTo>
                    <a:pt x="1901634" y="1106"/>
                  </a:lnTo>
                  <a:lnTo>
                    <a:pt x="1893776" y="1106"/>
                  </a:lnTo>
                  <a:lnTo>
                    <a:pt x="1885918" y="1105"/>
                  </a:lnTo>
                  <a:lnTo>
                    <a:pt x="1878060" y="1105"/>
                  </a:lnTo>
                  <a:lnTo>
                    <a:pt x="1870202" y="1104"/>
                  </a:lnTo>
                  <a:lnTo>
                    <a:pt x="1862344" y="1104"/>
                  </a:lnTo>
                  <a:lnTo>
                    <a:pt x="1854486" y="1103"/>
                  </a:lnTo>
                  <a:lnTo>
                    <a:pt x="1846628" y="1103"/>
                  </a:lnTo>
                  <a:lnTo>
                    <a:pt x="1838770" y="1102"/>
                  </a:lnTo>
                  <a:lnTo>
                    <a:pt x="1830912" y="1102"/>
                  </a:lnTo>
                  <a:lnTo>
                    <a:pt x="1823054" y="1102"/>
                  </a:lnTo>
                  <a:lnTo>
                    <a:pt x="1815196" y="1101"/>
                  </a:lnTo>
                  <a:lnTo>
                    <a:pt x="1807338" y="1101"/>
                  </a:lnTo>
                  <a:lnTo>
                    <a:pt x="1799480" y="1100"/>
                  </a:lnTo>
                  <a:lnTo>
                    <a:pt x="1791622" y="1100"/>
                  </a:lnTo>
                  <a:lnTo>
                    <a:pt x="1783764" y="1100"/>
                  </a:lnTo>
                  <a:lnTo>
                    <a:pt x="1775906" y="1099"/>
                  </a:lnTo>
                  <a:lnTo>
                    <a:pt x="1768048" y="1099"/>
                  </a:lnTo>
                  <a:lnTo>
                    <a:pt x="1760190" y="1098"/>
                  </a:lnTo>
                  <a:lnTo>
                    <a:pt x="1752332" y="1097"/>
                  </a:lnTo>
                  <a:lnTo>
                    <a:pt x="1744474" y="1097"/>
                  </a:lnTo>
                  <a:lnTo>
                    <a:pt x="1736616" y="1096"/>
                  </a:lnTo>
                  <a:lnTo>
                    <a:pt x="1728758" y="1096"/>
                  </a:lnTo>
                  <a:lnTo>
                    <a:pt x="1720900" y="1095"/>
                  </a:lnTo>
                  <a:lnTo>
                    <a:pt x="1713042" y="1094"/>
                  </a:lnTo>
                  <a:lnTo>
                    <a:pt x="1705184" y="1094"/>
                  </a:lnTo>
                  <a:lnTo>
                    <a:pt x="1697326" y="1093"/>
                  </a:lnTo>
                  <a:lnTo>
                    <a:pt x="1689468" y="1093"/>
                  </a:lnTo>
                  <a:lnTo>
                    <a:pt x="1681610" y="1092"/>
                  </a:lnTo>
                  <a:lnTo>
                    <a:pt x="1673752" y="1092"/>
                  </a:lnTo>
                  <a:lnTo>
                    <a:pt x="1665894" y="1091"/>
                  </a:lnTo>
                  <a:lnTo>
                    <a:pt x="1658036" y="1090"/>
                  </a:lnTo>
                  <a:lnTo>
                    <a:pt x="1650178" y="1089"/>
                  </a:lnTo>
                  <a:lnTo>
                    <a:pt x="1642320" y="1089"/>
                  </a:lnTo>
                  <a:lnTo>
                    <a:pt x="1634462" y="1088"/>
                  </a:lnTo>
                  <a:lnTo>
                    <a:pt x="1626604" y="1087"/>
                  </a:lnTo>
                  <a:lnTo>
                    <a:pt x="1618746" y="1087"/>
                  </a:lnTo>
                  <a:lnTo>
                    <a:pt x="1610888" y="1086"/>
                  </a:lnTo>
                  <a:lnTo>
                    <a:pt x="1603030" y="1086"/>
                  </a:lnTo>
                  <a:lnTo>
                    <a:pt x="1595172" y="1085"/>
                  </a:lnTo>
                  <a:lnTo>
                    <a:pt x="1587314" y="1084"/>
                  </a:lnTo>
                  <a:lnTo>
                    <a:pt x="1579456" y="1084"/>
                  </a:lnTo>
                  <a:lnTo>
                    <a:pt x="1571598" y="1083"/>
                  </a:lnTo>
                  <a:lnTo>
                    <a:pt x="1563740" y="1083"/>
                  </a:lnTo>
                  <a:lnTo>
                    <a:pt x="1555882" y="1082"/>
                  </a:lnTo>
                  <a:lnTo>
                    <a:pt x="1548024" y="1081"/>
                  </a:lnTo>
                  <a:lnTo>
                    <a:pt x="1540166" y="1081"/>
                  </a:lnTo>
                  <a:lnTo>
                    <a:pt x="1532308" y="1080"/>
                  </a:lnTo>
                  <a:lnTo>
                    <a:pt x="1524450" y="1079"/>
                  </a:lnTo>
                  <a:lnTo>
                    <a:pt x="1516592" y="1079"/>
                  </a:lnTo>
                  <a:lnTo>
                    <a:pt x="1508734" y="1078"/>
                  </a:lnTo>
                  <a:lnTo>
                    <a:pt x="1500876" y="1078"/>
                  </a:lnTo>
                  <a:lnTo>
                    <a:pt x="1493018" y="1077"/>
                  </a:lnTo>
                  <a:lnTo>
                    <a:pt x="1485160" y="1076"/>
                  </a:lnTo>
                  <a:lnTo>
                    <a:pt x="1477302" y="1076"/>
                  </a:lnTo>
                  <a:lnTo>
                    <a:pt x="1469444" y="1075"/>
                  </a:lnTo>
                  <a:lnTo>
                    <a:pt x="1461586" y="1074"/>
                  </a:lnTo>
                  <a:lnTo>
                    <a:pt x="1453728" y="1073"/>
                  </a:lnTo>
                  <a:lnTo>
                    <a:pt x="1445870" y="1072"/>
                  </a:lnTo>
                  <a:lnTo>
                    <a:pt x="1438012" y="1071"/>
                  </a:lnTo>
                  <a:lnTo>
                    <a:pt x="1430154" y="1070"/>
                  </a:lnTo>
                  <a:lnTo>
                    <a:pt x="1422296" y="1070"/>
                  </a:lnTo>
                  <a:lnTo>
                    <a:pt x="1414438" y="1069"/>
                  </a:lnTo>
                  <a:lnTo>
                    <a:pt x="1406580" y="1068"/>
                  </a:lnTo>
                  <a:lnTo>
                    <a:pt x="1398722" y="1067"/>
                  </a:lnTo>
                  <a:lnTo>
                    <a:pt x="1390864" y="1066"/>
                  </a:lnTo>
                  <a:lnTo>
                    <a:pt x="1383006" y="1065"/>
                  </a:lnTo>
                  <a:lnTo>
                    <a:pt x="1375148" y="1064"/>
                  </a:lnTo>
                  <a:lnTo>
                    <a:pt x="1367290" y="1063"/>
                  </a:lnTo>
                  <a:lnTo>
                    <a:pt x="1359432" y="1062"/>
                  </a:lnTo>
                  <a:lnTo>
                    <a:pt x="1351574" y="1062"/>
                  </a:lnTo>
                  <a:lnTo>
                    <a:pt x="1343716" y="1061"/>
                  </a:lnTo>
                  <a:lnTo>
                    <a:pt x="1335858" y="1060"/>
                  </a:lnTo>
                  <a:lnTo>
                    <a:pt x="1328000" y="1060"/>
                  </a:lnTo>
                  <a:lnTo>
                    <a:pt x="1320142" y="1059"/>
                  </a:lnTo>
                  <a:lnTo>
                    <a:pt x="1312284" y="1059"/>
                  </a:lnTo>
                  <a:lnTo>
                    <a:pt x="1304426" y="1058"/>
                  </a:lnTo>
                  <a:lnTo>
                    <a:pt x="1296568" y="1057"/>
                  </a:lnTo>
                  <a:lnTo>
                    <a:pt x="1288710" y="1056"/>
                  </a:lnTo>
                  <a:lnTo>
                    <a:pt x="1280852" y="1055"/>
                  </a:lnTo>
                  <a:lnTo>
                    <a:pt x="1272994" y="1054"/>
                  </a:lnTo>
                  <a:lnTo>
                    <a:pt x="1265136" y="1053"/>
                  </a:lnTo>
                  <a:lnTo>
                    <a:pt x="1257278" y="1052"/>
                  </a:lnTo>
                  <a:lnTo>
                    <a:pt x="1249420" y="1052"/>
                  </a:lnTo>
                  <a:lnTo>
                    <a:pt x="1241562" y="1051"/>
                  </a:lnTo>
                  <a:lnTo>
                    <a:pt x="1233704" y="1049"/>
                  </a:lnTo>
                  <a:lnTo>
                    <a:pt x="1225846" y="1049"/>
                  </a:lnTo>
                  <a:lnTo>
                    <a:pt x="1217988" y="1048"/>
                  </a:lnTo>
                  <a:lnTo>
                    <a:pt x="1210130" y="1047"/>
                  </a:lnTo>
                  <a:lnTo>
                    <a:pt x="1202272" y="1046"/>
                  </a:lnTo>
                  <a:lnTo>
                    <a:pt x="1194414" y="1045"/>
                  </a:lnTo>
                  <a:lnTo>
                    <a:pt x="1186556" y="1044"/>
                  </a:lnTo>
                  <a:lnTo>
                    <a:pt x="1178698" y="1043"/>
                  </a:lnTo>
                  <a:lnTo>
                    <a:pt x="1170840" y="1043"/>
                  </a:lnTo>
                  <a:lnTo>
                    <a:pt x="1162982" y="1042"/>
                  </a:lnTo>
                  <a:lnTo>
                    <a:pt x="1155124" y="1042"/>
                  </a:lnTo>
                  <a:lnTo>
                    <a:pt x="1147266" y="1041"/>
                  </a:lnTo>
                  <a:lnTo>
                    <a:pt x="1139408" y="1041"/>
                  </a:lnTo>
                  <a:lnTo>
                    <a:pt x="1131550" y="1040"/>
                  </a:lnTo>
                  <a:lnTo>
                    <a:pt x="1123692" y="1040"/>
                  </a:lnTo>
                  <a:lnTo>
                    <a:pt x="1115834" y="1039"/>
                  </a:lnTo>
                  <a:lnTo>
                    <a:pt x="1107976" y="1038"/>
                  </a:lnTo>
                  <a:lnTo>
                    <a:pt x="1100118" y="1037"/>
                  </a:lnTo>
                  <a:lnTo>
                    <a:pt x="1092260" y="1036"/>
                  </a:lnTo>
                  <a:lnTo>
                    <a:pt x="1084402" y="1035"/>
                  </a:lnTo>
                  <a:lnTo>
                    <a:pt x="1076544" y="1035"/>
                  </a:lnTo>
                  <a:lnTo>
                    <a:pt x="1068686" y="1034"/>
                  </a:lnTo>
                  <a:lnTo>
                    <a:pt x="1060828" y="1033"/>
                  </a:lnTo>
                  <a:lnTo>
                    <a:pt x="1052970" y="1033"/>
                  </a:lnTo>
                  <a:lnTo>
                    <a:pt x="1045112" y="1032"/>
                  </a:lnTo>
                  <a:lnTo>
                    <a:pt x="1037254" y="1031"/>
                  </a:lnTo>
                  <a:lnTo>
                    <a:pt x="1029397" y="1030"/>
                  </a:lnTo>
                  <a:lnTo>
                    <a:pt x="1021539" y="1029"/>
                  </a:lnTo>
                  <a:lnTo>
                    <a:pt x="1013681" y="1028"/>
                  </a:lnTo>
                  <a:lnTo>
                    <a:pt x="1005823" y="1028"/>
                  </a:lnTo>
                  <a:lnTo>
                    <a:pt x="997965" y="1027"/>
                  </a:lnTo>
                  <a:lnTo>
                    <a:pt x="990107" y="1026"/>
                  </a:lnTo>
                  <a:lnTo>
                    <a:pt x="982249" y="1025"/>
                  </a:lnTo>
                  <a:lnTo>
                    <a:pt x="974391" y="1025"/>
                  </a:lnTo>
                  <a:lnTo>
                    <a:pt x="966533" y="1024"/>
                  </a:lnTo>
                  <a:lnTo>
                    <a:pt x="958675" y="1023"/>
                  </a:lnTo>
                  <a:lnTo>
                    <a:pt x="950817" y="1021"/>
                  </a:lnTo>
                  <a:lnTo>
                    <a:pt x="942959" y="1020"/>
                  </a:lnTo>
                  <a:lnTo>
                    <a:pt x="935101" y="1020"/>
                  </a:lnTo>
                  <a:lnTo>
                    <a:pt x="927243" y="1019"/>
                  </a:lnTo>
                  <a:lnTo>
                    <a:pt x="919385" y="1018"/>
                  </a:lnTo>
                  <a:lnTo>
                    <a:pt x="911527" y="1017"/>
                  </a:lnTo>
                  <a:lnTo>
                    <a:pt x="903669" y="1017"/>
                  </a:lnTo>
                  <a:lnTo>
                    <a:pt x="895811" y="1016"/>
                  </a:lnTo>
                  <a:lnTo>
                    <a:pt x="887953" y="1015"/>
                  </a:lnTo>
                  <a:lnTo>
                    <a:pt x="880095" y="1014"/>
                  </a:lnTo>
                  <a:lnTo>
                    <a:pt x="872237" y="1013"/>
                  </a:lnTo>
                  <a:lnTo>
                    <a:pt x="864379" y="1012"/>
                  </a:lnTo>
                  <a:lnTo>
                    <a:pt x="856521" y="1010"/>
                  </a:lnTo>
                  <a:lnTo>
                    <a:pt x="848663" y="1009"/>
                  </a:lnTo>
                  <a:lnTo>
                    <a:pt x="840805" y="1009"/>
                  </a:lnTo>
                  <a:lnTo>
                    <a:pt x="832947" y="1009"/>
                  </a:lnTo>
                  <a:lnTo>
                    <a:pt x="825089" y="1007"/>
                  </a:lnTo>
                  <a:lnTo>
                    <a:pt x="817231" y="1007"/>
                  </a:lnTo>
                  <a:lnTo>
                    <a:pt x="809373" y="1006"/>
                  </a:lnTo>
                  <a:lnTo>
                    <a:pt x="801515" y="1005"/>
                  </a:lnTo>
                  <a:lnTo>
                    <a:pt x="793657" y="1004"/>
                  </a:lnTo>
                  <a:lnTo>
                    <a:pt x="785799" y="1004"/>
                  </a:lnTo>
                  <a:lnTo>
                    <a:pt x="777941" y="1002"/>
                  </a:lnTo>
                  <a:lnTo>
                    <a:pt x="770083" y="1001"/>
                  </a:lnTo>
                  <a:lnTo>
                    <a:pt x="762225" y="1001"/>
                  </a:lnTo>
                  <a:lnTo>
                    <a:pt x="754367" y="1000"/>
                  </a:lnTo>
                  <a:lnTo>
                    <a:pt x="746509" y="999"/>
                  </a:lnTo>
                  <a:lnTo>
                    <a:pt x="738651" y="998"/>
                  </a:lnTo>
                  <a:lnTo>
                    <a:pt x="730793" y="998"/>
                  </a:lnTo>
                  <a:lnTo>
                    <a:pt x="722935" y="997"/>
                  </a:lnTo>
                  <a:lnTo>
                    <a:pt x="715077" y="996"/>
                  </a:lnTo>
                  <a:lnTo>
                    <a:pt x="707219" y="994"/>
                  </a:lnTo>
                  <a:lnTo>
                    <a:pt x="699361" y="994"/>
                  </a:lnTo>
                  <a:lnTo>
                    <a:pt x="691503" y="993"/>
                  </a:lnTo>
                  <a:lnTo>
                    <a:pt x="683645" y="992"/>
                  </a:lnTo>
                  <a:lnTo>
                    <a:pt x="675787" y="991"/>
                  </a:lnTo>
                  <a:lnTo>
                    <a:pt x="667929" y="990"/>
                  </a:lnTo>
                  <a:lnTo>
                    <a:pt x="660071" y="989"/>
                  </a:lnTo>
                  <a:lnTo>
                    <a:pt x="652213" y="989"/>
                  </a:lnTo>
                  <a:lnTo>
                    <a:pt x="644355" y="989"/>
                  </a:lnTo>
                  <a:lnTo>
                    <a:pt x="636497" y="988"/>
                  </a:lnTo>
                  <a:lnTo>
                    <a:pt x="628639" y="987"/>
                  </a:lnTo>
                  <a:lnTo>
                    <a:pt x="620781" y="987"/>
                  </a:lnTo>
                  <a:lnTo>
                    <a:pt x="612923" y="986"/>
                  </a:lnTo>
                  <a:lnTo>
                    <a:pt x="605065" y="985"/>
                  </a:lnTo>
                  <a:lnTo>
                    <a:pt x="597207" y="984"/>
                  </a:lnTo>
                  <a:lnTo>
                    <a:pt x="589349" y="984"/>
                  </a:lnTo>
                  <a:lnTo>
                    <a:pt x="581491" y="983"/>
                  </a:lnTo>
                  <a:lnTo>
                    <a:pt x="573633" y="982"/>
                  </a:lnTo>
                  <a:lnTo>
                    <a:pt x="565775" y="982"/>
                  </a:lnTo>
                  <a:lnTo>
                    <a:pt x="557917" y="981"/>
                  </a:lnTo>
                  <a:lnTo>
                    <a:pt x="550059" y="980"/>
                  </a:lnTo>
                  <a:lnTo>
                    <a:pt x="542201" y="979"/>
                  </a:lnTo>
                  <a:lnTo>
                    <a:pt x="534343" y="978"/>
                  </a:lnTo>
                  <a:lnTo>
                    <a:pt x="526485" y="978"/>
                  </a:lnTo>
                  <a:lnTo>
                    <a:pt x="518627" y="977"/>
                  </a:lnTo>
                  <a:lnTo>
                    <a:pt x="510769" y="977"/>
                  </a:lnTo>
                  <a:lnTo>
                    <a:pt x="502911" y="977"/>
                  </a:lnTo>
                  <a:lnTo>
                    <a:pt x="495053" y="977"/>
                  </a:lnTo>
                  <a:lnTo>
                    <a:pt x="487195" y="976"/>
                  </a:lnTo>
                  <a:lnTo>
                    <a:pt x="479337" y="976"/>
                  </a:lnTo>
                  <a:lnTo>
                    <a:pt x="471479" y="975"/>
                  </a:lnTo>
                  <a:lnTo>
                    <a:pt x="463621" y="975"/>
                  </a:lnTo>
                  <a:lnTo>
                    <a:pt x="455763" y="975"/>
                  </a:lnTo>
                  <a:lnTo>
                    <a:pt x="447905" y="975"/>
                  </a:lnTo>
                  <a:lnTo>
                    <a:pt x="440047" y="974"/>
                  </a:lnTo>
                  <a:lnTo>
                    <a:pt x="432189" y="974"/>
                  </a:lnTo>
                  <a:lnTo>
                    <a:pt x="424331" y="973"/>
                  </a:lnTo>
                  <a:lnTo>
                    <a:pt x="416473" y="973"/>
                  </a:lnTo>
                  <a:lnTo>
                    <a:pt x="408615" y="972"/>
                  </a:lnTo>
                  <a:lnTo>
                    <a:pt x="400757" y="972"/>
                  </a:lnTo>
                  <a:lnTo>
                    <a:pt x="392899" y="972"/>
                  </a:lnTo>
                  <a:lnTo>
                    <a:pt x="385041" y="972"/>
                  </a:lnTo>
                  <a:lnTo>
                    <a:pt x="377183" y="972"/>
                  </a:lnTo>
                  <a:lnTo>
                    <a:pt x="369325" y="971"/>
                  </a:lnTo>
                  <a:lnTo>
                    <a:pt x="361467" y="972"/>
                  </a:lnTo>
                  <a:lnTo>
                    <a:pt x="353609" y="971"/>
                  </a:lnTo>
                  <a:lnTo>
                    <a:pt x="345751" y="970"/>
                  </a:lnTo>
                  <a:lnTo>
                    <a:pt x="337893" y="970"/>
                  </a:lnTo>
                  <a:lnTo>
                    <a:pt x="330035" y="969"/>
                  </a:lnTo>
                  <a:lnTo>
                    <a:pt x="322177" y="969"/>
                  </a:lnTo>
                  <a:lnTo>
                    <a:pt x="314319" y="969"/>
                  </a:lnTo>
                  <a:lnTo>
                    <a:pt x="306461" y="968"/>
                  </a:lnTo>
                  <a:lnTo>
                    <a:pt x="298603" y="968"/>
                  </a:lnTo>
                  <a:lnTo>
                    <a:pt x="290745" y="968"/>
                  </a:lnTo>
                  <a:lnTo>
                    <a:pt x="282887" y="968"/>
                  </a:lnTo>
                  <a:lnTo>
                    <a:pt x="275029" y="968"/>
                  </a:lnTo>
                  <a:lnTo>
                    <a:pt x="267171" y="968"/>
                  </a:lnTo>
                  <a:lnTo>
                    <a:pt x="259313" y="968"/>
                  </a:lnTo>
                  <a:lnTo>
                    <a:pt x="251455" y="967"/>
                  </a:lnTo>
                  <a:lnTo>
                    <a:pt x="243597" y="967"/>
                  </a:lnTo>
                  <a:lnTo>
                    <a:pt x="235739" y="967"/>
                  </a:lnTo>
                  <a:lnTo>
                    <a:pt x="227881" y="967"/>
                  </a:lnTo>
                  <a:lnTo>
                    <a:pt x="220023" y="968"/>
                  </a:lnTo>
                  <a:lnTo>
                    <a:pt x="212165" y="967"/>
                  </a:lnTo>
                  <a:lnTo>
                    <a:pt x="204307" y="967"/>
                  </a:lnTo>
                  <a:lnTo>
                    <a:pt x="196449" y="967"/>
                  </a:lnTo>
                  <a:lnTo>
                    <a:pt x="188591" y="968"/>
                  </a:lnTo>
                  <a:lnTo>
                    <a:pt x="180733" y="968"/>
                  </a:lnTo>
                  <a:lnTo>
                    <a:pt x="172875" y="968"/>
                  </a:lnTo>
                  <a:lnTo>
                    <a:pt x="165017" y="967"/>
                  </a:lnTo>
                  <a:lnTo>
                    <a:pt x="157159" y="967"/>
                  </a:lnTo>
                  <a:lnTo>
                    <a:pt x="149301" y="966"/>
                  </a:lnTo>
                  <a:lnTo>
                    <a:pt x="141443" y="967"/>
                  </a:lnTo>
                  <a:lnTo>
                    <a:pt x="133585" y="967"/>
                  </a:lnTo>
                  <a:lnTo>
                    <a:pt x="125727" y="966"/>
                  </a:lnTo>
                  <a:lnTo>
                    <a:pt x="117869" y="967"/>
                  </a:lnTo>
                  <a:lnTo>
                    <a:pt x="110011" y="967"/>
                  </a:lnTo>
                  <a:lnTo>
                    <a:pt x="102153" y="967"/>
                  </a:lnTo>
                  <a:lnTo>
                    <a:pt x="94295" y="968"/>
                  </a:lnTo>
                  <a:lnTo>
                    <a:pt x="86437" y="968"/>
                  </a:lnTo>
                  <a:lnTo>
                    <a:pt x="78579" y="968"/>
                  </a:lnTo>
                  <a:lnTo>
                    <a:pt x="70721" y="968"/>
                  </a:lnTo>
                  <a:lnTo>
                    <a:pt x="62863" y="968"/>
                  </a:lnTo>
                  <a:lnTo>
                    <a:pt x="55005" y="969"/>
                  </a:lnTo>
                  <a:lnTo>
                    <a:pt x="47147" y="969"/>
                  </a:lnTo>
                  <a:lnTo>
                    <a:pt x="39289" y="969"/>
                  </a:lnTo>
                  <a:lnTo>
                    <a:pt x="31431" y="969"/>
                  </a:lnTo>
                  <a:lnTo>
                    <a:pt x="23573" y="969"/>
                  </a:lnTo>
                  <a:lnTo>
                    <a:pt x="15715" y="970"/>
                  </a:lnTo>
                  <a:lnTo>
                    <a:pt x="7857" y="971"/>
                  </a:lnTo>
                  <a:lnTo>
                    <a:pt x="0" y="972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19" name="pl118"/>
            <p:cNvSpPr/>
            <p:nvPr/>
          </p:nvSpPr>
          <p:spPr>
            <a:xfrm>
              <a:off x="3608036" y="3104415"/>
              <a:ext cx="2035220" cy="612"/>
            </a:xfrm>
            <a:custGeom>
              <a:avLst/>
              <a:pathLst>
                <a:path w="2035220" h="612">
                  <a:moveTo>
                    <a:pt x="0" y="0"/>
                  </a:moveTo>
                  <a:lnTo>
                    <a:pt x="7857" y="11"/>
                  </a:lnTo>
                  <a:lnTo>
                    <a:pt x="15715" y="21"/>
                  </a:lnTo>
                  <a:lnTo>
                    <a:pt x="23573" y="36"/>
                  </a:lnTo>
                  <a:lnTo>
                    <a:pt x="31431" y="47"/>
                  </a:lnTo>
                  <a:lnTo>
                    <a:pt x="39289" y="56"/>
                  </a:lnTo>
                  <a:lnTo>
                    <a:pt x="47147" y="66"/>
                  </a:lnTo>
                  <a:lnTo>
                    <a:pt x="55005" y="76"/>
                  </a:lnTo>
                  <a:lnTo>
                    <a:pt x="62863" y="86"/>
                  </a:lnTo>
                  <a:lnTo>
                    <a:pt x="70721" y="95"/>
                  </a:lnTo>
                  <a:lnTo>
                    <a:pt x="78579" y="106"/>
                  </a:lnTo>
                  <a:lnTo>
                    <a:pt x="86437" y="119"/>
                  </a:lnTo>
                  <a:lnTo>
                    <a:pt x="94295" y="125"/>
                  </a:lnTo>
                  <a:lnTo>
                    <a:pt x="102153" y="134"/>
                  </a:lnTo>
                  <a:lnTo>
                    <a:pt x="110011" y="144"/>
                  </a:lnTo>
                  <a:lnTo>
                    <a:pt x="117869" y="156"/>
                  </a:lnTo>
                  <a:lnTo>
                    <a:pt x="125727" y="167"/>
                  </a:lnTo>
                  <a:lnTo>
                    <a:pt x="133585" y="178"/>
                  </a:lnTo>
                  <a:lnTo>
                    <a:pt x="141443" y="189"/>
                  </a:lnTo>
                  <a:lnTo>
                    <a:pt x="149301" y="196"/>
                  </a:lnTo>
                  <a:lnTo>
                    <a:pt x="157159" y="201"/>
                  </a:lnTo>
                  <a:lnTo>
                    <a:pt x="165017" y="209"/>
                  </a:lnTo>
                  <a:lnTo>
                    <a:pt x="172875" y="218"/>
                  </a:lnTo>
                  <a:lnTo>
                    <a:pt x="180733" y="227"/>
                  </a:lnTo>
                  <a:lnTo>
                    <a:pt x="188591" y="236"/>
                  </a:lnTo>
                  <a:lnTo>
                    <a:pt x="196449" y="237"/>
                  </a:lnTo>
                  <a:lnTo>
                    <a:pt x="204307" y="246"/>
                  </a:lnTo>
                  <a:lnTo>
                    <a:pt x="212165" y="257"/>
                  </a:lnTo>
                  <a:lnTo>
                    <a:pt x="220023" y="264"/>
                  </a:lnTo>
                  <a:lnTo>
                    <a:pt x="227881" y="269"/>
                  </a:lnTo>
                  <a:lnTo>
                    <a:pt x="235739" y="274"/>
                  </a:lnTo>
                  <a:lnTo>
                    <a:pt x="243597" y="279"/>
                  </a:lnTo>
                  <a:lnTo>
                    <a:pt x="251455" y="284"/>
                  </a:lnTo>
                  <a:lnTo>
                    <a:pt x="259313" y="290"/>
                  </a:lnTo>
                  <a:lnTo>
                    <a:pt x="267171" y="295"/>
                  </a:lnTo>
                  <a:lnTo>
                    <a:pt x="275029" y="300"/>
                  </a:lnTo>
                  <a:lnTo>
                    <a:pt x="282887" y="305"/>
                  </a:lnTo>
                  <a:lnTo>
                    <a:pt x="290745" y="308"/>
                  </a:lnTo>
                  <a:lnTo>
                    <a:pt x="298603" y="316"/>
                  </a:lnTo>
                  <a:lnTo>
                    <a:pt x="306461" y="327"/>
                  </a:lnTo>
                  <a:lnTo>
                    <a:pt x="314319" y="334"/>
                  </a:lnTo>
                  <a:lnTo>
                    <a:pt x="322177" y="341"/>
                  </a:lnTo>
                  <a:lnTo>
                    <a:pt x="330035" y="349"/>
                  </a:lnTo>
                  <a:lnTo>
                    <a:pt x="337893" y="352"/>
                  </a:lnTo>
                  <a:lnTo>
                    <a:pt x="345751" y="356"/>
                  </a:lnTo>
                  <a:lnTo>
                    <a:pt x="353609" y="359"/>
                  </a:lnTo>
                  <a:lnTo>
                    <a:pt x="361467" y="362"/>
                  </a:lnTo>
                  <a:lnTo>
                    <a:pt x="369325" y="370"/>
                  </a:lnTo>
                  <a:lnTo>
                    <a:pt x="377183" y="376"/>
                  </a:lnTo>
                  <a:lnTo>
                    <a:pt x="385041" y="381"/>
                  </a:lnTo>
                  <a:lnTo>
                    <a:pt x="392899" y="385"/>
                  </a:lnTo>
                  <a:lnTo>
                    <a:pt x="400757" y="389"/>
                  </a:lnTo>
                  <a:lnTo>
                    <a:pt x="408615" y="392"/>
                  </a:lnTo>
                  <a:lnTo>
                    <a:pt x="416473" y="398"/>
                  </a:lnTo>
                  <a:lnTo>
                    <a:pt x="424331" y="405"/>
                  </a:lnTo>
                  <a:lnTo>
                    <a:pt x="432189" y="412"/>
                  </a:lnTo>
                  <a:lnTo>
                    <a:pt x="440047" y="413"/>
                  </a:lnTo>
                  <a:lnTo>
                    <a:pt x="447905" y="421"/>
                  </a:lnTo>
                  <a:lnTo>
                    <a:pt x="455763" y="425"/>
                  </a:lnTo>
                  <a:lnTo>
                    <a:pt x="463621" y="428"/>
                  </a:lnTo>
                  <a:lnTo>
                    <a:pt x="471479" y="434"/>
                  </a:lnTo>
                  <a:lnTo>
                    <a:pt x="479337" y="438"/>
                  </a:lnTo>
                  <a:lnTo>
                    <a:pt x="487195" y="442"/>
                  </a:lnTo>
                  <a:lnTo>
                    <a:pt x="495053" y="445"/>
                  </a:lnTo>
                  <a:lnTo>
                    <a:pt x="502911" y="451"/>
                  </a:lnTo>
                  <a:lnTo>
                    <a:pt x="510769" y="454"/>
                  </a:lnTo>
                  <a:lnTo>
                    <a:pt x="518627" y="458"/>
                  </a:lnTo>
                  <a:lnTo>
                    <a:pt x="526485" y="461"/>
                  </a:lnTo>
                  <a:lnTo>
                    <a:pt x="534343" y="464"/>
                  </a:lnTo>
                  <a:lnTo>
                    <a:pt x="542201" y="466"/>
                  </a:lnTo>
                  <a:lnTo>
                    <a:pt x="550059" y="471"/>
                  </a:lnTo>
                  <a:lnTo>
                    <a:pt x="557917" y="474"/>
                  </a:lnTo>
                  <a:lnTo>
                    <a:pt x="565775" y="477"/>
                  </a:lnTo>
                  <a:lnTo>
                    <a:pt x="573633" y="480"/>
                  </a:lnTo>
                  <a:lnTo>
                    <a:pt x="581491" y="484"/>
                  </a:lnTo>
                  <a:lnTo>
                    <a:pt x="589349" y="487"/>
                  </a:lnTo>
                  <a:lnTo>
                    <a:pt x="597207" y="490"/>
                  </a:lnTo>
                  <a:lnTo>
                    <a:pt x="605065" y="495"/>
                  </a:lnTo>
                  <a:lnTo>
                    <a:pt x="612923" y="499"/>
                  </a:lnTo>
                  <a:lnTo>
                    <a:pt x="620781" y="502"/>
                  </a:lnTo>
                  <a:lnTo>
                    <a:pt x="628639" y="506"/>
                  </a:lnTo>
                  <a:lnTo>
                    <a:pt x="636497" y="512"/>
                  </a:lnTo>
                  <a:lnTo>
                    <a:pt x="644355" y="517"/>
                  </a:lnTo>
                  <a:lnTo>
                    <a:pt x="652213" y="517"/>
                  </a:lnTo>
                  <a:lnTo>
                    <a:pt x="660071" y="523"/>
                  </a:lnTo>
                  <a:lnTo>
                    <a:pt x="667929" y="525"/>
                  </a:lnTo>
                  <a:lnTo>
                    <a:pt x="675787" y="528"/>
                  </a:lnTo>
                  <a:lnTo>
                    <a:pt x="683645" y="532"/>
                  </a:lnTo>
                  <a:lnTo>
                    <a:pt x="691503" y="534"/>
                  </a:lnTo>
                  <a:lnTo>
                    <a:pt x="699361" y="536"/>
                  </a:lnTo>
                  <a:lnTo>
                    <a:pt x="707219" y="537"/>
                  </a:lnTo>
                  <a:lnTo>
                    <a:pt x="715077" y="538"/>
                  </a:lnTo>
                  <a:lnTo>
                    <a:pt x="722935" y="539"/>
                  </a:lnTo>
                  <a:lnTo>
                    <a:pt x="730793" y="541"/>
                  </a:lnTo>
                  <a:lnTo>
                    <a:pt x="738651" y="542"/>
                  </a:lnTo>
                  <a:lnTo>
                    <a:pt x="746509" y="543"/>
                  </a:lnTo>
                  <a:lnTo>
                    <a:pt x="754367" y="545"/>
                  </a:lnTo>
                  <a:lnTo>
                    <a:pt x="762225" y="547"/>
                  </a:lnTo>
                  <a:lnTo>
                    <a:pt x="770083" y="549"/>
                  </a:lnTo>
                  <a:lnTo>
                    <a:pt x="777941" y="549"/>
                  </a:lnTo>
                  <a:lnTo>
                    <a:pt x="785799" y="551"/>
                  </a:lnTo>
                  <a:lnTo>
                    <a:pt x="793657" y="551"/>
                  </a:lnTo>
                  <a:lnTo>
                    <a:pt x="801515" y="553"/>
                  </a:lnTo>
                  <a:lnTo>
                    <a:pt x="809373" y="554"/>
                  </a:lnTo>
                  <a:lnTo>
                    <a:pt x="817231" y="556"/>
                  </a:lnTo>
                  <a:lnTo>
                    <a:pt x="825089" y="557"/>
                  </a:lnTo>
                  <a:lnTo>
                    <a:pt x="832947" y="561"/>
                  </a:lnTo>
                  <a:lnTo>
                    <a:pt x="840805" y="561"/>
                  </a:lnTo>
                  <a:lnTo>
                    <a:pt x="848663" y="562"/>
                  </a:lnTo>
                  <a:lnTo>
                    <a:pt x="856521" y="563"/>
                  </a:lnTo>
                  <a:lnTo>
                    <a:pt x="864379" y="565"/>
                  </a:lnTo>
                  <a:lnTo>
                    <a:pt x="872237" y="568"/>
                  </a:lnTo>
                  <a:lnTo>
                    <a:pt x="880095" y="569"/>
                  </a:lnTo>
                  <a:lnTo>
                    <a:pt x="887953" y="570"/>
                  </a:lnTo>
                  <a:lnTo>
                    <a:pt x="895811" y="571"/>
                  </a:lnTo>
                  <a:lnTo>
                    <a:pt x="903669" y="575"/>
                  </a:lnTo>
                  <a:lnTo>
                    <a:pt x="911527" y="578"/>
                  </a:lnTo>
                  <a:lnTo>
                    <a:pt x="919385" y="581"/>
                  </a:lnTo>
                  <a:lnTo>
                    <a:pt x="927243" y="582"/>
                  </a:lnTo>
                  <a:lnTo>
                    <a:pt x="935101" y="584"/>
                  </a:lnTo>
                  <a:lnTo>
                    <a:pt x="942959" y="587"/>
                  </a:lnTo>
                  <a:lnTo>
                    <a:pt x="950817" y="589"/>
                  </a:lnTo>
                  <a:lnTo>
                    <a:pt x="958675" y="592"/>
                  </a:lnTo>
                  <a:lnTo>
                    <a:pt x="966533" y="592"/>
                  </a:lnTo>
                  <a:lnTo>
                    <a:pt x="974391" y="592"/>
                  </a:lnTo>
                  <a:lnTo>
                    <a:pt x="982249" y="592"/>
                  </a:lnTo>
                  <a:lnTo>
                    <a:pt x="990107" y="592"/>
                  </a:lnTo>
                  <a:lnTo>
                    <a:pt x="997965" y="593"/>
                  </a:lnTo>
                  <a:lnTo>
                    <a:pt x="1005823" y="593"/>
                  </a:lnTo>
                  <a:lnTo>
                    <a:pt x="1013681" y="593"/>
                  </a:lnTo>
                  <a:lnTo>
                    <a:pt x="1021539" y="595"/>
                  </a:lnTo>
                  <a:lnTo>
                    <a:pt x="1029397" y="594"/>
                  </a:lnTo>
                  <a:lnTo>
                    <a:pt x="1037254" y="597"/>
                  </a:lnTo>
                  <a:lnTo>
                    <a:pt x="1045112" y="599"/>
                  </a:lnTo>
                  <a:lnTo>
                    <a:pt x="1052970" y="601"/>
                  </a:lnTo>
                  <a:lnTo>
                    <a:pt x="1060828" y="602"/>
                  </a:lnTo>
                  <a:lnTo>
                    <a:pt x="1068686" y="600"/>
                  </a:lnTo>
                  <a:lnTo>
                    <a:pt x="1076544" y="602"/>
                  </a:lnTo>
                  <a:lnTo>
                    <a:pt x="1084402" y="604"/>
                  </a:lnTo>
                  <a:lnTo>
                    <a:pt x="1092260" y="605"/>
                  </a:lnTo>
                  <a:lnTo>
                    <a:pt x="1100118" y="605"/>
                  </a:lnTo>
                  <a:lnTo>
                    <a:pt x="1107976" y="605"/>
                  </a:lnTo>
                  <a:lnTo>
                    <a:pt x="1115834" y="604"/>
                  </a:lnTo>
                  <a:lnTo>
                    <a:pt x="1123692" y="604"/>
                  </a:lnTo>
                  <a:lnTo>
                    <a:pt x="1131550" y="605"/>
                  </a:lnTo>
                  <a:lnTo>
                    <a:pt x="1139408" y="606"/>
                  </a:lnTo>
                  <a:lnTo>
                    <a:pt x="1147266" y="607"/>
                  </a:lnTo>
                  <a:lnTo>
                    <a:pt x="1155124" y="608"/>
                  </a:lnTo>
                  <a:lnTo>
                    <a:pt x="1162982" y="609"/>
                  </a:lnTo>
                  <a:lnTo>
                    <a:pt x="1170840" y="611"/>
                  </a:lnTo>
                  <a:lnTo>
                    <a:pt x="1178698" y="612"/>
                  </a:lnTo>
                  <a:lnTo>
                    <a:pt x="1186556" y="609"/>
                  </a:lnTo>
                  <a:lnTo>
                    <a:pt x="1194414" y="606"/>
                  </a:lnTo>
                  <a:lnTo>
                    <a:pt x="1202272" y="606"/>
                  </a:lnTo>
                  <a:lnTo>
                    <a:pt x="1210130" y="606"/>
                  </a:lnTo>
                  <a:lnTo>
                    <a:pt x="1217988" y="606"/>
                  </a:lnTo>
                  <a:lnTo>
                    <a:pt x="1225846" y="606"/>
                  </a:lnTo>
                  <a:lnTo>
                    <a:pt x="1233704" y="607"/>
                  </a:lnTo>
                  <a:lnTo>
                    <a:pt x="1241562" y="607"/>
                  </a:lnTo>
                  <a:lnTo>
                    <a:pt x="1249420" y="606"/>
                  </a:lnTo>
                  <a:lnTo>
                    <a:pt x="1257278" y="606"/>
                  </a:lnTo>
                  <a:lnTo>
                    <a:pt x="1265136" y="607"/>
                  </a:lnTo>
                  <a:lnTo>
                    <a:pt x="1272994" y="608"/>
                  </a:lnTo>
                  <a:lnTo>
                    <a:pt x="1280852" y="608"/>
                  </a:lnTo>
                  <a:lnTo>
                    <a:pt x="1288710" y="607"/>
                  </a:lnTo>
                  <a:lnTo>
                    <a:pt x="1296568" y="606"/>
                  </a:lnTo>
                  <a:lnTo>
                    <a:pt x="1304426" y="607"/>
                  </a:lnTo>
                  <a:lnTo>
                    <a:pt x="1312284" y="607"/>
                  </a:lnTo>
                  <a:lnTo>
                    <a:pt x="1320142" y="606"/>
                  </a:lnTo>
                  <a:lnTo>
                    <a:pt x="1328000" y="606"/>
                  </a:lnTo>
                  <a:lnTo>
                    <a:pt x="1335858" y="608"/>
                  </a:lnTo>
                  <a:lnTo>
                    <a:pt x="1343716" y="608"/>
                  </a:lnTo>
                  <a:lnTo>
                    <a:pt x="1351574" y="609"/>
                  </a:lnTo>
                  <a:lnTo>
                    <a:pt x="1359432" y="609"/>
                  </a:lnTo>
                  <a:lnTo>
                    <a:pt x="1367290" y="609"/>
                  </a:lnTo>
                  <a:lnTo>
                    <a:pt x="1375148" y="609"/>
                  </a:lnTo>
                  <a:lnTo>
                    <a:pt x="1383006" y="607"/>
                  </a:lnTo>
                  <a:lnTo>
                    <a:pt x="1390864" y="607"/>
                  </a:lnTo>
                  <a:lnTo>
                    <a:pt x="1398722" y="606"/>
                  </a:lnTo>
                  <a:lnTo>
                    <a:pt x="1406580" y="606"/>
                  </a:lnTo>
                  <a:lnTo>
                    <a:pt x="1414438" y="605"/>
                  </a:lnTo>
                  <a:lnTo>
                    <a:pt x="1422296" y="606"/>
                  </a:lnTo>
                  <a:lnTo>
                    <a:pt x="1430154" y="605"/>
                  </a:lnTo>
                  <a:lnTo>
                    <a:pt x="1438012" y="604"/>
                  </a:lnTo>
                  <a:lnTo>
                    <a:pt x="1445870" y="604"/>
                  </a:lnTo>
                  <a:lnTo>
                    <a:pt x="1453728" y="604"/>
                  </a:lnTo>
                  <a:lnTo>
                    <a:pt x="1461586" y="602"/>
                  </a:lnTo>
                  <a:lnTo>
                    <a:pt x="1469444" y="604"/>
                  </a:lnTo>
                  <a:lnTo>
                    <a:pt x="1477302" y="604"/>
                  </a:lnTo>
                  <a:lnTo>
                    <a:pt x="1485160" y="602"/>
                  </a:lnTo>
                  <a:lnTo>
                    <a:pt x="1493018" y="600"/>
                  </a:lnTo>
                  <a:lnTo>
                    <a:pt x="1500876" y="599"/>
                  </a:lnTo>
                  <a:lnTo>
                    <a:pt x="1508734" y="599"/>
                  </a:lnTo>
                  <a:lnTo>
                    <a:pt x="1516592" y="597"/>
                  </a:lnTo>
                  <a:lnTo>
                    <a:pt x="1524450" y="595"/>
                  </a:lnTo>
                  <a:lnTo>
                    <a:pt x="1532308" y="592"/>
                  </a:lnTo>
                  <a:lnTo>
                    <a:pt x="1540166" y="591"/>
                  </a:lnTo>
                  <a:lnTo>
                    <a:pt x="1548024" y="590"/>
                  </a:lnTo>
                  <a:lnTo>
                    <a:pt x="1555882" y="589"/>
                  </a:lnTo>
                  <a:lnTo>
                    <a:pt x="1563740" y="590"/>
                  </a:lnTo>
                  <a:lnTo>
                    <a:pt x="1571598" y="592"/>
                  </a:lnTo>
                  <a:lnTo>
                    <a:pt x="1579456" y="593"/>
                  </a:lnTo>
                  <a:lnTo>
                    <a:pt x="1587314" y="595"/>
                  </a:lnTo>
                  <a:lnTo>
                    <a:pt x="1595172" y="596"/>
                  </a:lnTo>
                  <a:lnTo>
                    <a:pt x="1603030" y="597"/>
                  </a:lnTo>
                  <a:lnTo>
                    <a:pt x="1610888" y="597"/>
                  </a:lnTo>
                  <a:lnTo>
                    <a:pt x="1618746" y="599"/>
                  </a:lnTo>
                  <a:lnTo>
                    <a:pt x="1626604" y="600"/>
                  </a:lnTo>
                  <a:lnTo>
                    <a:pt x="1634462" y="601"/>
                  </a:lnTo>
                  <a:lnTo>
                    <a:pt x="1642320" y="602"/>
                  </a:lnTo>
                  <a:lnTo>
                    <a:pt x="1650178" y="602"/>
                  </a:lnTo>
                  <a:lnTo>
                    <a:pt x="1658036" y="601"/>
                  </a:lnTo>
                  <a:lnTo>
                    <a:pt x="1665894" y="601"/>
                  </a:lnTo>
                  <a:lnTo>
                    <a:pt x="1673752" y="600"/>
                  </a:lnTo>
                  <a:lnTo>
                    <a:pt x="1681610" y="600"/>
                  </a:lnTo>
                  <a:lnTo>
                    <a:pt x="1689468" y="599"/>
                  </a:lnTo>
                  <a:lnTo>
                    <a:pt x="1697326" y="600"/>
                  </a:lnTo>
                  <a:lnTo>
                    <a:pt x="1705184" y="598"/>
                  </a:lnTo>
                  <a:lnTo>
                    <a:pt x="1713042" y="597"/>
                  </a:lnTo>
                  <a:lnTo>
                    <a:pt x="1720900" y="597"/>
                  </a:lnTo>
                  <a:lnTo>
                    <a:pt x="1728758" y="596"/>
                  </a:lnTo>
                  <a:lnTo>
                    <a:pt x="1736616" y="596"/>
                  </a:lnTo>
                  <a:lnTo>
                    <a:pt x="1744474" y="595"/>
                  </a:lnTo>
                  <a:lnTo>
                    <a:pt x="1752332" y="594"/>
                  </a:lnTo>
                  <a:lnTo>
                    <a:pt x="1760190" y="594"/>
                  </a:lnTo>
                  <a:lnTo>
                    <a:pt x="1768048" y="593"/>
                  </a:lnTo>
                  <a:lnTo>
                    <a:pt x="1775906" y="593"/>
                  </a:lnTo>
                  <a:lnTo>
                    <a:pt x="1783764" y="592"/>
                  </a:lnTo>
                  <a:lnTo>
                    <a:pt x="1791622" y="590"/>
                  </a:lnTo>
                  <a:lnTo>
                    <a:pt x="1799480" y="588"/>
                  </a:lnTo>
                  <a:lnTo>
                    <a:pt x="1807338" y="588"/>
                  </a:lnTo>
                  <a:lnTo>
                    <a:pt x="1815196" y="587"/>
                  </a:lnTo>
                  <a:lnTo>
                    <a:pt x="1823054" y="585"/>
                  </a:lnTo>
                  <a:lnTo>
                    <a:pt x="1830912" y="583"/>
                  </a:lnTo>
                  <a:lnTo>
                    <a:pt x="1838770" y="582"/>
                  </a:lnTo>
                  <a:lnTo>
                    <a:pt x="1846628" y="580"/>
                  </a:lnTo>
                  <a:lnTo>
                    <a:pt x="1854486" y="579"/>
                  </a:lnTo>
                  <a:lnTo>
                    <a:pt x="1862344" y="581"/>
                  </a:lnTo>
                  <a:lnTo>
                    <a:pt x="1870202" y="583"/>
                  </a:lnTo>
                  <a:lnTo>
                    <a:pt x="1878060" y="582"/>
                  </a:lnTo>
                  <a:lnTo>
                    <a:pt x="1885918" y="580"/>
                  </a:lnTo>
                  <a:lnTo>
                    <a:pt x="1893776" y="579"/>
                  </a:lnTo>
                  <a:lnTo>
                    <a:pt x="1901634" y="579"/>
                  </a:lnTo>
                  <a:lnTo>
                    <a:pt x="1909492" y="579"/>
                  </a:lnTo>
                  <a:lnTo>
                    <a:pt x="1917350" y="579"/>
                  </a:lnTo>
                  <a:lnTo>
                    <a:pt x="1925208" y="580"/>
                  </a:lnTo>
                  <a:lnTo>
                    <a:pt x="1933066" y="580"/>
                  </a:lnTo>
                  <a:lnTo>
                    <a:pt x="1940924" y="577"/>
                  </a:lnTo>
                  <a:lnTo>
                    <a:pt x="1948782" y="577"/>
                  </a:lnTo>
                  <a:lnTo>
                    <a:pt x="1956640" y="575"/>
                  </a:lnTo>
                  <a:lnTo>
                    <a:pt x="1964498" y="573"/>
                  </a:lnTo>
                  <a:lnTo>
                    <a:pt x="1972356" y="574"/>
                  </a:lnTo>
                  <a:lnTo>
                    <a:pt x="1980214" y="574"/>
                  </a:lnTo>
                  <a:lnTo>
                    <a:pt x="1988072" y="574"/>
                  </a:lnTo>
                  <a:lnTo>
                    <a:pt x="1995930" y="573"/>
                  </a:lnTo>
                  <a:lnTo>
                    <a:pt x="2003788" y="571"/>
                  </a:lnTo>
                  <a:lnTo>
                    <a:pt x="2011646" y="570"/>
                  </a:lnTo>
                  <a:lnTo>
                    <a:pt x="2019504" y="568"/>
                  </a:lnTo>
                  <a:lnTo>
                    <a:pt x="2027362" y="567"/>
                  </a:lnTo>
                  <a:lnTo>
                    <a:pt x="2035220" y="56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3608036" y="3105382"/>
              <a:ext cx="2035220" cy="146"/>
            </a:xfrm>
            <a:custGeom>
              <a:avLst/>
              <a:pathLst>
                <a:path w="2035220" h="146">
                  <a:moveTo>
                    <a:pt x="2035220" y="146"/>
                  </a:moveTo>
                  <a:lnTo>
                    <a:pt x="2027362" y="146"/>
                  </a:lnTo>
                  <a:lnTo>
                    <a:pt x="2019504" y="146"/>
                  </a:lnTo>
                  <a:lnTo>
                    <a:pt x="2011646" y="145"/>
                  </a:lnTo>
                  <a:lnTo>
                    <a:pt x="2003788" y="145"/>
                  </a:lnTo>
                  <a:lnTo>
                    <a:pt x="1995930" y="145"/>
                  </a:lnTo>
                  <a:lnTo>
                    <a:pt x="1988072" y="144"/>
                  </a:lnTo>
                  <a:lnTo>
                    <a:pt x="1980214" y="144"/>
                  </a:lnTo>
                  <a:lnTo>
                    <a:pt x="1972356" y="143"/>
                  </a:lnTo>
                  <a:lnTo>
                    <a:pt x="1964498" y="143"/>
                  </a:lnTo>
                  <a:lnTo>
                    <a:pt x="1956640" y="143"/>
                  </a:lnTo>
                  <a:lnTo>
                    <a:pt x="1948782" y="142"/>
                  </a:lnTo>
                  <a:lnTo>
                    <a:pt x="1940924" y="142"/>
                  </a:lnTo>
                  <a:lnTo>
                    <a:pt x="1933066" y="141"/>
                  </a:lnTo>
                  <a:lnTo>
                    <a:pt x="1925208" y="141"/>
                  </a:lnTo>
                  <a:lnTo>
                    <a:pt x="1917350" y="140"/>
                  </a:lnTo>
                  <a:lnTo>
                    <a:pt x="1909492" y="140"/>
                  </a:lnTo>
                  <a:lnTo>
                    <a:pt x="1901634" y="139"/>
                  </a:lnTo>
                  <a:lnTo>
                    <a:pt x="1893776" y="139"/>
                  </a:lnTo>
                  <a:lnTo>
                    <a:pt x="1885918" y="138"/>
                  </a:lnTo>
                  <a:lnTo>
                    <a:pt x="1878060" y="138"/>
                  </a:lnTo>
                  <a:lnTo>
                    <a:pt x="1870202" y="138"/>
                  </a:lnTo>
                  <a:lnTo>
                    <a:pt x="1862344" y="137"/>
                  </a:lnTo>
                  <a:lnTo>
                    <a:pt x="1854486" y="137"/>
                  </a:lnTo>
                  <a:lnTo>
                    <a:pt x="1846628" y="136"/>
                  </a:lnTo>
                  <a:lnTo>
                    <a:pt x="1838770" y="136"/>
                  </a:lnTo>
                  <a:lnTo>
                    <a:pt x="1830912" y="135"/>
                  </a:lnTo>
                  <a:lnTo>
                    <a:pt x="1823054" y="135"/>
                  </a:lnTo>
                  <a:lnTo>
                    <a:pt x="1815196" y="134"/>
                  </a:lnTo>
                  <a:lnTo>
                    <a:pt x="1807338" y="134"/>
                  </a:lnTo>
                  <a:lnTo>
                    <a:pt x="1799480" y="134"/>
                  </a:lnTo>
                  <a:lnTo>
                    <a:pt x="1791622" y="133"/>
                  </a:lnTo>
                  <a:lnTo>
                    <a:pt x="1783764" y="133"/>
                  </a:lnTo>
                  <a:lnTo>
                    <a:pt x="1775906" y="132"/>
                  </a:lnTo>
                  <a:lnTo>
                    <a:pt x="1768048" y="132"/>
                  </a:lnTo>
                  <a:lnTo>
                    <a:pt x="1760190" y="131"/>
                  </a:lnTo>
                  <a:lnTo>
                    <a:pt x="1752332" y="131"/>
                  </a:lnTo>
                  <a:lnTo>
                    <a:pt x="1744474" y="130"/>
                  </a:lnTo>
                  <a:lnTo>
                    <a:pt x="1736616" y="129"/>
                  </a:lnTo>
                  <a:lnTo>
                    <a:pt x="1728758" y="129"/>
                  </a:lnTo>
                  <a:lnTo>
                    <a:pt x="1720900" y="128"/>
                  </a:lnTo>
                  <a:lnTo>
                    <a:pt x="1713042" y="128"/>
                  </a:lnTo>
                  <a:lnTo>
                    <a:pt x="1705184" y="127"/>
                  </a:lnTo>
                  <a:lnTo>
                    <a:pt x="1697326" y="126"/>
                  </a:lnTo>
                  <a:lnTo>
                    <a:pt x="1689468" y="126"/>
                  </a:lnTo>
                  <a:lnTo>
                    <a:pt x="1681610" y="125"/>
                  </a:lnTo>
                  <a:lnTo>
                    <a:pt x="1673752" y="125"/>
                  </a:lnTo>
                  <a:lnTo>
                    <a:pt x="1665894" y="124"/>
                  </a:lnTo>
                  <a:lnTo>
                    <a:pt x="1658036" y="123"/>
                  </a:lnTo>
                  <a:lnTo>
                    <a:pt x="1650178" y="122"/>
                  </a:lnTo>
                  <a:lnTo>
                    <a:pt x="1642320" y="122"/>
                  </a:lnTo>
                  <a:lnTo>
                    <a:pt x="1634462" y="121"/>
                  </a:lnTo>
                  <a:lnTo>
                    <a:pt x="1626604" y="121"/>
                  </a:lnTo>
                  <a:lnTo>
                    <a:pt x="1618746" y="120"/>
                  </a:lnTo>
                  <a:lnTo>
                    <a:pt x="1610888" y="119"/>
                  </a:lnTo>
                  <a:lnTo>
                    <a:pt x="1603030" y="119"/>
                  </a:lnTo>
                  <a:lnTo>
                    <a:pt x="1595172" y="118"/>
                  </a:lnTo>
                  <a:lnTo>
                    <a:pt x="1587314" y="117"/>
                  </a:lnTo>
                  <a:lnTo>
                    <a:pt x="1579456" y="117"/>
                  </a:lnTo>
                  <a:lnTo>
                    <a:pt x="1571598" y="117"/>
                  </a:lnTo>
                  <a:lnTo>
                    <a:pt x="1563740" y="116"/>
                  </a:lnTo>
                  <a:lnTo>
                    <a:pt x="1555882" y="115"/>
                  </a:lnTo>
                  <a:lnTo>
                    <a:pt x="1548024" y="114"/>
                  </a:lnTo>
                  <a:lnTo>
                    <a:pt x="1540166" y="114"/>
                  </a:lnTo>
                  <a:lnTo>
                    <a:pt x="1532308" y="113"/>
                  </a:lnTo>
                  <a:lnTo>
                    <a:pt x="1524450" y="112"/>
                  </a:lnTo>
                  <a:lnTo>
                    <a:pt x="1516592" y="112"/>
                  </a:lnTo>
                  <a:lnTo>
                    <a:pt x="1508734" y="111"/>
                  </a:lnTo>
                  <a:lnTo>
                    <a:pt x="1500876" y="111"/>
                  </a:lnTo>
                  <a:lnTo>
                    <a:pt x="1493018" y="110"/>
                  </a:lnTo>
                  <a:lnTo>
                    <a:pt x="1485160" y="110"/>
                  </a:lnTo>
                  <a:lnTo>
                    <a:pt x="1477302" y="109"/>
                  </a:lnTo>
                  <a:lnTo>
                    <a:pt x="1469444" y="108"/>
                  </a:lnTo>
                  <a:lnTo>
                    <a:pt x="1461586" y="107"/>
                  </a:lnTo>
                  <a:lnTo>
                    <a:pt x="1453728" y="106"/>
                  </a:lnTo>
                  <a:lnTo>
                    <a:pt x="1445870" y="105"/>
                  </a:lnTo>
                  <a:lnTo>
                    <a:pt x="1438012" y="104"/>
                  </a:lnTo>
                  <a:lnTo>
                    <a:pt x="1430154" y="103"/>
                  </a:lnTo>
                  <a:lnTo>
                    <a:pt x="1422296" y="103"/>
                  </a:lnTo>
                  <a:lnTo>
                    <a:pt x="1414438" y="102"/>
                  </a:lnTo>
                  <a:lnTo>
                    <a:pt x="1406580" y="101"/>
                  </a:lnTo>
                  <a:lnTo>
                    <a:pt x="1398722" y="100"/>
                  </a:lnTo>
                  <a:lnTo>
                    <a:pt x="1390864" y="99"/>
                  </a:lnTo>
                  <a:lnTo>
                    <a:pt x="1383006" y="98"/>
                  </a:lnTo>
                  <a:lnTo>
                    <a:pt x="1375148" y="97"/>
                  </a:lnTo>
                  <a:lnTo>
                    <a:pt x="1367290" y="96"/>
                  </a:lnTo>
                  <a:lnTo>
                    <a:pt x="1359432" y="96"/>
                  </a:lnTo>
                  <a:lnTo>
                    <a:pt x="1351574" y="95"/>
                  </a:lnTo>
                  <a:lnTo>
                    <a:pt x="1343716" y="94"/>
                  </a:lnTo>
                  <a:lnTo>
                    <a:pt x="1335858" y="94"/>
                  </a:lnTo>
                  <a:lnTo>
                    <a:pt x="1328000" y="93"/>
                  </a:lnTo>
                  <a:lnTo>
                    <a:pt x="1320142" y="92"/>
                  </a:lnTo>
                  <a:lnTo>
                    <a:pt x="1312284" y="92"/>
                  </a:lnTo>
                  <a:lnTo>
                    <a:pt x="1304426" y="91"/>
                  </a:lnTo>
                  <a:lnTo>
                    <a:pt x="1296568" y="90"/>
                  </a:lnTo>
                  <a:lnTo>
                    <a:pt x="1288710" y="89"/>
                  </a:lnTo>
                  <a:lnTo>
                    <a:pt x="1280852" y="88"/>
                  </a:lnTo>
                  <a:lnTo>
                    <a:pt x="1272994" y="87"/>
                  </a:lnTo>
                  <a:lnTo>
                    <a:pt x="1265136" y="86"/>
                  </a:lnTo>
                  <a:lnTo>
                    <a:pt x="1257278" y="86"/>
                  </a:lnTo>
                  <a:lnTo>
                    <a:pt x="1249420" y="85"/>
                  </a:lnTo>
                  <a:lnTo>
                    <a:pt x="1241562" y="84"/>
                  </a:lnTo>
                  <a:lnTo>
                    <a:pt x="1233704" y="83"/>
                  </a:lnTo>
                  <a:lnTo>
                    <a:pt x="1225846" y="82"/>
                  </a:lnTo>
                  <a:lnTo>
                    <a:pt x="1217988" y="81"/>
                  </a:lnTo>
                  <a:lnTo>
                    <a:pt x="1210130" y="80"/>
                  </a:lnTo>
                  <a:lnTo>
                    <a:pt x="1202272" y="79"/>
                  </a:lnTo>
                  <a:lnTo>
                    <a:pt x="1194414" y="78"/>
                  </a:lnTo>
                  <a:lnTo>
                    <a:pt x="1186556" y="77"/>
                  </a:lnTo>
                  <a:lnTo>
                    <a:pt x="1178698" y="76"/>
                  </a:lnTo>
                  <a:lnTo>
                    <a:pt x="1170840" y="76"/>
                  </a:lnTo>
                  <a:lnTo>
                    <a:pt x="1162982" y="75"/>
                  </a:lnTo>
                  <a:lnTo>
                    <a:pt x="1155124" y="75"/>
                  </a:lnTo>
                  <a:lnTo>
                    <a:pt x="1147266" y="74"/>
                  </a:lnTo>
                  <a:lnTo>
                    <a:pt x="1139408" y="74"/>
                  </a:lnTo>
                  <a:lnTo>
                    <a:pt x="1131550" y="73"/>
                  </a:lnTo>
                  <a:lnTo>
                    <a:pt x="1123692" y="73"/>
                  </a:lnTo>
                  <a:lnTo>
                    <a:pt x="1115834" y="72"/>
                  </a:lnTo>
                  <a:lnTo>
                    <a:pt x="1107976" y="71"/>
                  </a:lnTo>
                  <a:lnTo>
                    <a:pt x="1100118" y="70"/>
                  </a:lnTo>
                  <a:lnTo>
                    <a:pt x="1092260" y="69"/>
                  </a:lnTo>
                  <a:lnTo>
                    <a:pt x="1084402" y="69"/>
                  </a:lnTo>
                  <a:lnTo>
                    <a:pt x="1076544" y="68"/>
                  </a:lnTo>
                  <a:lnTo>
                    <a:pt x="1068686" y="67"/>
                  </a:lnTo>
                  <a:lnTo>
                    <a:pt x="1060828" y="66"/>
                  </a:lnTo>
                  <a:lnTo>
                    <a:pt x="1052970" y="66"/>
                  </a:lnTo>
                  <a:lnTo>
                    <a:pt x="1045112" y="65"/>
                  </a:lnTo>
                  <a:lnTo>
                    <a:pt x="1037254" y="64"/>
                  </a:lnTo>
                  <a:lnTo>
                    <a:pt x="1029397" y="63"/>
                  </a:lnTo>
                  <a:lnTo>
                    <a:pt x="1021539" y="62"/>
                  </a:lnTo>
                  <a:lnTo>
                    <a:pt x="1013681" y="62"/>
                  </a:lnTo>
                  <a:lnTo>
                    <a:pt x="1005823" y="61"/>
                  </a:lnTo>
                  <a:lnTo>
                    <a:pt x="997965" y="60"/>
                  </a:lnTo>
                  <a:lnTo>
                    <a:pt x="990107" y="59"/>
                  </a:lnTo>
                  <a:lnTo>
                    <a:pt x="982249" y="59"/>
                  </a:lnTo>
                  <a:lnTo>
                    <a:pt x="974391" y="58"/>
                  </a:lnTo>
                  <a:lnTo>
                    <a:pt x="966533" y="57"/>
                  </a:lnTo>
                  <a:lnTo>
                    <a:pt x="958675" y="56"/>
                  </a:lnTo>
                  <a:lnTo>
                    <a:pt x="950817" y="55"/>
                  </a:lnTo>
                  <a:lnTo>
                    <a:pt x="942959" y="54"/>
                  </a:lnTo>
                  <a:lnTo>
                    <a:pt x="935101" y="53"/>
                  </a:lnTo>
                  <a:lnTo>
                    <a:pt x="927243" y="52"/>
                  </a:lnTo>
                  <a:lnTo>
                    <a:pt x="919385" y="51"/>
                  </a:lnTo>
                  <a:lnTo>
                    <a:pt x="911527" y="50"/>
                  </a:lnTo>
                  <a:lnTo>
                    <a:pt x="903669" y="50"/>
                  </a:lnTo>
                  <a:lnTo>
                    <a:pt x="895811" y="49"/>
                  </a:lnTo>
                  <a:lnTo>
                    <a:pt x="887953" y="48"/>
                  </a:lnTo>
                  <a:lnTo>
                    <a:pt x="880095" y="47"/>
                  </a:lnTo>
                  <a:lnTo>
                    <a:pt x="872237" y="46"/>
                  </a:lnTo>
                  <a:lnTo>
                    <a:pt x="864379" y="45"/>
                  </a:lnTo>
                  <a:lnTo>
                    <a:pt x="856521" y="44"/>
                  </a:lnTo>
                  <a:lnTo>
                    <a:pt x="848663" y="43"/>
                  </a:lnTo>
                  <a:lnTo>
                    <a:pt x="840805" y="42"/>
                  </a:lnTo>
                  <a:lnTo>
                    <a:pt x="832947" y="42"/>
                  </a:lnTo>
                  <a:lnTo>
                    <a:pt x="825089" y="40"/>
                  </a:lnTo>
                  <a:lnTo>
                    <a:pt x="817231" y="40"/>
                  </a:lnTo>
                  <a:lnTo>
                    <a:pt x="809373" y="39"/>
                  </a:lnTo>
                  <a:lnTo>
                    <a:pt x="801515" y="38"/>
                  </a:lnTo>
                  <a:lnTo>
                    <a:pt x="793657" y="38"/>
                  </a:lnTo>
                  <a:lnTo>
                    <a:pt x="785799" y="37"/>
                  </a:lnTo>
                  <a:lnTo>
                    <a:pt x="777941" y="35"/>
                  </a:lnTo>
                  <a:lnTo>
                    <a:pt x="770083" y="35"/>
                  </a:lnTo>
                  <a:lnTo>
                    <a:pt x="762225" y="34"/>
                  </a:lnTo>
                  <a:lnTo>
                    <a:pt x="754367" y="33"/>
                  </a:lnTo>
                  <a:lnTo>
                    <a:pt x="746509" y="32"/>
                  </a:lnTo>
                  <a:lnTo>
                    <a:pt x="738651" y="31"/>
                  </a:lnTo>
                  <a:lnTo>
                    <a:pt x="730793" y="31"/>
                  </a:lnTo>
                  <a:lnTo>
                    <a:pt x="722935" y="30"/>
                  </a:lnTo>
                  <a:lnTo>
                    <a:pt x="715077" y="29"/>
                  </a:lnTo>
                  <a:lnTo>
                    <a:pt x="707219" y="28"/>
                  </a:lnTo>
                  <a:lnTo>
                    <a:pt x="699361" y="27"/>
                  </a:lnTo>
                  <a:lnTo>
                    <a:pt x="691503" y="26"/>
                  </a:lnTo>
                  <a:lnTo>
                    <a:pt x="683645" y="25"/>
                  </a:lnTo>
                  <a:lnTo>
                    <a:pt x="675787" y="24"/>
                  </a:lnTo>
                  <a:lnTo>
                    <a:pt x="667929" y="23"/>
                  </a:lnTo>
                  <a:lnTo>
                    <a:pt x="660071" y="23"/>
                  </a:lnTo>
                  <a:lnTo>
                    <a:pt x="652213" y="22"/>
                  </a:lnTo>
                  <a:lnTo>
                    <a:pt x="644355" y="22"/>
                  </a:lnTo>
                  <a:lnTo>
                    <a:pt x="636497" y="21"/>
                  </a:lnTo>
                  <a:lnTo>
                    <a:pt x="628639" y="21"/>
                  </a:lnTo>
                  <a:lnTo>
                    <a:pt x="620781" y="20"/>
                  </a:lnTo>
                  <a:lnTo>
                    <a:pt x="612923" y="19"/>
                  </a:lnTo>
                  <a:lnTo>
                    <a:pt x="605065" y="18"/>
                  </a:lnTo>
                  <a:lnTo>
                    <a:pt x="597207" y="17"/>
                  </a:lnTo>
                  <a:lnTo>
                    <a:pt x="589349" y="17"/>
                  </a:lnTo>
                  <a:lnTo>
                    <a:pt x="581491" y="16"/>
                  </a:lnTo>
                  <a:lnTo>
                    <a:pt x="573633" y="15"/>
                  </a:lnTo>
                  <a:lnTo>
                    <a:pt x="565775" y="15"/>
                  </a:lnTo>
                  <a:lnTo>
                    <a:pt x="557917" y="14"/>
                  </a:lnTo>
                  <a:lnTo>
                    <a:pt x="550059" y="13"/>
                  </a:lnTo>
                  <a:lnTo>
                    <a:pt x="542201" y="12"/>
                  </a:lnTo>
                  <a:lnTo>
                    <a:pt x="534343" y="11"/>
                  </a:lnTo>
                  <a:lnTo>
                    <a:pt x="526485" y="11"/>
                  </a:lnTo>
                  <a:lnTo>
                    <a:pt x="518627" y="11"/>
                  </a:lnTo>
                  <a:lnTo>
                    <a:pt x="510769" y="10"/>
                  </a:lnTo>
                  <a:lnTo>
                    <a:pt x="502911" y="10"/>
                  </a:lnTo>
                  <a:lnTo>
                    <a:pt x="495053" y="10"/>
                  </a:lnTo>
                  <a:lnTo>
                    <a:pt x="487195" y="9"/>
                  </a:lnTo>
                  <a:lnTo>
                    <a:pt x="479337" y="9"/>
                  </a:lnTo>
                  <a:lnTo>
                    <a:pt x="471479" y="8"/>
                  </a:lnTo>
                  <a:lnTo>
                    <a:pt x="463621" y="8"/>
                  </a:lnTo>
                  <a:lnTo>
                    <a:pt x="455763" y="8"/>
                  </a:lnTo>
                  <a:lnTo>
                    <a:pt x="447905" y="8"/>
                  </a:lnTo>
                  <a:lnTo>
                    <a:pt x="440047" y="8"/>
                  </a:lnTo>
                  <a:lnTo>
                    <a:pt x="432189" y="7"/>
                  </a:lnTo>
                  <a:lnTo>
                    <a:pt x="424331" y="6"/>
                  </a:lnTo>
                  <a:lnTo>
                    <a:pt x="416473" y="6"/>
                  </a:lnTo>
                  <a:lnTo>
                    <a:pt x="408615" y="5"/>
                  </a:lnTo>
                  <a:lnTo>
                    <a:pt x="400757" y="5"/>
                  </a:lnTo>
                  <a:lnTo>
                    <a:pt x="392899" y="5"/>
                  </a:lnTo>
                  <a:lnTo>
                    <a:pt x="385041" y="5"/>
                  </a:lnTo>
                  <a:lnTo>
                    <a:pt x="377183" y="5"/>
                  </a:lnTo>
                  <a:lnTo>
                    <a:pt x="369325" y="5"/>
                  </a:lnTo>
                  <a:lnTo>
                    <a:pt x="361467" y="5"/>
                  </a:lnTo>
                  <a:lnTo>
                    <a:pt x="353609" y="4"/>
                  </a:lnTo>
                  <a:lnTo>
                    <a:pt x="345751" y="3"/>
                  </a:lnTo>
                  <a:lnTo>
                    <a:pt x="337893" y="3"/>
                  </a:lnTo>
                  <a:lnTo>
                    <a:pt x="330035" y="2"/>
                  </a:lnTo>
                  <a:lnTo>
                    <a:pt x="322177" y="2"/>
                  </a:lnTo>
                  <a:lnTo>
                    <a:pt x="314319" y="2"/>
                  </a:lnTo>
                  <a:lnTo>
                    <a:pt x="306461" y="1"/>
                  </a:lnTo>
                  <a:lnTo>
                    <a:pt x="298603" y="1"/>
                  </a:lnTo>
                  <a:lnTo>
                    <a:pt x="290745" y="1"/>
                  </a:lnTo>
                  <a:lnTo>
                    <a:pt x="282887" y="1"/>
                  </a:lnTo>
                  <a:lnTo>
                    <a:pt x="275029" y="1"/>
                  </a:lnTo>
                  <a:lnTo>
                    <a:pt x="267171" y="1"/>
                  </a:lnTo>
                  <a:lnTo>
                    <a:pt x="259313" y="1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1"/>
                  </a:lnTo>
                  <a:lnTo>
                    <a:pt x="212165" y="0"/>
                  </a:lnTo>
                  <a:lnTo>
                    <a:pt x="204307" y="1"/>
                  </a:lnTo>
                  <a:lnTo>
                    <a:pt x="196449" y="0"/>
                  </a:lnTo>
                  <a:lnTo>
                    <a:pt x="188591" y="1"/>
                  </a:lnTo>
                  <a:lnTo>
                    <a:pt x="180733" y="1"/>
                  </a:lnTo>
                  <a:lnTo>
                    <a:pt x="172875" y="1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1"/>
                  </a:lnTo>
                  <a:lnTo>
                    <a:pt x="86437" y="1"/>
                  </a:lnTo>
                  <a:lnTo>
                    <a:pt x="78579" y="1"/>
                  </a:lnTo>
                  <a:lnTo>
                    <a:pt x="70721" y="2"/>
                  </a:lnTo>
                  <a:lnTo>
                    <a:pt x="62863" y="2"/>
                  </a:lnTo>
                  <a:lnTo>
                    <a:pt x="55005" y="2"/>
                  </a:lnTo>
                  <a:lnTo>
                    <a:pt x="47147" y="2"/>
                  </a:lnTo>
                  <a:lnTo>
                    <a:pt x="39289" y="2"/>
                  </a:lnTo>
                  <a:lnTo>
                    <a:pt x="31431" y="2"/>
                  </a:lnTo>
                  <a:lnTo>
                    <a:pt x="23573" y="2"/>
                  </a:lnTo>
                  <a:lnTo>
                    <a:pt x="15715" y="3"/>
                  </a:lnTo>
                  <a:lnTo>
                    <a:pt x="7857" y="4"/>
                  </a:lnTo>
                  <a:lnTo>
                    <a:pt x="0" y="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1" name="pg120"/>
            <p:cNvSpPr/>
            <p:nvPr/>
          </p:nvSpPr>
          <p:spPr>
            <a:xfrm>
              <a:off x="3608036" y="3053434"/>
              <a:ext cx="2035220" cy="52129"/>
            </a:xfrm>
            <a:custGeom>
              <a:avLst/>
              <a:pathLst>
                <a:path w="2035220" h="52129">
                  <a:moveTo>
                    <a:pt x="0" y="51578"/>
                  </a:moveTo>
                  <a:lnTo>
                    <a:pt x="7857" y="51587"/>
                  </a:lnTo>
                  <a:lnTo>
                    <a:pt x="15715" y="51594"/>
                  </a:lnTo>
                  <a:lnTo>
                    <a:pt x="23573" y="51595"/>
                  </a:lnTo>
                  <a:lnTo>
                    <a:pt x="31431" y="51598"/>
                  </a:lnTo>
                  <a:lnTo>
                    <a:pt x="39289" y="51599"/>
                  </a:lnTo>
                  <a:lnTo>
                    <a:pt x="47147" y="51601"/>
                  </a:lnTo>
                  <a:lnTo>
                    <a:pt x="55005" y="51601"/>
                  </a:lnTo>
                  <a:lnTo>
                    <a:pt x="62863" y="51608"/>
                  </a:lnTo>
                  <a:lnTo>
                    <a:pt x="70721" y="51612"/>
                  </a:lnTo>
                  <a:lnTo>
                    <a:pt x="78579" y="51611"/>
                  </a:lnTo>
                  <a:lnTo>
                    <a:pt x="86437" y="51617"/>
                  </a:lnTo>
                  <a:lnTo>
                    <a:pt x="94295" y="51616"/>
                  </a:lnTo>
                  <a:lnTo>
                    <a:pt x="102153" y="51614"/>
                  </a:lnTo>
                  <a:lnTo>
                    <a:pt x="110011" y="51621"/>
                  </a:lnTo>
                  <a:lnTo>
                    <a:pt x="117869" y="51623"/>
                  </a:lnTo>
                  <a:lnTo>
                    <a:pt x="125727" y="51624"/>
                  </a:lnTo>
                  <a:lnTo>
                    <a:pt x="133585" y="51624"/>
                  </a:lnTo>
                  <a:lnTo>
                    <a:pt x="141443" y="51626"/>
                  </a:lnTo>
                  <a:lnTo>
                    <a:pt x="149301" y="51627"/>
                  </a:lnTo>
                  <a:lnTo>
                    <a:pt x="157159" y="51629"/>
                  </a:lnTo>
                  <a:lnTo>
                    <a:pt x="165017" y="51628"/>
                  </a:lnTo>
                  <a:lnTo>
                    <a:pt x="172875" y="51626"/>
                  </a:lnTo>
                  <a:lnTo>
                    <a:pt x="180733" y="51625"/>
                  </a:lnTo>
                  <a:lnTo>
                    <a:pt x="188591" y="51622"/>
                  </a:lnTo>
                  <a:lnTo>
                    <a:pt x="196449" y="51619"/>
                  </a:lnTo>
                  <a:lnTo>
                    <a:pt x="204307" y="51620"/>
                  </a:lnTo>
                  <a:lnTo>
                    <a:pt x="212165" y="51619"/>
                  </a:lnTo>
                  <a:lnTo>
                    <a:pt x="220023" y="51612"/>
                  </a:lnTo>
                  <a:lnTo>
                    <a:pt x="227881" y="51612"/>
                  </a:lnTo>
                  <a:lnTo>
                    <a:pt x="235739" y="51606"/>
                  </a:lnTo>
                  <a:lnTo>
                    <a:pt x="243597" y="51603"/>
                  </a:lnTo>
                  <a:lnTo>
                    <a:pt x="251455" y="51596"/>
                  </a:lnTo>
                  <a:lnTo>
                    <a:pt x="259313" y="51590"/>
                  </a:lnTo>
                  <a:lnTo>
                    <a:pt x="267171" y="51584"/>
                  </a:lnTo>
                  <a:lnTo>
                    <a:pt x="275029" y="51581"/>
                  </a:lnTo>
                  <a:lnTo>
                    <a:pt x="282887" y="51575"/>
                  </a:lnTo>
                  <a:lnTo>
                    <a:pt x="290745" y="51570"/>
                  </a:lnTo>
                  <a:lnTo>
                    <a:pt x="298603" y="51562"/>
                  </a:lnTo>
                  <a:lnTo>
                    <a:pt x="306461" y="51552"/>
                  </a:lnTo>
                  <a:lnTo>
                    <a:pt x="314319" y="51550"/>
                  </a:lnTo>
                  <a:lnTo>
                    <a:pt x="322177" y="51543"/>
                  </a:lnTo>
                  <a:lnTo>
                    <a:pt x="330035" y="51539"/>
                  </a:lnTo>
                  <a:lnTo>
                    <a:pt x="337893" y="51537"/>
                  </a:lnTo>
                  <a:lnTo>
                    <a:pt x="345751" y="51535"/>
                  </a:lnTo>
                  <a:lnTo>
                    <a:pt x="353609" y="51527"/>
                  </a:lnTo>
                  <a:lnTo>
                    <a:pt x="361467" y="51518"/>
                  </a:lnTo>
                  <a:lnTo>
                    <a:pt x="369325" y="51508"/>
                  </a:lnTo>
                  <a:lnTo>
                    <a:pt x="377183" y="51506"/>
                  </a:lnTo>
                  <a:lnTo>
                    <a:pt x="385041" y="51494"/>
                  </a:lnTo>
                  <a:lnTo>
                    <a:pt x="392899" y="51482"/>
                  </a:lnTo>
                  <a:lnTo>
                    <a:pt x="400757" y="51472"/>
                  </a:lnTo>
                  <a:lnTo>
                    <a:pt x="408615" y="51466"/>
                  </a:lnTo>
                  <a:lnTo>
                    <a:pt x="416473" y="51454"/>
                  </a:lnTo>
                  <a:lnTo>
                    <a:pt x="424331" y="51446"/>
                  </a:lnTo>
                  <a:lnTo>
                    <a:pt x="432189" y="51431"/>
                  </a:lnTo>
                  <a:lnTo>
                    <a:pt x="440047" y="51420"/>
                  </a:lnTo>
                  <a:lnTo>
                    <a:pt x="447905" y="51407"/>
                  </a:lnTo>
                  <a:lnTo>
                    <a:pt x="455763" y="51394"/>
                  </a:lnTo>
                  <a:lnTo>
                    <a:pt x="463621" y="51384"/>
                  </a:lnTo>
                  <a:lnTo>
                    <a:pt x="471479" y="51371"/>
                  </a:lnTo>
                  <a:lnTo>
                    <a:pt x="479337" y="51365"/>
                  </a:lnTo>
                  <a:lnTo>
                    <a:pt x="487195" y="51356"/>
                  </a:lnTo>
                  <a:lnTo>
                    <a:pt x="495053" y="51347"/>
                  </a:lnTo>
                  <a:lnTo>
                    <a:pt x="502911" y="51337"/>
                  </a:lnTo>
                  <a:lnTo>
                    <a:pt x="510769" y="51327"/>
                  </a:lnTo>
                  <a:lnTo>
                    <a:pt x="518627" y="51313"/>
                  </a:lnTo>
                  <a:lnTo>
                    <a:pt x="526485" y="51296"/>
                  </a:lnTo>
                  <a:lnTo>
                    <a:pt x="534343" y="51289"/>
                  </a:lnTo>
                  <a:lnTo>
                    <a:pt x="542201" y="51271"/>
                  </a:lnTo>
                  <a:lnTo>
                    <a:pt x="550059" y="51264"/>
                  </a:lnTo>
                  <a:lnTo>
                    <a:pt x="557917" y="51248"/>
                  </a:lnTo>
                  <a:lnTo>
                    <a:pt x="565775" y="51231"/>
                  </a:lnTo>
                  <a:lnTo>
                    <a:pt x="573633" y="51214"/>
                  </a:lnTo>
                  <a:lnTo>
                    <a:pt x="581491" y="51200"/>
                  </a:lnTo>
                  <a:lnTo>
                    <a:pt x="589349" y="51178"/>
                  </a:lnTo>
                  <a:lnTo>
                    <a:pt x="597207" y="51158"/>
                  </a:lnTo>
                  <a:lnTo>
                    <a:pt x="605065" y="51139"/>
                  </a:lnTo>
                  <a:lnTo>
                    <a:pt x="612923" y="51119"/>
                  </a:lnTo>
                  <a:lnTo>
                    <a:pt x="620781" y="51096"/>
                  </a:lnTo>
                  <a:lnTo>
                    <a:pt x="628639" y="51068"/>
                  </a:lnTo>
                  <a:lnTo>
                    <a:pt x="636497" y="51054"/>
                  </a:lnTo>
                  <a:lnTo>
                    <a:pt x="644355" y="51036"/>
                  </a:lnTo>
                  <a:lnTo>
                    <a:pt x="652213" y="51015"/>
                  </a:lnTo>
                  <a:lnTo>
                    <a:pt x="660071" y="50991"/>
                  </a:lnTo>
                  <a:lnTo>
                    <a:pt x="667929" y="50969"/>
                  </a:lnTo>
                  <a:lnTo>
                    <a:pt x="675787" y="50945"/>
                  </a:lnTo>
                  <a:lnTo>
                    <a:pt x="683645" y="50921"/>
                  </a:lnTo>
                  <a:lnTo>
                    <a:pt x="691503" y="50897"/>
                  </a:lnTo>
                  <a:lnTo>
                    <a:pt x="699361" y="50871"/>
                  </a:lnTo>
                  <a:lnTo>
                    <a:pt x="707219" y="50847"/>
                  </a:lnTo>
                  <a:lnTo>
                    <a:pt x="715077" y="50822"/>
                  </a:lnTo>
                  <a:lnTo>
                    <a:pt x="722935" y="50796"/>
                  </a:lnTo>
                  <a:lnTo>
                    <a:pt x="730793" y="50769"/>
                  </a:lnTo>
                  <a:lnTo>
                    <a:pt x="738651" y="50738"/>
                  </a:lnTo>
                  <a:lnTo>
                    <a:pt x="746509" y="50711"/>
                  </a:lnTo>
                  <a:lnTo>
                    <a:pt x="754367" y="50685"/>
                  </a:lnTo>
                  <a:lnTo>
                    <a:pt x="762225" y="50657"/>
                  </a:lnTo>
                  <a:lnTo>
                    <a:pt x="770083" y="50627"/>
                  </a:lnTo>
                  <a:lnTo>
                    <a:pt x="777941" y="50597"/>
                  </a:lnTo>
                  <a:lnTo>
                    <a:pt x="785799" y="50567"/>
                  </a:lnTo>
                  <a:lnTo>
                    <a:pt x="793657" y="50541"/>
                  </a:lnTo>
                  <a:lnTo>
                    <a:pt x="801515" y="50513"/>
                  </a:lnTo>
                  <a:lnTo>
                    <a:pt x="809373" y="50471"/>
                  </a:lnTo>
                  <a:lnTo>
                    <a:pt x="817231" y="50434"/>
                  </a:lnTo>
                  <a:lnTo>
                    <a:pt x="825089" y="50392"/>
                  </a:lnTo>
                  <a:lnTo>
                    <a:pt x="832947" y="50363"/>
                  </a:lnTo>
                  <a:lnTo>
                    <a:pt x="840805" y="50333"/>
                  </a:lnTo>
                  <a:lnTo>
                    <a:pt x="848663" y="50291"/>
                  </a:lnTo>
                  <a:lnTo>
                    <a:pt x="856521" y="50239"/>
                  </a:lnTo>
                  <a:lnTo>
                    <a:pt x="864379" y="50187"/>
                  </a:lnTo>
                  <a:lnTo>
                    <a:pt x="872237" y="50143"/>
                  </a:lnTo>
                  <a:lnTo>
                    <a:pt x="880095" y="50105"/>
                  </a:lnTo>
                  <a:lnTo>
                    <a:pt x="887953" y="50054"/>
                  </a:lnTo>
                  <a:lnTo>
                    <a:pt x="895811" y="50015"/>
                  </a:lnTo>
                  <a:lnTo>
                    <a:pt x="903669" y="49976"/>
                  </a:lnTo>
                  <a:lnTo>
                    <a:pt x="911527" y="49936"/>
                  </a:lnTo>
                  <a:lnTo>
                    <a:pt x="919385" y="49887"/>
                  </a:lnTo>
                  <a:lnTo>
                    <a:pt x="927243" y="49833"/>
                  </a:lnTo>
                  <a:lnTo>
                    <a:pt x="935101" y="49776"/>
                  </a:lnTo>
                  <a:lnTo>
                    <a:pt x="942959" y="49722"/>
                  </a:lnTo>
                  <a:lnTo>
                    <a:pt x="950817" y="49676"/>
                  </a:lnTo>
                  <a:lnTo>
                    <a:pt x="958675" y="49632"/>
                  </a:lnTo>
                  <a:lnTo>
                    <a:pt x="966533" y="49599"/>
                  </a:lnTo>
                  <a:lnTo>
                    <a:pt x="974391" y="49565"/>
                  </a:lnTo>
                  <a:lnTo>
                    <a:pt x="982249" y="49531"/>
                  </a:lnTo>
                  <a:lnTo>
                    <a:pt x="990107" y="49494"/>
                  </a:lnTo>
                  <a:lnTo>
                    <a:pt x="997965" y="49443"/>
                  </a:lnTo>
                  <a:lnTo>
                    <a:pt x="1005823" y="49388"/>
                  </a:lnTo>
                  <a:lnTo>
                    <a:pt x="1013681" y="49330"/>
                  </a:lnTo>
                  <a:lnTo>
                    <a:pt x="1021539" y="49272"/>
                  </a:lnTo>
                  <a:lnTo>
                    <a:pt x="1029397" y="49213"/>
                  </a:lnTo>
                  <a:lnTo>
                    <a:pt x="1037254" y="49152"/>
                  </a:lnTo>
                  <a:lnTo>
                    <a:pt x="1045112" y="49090"/>
                  </a:lnTo>
                  <a:lnTo>
                    <a:pt x="1052970" y="49027"/>
                  </a:lnTo>
                  <a:lnTo>
                    <a:pt x="1060828" y="48962"/>
                  </a:lnTo>
                  <a:lnTo>
                    <a:pt x="1068686" y="48896"/>
                  </a:lnTo>
                  <a:lnTo>
                    <a:pt x="1076544" y="48829"/>
                  </a:lnTo>
                  <a:lnTo>
                    <a:pt x="1084402" y="48760"/>
                  </a:lnTo>
                  <a:lnTo>
                    <a:pt x="1092260" y="48690"/>
                  </a:lnTo>
                  <a:lnTo>
                    <a:pt x="1100118" y="48619"/>
                  </a:lnTo>
                  <a:lnTo>
                    <a:pt x="1107976" y="48546"/>
                  </a:lnTo>
                  <a:lnTo>
                    <a:pt x="1115834" y="48471"/>
                  </a:lnTo>
                  <a:lnTo>
                    <a:pt x="1123692" y="48397"/>
                  </a:lnTo>
                  <a:lnTo>
                    <a:pt x="1131550" y="48325"/>
                  </a:lnTo>
                  <a:lnTo>
                    <a:pt x="1139408" y="48252"/>
                  </a:lnTo>
                  <a:lnTo>
                    <a:pt x="1147266" y="48177"/>
                  </a:lnTo>
                  <a:lnTo>
                    <a:pt x="1155124" y="48107"/>
                  </a:lnTo>
                  <a:lnTo>
                    <a:pt x="1162982" y="48032"/>
                  </a:lnTo>
                  <a:lnTo>
                    <a:pt x="1170840" y="47932"/>
                  </a:lnTo>
                  <a:lnTo>
                    <a:pt x="1178698" y="47840"/>
                  </a:lnTo>
                  <a:lnTo>
                    <a:pt x="1186556" y="47776"/>
                  </a:lnTo>
                  <a:lnTo>
                    <a:pt x="1194414" y="47697"/>
                  </a:lnTo>
                  <a:lnTo>
                    <a:pt x="1202272" y="47599"/>
                  </a:lnTo>
                  <a:lnTo>
                    <a:pt x="1210130" y="47486"/>
                  </a:lnTo>
                  <a:lnTo>
                    <a:pt x="1217988" y="47369"/>
                  </a:lnTo>
                  <a:lnTo>
                    <a:pt x="1225846" y="47250"/>
                  </a:lnTo>
                  <a:lnTo>
                    <a:pt x="1233704" y="47145"/>
                  </a:lnTo>
                  <a:lnTo>
                    <a:pt x="1241562" y="47041"/>
                  </a:lnTo>
                  <a:lnTo>
                    <a:pt x="1249420" y="46935"/>
                  </a:lnTo>
                  <a:lnTo>
                    <a:pt x="1257278" y="46826"/>
                  </a:lnTo>
                  <a:lnTo>
                    <a:pt x="1265136" y="46693"/>
                  </a:lnTo>
                  <a:lnTo>
                    <a:pt x="1272994" y="46547"/>
                  </a:lnTo>
                  <a:lnTo>
                    <a:pt x="1280852" y="46397"/>
                  </a:lnTo>
                  <a:lnTo>
                    <a:pt x="1288710" y="46243"/>
                  </a:lnTo>
                  <a:lnTo>
                    <a:pt x="1296568" y="46086"/>
                  </a:lnTo>
                  <a:lnTo>
                    <a:pt x="1304426" y="45960"/>
                  </a:lnTo>
                  <a:lnTo>
                    <a:pt x="1312284" y="45840"/>
                  </a:lnTo>
                  <a:lnTo>
                    <a:pt x="1320142" y="45724"/>
                  </a:lnTo>
                  <a:lnTo>
                    <a:pt x="1328000" y="45601"/>
                  </a:lnTo>
                  <a:lnTo>
                    <a:pt x="1335858" y="45476"/>
                  </a:lnTo>
                  <a:lnTo>
                    <a:pt x="1343716" y="45349"/>
                  </a:lnTo>
                  <a:lnTo>
                    <a:pt x="1351574" y="45219"/>
                  </a:lnTo>
                  <a:lnTo>
                    <a:pt x="1359432" y="45087"/>
                  </a:lnTo>
                  <a:lnTo>
                    <a:pt x="1367290" y="44952"/>
                  </a:lnTo>
                  <a:lnTo>
                    <a:pt x="1375148" y="44815"/>
                  </a:lnTo>
                  <a:lnTo>
                    <a:pt x="1383006" y="44675"/>
                  </a:lnTo>
                  <a:lnTo>
                    <a:pt x="1390864" y="44533"/>
                  </a:lnTo>
                  <a:lnTo>
                    <a:pt x="1398722" y="44387"/>
                  </a:lnTo>
                  <a:lnTo>
                    <a:pt x="1406580" y="44241"/>
                  </a:lnTo>
                  <a:lnTo>
                    <a:pt x="1414438" y="44092"/>
                  </a:lnTo>
                  <a:lnTo>
                    <a:pt x="1422296" y="43913"/>
                  </a:lnTo>
                  <a:lnTo>
                    <a:pt x="1430154" y="43691"/>
                  </a:lnTo>
                  <a:lnTo>
                    <a:pt x="1438012" y="43462"/>
                  </a:lnTo>
                  <a:lnTo>
                    <a:pt x="1445870" y="43227"/>
                  </a:lnTo>
                  <a:lnTo>
                    <a:pt x="1453728" y="42986"/>
                  </a:lnTo>
                  <a:lnTo>
                    <a:pt x="1461586" y="42738"/>
                  </a:lnTo>
                  <a:lnTo>
                    <a:pt x="1469444" y="42484"/>
                  </a:lnTo>
                  <a:lnTo>
                    <a:pt x="1477302" y="42223"/>
                  </a:lnTo>
                  <a:lnTo>
                    <a:pt x="1485160" y="41955"/>
                  </a:lnTo>
                  <a:lnTo>
                    <a:pt x="1493018" y="41679"/>
                  </a:lnTo>
                  <a:lnTo>
                    <a:pt x="1500876" y="41436"/>
                  </a:lnTo>
                  <a:lnTo>
                    <a:pt x="1508734" y="41235"/>
                  </a:lnTo>
                  <a:lnTo>
                    <a:pt x="1516592" y="41029"/>
                  </a:lnTo>
                  <a:lnTo>
                    <a:pt x="1524450" y="40820"/>
                  </a:lnTo>
                  <a:lnTo>
                    <a:pt x="1532308" y="40607"/>
                  </a:lnTo>
                  <a:lnTo>
                    <a:pt x="1540166" y="40385"/>
                  </a:lnTo>
                  <a:lnTo>
                    <a:pt x="1548024" y="40029"/>
                  </a:lnTo>
                  <a:lnTo>
                    <a:pt x="1555882" y="39662"/>
                  </a:lnTo>
                  <a:lnTo>
                    <a:pt x="1563740" y="39284"/>
                  </a:lnTo>
                  <a:lnTo>
                    <a:pt x="1571598" y="38895"/>
                  </a:lnTo>
                  <a:lnTo>
                    <a:pt x="1579456" y="38494"/>
                  </a:lnTo>
                  <a:lnTo>
                    <a:pt x="1587314" y="38081"/>
                  </a:lnTo>
                  <a:lnTo>
                    <a:pt x="1595172" y="37656"/>
                  </a:lnTo>
                  <a:lnTo>
                    <a:pt x="1603030" y="37218"/>
                  </a:lnTo>
                  <a:lnTo>
                    <a:pt x="1610888" y="36770"/>
                  </a:lnTo>
                  <a:lnTo>
                    <a:pt x="1618746" y="36308"/>
                  </a:lnTo>
                  <a:lnTo>
                    <a:pt x="1626604" y="35957"/>
                  </a:lnTo>
                  <a:lnTo>
                    <a:pt x="1634462" y="35626"/>
                  </a:lnTo>
                  <a:lnTo>
                    <a:pt x="1642320" y="35289"/>
                  </a:lnTo>
                  <a:lnTo>
                    <a:pt x="1650178" y="34945"/>
                  </a:lnTo>
                  <a:lnTo>
                    <a:pt x="1658036" y="34594"/>
                  </a:lnTo>
                  <a:lnTo>
                    <a:pt x="1665894" y="34237"/>
                  </a:lnTo>
                  <a:lnTo>
                    <a:pt x="1673752" y="33872"/>
                  </a:lnTo>
                  <a:lnTo>
                    <a:pt x="1681610" y="33500"/>
                  </a:lnTo>
                  <a:lnTo>
                    <a:pt x="1689468" y="33120"/>
                  </a:lnTo>
                  <a:lnTo>
                    <a:pt x="1697326" y="32733"/>
                  </a:lnTo>
                  <a:lnTo>
                    <a:pt x="1705184" y="32338"/>
                  </a:lnTo>
                  <a:lnTo>
                    <a:pt x="1713042" y="31935"/>
                  </a:lnTo>
                  <a:lnTo>
                    <a:pt x="1720900" y="31486"/>
                  </a:lnTo>
                  <a:lnTo>
                    <a:pt x="1728758" y="30973"/>
                  </a:lnTo>
                  <a:lnTo>
                    <a:pt x="1736616" y="30448"/>
                  </a:lnTo>
                  <a:lnTo>
                    <a:pt x="1744474" y="29911"/>
                  </a:lnTo>
                  <a:lnTo>
                    <a:pt x="1752332" y="29360"/>
                  </a:lnTo>
                  <a:lnTo>
                    <a:pt x="1760190" y="28796"/>
                  </a:lnTo>
                  <a:lnTo>
                    <a:pt x="1768048" y="28218"/>
                  </a:lnTo>
                  <a:lnTo>
                    <a:pt x="1775906" y="27626"/>
                  </a:lnTo>
                  <a:lnTo>
                    <a:pt x="1783764" y="27042"/>
                  </a:lnTo>
                  <a:lnTo>
                    <a:pt x="1791622" y="26499"/>
                  </a:lnTo>
                  <a:lnTo>
                    <a:pt x="1799480" y="25944"/>
                  </a:lnTo>
                  <a:lnTo>
                    <a:pt x="1807338" y="25379"/>
                  </a:lnTo>
                  <a:lnTo>
                    <a:pt x="1815196" y="24803"/>
                  </a:lnTo>
                  <a:lnTo>
                    <a:pt x="1823054" y="24215"/>
                  </a:lnTo>
                  <a:lnTo>
                    <a:pt x="1830912" y="23615"/>
                  </a:lnTo>
                  <a:lnTo>
                    <a:pt x="1838770" y="23002"/>
                  </a:lnTo>
                  <a:lnTo>
                    <a:pt x="1846628" y="22376"/>
                  </a:lnTo>
                  <a:lnTo>
                    <a:pt x="1854486" y="21571"/>
                  </a:lnTo>
                  <a:lnTo>
                    <a:pt x="1862344" y="20920"/>
                  </a:lnTo>
                  <a:lnTo>
                    <a:pt x="1870202" y="20256"/>
                  </a:lnTo>
                  <a:lnTo>
                    <a:pt x="1878060" y="19579"/>
                  </a:lnTo>
                  <a:lnTo>
                    <a:pt x="1885918" y="18887"/>
                  </a:lnTo>
                  <a:lnTo>
                    <a:pt x="1893776" y="18140"/>
                  </a:lnTo>
                  <a:lnTo>
                    <a:pt x="1901634" y="17289"/>
                  </a:lnTo>
                  <a:lnTo>
                    <a:pt x="1909492" y="16420"/>
                  </a:lnTo>
                  <a:lnTo>
                    <a:pt x="1917350" y="15533"/>
                  </a:lnTo>
                  <a:lnTo>
                    <a:pt x="1925208" y="14625"/>
                  </a:lnTo>
                  <a:lnTo>
                    <a:pt x="1933066" y="13695"/>
                  </a:lnTo>
                  <a:lnTo>
                    <a:pt x="1940924" y="12743"/>
                  </a:lnTo>
                  <a:lnTo>
                    <a:pt x="1948782" y="11768"/>
                  </a:lnTo>
                  <a:lnTo>
                    <a:pt x="1956640" y="10770"/>
                  </a:lnTo>
                  <a:lnTo>
                    <a:pt x="1964498" y="9748"/>
                  </a:lnTo>
                  <a:lnTo>
                    <a:pt x="1972356" y="8702"/>
                  </a:lnTo>
                  <a:lnTo>
                    <a:pt x="1980214" y="7631"/>
                  </a:lnTo>
                  <a:lnTo>
                    <a:pt x="1988072" y="6534"/>
                  </a:lnTo>
                  <a:lnTo>
                    <a:pt x="1995930" y="5412"/>
                  </a:lnTo>
                  <a:lnTo>
                    <a:pt x="2003788" y="4264"/>
                  </a:lnTo>
                  <a:lnTo>
                    <a:pt x="2011646" y="3200"/>
                  </a:lnTo>
                  <a:lnTo>
                    <a:pt x="2019504" y="2155"/>
                  </a:lnTo>
                  <a:lnTo>
                    <a:pt x="2027362" y="1088"/>
                  </a:lnTo>
                  <a:lnTo>
                    <a:pt x="2035220" y="0"/>
                  </a:lnTo>
                  <a:lnTo>
                    <a:pt x="2035220" y="52129"/>
                  </a:lnTo>
                  <a:lnTo>
                    <a:pt x="2027362" y="52129"/>
                  </a:lnTo>
                  <a:lnTo>
                    <a:pt x="2019504" y="52129"/>
                  </a:lnTo>
                  <a:lnTo>
                    <a:pt x="2011646" y="52129"/>
                  </a:lnTo>
                  <a:lnTo>
                    <a:pt x="2003788" y="52129"/>
                  </a:lnTo>
                  <a:lnTo>
                    <a:pt x="1995930" y="52129"/>
                  </a:lnTo>
                  <a:lnTo>
                    <a:pt x="1988072" y="52129"/>
                  </a:lnTo>
                  <a:lnTo>
                    <a:pt x="1980214" y="52129"/>
                  </a:lnTo>
                  <a:lnTo>
                    <a:pt x="1972356" y="52129"/>
                  </a:lnTo>
                  <a:lnTo>
                    <a:pt x="1964498" y="52129"/>
                  </a:lnTo>
                  <a:lnTo>
                    <a:pt x="1956640" y="52129"/>
                  </a:lnTo>
                  <a:lnTo>
                    <a:pt x="1948782" y="52129"/>
                  </a:lnTo>
                  <a:lnTo>
                    <a:pt x="1940924" y="52129"/>
                  </a:lnTo>
                  <a:lnTo>
                    <a:pt x="1933066" y="52129"/>
                  </a:lnTo>
                  <a:lnTo>
                    <a:pt x="1925208" y="52129"/>
                  </a:lnTo>
                  <a:lnTo>
                    <a:pt x="1917350" y="52128"/>
                  </a:lnTo>
                  <a:lnTo>
                    <a:pt x="1909492" y="52128"/>
                  </a:lnTo>
                  <a:lnTo>
                    <a:pt x="1901634" y="52128"/>
                  </a:lnTo>
                  <a:lnTo>
                    <a:pt x="1893776" y="52128"/>
                  </a:lnTo>
                  <a:lnTo>
                    <a:pt x="1885918" y="52128"/>
                  </a:lnTo>
                  <a:lnTo>
                    <a:pt x="1878060" y="52128"/>
                  </a:lnTo>
                  <a:lnTo>
                    <a:pt x="1870202" y="52128"/>
                  </a:lnTo>
                  <a:lnTo>
                    <a:pt x="1862344" y="52128"/>
                  </a:lnTo>
                  <a:lnTo>
                    <a:pt x="1854486" y="52128"/>
                  </a:lnTo>
                  <a:lnTo>
                    <a:pt x="1846628" y="52128"/>
                  </a:lnTo>
                  <a:lnTo>
                    <a:pt x="1838770" y="52128"/>
                  </a:lnTo>
                  <a:lnTo>
                    <a:pt x="1830912" y="52128"/>
                  </a:lnTo>
                  <a:lnTo>
                    <a:pt x="1823054" y="52128"/>
                  </a:lnTo>
                  <a:lnTo>
                    <a:pt x="1815196" y="52128"/>
                  </a:lnTo>
                  <a:lnTo>
                    <a:pt x="1807338" y="52128"/>
                  </a:lnTo>
                  <a:lnTo>
                    <a:pt x="1799480" y="52128"/>
                  </a:lnTo>
                  <a:lnTo>
                    <a:pt x="1791622" y="52128"/>
                  </a:lnTo>
                  <a:lnTo>
                    <a:pt x="1783764" y="52128"/>
                  </a:lnTo>
                  <a:lnTo>
                    <a:pt x="1775906" y="52128"/>
                  </a:lnTo>
                  <a:lnTo>
                    <a:pt x="1768048" y="52128"/>
                  </a:lnTo>
                  <a:lnTo>
                    <a:pt x="1760190" y="52128"/>
                  </a:lnTo>
                  <a:lnTo>
                    <a:pt x="1752332" y="52128"/>
                  </a:lnTo>
                  <a:lnTo>
                    <a:pt x="1744474" y="52128"/>
                  </a:lnTo>
                  <a:lnTo>
                    <a:pt x="1736616" y="52128"/>
                  </a:lnTo>
                  <a:lnTo>
                    <a:pt x="1728758" y="52128"/>
                  </a:lnTo>
                  <a:lnTo>
                    <a:pt x="1720900" y="52128"/>
                  </a:lnTo>
                  <a:lnTo>
                    <a:pt x="1713042" y="52128"/>
                  </a:lnTo>
                  <a:lnTo>
                    <a:pt x="1705184" y="52128"/>
                  </a:lnTo>
                  <a:lnTo>
                    <a:pt x="1697326" y="52128"/>
                  </a:lnTo>
                  <a:lnTo>
                    <a:pt x="1689468" y="52128"/>
                  </a:lnTo>
                  <a:lnTo>
                    <a:pt x="1681610" y="52127"/>
                  </a:lnTo>
                  <a:lnTo>
                    <a:pt x="1673752" y="52127"/>
                  </a:lnTo>
                  <a:lnTo>
                    <a:pt x="1665894" y="52127"/>
                  </a:lnTo>
                  <a:lnTo>
                    <a:pt x="1658036" y="52127"/>
                  </a:lnTo>
                  <a:lnTo>
                    <a:pt x="1650178" y="52127"/>
                  </a:lnTo>
                  <a:lnTo>
                    <a:pt x="1642320" y="52127"/>
                  </a:lnTo>
                  <a:lnTo>
                    <a:pt x="1634462" y="52127"/>
                  </a:lnTo>
                  <a:lnTo>
                    <a:pt x="1626604" y="52127"/>
                  </a:lnTo>
                  <a:lnTo>
                    <a:pt x="1618746" y="52127"/>
                  </a:lnTo>
                  <a:lnTo>
                    <a:pt x="1610888" y="52127"/>
                  </a:lnTo>
                  <a:lnTo>
                    <a:pt x="1603030" y="52127"/>
                  </a:lnTo>
                  <a:lnTo>
                    <a:pt x="1595172" y="52127"/>
                  </a:lnTo>
                  <a:lnTo>
                    <a:pt x="1587314" y="52127"/>
                  </a:lnTo>
                  <a:lnTo>
                    <a:pt x="1579456" y="52127"/>
                  </a:lnTo>
                  <a:lnTo>
                    <a:pt x="1571598" y="52127"/>
                  </a:lnTo>
                  <a:lnTo>
                    <a:pt x="1563740" y="52127"/>
                  </a:lnTo>
                  <a:lnTo>
                    <a:pt x="1555882" y="52127"/>
                  </a:lnTo>
                  <a:lnTo>
                    <a:pt x="1548024" y="52127"/>
                  </a:lnTo>
                  <a:lnTo>
                    <a:pt x="1540166" y="52126"/>
                  </a:lnTo>
                  <a:lnTo>
                    <a:pt x="1532308" y="52126"/>
                  </a:lnTo>
                  <a:lnTo>
                    <a:pt x="1524450" y="52126"/>
                  </a:lnTo>
                  <a:lnTo>
                    <a:pt x="1516592" y="52126"/>
                  </a:lnTo>
                  <a:lnTo>
                    <a:pt x="1508734" y="52126"/>
                  </a:lnTo>
                  <a:lnTo>
                    <a:pt x="1500876" y="52126"/>
                  </a:lnTo>
                  <a:lnTo>
                    <a:pt x="1493018" y="52126"/>
                  </a:lnTo>
                  <a:lnTo>
                    <a:pt x="1485160" y="52126"/>
                  </a:lnTo>
                  <a:lnTo>
                    <a:pt x="1477302" y="52126"/>
                  </a:lnTo>
                  <a:lnTo>
                    <a:pt x="1469444" y="52126"/>
                  </a:lnTo>
                  <a:lnTo>
                    <a:pt x="1461586" y="52126"/>
                  </a:lnTo>
                  <a:lnTo>
                    <a:pt x="1453728" y="52126"/>
                  </a:lnTo>
                  <a:lnTo>
                    <a:pt x="1445870" y="52125"/>
                  </a:lnTo>
                  <a:lnTo>
                    <a:pt x="1438012" y="52125"/>
                  </a:lnTo>
                  <a:lnTo>
                    <a:pt x="1430154" y="52125"/>
                  </a:lnTo>
                  <a:lnTo>
                    <a:pt x="1422296" y="52125"/>
                  </a:lnTo>
                  <a:lnTo>
                    <a:pt x="1414438" y="52125"/>
                  </a:lnTo>
                  <a:lnTo>
                    <a:pt x="1406580" y="52125"/>
                  </a:lnTo>
                  <a:lnTo>
                    <a:pt x="1398722" y="52125"/>
                  </a:lnTo>
                  <a:lnTo>
                    <a:pt x="1390864" y="52125"/>
                  </a:lnTo>
                  <a:lnTo>
                    <a:pt x="1383006" y="52125"/>
                  </a:lnTo>
                  <a:lnTo>
                    <a:pt x="1375148" y="52125"/>
                  </a:lnTo>
                  <a:lnTo>
                    <a:pt x="1367290" y="52125"/>
                  </a:lnTo>
                  <a:lnTo>
                    <a:pt x="1359432" y="52124"/>
                  </a:lnTo>
                  <a:lnTo>
                    <a:pt x="1351574" y="52124"/>
                  </a:lnTo>
                  <a:lnTo>
                    <a:pt x="1343716" y="52124"/>
                  </a:lnTo>
                  <a:lnTo>
                    <a:pt x="1335858" y="52124"/>
                  </a:lnTo>
                  <a:lnTo>
                    <a:pt x="1328000" y="52124"/>
                  </a:lnTo>
                  <a:lnTo>
                    <a:pt x="1320142" y="52124"/>
                  </a:lnTo>
                  <a:lnTo>
                    <a:pt x="1312284" y="52124"/>
                  </a:lnTo>
                  <a:lnTo>
                    <a:pt x="1304426" y="52124"/>
                  </a:lnTo>
                  <a:lnTo>
                    <a:pt x="1296568" y="52123"/>
                  </a:lnTo>
                  <a:lnTo>
                    <a:pt x="1288710" y="52123"/>
                  </a:lnTo>
                  <a:lnTo>
                    <a:pt x="1280852" y="52123"/>
                  </a:lnTo>
                  <a:lnTo>
                    <a:pt x="1272994" y="52123"/>
                  </a:lnTo>
                  <a:lnTo>
                    <a:pt x="1265136" y="52123"/>
                  </a:lnTo>
                  <a:lnTo>
                    <a:pt x="1257278" y="52123"/>
                  </a:lnTo>
                  <a:lnTo>
                    <a:pt x="1249420" y="52123"/>
                  </a:lnTo>
                  <a:lnTo>
                    <a:pt x="1241562" y="52122"/>
                  </a:lnTo>
                  <a:lnTo>
                    <a:pt x="1233704" y="52122"/>
                  </a:lnTo>
                  <a:lnTo>
                    <a:pt x="1225846" y="52122"/>
                  </a:lnTo>
                  <a:lnTo>
                    <a:pt x="1217988" y="52122"/>
                  </a:lnTo>
                  <a:lnTo>
                    <a:pt x="1210130" y="52122"/>
                  </a:lnTo>
                  <a:lnTo>
                    <a:pt x="1202272" y="52122"/>
                  </a:lnTo>
                  <a:lnTo>
                    <a:pt x="1194414" y="52121"/>
                  </a:lnTo>
                  <a:lnTo>
                    <a:pt x="1186556" y="52121"/>
                  </a:lnTo>
                  <a:lnTo>
                    <a:pt x="1178698" y="52121"/>
                  </a:lnTo>
                  <a:lnTo>
                    <a:pt x="1170840" y="52121"/>
                  </a:lnTo>
                  <a:lnTo>
                    <a:pt x="1162982" y="52121"/>
                  </a:lnTo>
                  <a:lnTo>
                    <a:pt x="1155124" y="52121"/>
                  </a:lnTo>
                  <a:lnTo>
                    <a:pt x="1147266" y="52120"/>
                  </a:lnTo>
                  <a:lnTo>
                    <a:pt x="1139408" y="52120"/>
                  </a:lnTo>
                  <a:lnTo>
                    <a:pt x="1131550" y="52120"/>
                  </a:lnTo>
                  <a:lnTo>
                    <a:pt x="1123692" y="52120"/>
                  </a:lnTo>
                  <a:lnTo>
                    <a:pt x="1115834" y="52120"/>
                  </a:lnTo>
                  <a:lnTo>
                    <a:pt x="1107976" y="52119"/>
                  </a:lnTo>
                  <a:lnTo>
                    <a:pt x="1100118" y="52119"/>
                  </a:lnTo>
                  <a:lnTo>
                    <a:pt x="1092260" y="52119"/>
                  </a:lnTo>
                  <a:lnTo>
                    <a:pt x="1084402" y="52119"/>
                  </a:lnTo>
                  <a:lnTo>
                    <a:pt x="1076544" y="52119"/>
                  </a:lnTo>
                  <a:lnTo>
                    <a:pt x="1068686" y="52118"/>
                  </a:lnTo>
                  <a:lnTo>
                    <a:pt x="1060828" y="52118"/>
                  </a:lnTo>
                  <a:lnTo>
                    <a:pt x="1052970" y="52118"/>
                  </a:lnTo>
                  <a:lnTo>
                    <a:pt x="1045112" y="52118"/>
                  </a:lnTo>
                  <a:lnTo>
                    <a:pt x="1037254" y="52117"/>
                  </a:lnTo>
                  <a:lnTo>
                    <a:pt x="1029397" y="52117"/>
                  </a:lnTo>
                  <a:lnTo>
                    <a:pt x="1021539" y="52117"/>
                  </a:lnTo>
                  <a:lnTo>
                    <a:pt x="1013681" y="52116"/>
                  </a:lnTo>
                  <a:lnTo>
                    <a:pt x="1005823" y="52116"/>
                  </a:lnTo>
                  <a:lnTo>
                    <a:pt x="997965" y="52116"/>
                  </a:lnTo>
                  <a:lnTo>
                    <a:pt x="990107" y="52115"/>
                  </a:lnTo>
                  <a:lnTo>
                    <a:pt x="982249" y="52115"/>
                  </a:lnTo>
                  <a:lnTo>
                    <a:pt x="974391" y="52115"/>
                  </a:lnTo>
                  <a:lnTo>
                    <a:pt x="966533" y="52114"/>
                  </a:lnTo>
                  <a:lnTo>
                    <a:pt x="958675" y="52114"/>
                  </a:lnTo>
                  <a:lnTo>
                    <a:pt x="950817" y="52114"/>
                  </a:lnTo>
                  <a:lnTo>
                    <a:pt x="942959" y="52113"/>
                  </a:lnTo>
                  <a:lnTo>
                    <a:pt x="935101" y="52113"/>
                  </a:lnTo>
                  <a:lnTo>
                    <a:pt x="927243" y="52113"/>
                  </a:lnTo>
                  <a:lnTo>
                    <a:pt x="919385" y="52112"/>
                  </a:lnTo>
                  <a:lnTo>
                    <a:pt x="911527" y="52112"/>
                  </a:lnTo>
                  <a:lnTo>
                    <a:pt x="903669" y="52112"/>
                  </a:lnTo>
                  <a:lnTo>
                    <a:pt x="895811" y="52111"/>
                  </a:lnTo>
                  <a:lnTo>
                    <a:pt x="887953" y="52111"/>
                  </a:lnTo>
                  <a:lnTo>
                    <a:pt x="880095" y="52111"/>
                  </a:lnTo>
                  <a:lnTo>
                    <a:pt x="872237" y="52110"/>
                  </a:lnTo>
                  <a:lnTo>
                    <a:pt x="864379" y="52110"/>
                  </a:lnTo>
                  <a:lnTo>
                    <a:pt x="856521" y="52109"/>
                  </a:lnTo>
                  <a:lnTo>
                    <a:pt x="848663" y="52109"/>
                  </a:lnTo>
                  <a:lnTo>
                    <a:pt x="840805" y="52109"/>
                  </a:lnTo>
                  <a:lnTo>
                    <a:pt x="832947" y="52108"/>
                  </a:lnTo>
                  <a:lnTo>
                    <a:pt x="825089" y="52108"/>
                  </a:lnTo>
                  <a:lnTo>
                    <a:pt x="817231" y="52107"/>
                  </a:lnTo>
                  <a:lnTo>
                    <a:pt x="809373" y="52107"/>
                  </a:lnTo>
                  <a:lnTo>
                    <a:pt x="801515" y="52106"/>
                  </a:lnTo>
                  <a:lnTo>
                    <a:pt x="793657" y="52106"/>
                  </a:lnTo>
                  <a:lnTo>
                    <a:pt x="785799" y="52105"/>
                  </a:lnTo>
                  <a:lnTo>
                    <a:pt x="777941" y="52105"/>
                  </a:lnTo>
                  <a:lnTo>
                    <a:pt x="770083" y="52104"/>
                  </a:lnTo>
                  <a:lnTo>
                    <a:pt x="762225" y="52104"/>
                  </a:lnTo>
                  <a:lnTo>
                    <a:pt x="754367" y="52103"/>
                  </a:lnTo>
                  <a:lnTo>
                    <a:pt x="746509" y="52103"/>
                  </a:lnTo>
                  <a:lnTo>
                    <a:pt x="738651" y="52102"/>
                  </a:lnTo>
                  <a:lnTo>
                    <a:pt x="730793" y="52102"/>
                  </a:lnTo>
                  <a:lnTo>
                    <a:pt x="722935" y="52101"/>
                  </a:lnTo>
                  <a:lnTo>
                    <a:pt x="715077" y="52101"/>
                  </a:lnTo>
                  <a:lnTo>
                    <a:pt x="707219" y="52100"/>
                  </a:lnTo>
                  <a:lnTo>
                    <a:pt x="699361" y="52099"/>
                  </a:lnTo>
                  <a:lnTo>
                    <a:pt x="691503" y="52099"/>
                  </a:lnTo>
                  <a:lnTo>
                    <a:pt x="683645" y="52098"/>
                  </a:lnTo>
                  <a:lnTo>
                    <a:pt x="675787" y="52098"/>
                  </a:lnTo>
                  <a:lnTo>
                    <a:pt x="667929" y="52097"/>
                  </a:lnTo>
                  <a:lnTo>
                    <a:pt x="660071" y="52097"/>
                  </a:lnTo>
                  <a:lnTo>
                    <a:pt x="652213" y="52096"/>
                  </a:lnTo>
                  <a:lnTo>
                    <a:pt x="644355" y="52096"/>
                  </a:lnTo>
                  <a:lnTo>
                    <a:pt x="636497" y="52095"/>
                  </a:lnTo>
                  <a:lnTo>
                    <a:pt x="628639" y="52094"/>
                  </a:lnTo>
                  <a:lnTo>
                    <a:pt x="620781" y="52094"/>
                  </a:lnTo>
                  <a:lnTo>
                    <a:pt x="612923" y="52093"/>
                  </a:lnTo>
                  <a:lnTo>
                    <a:pt x="605065" y="52093"/>
                  </a:lnTo>
                  <a:lnTo>
                    <a:pt x="597207" y="52092"/>
                  </a:lnTo>
                  <a:lnTo>
                    <a:pt x="589349" y="52091"/>
                  </a:lnTo>
                  <a:lnTo>
                    <a:pt x="581491" y="52090"/>
                  </a:lnTo>
                  <a:lnTo>
                    <a:pt x="573633" y="52089"/>
                  </a:lnTo>
                  <a:lnTo>
                    <a:pt x="565775" y="52088"/>
                  </a:lnTo>
                  <a:lnTo>
                    <a:pt x="557917" y="52087"/>
                  </a:lnTo>
                  <a:lnTo>
                    <a:pt x="550059" y="52086"/>
                  </a:lnTo>
                  <a:lnTo>
                    <a:pt x="542201" y="52086"/>
                  </a:lnTo>
                  <a:lnTo>
                    <a:pt x="534343" y="52085"/>
                  </a:lnTo>
                  <a:lnTo>
                    <a:pt x="526485" y="52085"/>
                  </a:lnTo>
                  <a:lnTo>
                    <a:pt x="518627" y="52084"/>
                  </a:lnTo>
                  <a:lnTo>
                    <a:pt x="510769" y="52084"/>
                  </a:lnTo>
                  <a:lnTo>
                    <a:pt x="502911" y="52083"/>
                  </a:lnTo>
                  <a:lnTo>
                    <a:pt x="495053" y="52082"/>
                  </a:lnTo>
                  <a:lnTo>
                    <a:pt x="487195" y="52081"/>
                  </a:lnTo>
                  <a:lnTo>
                    <a:pt x="479337" y="52080"/>
                  </a:lnTo>
                  <a:lnTo>
                    <a:pt x="471479" y="52079"/>
                  </a:lnTo>
                  <a:lnTo>
                    <a:pt x="463621" y="52078"/>
                  </a:lnTo>
                  <a:lnTo>
                    <a:pt x="455763" y="52078"/>
                  </a:lnTo>
                  <a:lnTo>
                    <a:pt x="447905" y="52077"/>
                  </a:lnTo>
                  <a:lnTo>
                    <a:pt x="440047" y="52076"/>
                  </a:lnTo>
                  <a:lnTo>
                    <a:pt x="432189" y="52074"/>
                  </a:lnTo>
                  <a:lnTo>
                    <a:pt x="424331" y="52073"/>
                  </a:lnTo>
                  <a:lnTo>
                    <a:pt x="416473" y="52073"/>
                  </a:lnTo>
                  <a:lnTo>
                    <a:pt x="408615" y="52072"/>
                  </a:lnTo>
                  <a:lnTo>
                    <a:pt x="400757" y="52071"/>
                  </a:lnTo>
                  <a:lnTo>
                    <a:pt x="392899" y="52071"/>
                  </a:lnTo>
                  <a:lnTo>
                    <a:pt x="385041" y="52070"/>
                  </a:lnTo>
                  <a:lnTo>
                    <a:pt x="377183" y="52069"/>
                  </a:lnTo>
                  <a:lnTo>
                    <a:pt x="369325" y="52068"/>
                  </a:lnTo>
                  <a:lnTo>
                    <a:pt x="361467" y="52068"/>
                  </a:lnTo>
                  <a:lnTo>
                    <a:pt x="353609" y="52067"/>
                  </a:lnTo>
                  <a:lnTo>
                    <a:pt x="345751" y="52067"/>
                  </a:lnTo>
                  <a:lnTo>
                    <a:pt x="337893" y="52066"/>
                  </a:lnTo>
                  <a:lnTo>
                    <a:pt x="330035" y="52066"/>
                  </a:lnTo>
                  <a:lnTo>
                    <a:pt x="322177" y="52065"/>
                  </a:lnTo>
                  <a:lnTo>
                    <a:pt x="314319" y="52064"/>
                  </a:lnTo>
                  <a:lnTo>
                    <a:pt x="306461" y="52063"/>
                  </a:lnTo>
                  <a:lnTo>
                    <a:pt x="298603" y="52063"/>
                  </a:lnTo>
                  <a:lnTo>
                    <a:pt x="290745" y="52062"/>
                  </a:lnTo>
                  <a:lnTo>
                    <a:pt x="282887" y="52062"/>
                  </a:lnTo>
                  <a:lnTo>
                    <a:pt x="275029" y="52062"/>
                  </a:lnTo>
                  <a:lnTo>
                    <a:pt x="267171" y="52061"/>
                  </a:lnTo>
                  <a:lnTo>
                    <a:pt x="259313" y="52061"/>
                  </a:lnTo>
                  <a:lnTo>
                    <a:pt x="251455" y="52061"/>
                  </a:lnTo>
                  <a:lnTo>
                    <a:pt x="243597" y="52060"/>
                  </a:lnTo>
                  <a:lnTo>
                    <a:pt x="235739" y="52060"/>
                  </a:lnTo>
                  <a:lnTo>
                    <a:pt x="227881" y="52060"/>
                  </a:lnTo>
                  <a:lnTo>
                    <a:pt x="220023" y="52059"/>
                  </a:lnTo>
                  <a:lnTo>
                    <a:pt x="212165" y="52059"/>
                  </a:lnTo>
                  <a:lnTo>
                    <a:pt x="204307" y="52059"/>
                  </a:lnTo>
                  <a:lnTo>
                    <a:pt x="196449" y="52058"/>
                  </a:lnTo>
                  <a:lnTo>
                    <a:pt x="188591" y="52058"/>
                  </a:lnTo>
                  <a:lnTo>
                    <a:pt x="180733" y="52058"/>
                  </a:lnTo>
                  <a:lnTo>
                    <a:pt x="172875" y="52058"/>
                  </a:lnTo>
                  <a:lnTo>
                    <a:pt x="165017" y="52059"/>
                  </a:lnTo>
                  <a:lnTo>
                    <a:pt x="157159" y="52059"/>
                  </a:lnTo>
                  <a:lnTo>
                    <a:pt x="149301" y="52059"/>
                  </a:lnTo>
                  <a:lnTo>
                    <a:pt x="141443" y="52059"/>
                  </a:lnTo>
                  <a:lnTo>
                    <a:pt x="133585" y="52060"/>
                  </a:lnTo>
                  <a:lnTo>
                    <a:pt x="125727" y="52060"/>
                  </a:lnTo>
                  <a:lnTo>
                    <a:pt x="117869" y="52060"/>
                  </a:lnTo>
                  <a:lnTo>
                    <a:pt x="110011" y="52060"/>
                  </a:lnTo>
                  <a:lnTo>
                    <a:pt x="102153" y="52061"/>
                  </a:lnTo>
                  <a:lnTo>
                    <a:pt x="94295" y="52061"/>
                  </a:lnTo>
                  <a:lnTo>
                    <a:pt x="86437" y="52062"/>
                  </a:lnTo>
                  <a:lnTo>
                    <a:pt x="78579" y="52062"/>
                  </a:lnTo>
                  <a:lnTo>
                    <a:pt x="70721" y="52062"/>
                  </a:lnTo>
                  <a:lnTo>
                    <a:pt x="62863" y="52063"/>
                  </a:lnTo>
                  <a:lnTo>
                    <a:pt x="55005" y="52064"/>
                  </a:lnTo>
                  <a:lnTo>
                    <a:pt x="47147" y="52065"/>
                  </a:lnTo>
                  <a:lnTo>
                    <a:pt x="39289" y="52065"/>
                  </a:lnTo>
                  <a:lnTo>
                    <a:pt x="31431" y="52066"/>
                  </a:lnTo>
                  <a:lnTo>
                    <a:pt x="23573" y="52066"/>
                  </a:lnTo>
                  <a:lnTo>
                    <a:pt x="15715" y="52067"/>
                  </a:lnTo>
                  <a:lnTo>
                    <a:pt x="7857" y="52067"/>
                  </a:lnTo>
                  <a:lnTo>
                    <a:pt x="0" y="52068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22" name="pl121"/>
            <p:cNvSpPr/>
            <p:nvPr/>
          </p:nvSpPr>
          <p:spPr>
            <a:xfrm>
              <a:off x="3608036" y="3053434"/>
              <a:ext cx="2035220" cy="51629"/>
            </a:xfrm>
            <a:custGeom>
              <a:avLst/>
              <a:pathLst>
                <a:path w="2035220" h="51629">
                  <a:moveTo>
                    <a:pt x="0" y="51578"/>
                  </a:moveTo>
                  <a:lnTo>
                    <a:pt x="7857" y="51587"/>
                  </a:lnTo>
                  <a:lnTo>
                    <a:pt x="15715" y="51594"/>
                  </a:lnTo>
                  <a:lnTo>
                    <a:pt x="23573" y="51595"/>
                  </a:lnTo>
                  <a:lnTo>
                    <a:pt x="31431" y="51598"/>
                  </a:lnTo>
                  <a:lnTo>
                    <a:pt x="39289" y="51599"/>
                  </a:lnTo>
                  <a:lnTo>
                    <a:pt x="47147" y="51601"/>
                  </a:lnTo>
                  <a:lnTo>
                    <a:pt x="55005" y="51601"/>
                  </a:lnTo>
                  <a:lnTo>
                    <a:pt x="62863" y="51608"/>
                  </a:lnTo>
                  <a:lnTo>
                    <a:pt x="70721" y="51612"/>
                  </a:lnTo>
                  <a:lnTo>
                    <a:pt x="78579" y="51611"/>
                  </a:lnTo>
                  <a:lnTo>
                    <a:pt x="86437" y="51617"/>
                  </a:lnTo>
                  <a:lnTo>
                    <a:pt x="94295" y="51616"/>
                  </a:lnTo>
                  <a:lnTo>
                    <a:pt x="102153" y="51614"/>
                  </a:lnTo>
                  <a:lnTo>
                    <a:pt x="110011" y="51621"/>
                  </a:lnTo>
                  <a:lnTo>
                    <a:pt x="117869" y="51623"/>
                  </a:lnTo>
                  <a:lnTo>
                    <a:pt x="125727" y="51624"/>
                  </a:lnTo>
                  <a:lnTo>
                    <a:pt x="133585" y="51624"/>
                  </a:lnTo>
                  <a:lnTo>
                    <a:pt x="141443" y="51626"/>
                  </a:lnTo>
                  <a:lnTo>
                    <a:pt x="149301" y="51627"/>
                  </a:lnTo>
                  <a:lnTo>
                    <a:pt x="157159" y="51629"/>
                  </a:lnTo>
                  <a:lnTo>
                    <a:pt x="165017" y="51628"/>
                  </a:lnTo>
                  <a:lnTo>
                    <a:pt x="172875" y="51626"/>
                  </a:lnTo>
                  <a:lnTo>
                    <a:pt x="180733" y="51625"/>
                  </a:lnTo>
                  <a:lnTo>
                    <a:pt x="188591" y="51622"/>
                  </a:lnTo>
                  <a:lnTo>
                    <a:pt x="196449" y="51619"/>
                  </a:lnTo>
                  <a:lnTo>
                    <a:pt x="204307" y="51620"/>
                  </a:lnTo>
                  <a:lnTo>
                    <a:pt x="212165" y="51619"/>
                  </a:lnTo>
                  <a:lnTo>
                    <a:pt x="220023" y="51612"/>
                  </a:lnTo>
                  <a:lnTo>
                    <a:pt x="227881" y="51612"/>
                  </a:lnTo>
                  <a:lnTo>
                    <a:pt x="235739" y="51606"/>
                  </a:lnTo>
                  <a:lnTo>
                    <a:pt x="243597" y="51603"/>
                  </a:lnTo>
                  <a:lnTo>
                    <a:pt x="251455" y="51596"/>
                  </a:lnTo>
                  <a:lnTo>
                    <a:pt x="259313" y="51590"/>
                  </a:lnTo>
                  <a:lnTo>
                    <a:pt x="267171" y="51584"/>
                  </a:lnTo>
                  <a:lnTo>
                    <a:pt x="275029" y="51581"/>
                  </a:lnTo>
                  <a:lnTo>
                    <a:pt x="282887" y="51575"/>
                  </a:lnTo>
                  <a:lnTo>
                    <a:pt x="290745" y="51570"/>
                  </a:lnTo>
                  <a:lnTo>
                    <a:pt x="298603" y="51562"/>
                  </a:lnTo>
                  <a:lnTo>
                    <a:pt x="306461" y="51552"/>
                  </a:lnTo>
                  <a:lnTo>
                    <a:pt x="314319" y="51550"/>
                  </a:lnTo>
                  <a:lnTo>
                    <a:pt x="322177" y="51543"/>
                  </a:lnTo>
                  <a:lnTo>
                    <a:pt x="330035" y="51539"/>
                  </a:lnTo>
                  <a:lnTo>
                    <a:pt x="337893" y="51537"/>
                  </a:lnTo>
                  <a:lnTo>
                    <a:pt x="345751" y="51535"/>
                  </a:lnTo>
                  <a:lnTo>
                    <a:pt x="353609" y="51527"/>
                  </a:lnTo>
                  <a:lnTo>
                    <a:pt x="361467" y="51518"/>
                  </a:lnTo>
                  <a:lnTo>
                    <a:pt x="369325" y="51508"/>
                  </a:lnTo>
                  <a:lnTo>
                    <a:pt x="377183" y="51506"/>
                  </a:lnTo>
                  <a:lnTo>
                    <a:pt x="385041" y="51494"/>
                  </a:lnTo>
                  <a:lnTo>
                    <a:pt x="392899" y="51482"/>
                  </a:lnTo>
                  <a:lnTo>
                    <a:pt x="400757" y="51472"/>
                  </a:lnTo>
                  <a:lnTo>
                    <a:pt x="408615" y="51466"/>
                  </a:lnTo>
                  <a:lnTo>
                    <a:pt x="416473" y="51454"/>
                  </a:lnTo>
                  <a:lnTo>
                    <a:pt x="424331" y="51446"/>
                  </a:lnTo>
                  <a:lnTo>
                    <a:pt x="432189" y="51431"/>
                  </a:lnTo>
                  <a:lnTo>
                    <a:pt x="440047" y="51420"/>
                  </a:lnTo>
                  <a:lnTo>
                    <a:pt x="447905" y="51407"/>
                  </a:lnTo>
                  <a:lnTo>
                    <a:pt x="455763" y="51394"/>
                  </a:lnTo>
                  <a:lnTo>
                    <a:pt x="463621" y="51384"/>
                  </a:lnTo>
                  <a:lnTo>
                    <a:pt x="471479" y="51371"/>
                  </a:lnTo>
                  <a:lnTo>
                    <a:pt x="479337" y="51365"/>
                  </a:lnTo>
                  <a:lnTo>
                    <a:pt x="487195" y="51356"/>
                  </a:lnTo>
                  <a:lnTo>
                    <a:pt x="495053" y="51347"/>
                  </a:lnTo>
                  <a:lnTo>
                    <a:pt x="502911" y="51337"/>
                  </a:lnTo>
                  <a:lnTo>
                    <a:pt x="510769" y="51327"/>
                  </a:lnTo>
                  <a:lnTo>
                    <a:pt x="518627" y="51313"/>
                  </a:lnTo>
                  <a:lnTo>
                    <a:pt x="526485" y="51296"/>
                  </a:lnTo>
                  <a:lnTo>
                    <a:pt x="534343" y="51289"/>
                  </a:lnTo>
                  <a:lnTo>
                    <a:pt x="542201" y="51271"/>
                  </a:lnTo>
                  <a:lnTo>
                    <a:pt x="550059" y="51264"/>
                  </a:lnTo>
                  <a:lnTo>
                    <a:pt x="557917" y="51248"/>
                  </a:lnTo>
                  <a:lnTo>
                    <a:pt x="565775" y="51231"/>
                  </a:lnTo>
                  <a:lnTo>
                    <a:pt x="573633" y="51214"/>
                  </a:lnTo>
                  <a:lnTo>
                    <a:pt x="581491" y="51200"/>
                  </a:lnTo>
                  <a:lnTo>
                    <a:pt x="589349" y="51178"/>
                  </a:lnTo>
                  <a:lnTo>
                    <a:pt x="597207" y="51158"/>
                  </a:lnTo>
                  <a:lnTo>
                    <a:pt x="605065" y="51139"/>
                  </a:lnTo>
                  <a:lnTo>
                    <a:pt x="612923" y="51119"/>
                  </a:lnTo>
                  <a:lnTo>
                    <a:pt x="620781" y="51096"/>
                  </a:lnTo>
                  <a:lnTo>
                    <a:pt x="628639" y="51068"/>
                  </a:lnTo>
                  <a:lnTo>
                    <a:pt x="636497" y="51054"/>
                  </a:lnTo>
                  <a:lnTo>
                    <a:pt x="644355" y="51036"/>
                  </a:lnTo>
                  <a:lnTo>
                    <a:pt x="652213" y="51015"/>
                  </a:lnTo>
                  <a:lnTo>
                    <a:pt x="660071" y="50991"/>
                  </a:lnTo>
                  <a:lnTo>
                    <a:pt x="667929" y="50969"/>
                  </a:lnTo>
                  <a:lnTo>
                    <a:pt x="675787" y="50945"/>
                  </a:lnTo>
                  <a:lnTo>
                    <a:pt x="683645" y="50921"/>
                  </a:lnTo>
                  <a:lnTo>
                    <a:pt x="691503" y="50897"/>
                  </a:lnTo>
                  <a:lnTo>
                    <a:pt x="699361" y="50871"/>
                  </a:lnTo>
                  <a:lnTo>
                    <a:pt x="707219" y="50847"/>
                  </a:lnTo>
                  <a:lnTo>
                    <a:pt x="715077" y="50822"/>
                  </a:lnTo>
                  <a:lnTo>
                    <a:pt x="722935" y="50796"/>
                  </a:lnTo>
                  <a:lnTo>
                    <a:pt x="730793" y="50769"/>
                  </a:lnTo>
                  <a:lnTo>
                    <a:pt x="738651" y="50738"/>
                  </a:lnTo>
                  <a:lnTo>
                    <a:pt x="746509" y="50711"/>
                  </a:lnTo>
                  <a:lnTo>
                    <a:pt x="754367" y="50685"/>
                  </a:lnTo>
                  <a:lnTo>
                    <a:pt x="762225" y="50657"/>
                  </a:lnTo>
                  <a:lnTo>
                    <a:pt x="770083" y="50627"/>
                  </a:lnTo>
                  <a:lnTo>
                    <a:pt x="777941" y="50597"/>
                  </a:lnTo>
                  <a:lnTo>
                    <a:pt x="785799" y="50567"/>
                  </a:lnTo>
                  <a:lnTo>
                    <a:pt x="793657" y="50541"/>
                  </a:lnTo>
                  <a:lnTo>
                    <a:pt x="801515" y="50513"/>
                  </a:lnTo>
                  <a:lnTo>
                    <a:pt x="809373" y="50471"/>
                  </a:lnTo>
                  <a:lnTo>
                    <a:pt x="817231" y="50434"/>
                  </a:lnTo>
                  <a:lnTo>
                    <a:pt x="825089" y="50392"/>
                  </a:lnTo>
                  <a:lnTo>
                    <a:pt x="832947" y="50363"/>
                  </a:lnTo>
                  <a:lnTo>
                    <a:pt x="840805" y="50333"/>
                  </a:lnTo>
                  <a:lnTo>
                    <a:pt x="848663" y="50291"/>
                  </a:lnTo>
                  <a:lnTo>
                    <a:pt x="856521" y="50239"/>
                  </a:lnTo>
                  <a:lnTo>
                    <a:pt x="864379" y="50187"/>
                  </a:lnTo>
                  <a:lnTo>
                    <a:pt x="872237" y="50143"/>
                  </a:lnTo>
                  <a:lnTo>
                    <a:pt x="880095" y="50105"/>
                  </a:lnTo>
                  <a:lnTo>
                    <a:pt x="887953" y="50054"/>
                  </a:lnTo>
                  <a:lnTo>
                    <a:pt x="895811" y="50015"/>
                  </a:lnTo>
                  <a:lnTo>
                    <a:pt x="903669" y="49976"/>
                  </a:lnTo>
                  <a:lnTo>
                    <a:pt x="911527" y="49936"/>
                  </a:lnTo>
                  <a:lnTo>
                    <a:pt x="919385" y="49887"/>
                  </a:lnTo>
                  <a:lnTo>
                    <a:pt x="927243" y="49833"/>
                  </a:lnTo>
                  <a:lnTo>
                    <a:pt x="935101" y="49776"/>
                  </a:lnTo>
                  <a:lnTo>
                    <a:pt x="942959" y="49722"/>
                  </a:lnTo>
                  <a:lnTo>
                    <a:pt x="950817" y="49676"/>
                  </a:lnTo>
                  <a:lnTo>
                    <a:pt x="958675" y="49632"/>
                  </a:lnTo>
                  <a:lnTo>
                    <a:pt x="966533" y="49599"/>
                  </a:lnTo>
                  <a:lnTo>
                    <a:pt x="974391" y="49565"/>
                  </a:lnTo>
                  <a:lnTo>
                    <a:pt x="982249" y="49531"/>
                  </a:lnTo>
                  <a:lnTo>
                    <a:pt x="990107" y="49494"/>
                  </a:lnTo>
                  <a:lnTo>
                    <a:pt x="997965" y="49443"/>
                  </a:lnTo>
                  <a:lnTo>
                    <a:pt x="1005823" y="49388"/>
                  </a:lnTo>
                  <a:lnTo>
                    <a:pt x="1013681" y="49330"/>
                  </a:lnTo>
                  <a:lnTo>
                    <a:pt x="1021539" y="49272"/>
                  </a:lnTo>
                  <a:lnTo>
                    <a:pt x="1029397" y="49213"/>
                  </a:lnTo>
                  <a:lnTo>
                    <a:pt x="1037254" y="49152"/>
                  </a:lnTo>
                  <a:lnTo>
                    <a:pt x="1045112" y="49090"/>
                  </a:lnTo>
                  <a:lnTo>
                    <a:pt x="1052970" y="49027"/>
                  </a:lnTo>
                  <a:lnTo>
                    <a:pt x="1060828" y="48962"/>
                  </a:lnTo>
                  <a:lnTo>
                    <a:pt x="1068686" y="48896"/>
                  </a:lnTo>
                  <a:lnTo>
                    <a:pt x="1076544" y="48829"/>
                  </a:lnTo>
                  <a:lnTo>
                    <a:pt x="1084402" y="48760"/>
                  </a:lnTo>
                  <a:lnTo>
                    <a:pt x="1092260" y="48690"/>
                  </a:lnTo>
                  <a:lnTo>
                    <a:pt x="1100118" y="48619"/>
                  </a:lnTo>
                  <a:lnTo>
                    <a:pt x="1107976" y="48546"/>
                  </a:lnTo>
                  <a:lnTo>
                    <a:pt x="1115834" y="48471"/>
                  </a:lnTo>
                  <a:lnTo>
                    <a:pt x="1123692" y="48397"/>
                  </a:lnTo>
                  <a:lnTo>
                    <a:pt x="1131550" y="48325"/>
                  </a:lnTo>
                  <a:lnTo>
                    <a:pt x="1139408" y="48252"/>
                  </a:lnTo>
                  <a:lnTo>
                    <a:pt x="1147266" y="48177"/>
                  </a:lnTo>
                  <a:lnTo>
                    <a:pt x="1155124" y="48107"/>
                  </a:lnTo>
                  <a:lnTo>
                    <a:pt x="1162982" y="48032"/>
                  </a:lnTo>
                  <a:lnTo>
                    <a:pt x="1170840" y="47932"/>
                  </a:lnTo>
                  <a:lnTo>
                    <a:pt x="1178698" y="47840"/>
                  </a:lnTo>
                  <a:lnTo>
                    <a:pt x="1186556" y="47776"/>
                  </a:lnTo>
                  <a:lnTo>
                    <a:pt x="1194414" y="47697"/>
                  </a:lnTo>
                  <a:lnTo>
                    <a:pt x="1202272" y="47599"/>
                  </a:lnTo>
                  <a:lnTo>
                    <a:pt x="1210130" y="47486"/>
                  </a:lnTo>
                  <a:lnTo>
                    <a:pt x="1217988" y="47369"/>
                  </a:lnTo>
                  <a:lnTo>
                    <a:pt x="1225846" y="47250"/>
                  </a:lnTo>
                  <a:lnTo>
                    <a:pt x="1233704" y="47145"/>
                  </a:lnTo>
                  <a:lnTo>
                    <a:pt x="1241562" y="47041"/>
                  </a:lnTo>
                  <a:lnTo>
                    <a:pt x="1249420" y="46935"/>
                  </a:lnTo>
                  <a:lnTo>
                    <a:pt x="1257278" y="46826"/>
                  </a:lnTo>
                  <a:lnTo>
                    <a:pt x="1265136" y="46693"/>
                  </a:lnTo>
                  <a:lnTo>
                    <a:pt x="1272994" y="46547"/>
                  </a:lnTo>
                  <a:lnTo>
                    <a:pt x="1280852" y="46397"/>
                  </a:lnTo>
                  <a:lnTo>
                    <a:pt x="1288710" y="46243"/>
                  </a:lnTo>
                  <a:lnTo>
                    <a:pt x="1296568" y="46086"/>
                  </a:lnTo>
                  <a:lnTo>
                    <a:pt x="1304426" y="45960"/>
                  </a:lnTo>
                  <a:lnTo>
                    <a:pt x="1312284" y="45840"/>
                  </a:lnTo>
                  <a:lnTo>
                    <a:pt x="1320142" y="45724"/>
                  </a:lnTo>
                  <a:lnTo>
                    <a:pt x="1328000" y="45601"/>
                  </a:lnTo>
                  <a:lnTo>
                    <a:pt x="1335858" y="45476"/>
                  </a:lnTo>
                  <a:lnTo>
                    <a:pt x="1343716" y="45349"/>
                  </a:lnTo>
                  <a:lnTo>
                    <a:pt x="1351574" y="45219"/>
                  </a:lnTo>
                  <a:lnTo>
                    <a:pt x="1359432" y="45087"/>
                  </a:lnTo>
                  <a:lnTo>
                    <a:pt x="1367290" y="44952"/>
                  </a:lnTo>
                  <a:lnTo>
                    <a:pt x="1375148" y="44815"/>
                  </a:lnTo>
                  <a:lnTo>
                    <a:pt x="1383006" y="44675"/>
                  </a:lnTo>
                  <a:lnTo>
                    <a:pt x="1390864" y="44533"/>
                  </a:lnTo>
                  <a:lnTo>
                    <a:pt x="1398722" y="44387"/>
                  </a:lnTo>
                  <a:lnTo>
                    <a:pt x="1406580" y="44241"/>
                  </a:lnTo>
                  <a:lnTo>
                    <a:pt x="1414438" y="44092"/>
                  </a:lnTo>
                  <a:lnTo>
                    <a:pt x="1422296" y="43913"/>
                  </a:lnTo>
                  <a:lnTo>
                    <a:pt x="1430154" y="43691"/>
                  </a:lnTo>
                  <a:lnTo>
                    <a:pt x="1438012" y="43462"/>
                  </a:lnTo>
                  <a:lnTo>
                    <a:pt x="1445870" y="43227"/>
                  </a:lnTo>
                  <a:lnTo>
                    <a:pt x="1453728" y="42986"/>
                  </a:lnTo>
                  <a:lnTo>
                    <a:pt x="1461586" y="42738"/>
                  </a:lnTo>
                  <a:lnTo>
                    <a:pt x="1469444" y="42484"/>
                  </a:lnTo>
                  <a:lnTo>
                    <a:pt x="1477302" y="42223"/>
                  </a:lnTo>
                  <a:lnTo>
                    <a:pt x="1485160" y="41955"/>
                  </a:lnTo>
                  <a:lnTo>
                    <a:pt x="1493018" y="41679"/>
                  </a:lnTo>
                  <a:lnTo>
                    <a:pt x="1500876" y="41436"/>
                  </a:lnTo>
                  <a:lnTo>
                    <a:pt x="1508734" y="41235"/>
                  </a:lnTo>
                  <a:lnTo>
                    <a:pt x="1516592" y="41029"/>
                  </a:lnTo>
                  <a:lnTo>
                    <a:pt x="1524450" y="40820"/>
                  </a:lnTo>
                  <a:lnTo>
                    <a:pt x="1532308" y="40607"/>
                  </a:lnTo>
                  <a:lnTo>
                    <a:pt x="1540166" y="40385"/>
                  </a:lnTo>
                  <a:lnTo>
                    <a:pt x="1548024" y="40029"/>
                  </a:lnTo>
                  <a:lnTo>
                    <a:pt x="1555882" y="39662"/>
                  </a:lnTo>
                  <a:lnTo>
                    <a:pt x="1563740" y="39284"/>
                  </a:lnTo>
                  <a:lnTo>
                    <a:pt x="1571598" y="38895"/>
                  </a:lnTo>
                  <a:lnTo>
                    <a:pt x="1579456" y="38494"/>
                  </a:lnTo>
                  <a:lnTo>
                    <a:pt x="1587314" y="38081"/>
                  </a:lnTo>
                  <a:lnTo>
                    <a:pt x="1595172" y="37656"/>
                  </a:lnTo>
                  <a:lnTo>
                    <a:pt x="1603030" y="37218"/>
                  </a:lnTo>
                  <a:lnTo>
                    <a:pt x="1610888" y="36770"/>
                  </a:lnTo>
                  <a:lnTo>
                    <a:pt x="1618746" y="36308"/>
                  </a:lnTo>
                  <a:lnTo>
                    <a:pt x="1626604" y="35957"/>
                  </a:lnTo>
                  <a:lnTo>
                    <a:pt x="1634462" y="35626"/>
                  </a:lnTo>
                  <a:lnTo>
                    <a:pt x="1642320" y="35289"/>
                  </a:lnTo>
                  <a:lnTo>
                    <a:pt x="1650178" y="34945"/>
                  </a:lnTo>
                  <a:lnTo>
                    <a:pt x="1658036" y="34594"/>
                  </a:lnTo>
                  <a:lnTo>
                    <a:pt x="1665894" y="34237"/>
                  </a:lnTo>
                  <a:lnTo>
                    <a:pt x="1673752" y="33872"/>
                  </a:lnTo>
                  <a:lnTo>
                    <a:pt x="1681610" y="33500"/>
                  </a:lnTo>
                  <a:lnTo>
                    <a:pt x="1689468" y="33120"/>
                  </a:lnTo>
                  <a:lnTo>
                    <a:pt x="1697326" y="32733"/>
                  </a:lnTo>
                  <a:lnTo>
                    <a:pt x="1705184" y="32338"/>
                  </a:lnTo>
                  <a:lnTo>
                    <a:pt x="1713042" y="31935"/>
                  </a:lnTo>
                  <a:lnTo>
                    <a:pt x="1720900" y="31486"/>
                  </a:lnTo>
                  <a:lnTo>
                    <a:pt x="1728758" y="30973"/>
                  </a:lnTo>
                  <a:lnTo>
                    <a:pt x="1736616" y="30448"/>
                  </a:lnTo>
                  <a:lnTo>
                    <a:pt x="1744474" y="29911"/>
                  </a:lnTo>
                  <a:lnTo>
                    <a:pt x="1752332" y="29360"/>
                  </a:lnTo>
                  <a:lnTo>
                    <a:pt x="1760190" y="28796"/>
                  </a:lnTo>
                  <a:lnTo>
                    <a:pt x="1768048" y="28218"/>
                  </a:lnTo>
                  <a:lnTo>
                    <a:pt x="1775906" y="27626"/>
                  </a:lnTo>
                  <a:lnTo>
                    <a:pt x="1783764" y="27042"/>
                  </a:lnTo>
                  <a:lnTo>
                    <a:pt x="1791622" y="26499"/>
                  </a:lnTo>
                  <a:lnTo>
                    <a:pt x="1799480" y="25944"/>
                  </a:lnTo>
                  <a:lnTo>
                    <a:pt x="1807338" y="25379"/>
                  </a:lnTo>
                  <a:lnTo>
                    <a:pt x="1815196" y="24803"/>
                  </a:lnTo>
                  <a:lnTo>
                    <a:pt x="1823054" y="24215"/>
                  </a:lnTo>
                  <a:lnTo>
                    <a:pt x="1830912" y="23615"/>
                  </a:lnTo>
                  <a:lnTo>
                    <a:pt x="1838770" y="23002"/>
                  </a:lnTo>
                  <a:lnTo>
                    <a:pt x="1846628" y="22376"/>
                  </a:lnTo>
                  <a:lnTo>
                    <a:pt x="1854486" y="21571"/>
                  </a:lnTo>
                  <a:lnTo>
                    <a:pt x="1862344" y="20920"/>
                  </a:lnTo>
                  <a:lnTo>
                    <a:pt x="1870202" y="20256"/>
                  </a:lnTo>
                  <a:lnTo>
                    <a:pt x="1878060" y="19579"/>
                  </a:lnTo>
                  <a:lnTo>
                    <a:pt x="1885918" y="18887"/>
                  </a:lnTo>
                  <a:lnTo>
                    <a:pt x="1893776" y="18140"/>
                  </a:lnTo>
                  <a:lnTo>
                    <a:pt x="1901634" y="17289"/>
                  </a:lnTo>
                  <a:lnTo>
                    <a:pt x="1909492" y="16420"/>
                  </a:lnTo>
                  <a:lnTo>
                    <a:pt x="1917350" y="15533"/>
                  </a:lnTo>
                  <a:lnTo>
                    <a:pt x="1925208" y="14625"/>
                  </a:lnTo>
                  <a:lnTo>
                    <a:pt x="1933066" y="13695"/>
                  </a:lnTo>
                  <a:lnTo>
                    <a:pt x="1940924" y="12743"/>
                  </a:lnTo>
                  <a:lnTo>
                    <a:pt x="1948782" y="11768"/>
                  </a:lnTo>
                  <a:lnTo>
                    <a:pt x="1956640" y="10770"/>
                  </a:lnTo>
                  <a:lnTo>
                    <a:pt x="1964498" y="9748"/>
                  </a:lnTo>
                  <a:lnTo>
                    <a:pt x="1972356" y="8702"/>
                  </a:lnTo>
                  <a:lnTo>
                    <a:pt x="1980214" y="7631"/>
                  </a:lnTo>
                  <a:lnTo>
                    <a:pt x="1988072" y="6534"/>
                  </a:lnTo>
                  <a:lnTo>
                    <a:pt x="1995930" y="5412"/>
                  </a:lnTo>
                  <a:lnTo>
                    <a:pt x="2003788" y="4264"/>
                  </a:lnTo>
                  <a:lnTo>
                    <a:pt x="2011646" y="3200"/>
                  </a:lnTo>
                  <a:lnTo>
                    <a:pt x="2019504" y="2155"/>
                  </a:lnTo>
                  <a:lnTo>
                    <a:pt x="2027362" y="1088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3" name="pl122"/>
            <p:cNvSpPr/>
            <p:nvPr/>
          </p:nvSpPr>
          <p:spPr>
            <a:xfrm>
              <a:off x="3608036" y="3105493"/>
              <a:ext cx="2035220" cy="71"/>
            </a:xfrm>
            <a:custGeom>
              <a:avLst/>
              <a:pathLst>
                <a:path w="2035220" h="71">
                  <a:moveTo>
                    <a:pt x="2035220" y="71"/>
                  </a:moveTo>
                  <a:lnTo>
                    <a:pt x="2027362" y="71"/>
                  </a:lnTo>
                  <a:lnTo>
                    <a:pt x="2019504" y="71"/>
                  </a:lnTo>
                  <a:lnTo>
                    <a:pt x="2011646" y="71"/>
                  </a:lnTo>
                  <a:lnTo>
                    <a:pt x="2003788" y="71"/>
                  </a:lnTo>
                  <a:lnTo>
                    <a:pt x="1995930" y="70"/>
                  </a:lnTo>
                  <a:lnTo>
                    <a:pt x="1988072" y="70"/>
                  </a:lnTo>
                  <a:lnTo>
                    <a:pt x="1980214" y="70"/>
                  </a:lnTo>
                  <a:lnTo>
                    <a:pt x="1972356" y="70"/>
                  </a:lnTo>
                  <a:lnTo>
                    <a:pt x="1964498" y="70"/>
                  </a:lnTo>
                  <a:lnTo>
                    <a:pt x="1956640" y="70"/>
                  </a:lnTo>
                  <a:lnTo>
                    <a:pt x="1948782" y="70"/>
                  </a:lnTo>
                  <a:lnTo>
                    <a:pt x="1940924" y="70"/>
                  </a:lnTo>
                  <a:lnTo>
                    <a:pt x="1933066" y="70"/>
                  </a:lnTo>
                  <a:lnTo>
                    <a:pt x="1925208" y="70"/>
                  </a:lnTo>
                  <a:lnTo>
                    <a:pt x="1917350" y="70"/>
                  </a:lnTo>
                  <a:lnTo>
                    <a:pt x="1909492" y="70"/>
                  </a:lnTo>
                  <a:lnTo>
                    <a:pt x="1901634" y="70"/>
                  </a:lnTo>
                  <a:lnTo>
                    <a:pt x="1893776" y="70"/>
                  </a:lnTo>
                  <a:lnTo>
                    <a:pt x="1885918" y="70"/>
                  </a:lnTo>
                  <a:lnTo>
                    <a:pt x="1878060" y="70"/>
                  </a:lnTo>
                  <a:lnTo>
                    <a:pt x="1870202" y="70"/>
                  </a:lnTo>
                  <a:lnTo>
                    <a:pt x="1862344" y="70"/>
                  </a:lnTo>
                  <a:lnTo>
                    <a:pt x="1854486" y="70"/>
                  </a:lnTo>
                  <a:lnTo>
                    <a:pt x="1846628" y="70"/>
                  </a:lnTo>
                  <a:lnTo>
                    <a:pt x="1838770" y="70"/>
                  </a:lnTo>
                  <a:lnTo>
                    <a:pt x="1830912" y="70"/>
                  </a:lnTo>
                  <a:lnTo>
                    <a:pt x="1823054" y="70"/>
                  </a:lnTo>
                  <a:lnTo>
                    <a:pt x="1815196" y="70"/>
                  </a:lnTo>
                  <a:lnTo>
                    <a:pt x="1807338" y="70"/>
                  </a:lnTo>
                  <a:lnTo>
                    <a:pt x="1799480" y="70"/>
                  </a:lnTo>
                  <a:lnTo>
                    <a:pt x="1791622" y="70"/>
                  </a:lnTo>
                  <a:lnTo>
                    <a:pt x="1783764" y="70"/>
                  </a:lnTo>
                  <a:lnTo>
                    <a:pt x="1775906" y="70"/>
                  </a:lnTo>
                  <a:lnTo>
                    <a:pt x="1768048" y="70"/>
                  </a:lnTo>
                  <a:lnTo>
                    <a:pt x="1760190" y="70"/>
                  </a:lnTo>
                  <a:lnTo>
                    <a:pt x="1752332" y="70"/>
                  </a:lnTo>
                  <a:lnTo>
                    <a:pt x="1744474" y="70"/>
                  </a:lnTo>
                  <a:lnTo>
                    <a:pt x="1736616" y="70"/>
                  </a:lnTo>
                  <a:lnTo>
                    <a:pt x="1728758" y="70"/>
                  </a:lnTo>
                  <a:lnTo>
                    <a:pt x="1720900" y="69"/>
                  </a:lnTo>
                  <a:lnTo>
                    <a:pt x="1713042" y="69"/>
                  </a:lnTo>
                  <a:lnTo>
                    <a:pt x="1705184" y="69"/>
                  </a:lnTo>
                  <a:lnTo>
                    <a:pt x="1697326" y="69"/>
                  </a:lnTo>
                  <a:lnTo>
                    <a:pt x="1689468" y="69"/>
                  </a:lnTo>
                  <a:lnTo>
                    <a:pt x="1681610" y="69"/>
                  </a:lnTo>
                  <a:lnTo>
                    <a:pt x="1673752" y="69"/>
                  </a:lnTo>
                  <a:lnTo>
                    <a:pt x="1665894" y="69"/>
                  </a:lnTo>
                  <a:lnTo>
                    <a:pt x="1658036" y="69"/>
                  </a:lnTo>
                  <a:lnTo>
                    <a:pt x="1650178" y="69"/>
                  </a:lnTo>
                  <a:lnTo>
                    <a:pt x="1642320" y="69"/>
                  </a:lnTo>
                  <a:lnTo>
                    <a:pt x="1634462" y="69"/>
                  </a:lnTo>
                  <a:lnTo>
                    <a:pt x="1626604" y="69"/>
                  </a:lnTo>
                  <a:lnTo>
                    <a:pt x="1618746" y="69"/>
                  </a:lnTo>
                  <a:lnTo>
                    <a:pt x="1610888" y="69"/>
                  </a:lnTo>
                  <a:lnTo>
                    <a:pt x="1603030" y="69"/>
                  </a:lnTo>
                  <a:lnTo>
                    <a:pt x="1595172" y="69"/>
                  </a:lnTo>
                  <a:lnTo>
                    <a:pt x="1587314" y="69"/>
                  </a:lnTo>
                  <a:lnTo>
                    <a:pt x="1579456" y="69"/>
                  </a:lnTo>
                  <a:lnTo>
                    <a:pt x="1571598" y="68"/>
                  </a:lnTo>
                  <a:lnTo>
                    <a:pt x="1563740" y="68"/>
                  </a:lnTo>
                  <a:lnTo>
                    <a:pt x="1555882" y="68"/>
                  </a:lnTo>
                  <a:lnTo>
                    <a:pt x="1548024" y="68"/>
                  </a:lnTo>
                  <a:lnTo>
                    <a:pt x="1540166" y="68"/>
                  </a:lnTo>
                  <a:lnTo>
                    <a:pt x="1532308" y="68"/>
                  </a:lnTo>
                  <a:lnTo>
                    <a:pt x="1524450" y="68"/>
                  </a:lnTo>
                  <a:lnTo>
                    <a:pt x="1516592" y="68"/>
                  </a:lnTo>
                  <a:lnTo>
                    <a:pt x="1508734" y="68"/>
                  </a:lnTo>
                  <a:lnTo>
                    <a:pt x="1500876" y="68"/>
                  </a:lnTo>
                  <a:lnTo>
                    <a:pt x="1493018" y="68"/>
                  </a:lnTo>
                  <a:lnTo>
                    <a:pt x="1485160" y="68"/>
                  </a:lnTo>
                  <a:lnTo>
                    <a:pt x="1477302" y="68"/>
                  </a:lnTo>
                  <a:lnTo>
                    <a:pt x="1469444" y="68"/>
                  </a:lnTo>
                  <a:lnTo>
                    <a:pt x="1461586" y="67"/>
                  </a:lnTo>
                  <a:lnTo>
                    <a:pt x="1453728" y="67"/>
                  </a:lnTo>
                  <a:lnTo>
                    <a:pt x="1445870" y="67"/>
                  </a:lnTo>
                  <a:lnTo>
                    <a:pt x="1438012" y="67"/>
                  </a:lnTo>
                  <a:lnTo>
                    <a:pt x="1430154" y="67"/>
                  </a:lnTo>
                  <a:lnTo>
                    <a:pt x="1422296" y="67"/>
                  </a:lnTo>
                  <a:lnTo>
                    <a:pt x="1414438" y="67"/>
                  </a:lnTo>
                  <a:lnTo>
                    <a:pt x="1406580" y="67"/>
                  </a:lnTo>
                  <a:lnTo>
                    <a:pt x="1398722" y="67"/>
                  </a:lnTo>
                  <a:lnTo>
                    <a:pt x="1390864" y="67"/>
                  </a:lnTo>
                  <a:lnTo>
                    <a:pt x="1383006" y="67"/>
                  </a:lnTo>
                  <a:lnTo>
                    <a:pt x="1375148" y="66"/>
                  </a:lnTo>
                  <a:lnTo>
                    <a:pt x="1367290" y="66"/>
                  </a:lnTo>
                  <a:lnTo>
                    <a:pt x="1359432" y="66"/>
                  </a:lnTo>
                  <a:lnTo>
                    <a:pt x="1351574" y="66"/>
                  </a:lnTo>
                  <a:lnTo>
                    <a:pt x="1343716" y="66"/>
                  </a:lnTo>
                  <a:lnTo>
                    <a:pt x="1335858" y="66"/>
                  </a:lnTo>
                  <a:lnTo>
                    <a:pt x="1328000" y="66"/>
                  </a:lnTo>
                  <a:lnTo>
                    <a:pt x="1320142" y="66"/>
                  </a:lnTo>
                  <a:lnTo>
                    <a:pt x="1312284" y="65"/>
                  </a:lnTo>
                  <a:lnTo>
                    <a:pt x="1304426" y="65"/>
                  </a:lnTo>
                  <a:lnTo>
                    <a:pt x="1296568" y="65"/>
                  </a:lnTo>
                  <a:lnTo>
                    <a:pt x="1288710" y="65"/>
                  </a:lnTo>
                  <a:lnTo>
                    <a:pt x="1280852" y="65"/>
                  </a:lnTo>
                  <a:lnTo>
                    <a:pt x="1272994" y="65"/>
                  </a:lnTo>
                  <a:lnTo>
                    <a:pt x="1265136" y="65"/>
                  </a:lnTo>
                  <a:lnTo>
                    <a:pt x="1257278" y="65"/>
                  </a:lnTo>
                  <a:lnTo>
                    <a:pt x="1249420" y="64"/>
                  </a:lnTo>
                  <a:lnTo>
                    <a:pt x="1241562" y="64"/>
                  </a:lnTo>
                  <a:lnTo>
                    <a:pt x="1233704" y="64"/>
                  </a:lnTo>
                  <a:lnTo>
                    <a:pt x="1225846" y="64"/>
                  </a:lnTo>
                  <a:lnTo>
                    <a:pt x="1217988" y="64"/>
                  </a:lnTo>
                  <a:lnTo>
                    <a:pt x="1210130" y="64"/>
                  </a:lnTo>
                  <a:lnTo>
                    <a:pt x="1202272" y="63"/>
                  </a:lnTo>
                  <a:lnTo>
                    <a:pt x="1194414" y="63"/>
                  </a:lnTo>
                  <a:lnTo>
                    <a:pt x="1186556" y="63"/>
                  </a:lnTo>
                  <a:lnTo>
                    <a:pt x="1178698" y="63"/>
                  </a:lnTo>
                  <a:lnTo>
                    <a:pt x="1170840" y="63"/>
                  </a:lnTo>
                  <a:lnTo>
                    <a:pt x="1162982" y="62"/>
                  </a:lnTo>
                  <a:lnTo>
                    <a:pt x="1155124" y="62"/>
                  </a:lnTo>
                  <a:lnTo>
                    <a:pt x="1147266" y="62"/>
                  </a:lnTo>
                  <a:lnTo>
                    <a:pt x="1139408" y="62"/>
                  </a:lnTo>
                  <a:lnTo>
                    <a:pt x="1131550" y="62"/>
                  </a:lnTo>
                  <a:lnTo>
                    <a:pt x="1123692" y="62"/>
                  </a:lnTo>
                  <a:lnTo>
                    <a:pt x="1115834" y="61"/>
                  </a:lnTo>
                  <a:lnTo>
                    <a:pt x="1107976" y="61"/>
                  </a:lnTo>
                  <a:lnTo>
                    <a:pt x="1100118" y="61"/>
                  </a:lnTo>
                  <a:lnTo>
                    <a:pt x="1092260" y="61"/>
                  </a:lnTo>
                  <a:lnTo>
                    <a:pt x="1084402" y="61"/>
                  </a:lnTo>
                  <a:lnTo>
                    <a:pt x="1076544" y="60"/>
                  </a:lnTo>
                  <a:lnTo>
                    <a:pt x="1068686" y="60"/>
                  </a:lnTo>
                  <a:lnTo>
                    <a:pt x="1060828" y="60"/>
                  </a:lnTo>
                  <a:lnTo>
                    <a:pt x="1052970" y="60"/>
                  </a:lnTo>
                  <a:lnTo>
                    <a:pt x="1045112" y="59"/>
                  </a:lnTo>
                  <a:lnTo>
                    <a:pt x="1037254" y="59"/>
                  </a:lnTo>
                  <a:lnTo>
                    <a:pt x="1029397" y="59"/>
                  </a:lnTo>
                  <a:lnTo>
                    <a:pt x="1021539" y="58"/>
                  </a:lnTo>
                  <a:lnTo>
                    <a:pt x="1013681" y="58"/>
                  </a:lnTo>
                  <a:lnTo>
                    <a:pt x="1005823" y="58"/>
                  </a:lnTo>
                  <a:lnTo>
                    <a:pt x="997965" y="58"/>
                  </a:lnTo>
                  <a:lnTo>
                    <a:pt x="990107" y="57"/>
                  </a:lnTo>
                  <a:lnTo>
                    <a:pt x="982249" y="57"/>
                  </a:lnTo>
                  <a:lnTo>
                    <a:pt x="974391" y="57"/>
                  </a:lnTo>
                  <a:lnTo>
                    <a:pt x="966533" y="56"/>
                  </a:lnTo>
                  <a:lnTo>
                    <a:pt x="958675" y="56"/>
                  </a:lnTo>
                  <a:lnTo>
                    <a:pt x="950817" y="55"/>
                  </a:lnTo>
                  <a:lnTo>
                    <a:pt x="942959" y="55"/>
                  </a:lnTo>
                  <a:lnTo>
                    <a:pt x="935101" y="55"/>
                  </a:lnTo>
                  <a:lnTo>
                    <a:pt x="927243" y="54"/>
                  </a:lnTo>
                  <a:lnTo>
                    <a:pt x="919385" y="54"/>
                  </a:lnTo>
                  <a:lnTo>
                    <a:pt x="911527" y="54"/>
                  </a:lnTo>
                  <a:lnTo>
                    <a:pt x="903669" y="53"/>
                  </a:lnTo>
                  <a:lnTo>
                    <a:pt x="895811" y="53"/>
                  </a:lnTo>
                  <a:lnTo>
                    <a:pt x="887953" y="53"/>
                  </a:lnTo>
                  <a:lnTo>
                    <a:pt x="880095" y="52"/>
                  </a:lnTo>
                  <a:lnTo>
                    <a:pt x="872237" y="52"/>
                  </a:lnTo>
                  <a:lnTo>
                    <a:pt x="864379" y="52"/>
                  </a:lnTo>
                  <a:lnTo>
                    <a:pt x="856521" y="51"/>
                  </a:lnTo>
                  <a:lnTo>
                    <a:pt x="848663" y="51"/>
                  </a:lnTo>
                  <a:lnTo>
                    <a:pt x="840805" y="51"/>
                  </a:lnTo>
                  <a:lnTo>
                    <a:pt x="832947" y="50"/>
                  </a:lnTo>
                  <a:lnTo>
                    <a:pt x="825089" y="50"/>
                  </a:lnTo>
                  <a:lnTo>
                    <a:pt x="817231" y="49"/>
                  </a:lnTo>
                  <a:lnTo>
                    <a:pt x="809373" y="49"/>
                  </a:lnTo>
                  <a:lnTo>
                    <a:pt x="801515" y="48"/>
                  </a:lnTo>
                  <a:lnTo>
                    <a:pt x="793657" y="47"/>
                  </a:lnTo>
                  <a:lnTo>
                    <a:pt x="785799" y="47"/>
                  </a:lnTo>
                  <a:lnTo>
                    <a:pt x="777941" y="46"/>
                  </a:lnTo>
                  <a:lnTo>
                    <a:pt x="770083" y="46"/>
                  </a:lnTo>
                  <a:lnTo>
                    <a:pt x="762225" y="46"/>
                  </a:lnTo>
                  <a:lnTo>
                    <a:pt x="754367" y="45"/>
                  </a:lnTo>
                  <a:lnTo>
                    <a:pt x="746509" y="45"/>
                  </a:lnTo>
                  <a:lnTo>
                    <a:pt x="738651" y="44"/>
                  </a:lnTo>
                  <a:lnTo>
                    <a:pt x="730793" y="44"/>
                  </a:lnTo>
                  <a:lnTo>
                    <a:pt x="722935" y="43"/>
                  </a:lnTo>
                  <a:lnTo>
                    <a:pt x="715077" y="42"/>
                  </a:lnTo>
                  <a:lnTo>
                    <a:pt x="707219" y="42"/>
                  </a:lnTo>
                  <a:lnTo>
                    <a:pt x="699361" y="41"/>
                  </a:lnTo>
                  <a:lnTo>
                    <a:pt x="691503" y="41"/>
                  </a:lnTo>
                  <a:lnTo>
                    <a:pt x="683645" y="40"/>
                  </a:lnTo>
                  <a:lnTo>
                    <a:pt x="675787" y="40"/>
                  </a:lnTo>
                  <a:lnTo>
                    <a:pt x="667929" y="39"/>
                  </a:lnTo>
                  <a:lnTo>
                    <a:pt x="660071" y="39"/>
                  </a:lnTo>
                  <a:lnTo>
                    <a:pt x="652213" y="38"/>
                  </a:lnTo>
                  <a:lnTo>
                    <a:pt x="644355" y="37"/>
                  </a:lnTo>
                  <a:lnTo>
                    <a:pt x="636497" y="37"/>
                  </a:lnTo>
                  <a:lnTo>
                    <a:pt x="628639" y="36"/>
                  </a:lnTo>
                  <a:lnTo>
                    <a:pt x="620781" y="36"/>
                  </a:lnTo>
                  <a:lnTo>
                    <a:pt x="612923" y="35"/>
                  </a:lnTo>
                  <a:lnTo>
                    <a:pt x="605065" y="34"/>
                  </a:lnTo>
                  <a:lnTo>
                    <a:pt x="597207" y="34"/>
                  </a:lnTo>
                  <a:lnTo>
                    <a:pt x="589349" y="33"/>
                  </a:lnTo>
                  <a:lnTo>
                    <a:pt x="581491" y="32"/>
                  </a:lnTo>
                  <a:lnTo>
                    <a:pt x="573633" y="31"/>
                  </a:lnTo>
                  <a:lnTo>
                    <a:pt x="565775" y="30"/>
                  </a:lnTo>
                  <a:lnTo>
                    <a:pt x="557917" y="29"/>
                  </a:lnTo>
                  <a:lnTo>
                    <a:pt x="550059" y="28"/>
                  </a:lnTo>
                  <a:lnTo>
                    <a:pt x="542201" y="27"/>
                  </a:lnTo>
                  <a:lnTo>
                    <a:pt x="534343" y="27"/>
                  </a:lnTo>
                  <a:lnTo>
                    <a:pt x="526485" y="26"/>
                  </a:lnTo>
                  <a:lnTo>
                    <a:pt x="518627" y="26"/>
                  </a:lnTo>
                  <a:lnTo>
                    <a:pt x="510769" y="25"/>
                  </a:lnTo>
                  <a:lnTo>
                    <a:pt x="502911" y="24"/>
                  </a:lnTo>
                  <a:lnTo>
                    <a:pt x="495053" y="24"/>
                  </a:lnTo>
                  <a:lnTo>
                    <a:pt x="487195" y="23"/>
                  </a:lnTo>
                  <a:lnTo>
                    <a:pt x="479337" y="22"/>
                  </a:lnTo>
                  <a:lnTo>
                    <a:pt x="471479" y="21"/>
                  </a:lnTo>
                  <a:lnTo>
                    <a:pt x="463621" y="20"/>
                  </a:lnTo>
                  <a:lnTo>
                    <a:pt x="455763" y="19"/>
                  </a:lnTo>
                  <a:lnTo>
                    <a:pt x="447905" y="19"/>
                  </a:lnTo>
                  <a:lnTo>
                    <a:pt x="440047" y="18"/>
                  </a:lnTo>
                  <a:lnTo>
                    <a:pt x="432189" y="16"/>
                  </a:lnTo>
                  <a:lnTo>
                    <a:pt x="424331" y="15"/>
                  </a:lnTo>
                  <a:lnTo>
                    <a:pt x="416473" y="15"/>
                  </a:lnTo>
                  <a:lnTo>
                    <a:pt x="408615" y="14"/>
                  </a:lnTo>
                  <a:lnTo>
                    <a:pt x="400757" y="13"/>
                  </a:lnTo>
                  <a:lnTo>
                    <a:pt x="392899" y="13"/>
                  </a:lnTo>
                  <a:lnTo>
                    <a:pt x="385041" y="12"/>
                  </a:lnTo>
                  <a:lnTo>
                    <a:pt x="377183" y="11"/>
                  </a:lnTo>
                  <a:lnTo>
                    <a:pt x="369325" y="10"/>
                  </a:lnTo>
                  <a:lnTo>
                    <a:pt x="361467" y="9"/>
                  </a:lnTo>
                  <a:lnTo>
                    <a:pt x="353609" y="9"/>
                  </a:lnTo>
                  <a:lnTo>
                    <a:pt x="345751" y="8"/>
                  </a:lnTo>
                  <a:lnTo>
                    <a:pt x="337893" y="8"/>
                  </a:lnTo>
                  <a:lnTo>
                    <a:pt x="330035" y="7"/>
                  </a:lnTo>
                  <a:lnTo>
                    <a:pt x="322177" y="7"/>
                  </a:lnTo>
                  <a:lnTo>
                    <a:pt x="314319" y="6"/>
                  </a:lnTo>
                  <a:lnTo>
                    <a:pt x="306461" y="5"/>
                  </a:lnTo>
                  <a:lnTo>
                    <a:pt x="298603" y="5"/>
                  </a:lnTo>
                  <a:lnTo>
                    <a:pt x="290745" y="4"/>
                  </a:lnTo>
                  <a:lnTo>
                    <a:pt x="282887" y="4"/>
                  </a:lnTo>
                  <a:lnTo>
                    <a:pt x="275029" y="3"/>
                  </a:lnTo>
                  <a:lnTo>
                    <a:pt x="267171" y="3"/>
                  </a:lnTo>
                  <a:lnTo>
                    <a:pt x="259313" y="3"/>
                  </a:lnTo>
                  <a:lnTo>
                    <a:pt x="251455" y="2"/>
                  </a:lnTo>
                  <a:lnTo>
                    <a:pt x="243597" y="2"/>
                  </a:lnTo>
                  <a:lnTo>
                    <a:pt x="235739" y="2"/>
                  </a:lnTo>
                  <a:lnTo>
                    <a:pt x="227881" y="2"/>
                  </a:lnTo>
                  <a:lnTo>
                    <a:pt x="220023" y="1"/>
                  </a:lnTo>
                  <a:lnTo>
                    <a:pt x="212165" y="1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1"/>
                  </a:lnTo>
                  <a:lnTo>
                    <a:pt x="149301" y="1"/>
                  </a:lnTo>
                  <a:lnTo>
                    <a:pt x="141443" y="1"/>
                  </a:lnTo>
                  <a:lnTo>
                    <a:pt x="133585" y="2"/>
                  </a:lnTo>
                  <a:lnTo>
                    <a:pt x="125727" y="1"/>
                  </a:lnTo>
                  <a:lnTo>
                    <a:pt x="117869" y="1"/>
                  </a:lnTo>
                  <a:lnTo>
                    <a:pt x="110011" y="2"/>
                  </a:lnTo>
                  <a:lnTo>
                    <a:pt x="102153" y="2"/>
                  </a:lnTo>
                  <a:lnTo>
                    <a:pt x="94295" y="3"/>
                  </a:lnTo>
                  <a:lnTo>
                    <a:pt x="86437" y="4"/>
                  </a:lnTo>
                  <a:lnTo>
                    <a:pt x="78579" y="4"/>
                  </a:lnTo>
                  <a:lnTo>
                    <a:pt x="70721" y="4"/>
                  </a:lnTo>
                  <a:lnTo>
                    <a:pt x="62863" y="5"/>
                  </a:lnTo>
                  <a:lnTo>
                    <a:pt x="55005" y="5"/>
                  </a:lnTo>
                  <a:lnTo>
                    <a:pt x="47147" y="7"/>
                  </a:lnTo>
                  <a:lnTo>
                    <a:pt x="39289" y="7"/>
                  </a:lnTo>
                  <a:lnTo>
                    <a:pt x="31431" y="8"/>
                  </a:lnTo>
                  <a:lnTo>
                    <a:pt x="23573" y="8"/>
                  </a:lnTo>
                  <a:lnTo>
                    <a:pt x="15715" y="9"/>
                  </a:lnTo>
                  <a:lnTo>
                    <a:pt x="7857" y="9"/>
                  </a:lnTo>
                  <a:lnTo>
                    <a:pt x="0" y="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4" name="pl123"/>
            <p:cNvSpPr/>
            <p:nvPr/>
          </p:nvSpPr>
          <p:spPr>
            <a:xfrm>
              <a:off x="3608036" y="3100313"/>
              <a:ext cx="2035220" cy="5052"/>
            </a:xfrm>
            <a:custGeom>
              <a:avLst/>
              <a:pathLst>
                <a:path w="2035220" h="5052">
                  <a:moveTo>
                    <a:pt x="0" y="5052"/>
                  </a:moveTo>
                  <a:lnTo>
                    <a:pt x="7857" y="5049"/>
                  </a:lnTo>
                  <a:lnTo>
                    <a:pt x="15715" y="5047"/>
                  </a:lnTo>
                  <a:lnTo>
                    <a:pt x="23573" y="5044"/>
                  </a:lnTo>
                  <a:lnTo>
                    <a:pt x="31431" y="5042"/>
                  </a:lnTo>
                  <a:lnTo>
                    <a:pt x="39289" y="5039"/>
                  </a:lnTo>
                  <a:lnTo>
                    <a:pt x="47147" y="5036"/>
                  </a:lnTo>
                  <a:lnTo>
                    <a:pt x="55005" y="5034"/>
                  </a:lnTo>
                  <a:lnTo>
                    <a:pt x="62863" y="5031"/>
                  </a:lnTo>
                  <a:lnTo>
                    <a:pt x="70721" y="5028"/>
                  </a:lnTo>
                  <a:lnTo>
                    <a:pt x="78579" y="5025"/>
                  </a:lnTo>
                  <a:lnTo>
                    <a:pt x="86437" y="5022"/>
                  </a:lnTo>
                  <a:lnTo>
                    <a:pt x="94295" y="5019"/>
                  </a:lnTo>
                  <a:lnTo>
                    <a:pt x="102153" y="5017"/>
                  </a:lnTo>
                  <a:lnTo>
                    <a:pt x="110011" y="5013"/>
                  </a:lnTo>
                  <a:lnTo>
                    <a:pt x="117869" y="5010"/>
                  </a:lnTo>
                  <a:lnTo>
                    <a:pt x="125727" y="5007"/>
                  </a:lnTo>
                  <a:lnTo>
                    <a:pt x="133585" y="5004"/>
                  </a:lnTo>
                  <a:lnTo>
                    <a:pt x="141443" y="5001"/>
                  </a:lnTo>
                  <a:lnTo>
                    <a:pt x="149301" y="4998"/>
                  </a:lnTo>
                  <a:lnTo>
                    <a:pt x="157159" y="4995"/>
                  </a:lnTo>
                  <a:lnTo>
                    <a:pt x="165017" y="4992"/>
                  </a:lnTo>
                  <a:lnTo>
                    <a:pt x="172875" y="4988"/>
                  </a:lnTo>
                  <a:lnTo>
                    <a:pt x="180733" y="4985"/>
                  </a:lnTo>
                  <a:lnTo>
                    <a:pt x="188591" y="4982"/>
                  </a:lnTo>
                  <a:lnTo>
                    <a:pt x="196449" y="4978"/>
                  </a:lnTo>
                  <a:lnTo>
                    <a:pt x="204307" y="4975"/>
                  </a:lnTo>
                  <a:lnTo>
                    <a:pt x="212165" y="4972"/>
                  </a:lnTo>
                  <a:lnTo>
                    <a:pt x="220023" y="4968"/>
                  </a:lnTo>
                  <a:lnTo>
                    <a:pt x="227881" y="4965"/>
                  </a:lnTo>
                  <a:lnTo>
                    <a:pt x="235739" y="4961"/>
                  </a:lnTo>
                  <a:lnTo>
                    <a:pt x="243597" y="4957"/>
                  </a:lnTo>
                  <a:lnTo>
                    <a:pt x="251455" y="4954"/>
                  </a:lnTo>
                  <a:lnTo>
                    <a:pt x="259313" y="4950"/>
                  </a:lnTo>
                  <a:lnTo>
                    <a:pt x="267171" y="4946"/>
                  </a:lnTo>
                  <a:lnTo>
                    <a:pt x="275029" y="4941"/>
                  </a:lnTo>
                  <a:lnTo>
                    <a:pt x="282887" y="4938"/>
                  </a:lnTo>
                  <a:lnTo>
                    <a:pt x="290745" y="4934"/>
                  </a:lnTo>
                  <a:lnTo>
                    <a:pt x="298603" y="4930"/>
                  </a:lnTo>
                  <a:lnTo>
                    <a:pt x="306461" y="4926"/>
                  </a:lnTo>
                  <a:lnTo>
                    <a:pt x="314319" y="4922"/>
                  </a:lnTo>
                  <a:lnTo>
                    <a:pt x="322177" y="4918"/>
                  </a:lnTo>
                  <a:lnTo>
                    <a:pt x="330035" y="4913"/>
                  </a:lnTo>
                  <a:lnTo>
                    <a:pt x="337893" y="4909"/>
                  </a:lnTo>
                  <a:lnTo>
                    <a:pt x="345751" y="4905"/>
                  </a:lnTo>
                  <a:lnTo>
                    <a:pt x="353609" y="4900"/>
                  </a:lnTo>
                  <a:lnTo>
                    <a:pt x="361467" y="4896"/>
                  </a:lnTo>
                  <a:lnTo>
                    <a:pt x="369325" y="4891"/>
                  </a:lnTo>
                  <a:lnTo>
                    <a:pt x="377183" y="4886"/>
                  </a:lnTo>
                  <a:lnTo>
                    <a:pt x="385041" y="4882"/>
                  </a:lnTo>
                  <a:lnTo>
                    <a:pt x="392899" y="4878"/>
                  </a:lnTo>
                  <a:lnTo>
                    <a:pt x="400757" y="4873"/>
                  </a:lnTo>
                  <a:lnTo>
                    <a:pt x="408615" y="4869"/>
                  </a:lnTo>
                  <a:lnTo>
                    <a:pt x="416473" y="4864"/>
                  </a:lnTo>
                  <a:lnTo>
                    <a:pt x="424331" y="4859"/>
                  </a:lnTo>
                  <a:lnTo>
                    <a:pt x="432189" y="4854"/>
                  </a:lnTo>
                  <a:lnTo>
                    <a:pt x="440047" y="4849"/>
                  </a:lnTo>
                  <a:lnTo>
                    <a:pt x="447905" y="4844"/>
                  </a:lnTo>
                  <a:lnTo>
                    <a:pt x="455763" y="4838"/>
                  </a:lnTo>
                  <a:lnTo>
                    <a:pt x="463621" y="4832"/>
                  </a:lnTo>
                  <a:lnTo>
                    <a:pt x="471479" y="4827"/>
                  </a:lnTo>
                  <a:lnTo>
                    <a:pt x="479337" y="4821"/>
                  </a:lnTo>
                  <a:lnTo>
                    <a:pt x="487195" y="4816"/>
                  </a:lnTo>
                  <a:lnTo>
                    <a:pt x="495053" y="4810"/>
                  </a:lnTo>
                  <a:lnTo>
                    <a:pt x="502911" y="4805"/>
                  </a:lnTo>
                  <a:lnTo>
                    <a:pt x="510769" y="4799"/>
                  </a:lnTo>
                  <a:lnTo>
                    <a:pt x="518627" y="4793"/>
                  </a:lnTo>
                  <a:lnTo>
                    <a:pt x="526485" y="4787"/>
                  </a:lnTo>
                  <a:lnTo>
                    <a:pt x="534343" y="4781"/>
                  </a:lnTo>
                  <a:lnTo>
                    <a:pt x="542201" y="4775"/>
                  </a:lnTo>
                  <a:lnTo>
                    <a:pt x="550059" y="4769"/>
                  </a:lnTo>
                  <a:lnTo>
                    <a:pt x="557917" y="4763"/>
                  </a:lnTo>
                  <a:lnTo>
                    <a:pt x="565775" y="4758"/>
                  </a:lnTo>
                  <a:lnTo>
                    <a:pt x="573633" y="4752"/>
                  </a:lnTo>
                  <a:lnTo>
                    <a:pt x="581491" y="4745"/>
                  </a:lnTo>
                  <a:lnTo>
                    <a:pt x="589349" y="4739"/>
                  </a:lnTo>
                  <a:lnTo>
                    <a:pt x="597207" y="4733"/>
                  </a:lnTo>
                  <a:lnTo>
                    <a:pt x="605065" y="4726"/>
                  </a:lnTo>
                  <a:lnTo>
                    <a:pt x="612923" y="4720"/>
                  </a:lnTo>
                  <a:lnTo>
                    <a:pt x="620781" y="4712"/>
                  </a:lnTo>
                  <a:lnTo>
                    <a:pt x="628639" y="4706"/>
                  </a:lnTo>
                  <a:lnTo>
                    <a:pt x="636497" y="4699"/>
                  </a:lnTo>
                  <a:lnTo>
                    <a:pt x="644355" y="4693"/>
                  </a:lnTo>
                  <a:lnTo>
                    <a:pt x="652213" y="4685"/>
                  </a:lnTo>
                  <a:lnTo>
                    <a:pt x="660071" y="4678"/>
                  </a:lnTo>
                  <a:lnTo>
                    <a:pt x="667929" y="4669"/>
                  </a:lnTo>
                  <a:lnTo>
                    <a:pt x="675787" y="4661"/>
                  </a:lnTo>
                  <a:lnTo>
                    <a:pt x="683645" y="4652"/>
                  </a:lnTo>
                  <a:lnTo>
                    <a:pt x="691503" y="4646"/>
                  </a:lnTo>
                  <a:lnTo>
                    <a:pt x="699361" y="4637"/>
                  </a:lnTo>
                  <a:lnTo>
                    <a:pt x="707219" y="4630"/>
                  </a:lnTo>
                  <a:lnTo>
                    <a:pt x="715077" y="4622"/>
                  </a:lnTo>
                  <a:lnTo>
                    <a:pt x="722935" y="4615"/>
                  </a:lnTo>
                  <a:lnTo>
                    <a:pt x="730793" y="4608"/>
                  </a:lnTo>
                  <a:lnTo>
                    <a:pt x="738651" y="4601"/>
                  </a:lnTo>
                  <a:lnTo>
                    <a:pt x="746509" y="4593"/>
                  </a:lnTo>
                  <a:lnTo>
                    <a:pt x="754367" y="4583"/>
                  </a:lnTo>
                  <a:lnTo>
                    <a:pt x="762225" y="4575"/>
                  </a:lnTo>
                  <a:lnTo>
                    <a:pt x="770083" y="4567"/>
                  </a:lnTo>
                  <a:lnTo>
                    <a:pt x="777941" y="4558"/>
                  </a:lnTo>
                  <a:lnTo>
                    <a:pt x="785799" y="4551"/>
                  </a:lnTo>
                  <a:lnTo>
                    <a:pt x="793657" y="4542"/>
                  </a:lnTo>
                  <a:lnTo>
                    <a:pt x="801515" y="4533"/>
                  </a:lnTo>
                  <a:lnTo>
                    <a:pt x="809373" y="4524"/>
                  </a:lnTo>
                  <a:lnTo>
                    <a:pt x="817231" y="4516"/>
                  </a:lnTo>
                  <a:lnTo>
                    <a:pt x="825089" y="4507"/>
                  </a:lnTo>
                  <a:lnTo>
                    <a:pt x="832947" y="4497"/>
                  </a:lnTo>
                  <a:lnTo>
                    <a:pt x="840805" y="4486"/>
                  </a:lnTo>
                  <a:lnTo>
                    <a:pt x="848663" y="4477"/>
                  </a:lnTo>
                  <a:lnTo>
                    <a:pt x="856521" y="4467"/>
                  </a:lnTo>
                  <a:lnTo>
                    <a:pt x="864379" y="4457"/>
                  </a:lnTo>
                  <a:lnTo>
                    <a:pt x="872237" y="4447"/>
                  </a:lnTo>
                  <a:lnTo>
                    <a:pt x="880095" y="4437"/>
                  </a:lnTo>
                  <a:lnTo>
                    <a:pt x="887953" y="4427"/>
                  </a:lnTo>
                  <a:lnTo>
                    <a:pt x="895811" y="4416"/>
                  </a:lnTo>
                  <a:lnTo>
                    <a:pt x="903669" y="4405"/>
                  </a:lnTo>
                  <a:lnTo>
                    <a:pt x="911527" y="4395"/>
                  </a:lnTo>
                  <a:lnTo>
                    <a:pt x="919385" y="4385"/>
                  </a:lnTo>
                  <a:lnTo>
                    <a:pt x="927243" y="4374"/>
                  </a:lnTo>
                  <a:lnTo>
                    <a:pt x="935101" y="4363"/>
                  </a:lnTo>
                  <a:lnTo>
                    <a:pt x="942959" y="4352"/>
                  </a:lnTo>
                  <a:lnTo>
                    <a:pt x="950817" y="4339"/>
                  </a:lnTo>
                  <a:lnTo>
                    <a:pt x="958675" y="4328"/>
                  </a:lnTo>
                  <a:lnTo>
                    <a:pt x="966533" y="4318"/>
                  </a:lnTo>
                  <a:lnTo>
                    <a:pt x="974391" y="4305"/>
                  </a:lnTo>
                  <a:lnTo>
                    <a:pt x="982249" y="4294"/>
                  </a:lnTo>
                  <a:lnTo>
                    <a:pt x="990107" y="4282"/>
                  </a:lnTo>
                  <a:lnTo>
                    <a:pt x="997965" y="4268"/>
                  </a:lnTo>
                  <a:lnTo>
                    <a:pt x="1005823" y="4256"/>
                  </a:lnTo>
                  <a:lnTo>
                    <a:pt x="1013681" y="4244"/>
                  </a:lnTo>
                  <a:lnTo>
                    <a:pt x="1021539" y="4231"/>
                  </a:lnTo>
                  <a:lnTo>
                    <a:pt x="1029397" y="4218"/>
                  </a:lnTo>
                  <a:lnTo>
                    <a:pt x="1037254" y="4204"/>
                  </a:lnTo>
                  <a:lnTo>
                    <a:pt x="1045112" y="4192"/>
                  </a:lnTo>
                  <a:lnTo>
                    <a:pt x="1052970" y="4181"/>
                  </a:lnTo>
                  <a:lnTo>
                    <a:pt x="1060828" y="4165"/>
                  </a:lnTo>
                  <a:lnTo>
                    <a:pt x="1068686" y="4153"/>
                  </a:lnTo>
                  <a:lnTo>
                    <a:pt x="1076544" y="4139"/>
                  </a:lnTo>
                  <a:lnTo>
                    <a:pt x="1084402" y="4124"/>
                  </a:lnTo>
                  <a:lnTo>
                    <a:pt x="1092260" y="4109"/>
                  </a:lnTo>
                  <a:lnTo>
                    <a:pt x="1100118" y="4095"/>
                  </a:lnTo>
                  <a:lnTo>
                    <a:pt x="1107976" y="4080"/>
                  </a:lnTo>
                  <a:lnTo>
                    <a:pt x="1115834" y="4065"/>
                  </a:lnTo>
                  <a:lnTo>
                    <a:pt x="1123692" y="4048"/>
                  </a:lnTo>
                  <a:lnTo>
                    <a:pt x="1131550" y="4033"/>
                  </a:lnTo>
                  <a:lnTo>
                    <a:pt x="1139408" y="4017"/>
                  </a:lnTo>
                  <a:lnTo>
                    <a:pt x="1147266" y="4002"/>
                  </a:lnTo>
                  <a:lnTo>
                    <a:pt x="1155124" y="3984"/>
                  </a:lnTo>
                  <a:lnTo>
                    <a:pt x="1162982" y="3967"/>
                  </a:lnTo>
                  <a:lnTo>
                    <a:pt x="1170840" y="3949"/>
                  </a:lnTo>
                  <a:lnTo>
                    <a:pt x="1178698" y="3932"/>
                  </a:lnTo>
                  <a:lnTo>
                    <a:pt x="1186556" y="3916"/>
                  </a:lnTo>
                  <a:lnTo>
                    <a:pt x="1194414" y="3896"/>
                  </a:lnTo>
                  <a:lnTo>
                    <a:pt x="1202272" y="3880"/>
                  </a:lnTo>
                  <a:lnTo>
                    <a:pt x="1210130" y="3863"/>
                  </a:lnTo>
                  <a:lnTo>
                    <a:pt x="1217988" y="3844"/>
                  </a:lnTo>
                  <a:lnTo>
                    <a:pt x="1225846" y="3829"/>
                  </a:lnTo>
                  <a:lnTo>
                    <a:pt x="1233704" y="3809"/>
                  </a:lnTo>
                  <a:lnTo>
                    <a:pt x="1241562" y="3791"/>
                  </a:lnTo>
                  <a:lnTo>
                    <a:pt x="1249420" y="3770"/>
                  </a:lnTo>
                  <a:lnTo>
                    <a:pt x="1257278" y="3749"/>
                  </a:lnTo>
                  <a:lnTo>
                    <a:pt x="1265136" y="3729"/>
                  </a:lnTo>
                  <a:lnTo>
                    <a:pt x="1272994" y="3709"/>
                  </a:lnTo>
                  <a:lnTo>
                    <a:pt x="1280852" y="3687"/>
                  </a:lnTo>
                  <a:lnTo>
                    <a:pt x="1288710" y="3667"/>
                  </a:lnTo>
                  <a:lnTo>
                    <a:pt x="1296568" y="3646"/>
                  </a:lnTo>
                  <a:lnTo>
                    <a:pt x="1304426" y="3627"/>
                  </a:lnTo>
                  <a:lnTo>
                    <a:pt x="1312284" y="3607"/>
                  </a:lnTo>
                  <a:lnTo>
                    <a:pt x="1320142" y="3586"/>
                  </a:lnTo>
                  <a:lnTo>
                    <a:pt x="1328000" y="3563"/>
                  </a:lnTo>
                  <a:lnTo>
                    <a:pt x="1335858" y="3542"/>
                  </a:lnTo>
                  <a:lnTo>
                    <a:pt x="1343716" y="3519"/>
                  </a:lnTo>
                  <a:lnTo>
                    <a:pt x="1351574" y="3496"/>
                  </a:lnTo>
                  <a:lnTo>
                    <a:pt x="1359432" y="3470"/>
                  </a:lnTo>
                  <a:lnTo>
                    <a:pt x="1367290" y="3451"/>
                  </a:lnTo>
                  <a:lnTo>
                    <a:pt x="1375148" y="3430"/>
                  </a:lnTo>
                  <a:lnTo>
                    <a:pt x="1383006" y="3411"/>
                  </a:lnTo>
                  <a:lnTo>
                    <a:pt x="1390864" y="3388"/>
                  </a:lnTo>
                  <a:lnTo>
                    <a:pt x="1398722" y="3364"/>
                  </a:lnTo>
                  <a:lnTo>
                    <a:pt x="1406580" y="3340"/>
                  </a:lnTo>
                  <a:lnTo>
                    <a:pt x="1414438" y="3319"/>
                  </a:lnTo>
                  <a:lnTo>
                    <a:pt x="1422296" y="3293"/>
                  </a:lnTo>
                  <a:lnTo>
                    <a:pt x="1430154" y="3265"/>
                  </a:lnTo>
                  <a:lnTo>
                    <a:pt x="1438012" y="3244"/>
                  </a:lnTo>
                  <a:lnTo>
                    <a:pt x="1445870" y="3218"/>
                  </a:lnTo>
                  <a:lnTo>
                    <a:pt x="1453728" y="3193"/>
                  </a:lnTo>
                  <a:lnTo>
                    <a:pt x="1461586" y="3166"/>
                  </a:lnTo>
                  <a:lnTo>
                    <a:pt x="1469444" y="3139"/>
                  </a:lnTo>
                  <a:lnTo>
                    <a:pt x="1477302" y="3112"/>
                  </a:lnTo>
                  <a:lnTo>
                    <a:pt x="1485160" y="3087"/>
                  </a:lnTo>
                  <a:lnTo>
                    <a:pt x="1493018" y="3060"/>
                  </a:lnTo>
                  <a:lnTo>
                    <a:pt x="1500876" y="3032"/>
                  </a:lnTo>
                  <a:lnTo>
                    <a:pt x="1508734" y="3004"/>
                  </a:lnTo>
                  <a:lnTo>
                    <a:pt x="1516592" y="2972"/>
                  </a:lnTo>
                  <a:lnTo>
                    <a:pt x="1524450" y="2942"/>
                  </a:lnTo>
                  <a:lnTo>
                    <a:pt x="1532308" y="2911"/>
                  </a:lnTo>
                  <a:lnTo>
                    <a:pt x="1540166" y="2883"/>
                  </a:lnTo>
                  <a:lnTo>
                    <a:pt x="1548024" y="2849"/>
                  </a:lnTo>
                  <a:lnTo>
                    <a:pt x="1555882" y="2818"/>
                  </a:lnTo>
                  <a:lnTo>
                    <a:pt x="1563740" y="2787"/>
                  </a:lnTo>
                  <a:lnTo>
                    <a:pt x="1571598" y="2757"/>
                  </a:lnTo>
                  <a:lnTo>
                    <a:pt x="1579456" y="2725"/>
                  </a:lnTo>
                  <a:lnTo>
                    <a:pt x="1587314" y="2694"/>
                  </a:lnTo>
                  <a:lnTo>
                    <a:pt x="1595172" y="2658"/>
                  </a:lnTo>
                  <a:lnTo>
                    <a:pt x="1603030" y="2625"/>
                  </a:lnTo>
                  <a:lnTo>
                    <a:pt x="1610888" y="2592"/>
                  </a:lnTo>
                  <a:lnTo>
                    <a:pt x="1618746" y="2554"/>
                  </a:lnTo>
                  <a:lnTo>
                    <a:pt x="1626604" y="2517"/>
                  </a:lnTo>
                  <a:lnTo>
                    <a:pt x="1634462" y="2480"/>
                  </a:lnTo>
                  <a:lnTo>
                    <a:pt x="1642320" y="2446"/>
                  </a:lnTo>
                  <a:lnTo>
                    <a:pt x="1650178" y="2411"/>
                  </a:lnTo>
                  <a:lnTo>
                    <a:pt x="1658036" y="2378"/>
                  </a:lnTo>
                  <a:lnTo>
                    <a:pt x="1665894" y="2341"/>
                  </a:lnTo>
                  <a:lnTo>
                    <a:pt x="1673752" y="2303"/>
                  </a:lnTo>
                  <a:lnTo>
                    <a:pt x="1681610" y="2265"/>
                  </a:lnTo>
                  <a:lnTo>
                    <a:pt x="1689468" y="2225"/>
                  </a:lnTo>
                  <a:lnTo>
                    <a:pt x="1697326" y="2187"/>
                  </a:lnTo>
                  <a:lnTo>
                    <a:pt x="1705184" y="2149"/>
                  </a:lnTo>
                  <a:lnTo>
                    <a:pt x="1713042" y="2110"/>
                  </a:lnTo>
                  <a:lnTo>
                    <a:pt x="1720900" y="2068"/>
                  </a:lnTo>
                  <a:lnTo>
                    <a:pt x="1728758" y="2027"/>
                  </a:lnTo>
                  <a:lnTo>
                    <a:pt x="1736616" y="1986"/>
                  </a:lnTo>
                  <a:lnTo>
                    <a:pt x="1744474" y="1945"/>
                  </a:lnTo>
                  <a:lnTo>
                    <a:pt x="1752332" y="1900"/>
                  </a:lnTo>
                  <a:lnTo>
                    <a:pt x="1760190" y="1854"/>
                  </a:lnTo>
                  <a:lnTo>
                    <a:pt x="1768048" y="1814"/>
                  </a:lnTo>
                  <a:lnTo>
                    <a:pt x="1775906" y="1775"/>
                  </a:lnTo>
                  <a:lnTo>
                    <a:pt x="1783764" y="1729"/>
                  </a:lnTo>
                  <a:lnTo>
                    <a:pt x="1791622" y="1690"/>
                  </a:lnTo>
                  <a:lnTo>
                    <a:pt x="1799480" y="1645"/>
                  </a:lnTo>
                  <a:lnTo>
                    <a:pt x="1807338" y="1596"/>
                  </a:lnTo>
                  <a:lnTo>
                    <a:pt x="1815196" y="1550"/>
                  </a:lnTo>
                  <a:lnTo>
                    <a:pt x="1823054" y="1500"/>
                  </a:lnTo>
                  <a:lnTo>
                    <a:pt x="1830912" y="1450"/>
                  </a:lnTo>
                  <a:lnTo>
                    <a:pt x="1838770" y="1402"/>
                  </a:lnTo>
                  <a:lnTo>
                    <a:pt x="1846628" y="1351"/>
                  </a:lnTo>
                  <a:lnTo>
                    <a:pt x="1854486" y="1301"/>
                  </a:lnTo>
                  <a:lnTo>
                    <a:pt x="1862344" y="1257"/>
                  </a:lnTo>
                  <a:lnTo>
                    <a:pt x="1870202" y="1206"/>
                  </a:lnTo>
                  <a:lnTo>
                    <a:pt x="1878060" y="1157"/>
                  </a:lnTo>
                  <a:lnTo>
                    <a:pt x="1885918" y="1110"/>
                  </a:lnTo>
                  <a:lnTo>
                    <a:pt x="1893776" y="1058"/>
                  </a:lnTo>
                  <a:lnTo>
                    <a:pt x="1901634" y="1009"/>
                  </a:lnTo>
                  <a:lnTo>
                    <a:pt x="1909492" y="956"/>
                  </a:lnTo>
                  <a:lnTo>
                    <a:pt x="1917350" y="903"/>
                  </a:lnTo>
                  <a:lnTo>
                    <a:pt x="1925208" y="848"/>
                  </a:lnTo>
                  <a:lnTo>
                    <a:pt x="1933066" y="797"/>
                  </a:lnTo>
                  <a:lnTo>
                    <a:pt x="1940924" y="736"/>
                  </a:lnTo>
                  <a:lnTo>
                    <a:pt x="1948782" y="683"/>
                  </a:lnTo>
                  <a:lnTo>
                    <a:pt x="1956640" y="630"/>
                  </a:lnTo>
                  <a:lnTo>
                    <a:pt x="1964498" y="570"/>
                  </a:lnTo>
                  <a:lnTo>
                    <a:pt x="1972356" y="513"/>
                  </a:lnTo>
                  <a:lnTo>
                    <a:pt x="1980214" y="455"/>
                  </a:lnTo>
                  <a:lnTo>
                    <a:pt x="1988072" y="394"/>
                  </a:lnTo>
                  <a:lnTo>
                    <a:pt x="1995930" y="336"/>
                  </a:lnTo>
                  <a:lnTo>
                    <a:pt x="2003788" y="272"/>
                  </a:lnTo>
                  <a:lnTo>
                    <a:pt x="2011646" y="204"/>
                  </a:lnTo>
                  <a:lnTo>
                    <a:pt x="2019504" y="136"/>
                  </a:lnTo>
                  <a:lnTo>
                    <a:pt x="2027362" y="72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4"/>
            <p:cNvSpPr/>
            <p:nvPr/>
          </p:nvSpPr>
          <p:spPr>
            <a:xfrm>
              <a:off x="3608036" y="3104571"/>
              <a:ext cx="2035220" cy="898"/>
            </a:xfrm>
            <a:custGeom>
              <a:avLst/>
              <a:pathLst>
                <a:path w="2035220" h="898">
                  <a:moveTo>
                    <a:pt x="0" y="898"/>
                  </a:moveTo>
                  <a:lnTo>
                    <a:pt x="7857" y="897"/>
                  </a:lnTo>
                  <a:lnTo>
                    <a:pt x="15715" y="896"/>
                  </a:lnTo>
                  <a:lnTo>
                    <a:pt x="23573" y="895"/>
                  </a:lnTo>
                  <a:lnTo>
                    <a:pt x="31431" y="894"/>
                  </a:lnTo>
                  <a:lnTo>
                    <a:pt x="39289" y="894"/>
                  </a:lnTo>
                  <a:lnTo>
                    <a:pt x="47147" y="892"/>
                  </a:lnTo>
                  <a:lnTo>
                    <a:pt x="55005" y="891"/>
                  </a:lnTo>
                  <a:lnTo>
                    <a:pt x="62863" y="891"/>
                  </a:lnTo>
                  <a:lnTo>
                    <a:pt x="70721" y="890"/>
                  </a:lnTo>
                  <a:lnTo>
                    <a:pt x="78579" y="889"/>
                  </a:lnTo>
                  <a:lnTo>
                    <a:pt x="86437" y="888"/>
                  </a:lnTo>
                  <a:lnTo>
                    <a:pt x="94295" y="887"/>
                  </a:lnTo>
                  <a:lnTo>
                    <a:pt x="102153" y="886"/>
                  </a:lnTo>
                  <a:lnTo>
                    <a:pt x="110011" y="885"/>
                  </a:lnTo>
                  <a:lnTo>
                    <a:pt x="117869" y="884"/>
                  </a:lnTo>
                  <a:lnTo>
                    <a:pt x="125727" y="883"/>
                  </a:lnTo>
                  <a:lnTo>
                    <a:pt x="133585" y="882"/>
                  </a:lnTo>
                  <a:lnTo>
                    <a:pt x="141443" y="881"/>
                  </a:lnTo>
                  <a:lnTo>
                    <a:pt x="149301" y="880"/>
                  </a:lnTo>
                  <a:lnTo>
                    <a:pt x="157159" y="879"/>
                  </a:lnTo>
                  <a:lnTo>
                    <a:pt x="165017" y="878"/>
                  </a:lnTo>
                  <a:lnTo>
                    <a:pt x="172875" y="877"/>
                  </a:lnTo>
                  <a:lnTo>
                    <a:pt x="180733" y="876"/>
                  </a:lnTo>
                  <a:lnTo>
                    <a:pt x="188591" y="875"/>
                  </a:lnTo>
                  <a:lnTo>
                    <a:pt x="196449" y="873"/>
                  </a:lnTo>
                  <a:lnTo>
                    <a:pt x="204307" y="872"/>
                  </a:lnTo>
                  <a:lnTo>
                    <a:pt x="212165" y="871"/>
                  </a:lnTo>
                  <a:lnTo>
                    <a:pt x="220023" y="870"/>
                  </a:lnTo>
                  <a:lnTo>
                    <a:pt x="227881" y="869"/>
                  </a:lnTo>
                  <a:lnTo>
                    <a:pt x="235739" y="868"/>
                  </a:lnTo>
                  <a:lnTo>
                    <a:pt x="243597" y="867"/>
                  </a:lnTo>
                  <a:lnTo>
                    <a:pt x="251455" y="866"/>
                  </a:lnTo>
                  <a:lnTo>
                    <a:pt x="259313" y="865"/>
                  </a:lnTo>
                  <a:lnTo>
                    <a:pt x="267171" y="864"/>
                  </a:lnTo>
                  <a:lnTo>
                    <a:pt x="275029" y="862"/>
                  </a:lnTo>
                  <a:lnTo>
                    <a:pt x="282887" y="861"/>
                  </a:lnTo>
                  <a:lnTo>
                    <a:pt x="290745" y="860"/>
                  </a:lnTo>
                  <a:lnTo>
                    <a:pt x="298603" y="859"/>
                  </a:lnTo>
                  <a:lnTo>
                    <a:pt x="306461" y="858"/>
                  </a:lnTo>
                  <a:lnTo>
                    <a:pt x="314319" y="857"/>
                  </a:lnTo>
                  <a:lnTo>
                    <a:pt x="322177" y="856"/>
                  </a:lnTo>
                  <a:lnTo>
                    <a:pt x="330035" y="854"/>
                  </a:lnTo>
                  <a:lnTo>
                    <a:pt x="337893" y="853"/>
                  </a:lnTo>
                  <a:lnTo>
                    <a:pt x="345751" y="851"/>
                  </a:lnTo>
                  <a:lnTo>
                    <a:pt x="353609" y="850"/>
                  </a:lnTo>
                  <a:lnTo>
                    <a:pt x="361467" y="849"/>
                  </a:lnTo>
                  <a:lnTo>
                    <a:pt x="369325" y="848"/>
                  </a:lnTo>
                  <a:lnTo>
                    <a:pt x="377183" y="847"/>
                  </a:lnTo>
                  <a:lnTo>
                    <a:pt x="385041" y="845"/>
                  </a:lnTo>
                  <a:lnTo>
                    <a:pt x="392899" y="844"/>
                  </a:lnTo>
                  <a:lnTo>
                    <a:pt x="400757" y="842"/>
                  </a:lnTo>
                  <a:lnTo>
                    <a:pt x="408615" y="841"/>
                  </a:lnTo>
                  <a:lnTo>
                    <a:pt x="416473" y="839"/>
                  </a:lnTo>
                  <a:lnTo>
                    <a:pt x="424331" y="838"/>
                  </a:lnTo>
                  <a:lnTo>
                    <a:pt x="432189" y="837"/>
                  </a:lnTo>
                  <a:lnTo>
                    <a:pt x="440047" y="836"/>
                  </a:lnTo>
                  <a:lnTo>
                    <a:pt x="447905" y="834"/>
                  </a:lnTo>
                  <a:lnTo>
                    <a:pt x="455763" y="832"/>
                  </a:lnTo>
                  <a:lnTo>
                    <a:pt x="463621" y="831"/>
                  </a:lnTo>
                  <a:lnTo>
                    <a:pt x="471479" y="829"/>
                  </a:lnTo>
                  <a:lnTo>
                    <a:pt x="479337" y="828"/>
                  </a:lnTo>
                  <a:lnTo>
                    <a:pt x="487195" y="826"/>
                  </a:lnTo>
                  <a:lnTo>
                    <a:pt x="495053" y="825"/>
                  </a:lnTo>
                  <a:lnTo>
                    <a:pt x="502911" y="824"/>
                  </a:lnTo>
                  <a:lnTo>
                    <a:pt x="510769" y="822"/>
                  </a:lnTo>
                  <a:lnTo>
                    <a:pt x="518627" y="820"/>
                  </a:lnTo>
                  <a:lnTo>
                    <a:pt x="526485" y="819"/>
                  </a:lnTo>
                  <a:lnTo>
                    <a:pt x="534343" y="817"/>
                  </a:lnTo>
                  <a:lnTo>
                    <a:pt x="542201" y="816"/>
                  </a:lnTo>
                  <a:lnTo>
                    <a:pt x="550059" y="814"/>
                  </a:lnTo>
                  <a:lnTo>
                    <a:pt x="557917" y="813"/>
                  </a:lnTo>
                  <a:lnTo>
                    <a:pt x="565775" y="811"/>
                  </a:lnTo>
                  <a:lnTo>
                    <a:pt x="573633" y="810"/>
                  </a:lnTo>
                  <a:lnTo>
                    <a:pt x="581491" y="808"/>
                  </a:lnTo>
                  <a:lnTo>
                    <a:pt x="589349" y="807"/>
                  </a:lnTo>
                  <a:lnTo>
                    <a:pt x="597207" y="805"/>
                  </a:lnTo>
                  <a:lnTo>
                    <a:pt x="605065" y="803"/>
                  </a:lnTo>
                  <a:lnTo>
                    <a:pt x="612923" y="801"/>
                  </a:lnTo>
                  <a:lnTo>
                    <a:pt x="620781" y="800"/>
                  </a:lnTo>
                  <a:lnTo>
                    <a:pt x="628639" y="798"/>
                  </a:lnTo>
                  <a:lnTo>
                    <a:pt x="636497" y="796"/>
                  </a:lnTo>
                  <a:lnTo>
                    <a:pt x="644355" y="794"/>
                  </a:lnTo>
                  <a:lnTo>
                    <a:pt x="652213" y="792"/>
                  </a:lnTo>
                  <a:lnTo>
                    <a:pt x="660071" y="790"/>
                  </a:lnTo>
                  <a:lnTo>
                    <a:pt x="667929" y="788"/>
                  </a:lnTo>
                  <a:lnTo>
                    <a:pt x="675787" y="786"/>
                  </a:lnTo>
                  <a:lnTo>
                    <a:pt x="683645" y="784"/>
                  </a:lnTo>
                  <a:lnTo>
                    <a:pt x="691503" y="782"/>
                  </a:lnTo>
                  <a:lnTo>
                    <a:pt x="699361" y="780"/>
                  </a:lnTo>
                  <a:lnTo>
                    <a:pt x="707219" y="778"/>
                  </a:lnTo>
                  <a:lnTo>
                    <a:pt x="715077" y="777"/>
                  </a:lnTo>
                  <a:lnTo>
                    <a:pt x="722935" y="775"/>
                  </a:lnTo>
                  <a:lnTo>
                    <a:pt x="730793" y="772"/>
                  </a:lnTo>
                  <a:lnTo>
                    <a:pt x="738651" y="769"/>
                  </a:lnTo>
                  <a:lnTo>
                    <a:pt x="746509" y="768"/>
                  </a:lnTo>
                  <a:lnTo>
                    <a:pt x="754367" y="766"/>
                  </a:lnTo>
                  <a:lnTo>
                    <a:pt x="762225" y="764"/>
                  </a:lnTo>
                  <a:lnTo>
                    <a:pt x="770083" y="761"/>
                  </a:lnTo>
                  <a:lnTo>
                    <a:pt x="777941" y="760"/>
                  </a:lnTo>
                  <a:lnTo>
                    <a:pt x="785799" y="758"/>
                  </a:lnTo>
                  <a:lnTo>
                    <a:pt x="793657" y="755"/>
                  </a:lnTo>
                  <a:lnTo>
                    <a:pt x="801515" y="753"/>
                  </a:lnTo>
                  <a:lnTo>
                    <a:pt x="809373" y="752"/>
                  </a:lnTo>
                  <a:lnTo>
                    <a:pt x="817231" y="750"/>
                  </a:lnTo>
                  <a:lnTo>
                    <a:pt x="825089" y="748"/>
                  </a:lnTo>
                  <a:lnTo>
                    <a:pt x="832947" y="746"/>
                  </a:lnTo>
                  <a:lnTo>
                    <a:pt x="840805" y="744"/>
                  </a:lnTo>
                  <a:lnTo>
                    <a:pt x="848663" y="741"/>
                  </a:lnTo>
                  <a:lnTo>
                    <a:pt x="856521" y="740"/>
                  </a:lnTo>
                  <a:lnTo>
                    <a:pt x="864379" y="737"/>
                  </a:lnTo>
                  <a:lnTo>
                    <a:pt x="872237" y="736"/>
                  </a:lnTo>
                  <a:lnTo>
                    <a:pt x="880095" y="733"/>
                  </a:lnTo>
                  <a:lnTo>
                    <a:pt x="887953" y="730"/>
                  </a:lnTo>
                  <a:lnTo>
                    <a:pt x="895811" y="727"/>
                  </a:lnTo>
                  <a:lnTo>
                    <a:pt x="903669" y="725"/>
                  </a:lnTo>
                  <a:lnTo>
                    <a:pt x="911527" y="722"/>
                  </a:lnTo>
                  <a:lnTo>
                    <a:pt x="919385" y="720"/>
                  </a:lnTo>
                  <a:lnTo>
                    <a:pt x="927243" y="717"/>
                  </a:lnTo>
                  <a:lnTo>
                    <a:pt x="935101" y="714"/>
                  </a:lnTo>
                  <a:lnTo>
                    <a:pt x="942959" y="711"/>
                  </a:lnTo>
                  <a:lnTo>
                    <a:pt x="950817" y="708"/>
                  </a:lnTo>
                  <a:lnTo>
                    <a:pt x="958675" y="706"/>
                  </a:lnTo>
                  <a:lnTo>
                    <a:pt x="966533" y="704"/>
                  </a:lnTo>
                  <a:lnTo>
                    <a:pt x="974391" y="701"/>
                  </a:lnTo>
                  <a:lnTo>
                    <a:pt x="982249" y="698"/>
                  </a:lnTo>
                  <a:lnTo>
                    <a:pt x="990107" y="695"/>
                  </a:lnTo>
                  <a:lnTo>
                    <a:pt x="997965" y="693"/>
                  </a:lnTo>
                  <a:lnTo>
                    <a:pt x="1005823" y="690"/>
                  </a:lnTo>
                  <a:lnTo>
                    <a:pt x="1013681" y="687"/>
                  </a:lnTo>
                  <a:lnTo>
                    <a:pt x="1021539" y="684"/>
                  </a:lnTo>
                  <a:lnTo>
                    <a:pt x="1029397" y="681"/>
                  </a:lnTo>
                  <a:lnTo>
                    <a:pt x="1037254" y="679"/>
                  </a:lnTo>
                  <a:lnTo>
                    <a:pt x="1045112" y="677"/>
                  </a:lnTo>
                  <a:lnTo>
                    <a:pt x="1052970" y="674"/>
                  </a:lnTo>
                  <a:lnTo>
                    <a:pt x="1060828" y="671"/>
                  </a:lnTo>
                  <a:lnTo>
                    <a:pt x="1068686" y="669"/>
                  </a:lnTo>
                  <a:lnTo>
                    <a:pt x="1076544" y="666"/>
                  </a:lnTo>
                  <a:lnTo>
                    <a:pt x="1084402" y="663"/>
                  </a:lnTo>
                  <a:lnTo>
                    <a:pt x="1092260" y="660"/>
                  </a:lnTo>
                  <a:lnTo>
                    <a:pt x="1100118" y="657"/>
                  </a:lnTo>
                  <a:lnTo>
                    <a:pt x="1107976" y="653"/>
                  </a:lnTo>
                  <a:lnTo>
                    <a:pt x="1115834" y="651"/>
                  </a:lnTo>
                  <a:lnTo>
                    <a:pt x="1123692" y="646"/>
                  </a:lnTo>
                  <a:lnTo>
                    <a:pt x="1131550" y="644"/>
                  </a:lnTo>
                  <a:lnTo>
                    <a:pt x="1139408" y="641"/>
                  </a:lnTo>
                  <a:lnTo>
                    <a:pt x="1147266" y="638"/>
                  </a:lnTo>
                  <a:lnTo>
                    <a:pt x="1155124" y="634"/>
                  </a:lnTo>
                  <a:lnTo>
                    <a:pt x="1162982" y="632"/>
                  </a:lnTo>
                  <a:lnTo>
                    <a:pt x="1170840" y="629"/>
                  </a:lnTo>
                  <a:lnTo>
                    <a:pt x="1178698" y="625"/>
                  </a:lnTo>
                  <a:lnTo>
                    <a:pt x="1186556" y="622"/>
                  </a:lnTo>
                  <a:lnTo>
                    <a:pt x="1194414" y="618"/>
                  </a:lnTo>
                  <a:lnTo>
                    <a:pt x="1202272" y="615"/>
                  </a:lnTo>
                  <a:lnTo>
                    <a:pt x="1210130" y="611"/>
                  </a:lnTo>
                  <a:lnTo>
                    <a:pt x="1217988" y="608"/>
                  </a:lnTo>
                  <a:lnTo>
                    <a:pt x="1225846" y="604"/>
                  </a:lnTo>
                  <a:lnTo>
                    <a:pt x="1233704" y="600"/>
                  </a:lnTo>
                  <a:lnTo>
                    <a:pt x="1241562" y="596"/>
                  </a:lnTo>
                  <a:lnTo>
                    <a:pt x="1249420" y="593"/>
                  </a:lnTo>
                  <a:lnTo>
                    <a:pt x="1257278" y="589"/>
                  </a:lnTo>
                  <a:lnTo>
                    <a:pt x="1265136" y="585"/>
                  </a:lnTo>
                  <a:lnTo>
                    <a:pt x="1272994" y="581"/>
                  </a:lnTo>
                  <a:lnTo>
                    <a:pt x="1280852" y="578"/>
                  </a:lnTo>
                  <a:lnTo>
                    <a:pt x="1288710" y="576"/>
                  </a:lnTo>
                  <a:lnTo>
                    <a:pt x="1296568" y="571"/>
                  </a:lnTo>
                  <a:lnTo>
                    <a:pt x="1304426" y="566"/>
                  </a:lnTo>
                  <a:lnTo>
                    <a:pt x="1312284" y="562"/>
                  </a:lnTo>
                  <a:lnTo>
                    <a:pt x="1320142" y="558"/>
                  </a:lnTo>
                  <a:lnTo>
                    <a:pt x="1328000" y="553"/>
                  </a:lnTo>
                  <a:lnTo>
                    <a:pt x="1335858" y="550"/>
                  </a:lnTo>
                  <a:lnTo>
                    <a:pt x="1343716" y="546"/>
                  </a:lnTo>
                  <a:lnTo>
                    <a:pt x="1351574" y="542"/>
                  </a:lnTo>
                  <a:lnTo>
                    <a:pt x="1359432" y="538"/>
                  </a:lnTo>
                  <a:lnTo>
                    <a:pt x="1367290" y="534"/>
                  </a:lnTo>
                  <a:lnTo>
                    <a:pt x="1375148" y="529"/>
                  </a:lnTo>
                  <a:lnTo>
                    <a:pt x="1383006" y="524"/>
                  </a:lnTo>
                  <a:lnTo>
                    <a:pt x="1390864" y="521"/>
                  </a:lnTo>
                  <a:lnTo>
                    <a:pt x="1398722" y="517"/>
                  </a:lnTo>
                  <a:lnTo>
                    <a:pt x="1406580" y="511"/>
                  </a:lnTo>
                  <a:lnTo>
                    <a:pt x="1414438" y="507"/>
                  </a:lnTo>
                  <a:lnTo>
                    <a:pt x="1422296" y="503"/>
                  </a:lnTo>
                  <a:lnTo>
                    <a:pt x="1430154" y="499"/>
                  </a:lnTo>
                  <a:lnTo>
                    <a:pt x="1438012" y="495"/>
                  </a:lnTo>
                  <a:lnTo>
                    <a:pt x="1445870" y="490"/>
                  </a:lnTo>
                  <a:lnTo>
                    <a:pt x="1453728" y="486"/>
                  </a:lnTo>
                  <a:lnTo>
                    <a:pt x="1461586" y="481"/>
                  </a:lnTo>
                  <a:lnTo>
                    <a:pt x="1469444" y="476"/>
                  </a:lnTo>
                  <a:lnTo>
                    <a:pt x="1477302" y="472"/>
                  </a:lnTo>
                  <a:lnTo>
                    <a:pt x="1485160" y="467"/>
                  </a:lnTo>
                  <a:lnTo>
                    <a:pt x="1493018" y="461"/>
                  </a:lnTo>
                  <a:lnTo>
                    <a:pt x="1500876" y="456"/>
                  </a:lnTo>
                  <a:lnTo>
                    <a:pt x="1508734" y="451"/>
                  </a:lnTo>
                  <a:lnTo>
                    <a:pt x="1516592" y="446"/>
                  </a:lnTo>
                  <a:lnTo>
                    <a:pt x="1524450" y="442"/>
                  </a:lnTo>
                  <a:lnTo>
                    <a:pt x="1532308" y="437"/>
                  </a:lnTo>
                  <a:lnTo>
                    <a:pt x="1540166" y="432"/>
                  </a:lnTo>
                  <a:lnTo>
                    <a:pt x="1548024" y="427"/>
                  </a:lnTo>
                  <a:lnTo>
                    <a:pt x="1555882" y="423"/>
                  </a:lnTo>
                  <a:lnTo>
                    <a:pt x="1563740" y="417"/>
                  </a:lnTo>
                  <a:lnTo>
                    <a:pt x="1571598" y="412"/>
                  </a:lnTo>
                  <a:lnTo>
                    <a:pt x="1579456" y="406"/>
                  </a:lnTo>
                  <a:lnTo>
                    <a:pt x="1587314" y="400"/>
                  </a:lnTo>
                  <a:lnTo>
                    <a:pt x="1595172" y="394"/>
                  </a:lnTo>
                  <a:lnTo>
                    <a:pt x="1603030" y="389"/>
                  </a:lnTo>
                  <a:lnTo>
                    <a:pt x="1610888" y="384"/>
                  </a:lnTo>
                  <a:lnTo>
                    <a:pt x="1618746" y="378"/>
                  </a:lnTo>
                  <a:lnTo>
                    <a:pt x="1626604" y="372"/>
                  </a:lnTo>
                  <a:lnTo>
                    <a:pt x="1634462" y="366"/>
                  </a:lnTo>
                  <a:lnTo>
                    <a:pt x="1642320" y="361"/>
                  </a:lnTo>
                  <a:lnTo>
                    <a:pt x="1650178" y="357"/>
                  </a:lnTo>
                  <a:lnTo>
                    <a:pt x="1658036" y="351"/>
                  </a:lnTo>
                  <a:lnTo>
                    <a:pt x="1665894" y="345"/>
                  </a:lnTo>
                  <a:lnTo>
                    <a:pt x="1673752" y="339"/>
                  </a:lnTo>
                  <a:lnTo>
                    <a:pt x="1681610" y="332"/>
                  </a:lnTo>
                  <a:lnTo>
                    <a:pt x="1689468" y="325"/>
                  </a:lnTo>
                  <a:lnTo>
                    <a:pt x="1697326" y="318"/>
                  </a:lnTo>
                  <a:lnTo>
                    <a:pt x="1705184" y="312"/>
                  </a:lnTo>
                  <a:lnTo>
                    <a:pt x="1713042" y="306"/>
                  </a:lnTo>
                  <a:lnTo>
                    <a:pt x="1720900" y="300"/>
                  </a:lnTo>
                  <a:lnTo>
                    <a:pt x="1728758" y="294"/>
                  </a:lnTo>
                  <a:lnTo>
                    <a:pt x="1736616" y="287"/>
                  </a:lnTo>
                  <a:lnTo>
                    <a:pt x="1744474" y="280"/>
                  </a:lnTo>
                  <a:lnTo>
                    <a:pt x="1752332" y="273"/>
                  </a:lnTo>
                  <a:lnTo>
                    <a:pt x="1760190" y="267"/>
                  </a:lnTo>
                  <a:lnTo>
                    <a:pt x="1768048" y="262"/>
                  </a:lnTo>
                  <a:lnTo>
                    <a:pt x="1775906" y="256"/>
                  </a:lnTo>
                  <a:lnTo>
                    <a:pt x="1783764" y="250"/>
                  </a:lnTo>
                  <a:lnTo>
                    <a:pt x="1791622" y="243"/>
                  </a:lnTo>
                  <a:lnTo>
                    <a:pt x="1799480" y="237"/>
                  </a:lnTo>
                  <a:lnTo>
                    <a:pt x="1807338" y="230"/>
                  </a:lnTo>
                  <a:lnTo>
                    <a:pt x="1815196" y="223"/>
                  </a:lnTo>
                  <a:lnTo>
                    <a:pt x="1823054" y="216"/>
                  </a:lnTo>
                  <a:lnTo>
                    <a:pt x="1830912" y="208"/>
                  </a:lnTo>
                  <a:lnTo>
                    <a:pt x="1838770" y="201"/>
                  </a:lnTo>
                  <a:lnTo>
                    <a:pt x="1846628" y="193"/>
                  </a:lnTo>
                  <a:lnTo>
                    <a:pt x="1854486" y="186"/>
                  </a:lnTo>
                  <a:lnTo>
                    <a:pt x="1862344" y="179"/>
                  </a:lnTo>
                  <a:lnTo>
                    <a:pt x="1870202" y="171"/>
                  </a:lnTo>
                  <a:lnTo>
                    <a:pt x="1878060" y="164"/>
                  </a:lnTo>
                  <a:lnTo>
                    <a:pt x="1885918" y="156"/>
                  </a:lnTo>
                  <a:lnTo>
                    <a:pt x="1893776" y="148"/>
                  </a:lnTo>
                  <a:lnTo>
                    <a:pt x="1901634" y="141"/>
                  </a:lnTo>
                  <a:lnTo>
                    <a:pt x="1909492" y="133"/>
                  </a:lnTo>
                  <a:lnTo>
                    <a:pt x="1917350" y="125"/>
                  </a:lnTo>
                  <a:lnTo>
                    <a:pt x="1925208" y="117"/>
                  </a:lnTo>
                  <a:lnTo>
                    <a:pt x="1933066" y="109"/>
                  </a:lnTo>
                  <a:lnTo>
                    <a:pt x="1940924" y="102"/>
                  </a:lnTo>
                  <a:lnTo>
                    <a:pt x="1948782" y="94"/>
                  </a:lnTo>
                  <a:lnTo>
                    <a:pt x="1956640" y="85"/>
                  </a:lnTo>
                  <a:lnTo>
                    <a:pt x="1964498" y="77"/>
                  </a:lnTo>
                  <a:lnTo>
                    <a:pt x="1972356" y="68"/>
                  </a:lnTo>
                  <a:lnTo>
                    <a:pt x="1980214" y="59"/>
                  </a:lnTo>
                  <a:lnTo>
                    <a:pt x="1988072" y="51"/>
                  </a:lnTo>
                  <a:lnTo>
                    <a:pt x="1995930" y="44"/>
                  </a:lnTo>
                  <a:lnTo>
                    <a:pt x="2003788" y="35"/>
                  </a:lnTo>
                  <a:lnTo>
                    <a:pt x="2011646" y="26"/>
                  </a:lnTo>
                  <a:lnTo>
                    <a:pt x="2019504" y="16"/>
                  </a:lnTo>
                  <a:lnTo>
                    <a:pt x="2027362" y="8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5"/>
            <p:cNvSpPr/>
            <p:nvPr/>
          </p:nvSpPr>
          <p:spPr>
            <a:xfrm>
              <a:off x="3608036" y="3105373"/>
              <a:ext cx="2035220" cy="180"/>
            </a:xfrm>
            <a:custGeom>
              <a:avLst/>
              <a:pathLst>
                <a:path w="2035220" h="180">
                  <a:moveTo>
                    <a:pt x="0" y="0"/>
                  </a:moveTo>
                  <a:lnTo>
                    <a:pt x="7857" y="2"/>
                  </a:lnTo>
                  <a:lnTo>
                    <a:pt x="15715" y="4"/>
                  </a:lnTo>
                  <a:lnTo>
                    <a:pt x="23573" y="6"/>
                  </a:lnTo>
                  <a:lnTo>
                    <a:pt x="31431" y="8"/>
                  </a:lnTo>
                  <a:lnTo>
                    <a:pt x="39289" y="10"/>
                  </a:lnTo>
                  <a:lnTo>
                    <a:pt x="47147" y="12"/>
                  </a:lnTo>
                  <a:lnTo>
                    <a:pt x="55005" y="14"/>
                  </a:lnTo>
                  <a:lnTo>
                    <a:pt x="62863" y="16"/>
                  </a:lnTo>
                  <a:lnTo>
                    <a:pt x="70721" y="18"/>
                  </a:lnTo>
                  <a:lnTo>
                    <a:pt x="78579" y="19"/>
                  </a:lnTo>
                  <a:lnTo>
                    <a:pt x="86437" y="21"/>
                  </a:lnTo>
                  <a:lnTo>
                    <a:pt x="94295" y="23"/>
                  </a:lnTo>
                  <a:lnTo>
                    <a:pt x="102153" y="25"/>
                  </a:lnTo>
                  <a:lnTo>
                    <a:pt x="110011" y="27"/>
                  </a:lnTo>
                  <a:lnTo>
                    <a:pt x="117869" y="28"/>
                  </a:lnTo>
                  <a:lnTo>
                    <a:pt x="125727" y="30"/>
                  </a:lnTo>
                  <a:lnTo>
                    <a:pt x="133585" y="32"/>
                  </a:lnTo>
                  <a:lnTo>
                    <a:pt x="141443" y="33"/>
                  </a:lnTo>
                  <a:lnTo>
                    <a:pt x="149301" y="35"/>
                  </a:lnTo>
                  <a:lnTo>
                    <a:pt x="157159" y="37"/>
                  </a:lnTo>
                  <a:lnTo>
                    <a:pt x="165017" y="38"/>
                  </a:lnTo>
                  <a:lnTo>
                    <a:pt x="172875" y="40"/>
                  </a:lnTo>
                  <a:lnTo>
                    <a:pt x="180733" y="42"/>
                  </a:lnTo>
                  <a:lnTo>
                    <a:pt x="188591" y="43"/>
                  </a:lnTo>
                  <a:lnTo>
                    <a:pt x="196449" y="45"/>
                  </a:lnTo>
                  <a:lnTo>
                    <a:pt x="204307" y="46"/>
                  </a:lnTo>
                  <a:lnTo>
                    <a:pt x="212165" y="48"/>
                  </a:lnTo>
                  <a:lnTo>
                    <a:pt x="220023" y="49"/>
                  </a:lnTo>
                  <a:lnTo>
                    <a:pt x="227881" y="51"/>
                  </a:lnTo>
                  <a:lnTo>
                    <a:pt x="235739" y="52"/>
                  </a:lnTo>
                  <a:lnTo>
                    <a:pt x="243597" y="54"/>
                  </a:lnTo>
                  <a:lnTo>
                    <a:pt x="251455" y="55"/>
                  </a:lnTo>
                  <a:lnTo>
                    <a:pt x="259313" y="57"/>
                  </a:lnTo>
                  <a:lnTo>
                    <a:pt x="267171" y="58"/>
                  </a:lnTo>
                  <a:lnTo>
                    <a:pt x="275029" y="60"/>
                  </a:lnTo>
                  <a:lnTo>
                    <a:pt x="282887" y="61"/>
                  </a:lnTo>
                  <a:lnTo>
                    <a:pt x="290745" y="63"/>
                  </a:lnTo>
                  <a:lnTo>
                    <a:pt x="298603" y="64"/>
                  </a:lnTo>
                  <a:lnTo>
                    <a:pt x="306461" y="66"/>
                  </a:lnTo>
                  <a:lnTo>
                    <a:pt x="314319" y="67"/>
                  </a:lnTo>
                  <a:lnTo>
                    <a:pt x="322177" y="68"/>
                  </a:lnTo>
                  <a:lnTo>
                    <a:pt x="330035" y="69"/>
                  </a:lnTo>
                  <a:lnTo>
                    <a:pt x="337893" y="71"/>
                  </a:lnTo>
                  <a:lnTo>
                    <a:pt x="345751" y="72"/>
                  </a:lnTo>
                  <a:lnTo>
                    <a:pt x="353609" y="73"/>
                  </a:lnTo>
                  <a:lnTo>
                    <a:pt x="361467" y="75"/>
                  </a:lnTo>
                  <a:lnTo>
                    <a:pt x="369325" y="76"/>
                  </a:lnTo>
                  <a:lnTo>
                    <a:pt x="377183" y="77"/>
                  </a:lnTo>
                  <a:lnTo>
                    <a:pt x="385041" y="78"/>
                  </a:lnTo>
                  <a:lnTo>
                    <a:pt x="392899" y="80"/>
                  </a:lnTo>
                  <a:lnTo>
                    <a:pt x="400757" y="81"/>
                  </a:lnTo>
                  <a:lnTo>
                    <a:pt x="408615" y="82"/>
                  </a:lnTo>
                  <a:lnTo>
                    <a:pt x="416473" y="83"/>
                  </a:lnTo>
                  <a:lnTo>
                    <a:pt x="424331" y="85"/>
                  </a:lnTo>
                  <a:lnTo>
                    <a:pt x="432189" y="86"/>
                  </a:lnTo>
                  <a:lnTo>
                    <a:pt x="440047" y="87"/>
                  </a:lnTo>
                  <a:lnTo>
                    <a:pt x="447905" y="88"/>
                  </a:lnTo>
                  <a:lnTo>
                    <a:pt x="455763" y="89"/>
                  </a:lnTo>
                  <a:lnTo>
                    <a:pt x="463621" y="90"/>
                  </a:lnTo>
                  <a:lnTo>
                    <a:pt x="471479" y="92"/>
                  </a:lnTo>
                  <a:lnTo>
                    <a:pt x="479337" y="92"/>
                  </a:lnTo>
                  <a:lnTo>
                    <a:pt x="487195" y="93"/>
                  </a:lnTo>
                  <a:lnTo>
                    <a:pt x="495053" y="94"/>
                  </a:lnTo>
                  <a:lnTo>
                    <a:pt x="502911" y="95"/>
                  </a:lnTo>
                  <a:lnTo>
                    <a:pt x="510769" y="96"/>
                  </a:lnTo>
                  <a:lnTo>
                    <a:pt x="518627" y="97"/>
                  </a:lnTo>
                  <a:lnTo>
                    <a:pt x="526485" y="98"/>
                  </a:lnTo>
                  <a:lnTo>
                    <a:pt x="534343" y="99"/>
                  </a:lnTo>
                  <a:lnTo>
                    <a:pt x="542201" y="100"/>
                  </a:lnTo>
                  <a:lnTo>
                    <a:pt x="550059" y="101"/>
                  </a:lnTo>
                  <a:lnTo>
                    <a:pt x="557917" y="102"/>
                  </a:lnTo>
                  <a:lnTo>
                    <a:pt x="565775" y="103"/>
                  </a:lnTo>
                  <a:lnTo>
                    <a:pt x="573633" y="104"/>
                  </a:lnTo>
                  <a:lnTo>
                    <a:pt x="581491" y="105"/>
                  </a:lnTo>
                  <a:lnTo>
                    <a:pt x="589349" y="106"/>
                  </a:lnTo>
                  <a:lnTo>
                    <a:pt x="597207" y="107"/>
                  </a:lnTo>
                  <a:lnTo>
                    <a:pt x="605065" y="108"/>
                  </a:lnTo>
                  <a:lnTo>
                    <a:pt x="612923" y="109"/>
                  </a:lnTo>
                  <a:lnTo>
                    <a:pt x="620781" y="110"/>
                  </a:lnTo>
                  <a:lnTo>
                    <a:pt x="628639" y="110"/>
                  </a:lnTo>
                  <a:lnTo>
                    <a:pt x="636497" y="111"/>
                  </a:lnTo>
                  <a:lnTo>
                    <a:pt x="644355" y="112"/>
                  </a:lnTo>
                  <a:lnTo>
                    <a:pt x="652213" y="113"/>
                  </a:lnTo>
                  <a:lnTo>
                    <a:pt x="660071" y="114"/>
                  </a:lnTo>
                  <a:lnTo>
                    <a:pt x="667929" y="114"/>
                  </a:lnTo>
                  <a:lnTo>
                    <a:pt x="675787" y="115"/>
                  </a:lnTo>
                  <a:lnTo>
                    <a:pt x="683645" y="116"/>
                  </a:lnTo>
                  <a:lnTo>
                    <a:pt x="691503" y="117"/>
                  </a:lnTo>
                  <a:lnTo>
                    <a:pt x="699361" y="118"/>
                  </a:lnTo>
                  <a:lnTo>
                    <a:pt x="707219" y="119"/>
                  </a:lnTo>
                  <a:lnTo>
                    <a:pt x="715077" y="119"/>
                  </a:lnTo>
                  <a:lnTo>
                    <a:pt x="722935" y="120"/>
                  </a:lnTo>
                  <a:lnTo>
                    <a:pt x="730793" y="121"/>
                  </a:lnTo>
                  <a:lnTo>
                    <a:pt x="738651" y="122"/>
                  </a:lnTo>
                  <a:lnTo>
                    <a:pt x="746509" y="123"/>
                  </a:lnTo>
                  <a:lnTo>
                    <a:pt x="754367" y="123"/>
                  </a:lnTo>
                  <a:lnTo>
                    <a:pt x="762225" y="124"/>
                  </a:lnTo>
                  <a:lnTo>
                    <a:pt x="770083" y="125"/>
                  </a:lnTo>
                  <a:lnTo>
                    <a:pt x="777941" y="125"/>
                  </a:lnTo>
                  <a:lnTo>
                    <a:pt x="785799" y="126"/>
                  </a:lnTo>
                  <a:lnTo>
                    <a:pt x="793657" y="127"/>
                  </a:lnTo>
                  <a:lnTo>
                    <a:pt x="801515" y="128"/>
                  </a:lnTo>
                  <a:lnTo>
                    <a:pt x="809373" y="128"/>
                  </a:lnTo>
                  <a:lnTo>
                    <a:pt x="817231" y="129"/>
                  </a:lnTo>
                  <a:lnTo>
                    <a:pt x="825089" y="130"/>
                  </a:lnTo>
                  <a:lnTo>
                    <a:pt x="832947" y="130"/>
                  </a:lnTo>
                  <a:lnTo>
                    <a:pt x="840805" y="131"/>
                  </a:lnTo>
                  <a:lnTo>
                    <a:pt x="848663" y="132"/>
                  </a:lnTo>
                  <a:lnTo>
                    <a:pt x="856521" y="132"/>
                  </a:lnTo>
                  <a:lnTo>
                    <a:pt x="864379" y="133"/>
                  </a:lnTo>
                  <a:lnTo>
                    <a:pt x="872237" y="134"/>
                  </a:lnTo>
                  <a:lnTo>
                    <a:pt x="880095" y="134"/>
                  </a:lnTo>
                  <a:lnTo>
                    <a:pt x="887953" y="135"/>
                  </a:lnTo>
                  <a:lnTo>
                    <a:pt x="895811" y="135"/>
                  </a:lnTo>
                  <a:lnTo>
                    <a:pt x="903669" y="136"/>
                  </a:lnTo>
                  <a:lnTo>
                    <a:pt x="911527" y="136"/>
                  </a:lnTo>
                  <a:lnTo>
                    <a:pt x="919385" y="137"/>
                  </a:lnTo>
                  <a:lnTo>
                    <a:pt x="927243" y="138"/>
                  </a:lnTo>
                  <a:lnTo>
                    <a:pt x="935101" y="138"/>
                  </a:lnTo>
                  <a:lnTo>
                    <a:pt x="942959" y="139"/>
                  </a:lnTo>
                  <a:lnTo>
                    <a:pt x="950817" y="139"/>
                  </a:lnTo>
                  <a:lnTo>
                    <a:pt x="958675" y="140"/>
                  </a:lnTo>
                  <a:lnTo>
                    <a:pt x="966533" y="140"/>
                  </a:lnTo>
                  <a:lnTo>
                    <a:pt x="974391" y="141"/>
                  </a:lnTo>
                  <a:lnTo>
                    <a:pt x="982249" y="141"/>
                  </a:lnTo>
                  <a:lnTo>
                    <a:pt x="990107" y="142"/>
                  </a:lnTo>
                  <a:lnTo>
                    <a:pt x="997965" y="142"/>
                  </a:lnTo>
                  <a:lnTo>
                    <a:pt x="1005823" y="143"/>
                  </a:lnTo>
                  <a:lnTo>
                    <a:pt x="1013681" y="144"/>
                  </a:lnTo>
                  <a:lnTo>
                    <a:pt x="1021539" y="144"/>
                  </a:lnTo>
                  <a:lnTo>
                    <a:pt x="1029397" y="145"/>
                  </a:lnTo>
                  <a:lnTo>
                    <a:pt x="1037254" y="145"/>
                  </a:lnTo>
                  <a:lnTo>
                    <a:pt x="1045112" y="146"/>
                  </a:lnTo>
                  <a:lnTo>
                    <a:pt x="1052970" y="146"/>
                  </a:lnTo>
                  <a:lnTo>
                    <a:pt x="1060828" y="147"/>
                  </a:lnTo>
                  <a:lnTo>
                    <a:pt x="1068686" y="147"/>
                  </a:lnTo>
                  <a:lnTo>
                    <a:pt x="1076544" y="148"/>
                  </a:lnTo>
                  <a:lnTo>
                    <a:pt x="1084402" y="148"/>
                  </a:lnTo>
                  <a:lnTo>
                    <a:pt x="1092260" y="148"/>
                  </a:lnTo>
                  <a:lnTo>
                    <a:pt x="1100118" y="149"/>
                  </a:lnTo>
                  <a:lnTo>
                    <a:pt x="1107976" y="149"/>
                  </a:lnTo>
                  <a:lnTo>
                    <a:pt x="1115834" y="150"/>
                  </a:lnTo>
                  <a:lnTo>
                    <a:pt x="1123692" y="150"/>
                  </a:lnTo>
                  <a:lnTo>
                    <a:pt x="1131550" y="151"/>
                  </a:lnTo>
                  <a:lnTo>
                    <a:pt x="1139408" y="151"/>
                  </a:lnTo>
                  <a:lnTo>
                    <a:pt x="1147266" y="151"/>
                  </a:lnTo>
                  <a:lnTo>
                    <a:pt x="1155124" y="152"/>
                  </a:lnTo>
                  <a:lnTo>
                    <a:pt x="1162982" y="152"/>
                  </a:lnTo>
                  <a:lnTo>
                    <a:pt x="1170840" y="153"/>
                  </a:lnTo>
                  <a:lnTo>
                    <a:pt x="1178698" y="153"/>
                  </a:lnTo>
                  <a:lnTo>
                    <a:pt x="1186556" y="154"/>
                  </a:lnTo>
                  <a:lnTo>
                    <a:pt x="1194414" y="154"/>
                  </a:lnTo>
                  <a:lnTo>
                    <a:pt x="1202272" y="155"/>
                  </a:lnTo>
                  <a:lnTo>
                    <a:pt x="1210130" y="155"/>
                  </a:lnTo>
                  <a:lnTo>
                    <a:pt x="1217988" y="155"/>
                  </a:lnTo>
                  <a:lnTo>
                    <a:pt x="1225846" y="156"/>
                  </a:lnTo>
                  <a:lnTo>
                    <a:pt x="1233704" y="156"/>
                  </a:lnTo>
                  <a:lnTo>
                    <a:pt x="1241562" y="157"/>
                  </a:lnTo>
                  <a:lnTo>
                    <a:pt x="1249420" y="157"/>
                  </a:lnTo>
                  <a:lnTo>
                    <a:pt x="1257278" y="157"/>
                  </a:lnTo>
                  <a:lnTo>
                    <a:pt x="1265136" y="158"/>
                  </a:lnTo>
                  <a:lnTo>
                    <a:pt x="1272994" y="158"/>
                  </a:lnTo>
                  <a:lnTo>
                    <a:pt x="1280852" y="158"/>
                  </a:lnTo>
                  <a:lnTo>
                    <a:pt x="1288710" y="159"/>
                  </a:lnTo>
                  <a:lnTo>
                    <a:pt x="1296568" y="159"/>
                  </a:lnTo>
                  <a:lnTo>
                    <a:pt x="1304426" y="159"/>
                  </a:lnTo>
                  <a:lnTo>
                    <a:pt x="1312284" y="160"/>
                  </a:lnTo>
                  <a:lnTo>
                    <a:pt x="1320142" y="160"/>
                  </a:lnTo>
                  <a:lnTo>
                    <a:pt x="1328000" y="160"/>
                  </a:lnTo>
                  <a:lnTo>
                    <a:pt x="1335858" y="161"/>
                  </a:lnTo>
                  <a:lnTo>
                    <a:pt x="1343716" y="161"/>
                  </a:lnTo>
                  <a:lnTo>
                    <a:pt x="1351574" y="161"/>
                  </a:lnTo>
                  <a:lnTo>
                    <a:pt x="1359432" y="162"/>
                  </a:lnTo>
                  <a:lnTo>
                    <a:pt x="1367290" y="162"/>
                  </a:lnTo>
                  <a:lnTo>
                    <a:pt x="1375148" y="162"/>
                  </a:lnTo>
                  <a:lnTo>
                    <a:pt x="1383006" y="163"/>
                  </a:lnTo>
                  <a:lnTo>
                    <a:pt x="1390864" y="163"/>
                  </a:lnTo>
                  <a:lnTo>
                    <a:pt x="1398722" y="163"/>
                  </a:lnTo>
                  <a:lnTo>
                    <a:pt x="1406580" y="164"/>
                  </a:lnTo>
                  <a:lnTo>
                    <a:pt x="1414438" y="164"/>
                  </a:lnTo>
                  <a:lnTo>
                    <a:pt x="1422296" y="164"/>
                  </a:lnTo>
                  <a:lnTo>
                    <a:pt x="1430154" y="164"/>
                  </a:lnTo>
                  <a:lnTo>
                    <a:pt x="1438012" y="165"/>
                  </a:lnTo>
                  <a:lnTo>
                    <a:pt x="1445870" y="165"/>
                  </a:lnTo>
                  <a:lnTo>
                    <a:pt x="1453728" y="165"/>
                  </a:lnTo>
                  <a:lnTo>
                    <a:pt x="1461586" y="166"/>
                  </a:lnTo>
                  <a:lnTo>
                    <a:pt x="1469444" y="166"/>
                  </a:lnTo>
                  <a:lnTo>
                    <a:pt x="1477302" y="166"/>
                  </a:lnTo>
                  <a:lnTo>
                    <a:pt x="1485160" y="166"/>
                  </a:lnTo>
                  <a:lnTo>
                    <a:pt x="1493018" y="167"/>
                  </a:lnTo>
                  <a:lnTo>
                    <a:pt x="1500876" y="167"/>
                  </a:lnTo>
                  <a:lnTo>
                    <a:pt x="1508734" y="167"/>
                  </a:lnTo>
                  <a:lnTo>
                    <a:pt x="1516592" y="167"/>
                  </a:lnTo>
                  <a:lnTo>
                    <a:pt x="1524450" y="168"/>
                  </a:lnTo>
                  <a:lnTo>
                    <a:pt x="1532308" y="168"/>
                  </a:lnTo>
                  <a:lnTo>
                    <a:pt x="1540166" y="168"/>
                  </a:lnTo>
                  <a:lnTo>
                    <a:pt x="1548024" y="168"/>
                  </a:lnTo>
                  <a:lnTo>
                    <a:pt x="1555882" y="169"/>
                  </a:lnTo>
                  <a:lnTo>
                    <a:pt x="1563740" y="169"/>
                  </a:lnTo>
                  <a:lnTo>
                    <a:pt x="1571598" y="169"/>
                  </a:lnTo>
                  <a:lnTo>
                    <a:pt x="1579456" y="169"/>
                  </a:lnTo>
                  <a:lnTo>
                    <a:pt x="1587314" y="170"/>
                  </a:lnTo>
                  <a:lnTo>
                    <a:pt x="1595172" y="170"/>
                  </a:lnTo>
                  <a:lnTo>
                    <a:pt x="1603030" y="170"/>
                  </a:lnTo>
                  <a:lnTo>
                    <a:pt x="1610888" y="170"/>
                  </a:lnTo>
                  <a:lnTo>
                    <a:pt x="1618746" y="170"/>
                  </a:lnTo>
                  <a:lnTo>
                    <a:pt x="1626604" y="171"/>
                  </a:lnTo>
                  <a:lnTo>
                    <a:pt x="1634462" y="171"/>
                  </a:lnTo>
                  <a:lnTo>
                    <a:pt x="1642320" y="171"/>
                  </a:lnTo>
                  <a:lnTo>
                    <a:pt x="1650178" y="171"/>
                  </a:lnTo>
                  <a:lnTo>
                    <a:pt x="1658036" y="172"/>
                  </a:lnTo>
                  <a:lnTo>
                    <a:pt x="1665894" y="172"/>
                  </a:lnTo>
                  <a:lnTo>
                    <a:pt x="1673752" y="172"/>
                  </a:lnTo>
                  <a:lnTo>
                    <a:pt x="1681610" y="172"/>
                  </a:lnTo>
                  <a:lnTo>
                    <a:pt x="1689468" y="172"/>
                  </a:lnTo>
                  <a:lnTo>
                    <a:pt x="1697326" y="173"/>
                  </a:lnTo>
                  <a:lnTo>
                    <a:pt x="1705184" y="173"/>
                  </a:lnTo>
                  <a:lnTo>
                    <a:pt x="1713042" y="173"/>
                  </a:lnTo>
                  <a:lnTo>
                    <a:pt x="1720900" y="173"/>
                  </a:lnTo>
                  <a:lnTo>
                    <a:pt x="1728758" y="173"/>
                  </a:lnTo>
                  <a:lnTo>
                    <a:pt x="1736616" y="174"/>
                  </a:lnTo>
                  <a:lnTo>
                    <a:pt x="1744474" y="174"/>
                  </a:lnTo>
                  <a:lnTo>
                    <a:pt x="1752332" y="174"/>
                  </a:lnTo>
                  <a:lnTo>
                    <a:pt x="1760190" y="174"/>
                  </a:lnTo>
                  <a:lnTo>
                    <a:pt x="1768048" y="174"/>
                  </a:lnTo>
                  <a:lnTo>
                    <a:pt x="1775906" y="175"/>
                  </a:lnTo>
                  <a:lnTo>
                    <a:pt x="1783764" y="175"/>
                  </a:lnTo>
                  <a:lnTo>
                    <a:pt x="1791622" y="175"/>
                  </a:lnTo>
                  <a:lnTo>
                    <a:pt x="1799480" y="175"/>
                  </a:lnTo>
                  <a:lnTo>
                    <a:pt x="1807338" y="175"/>
                  </a:lnTo>
                  <a:lnTo>
                    <a:pt x="1815196" y="175"/>
                  </a:lnTo>
                  <a:lnTo>
                    <a:pt x="1823054" y="176"/>
                  </a:lnTo>
                  <a:lnTo>
                    <a:pt x="1830912" y="176"/>
                  </a:lnTo>
                  <a:lnTo>
                    <a:pt x="1838770" y="176"/>
                  </a:lnTo>
                  <a:lnTo>
                    <a:pt x="1846628" y="176"/>
                  </a:lnTo>
                  <a:lnTo>
                    <a:pt x="1854486" y="176"/>
                  </a:lnTo>
                  <a:lnTo>
                    <a:pt x="1862344" y="176"/>
                  </a:lnTo>
                  <a:lnTo>
                    <a:pt x="1870202" y="177"/>
                  </a:lnTo>
                  <a:lnTo>
                    <a:pt x="1878060" y="177"/>
                  </a:lnTo>
                  <a:lnTo>
                    <a:pt x="1885918" y="177"/>
                  </a:lnTo>
                  <a:lnTo>
                    <a:pt x="1893776" y="177"/>
                  </a:lnTo>
                  <a:lnTo>
                    <a:pt x="1901634" y="177"/>
                  </a:lnTo>
                  <a:lnTo>
                    <a:pt x="1909492" y="177"/>
                  </a:lnTo>
                  <a:lnTo>
                    <a:pt x="1917350" y="178"/>
                  </a:lnTo>
                  <a:lnTo>
                    <a:pt x="1925208" y="178"/>
                  </a:lnTo>
                  <a:lnTo>
                    <a:pt x="1933066" y="178"/>
                  </a:lnTo>
                  <a:lnTo>
                    <a:pt x="1940924" y="178"/>
                  </a:lnTo>
                  <a:lnTo>
                    <a:pt x="1948782" y="178"/>
                  </a:lnTo>
                  <a:lnTo>
                    <a:pt x="1956640" y="178"/>
                  </a:lnTo>
                  <a:lnTo>
                    <a:pt x="1964498" y="178"/>
                  </a:lnTo>
                  <a:lnTo>
                    <a:pt x="1972356" y="179"/>
                  </a:lnTo>
                  <a:lnTo>
                    <a:pt x="1980214" y="179"/>
                  </a:lnTo>
                  <a:lnTo>
                    <a:pt x="1988072" y="179"/>
                  </a:lnTo>
                  <a:lnTo>
                    <a:pt x="1995930" y="179"/>
                  </a:lnTo>
                  <a:lnTo>
                    <a:pt x="2003788" y="179"/>
                  </a:lnTo>
                  <a:lnTo>
                    <a:pt x="2011646" y="179"/>
                  </a:lnTo>
                  <a:lnTo>
                    <a:pt x="2019504" y="179"/>
                  </a:lnTo>
                  <a:lnTo>
                    <a:pt x="2027362" y="179"/>
                  </a:lnTo>
                  <a:lnTo>
                    <a:pt x="2035220" y="18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6"/>
            <p:cNvSpPr/>
            <p:nvPr/>
          </p:nvSpPr>
          <p:spPr>
            <a:xfrm>
              <a:off x="3608036" y="3105115"/>
              <a:ext cx="2035220" cy="299"/>
            </a:xfrm>
            <a:custGeom>
              <a:avLst/>
              <a:pathLst>
                <a:path w="2035220" h="299">
                  <a:moveTo>
                    <a:pt x="0" y="0"/>
                  </a:moveTo>
                  <a:lnTo>
                    <a:pt x="7857" y="1"/>
                  </a:lnTo>
                  <a:lnTo>
                    <a:pt x="15715" y="3"/>
                  </a:lnTo>
                  <a:lnTo>
                    <a:pt x="23573" y="5"/>
                  </a:lnTo>
                  <a:lnTo>
                    <a:pt x="31431" y="6"/>
                  </a:lnTo>
                  <a:lnTo>
                    <a:pt x="39289" y="9"/>
                  </a:lnTo>
                  <a:lnTo>
                    <a:pt x="47147" y="11"/>
                  </a:lnTo>
                  <a:lnTo>
                    <a:pt x="55005" y="14"/>
                  </a:lnTo>
                  <a:lnTo>
                    <a:pt x="62863" y="16"/>
                  </a:lnTo>
                  <a:lnTo>
                    <a:pt x="70721" y="18"/>
                  </a:lnTo>
                  <a:lnTo>
                    <a:pt x="78579" y="20"/>
                  </a:lnTo>
                  <a:lnTo>
                    <a:pt x="86437" y="22"/>
                  </a:lnTo>
                  <a:lnTo>
                    <a:pt x="94295" y="23"/>
                  </a:lnTo>
                  <a:lnTo>
                    <a:pt x="102153" y="25"/>
                  </a:lnTo>
                  <a:lnTo>
                    <a:pt x="110011" y="27"/>
                  </a:lnTo>
                  <a:lnTo>
                    <a:pt x="117869" y="28"/>
                  </a:lnTo>
                  <a:lnTo>
                    <a:pt x="125727" y="30"/>
                  </a:lnTo>
                  <a:lnTo>
                    <a:pt x="133585" y="31"/>
                  </a:lnTo>
                  <a:lnTo>
                    <a:pt x="141443" y="33"/>
                  </a:lnTo>
                  <a:lnTo>
                    <a:pt x="149301" y="35"/>
                  </a:lnTo>
                  <a:lnTo>
                    <a:pt x="157159" y="36"/>
                  </a:lnTo>
                  <a:lnTo>
                    <a:pt x="165017" y="37"/>
                  </a:lnTo>
                  <a:lnTo>
                    <a:pt x="172875" y="38"/>
                  </a:lnTo>
                  <a:lnTo>
                    <a:pt x="180733" y="40"/>
                  </a:lnTo>
                  <a:lnTo>
                    <a:pt x="188591" y="42"/>
                  </a:lnTo>
                  <a:lnTo>
                    <a:pt x="196449" y="44"/>
                  </a:lnTo>
                  <a:lnTo>
                    <a:pt x="204307" y="46"/>
                  </a:lnTo>
                  <a:lnTo>
                    <a:pt x="212165" y="47"/>
                  </a:lnTo>
                  <a:lnTo>
                    <a:pt x="220023" y="49"/>
                  </a:lnTo>
                  <a:lnTo>
                    <a:pt x="227881" y="51"/>
                  </a:lnTo>
                  <a:lnTo>
                    <a:pt x="235739" y="53"/>
                  </a:lnTo>
                  <a:lnTo>
                    <a:pt x="243597" y="55"/>
                  </a:lnTo>
                  <a:lnTo>
                    <a:pt x="251455" y="56"/>
                  </a:lnTo>
                  <a:lnTo>
                    <a:pt x="259313" y="58"/>
                  </a:lnTo>
                  <a:lnTo>
                    <a:pt x="267171" y="59"/>
                  </a:lnTo>
                  <a:lnTo>
                    <a:pt x="275029" y="62"/>
                  </a:lnTo>
                  <a:lnTo>
                    <a:pt x="282887" y="64"/>
                  </a:lnTo>
                  <a:lnTo>
                    <a:pt x="290745" y="66"/>
                  </a:lnTo>
                  <a:lnTo>
                    <a:pt x="298603" y="68"/>
                  </a:lnTo>
                  <a:lnTo>
                    <a:pt x="306461" y="70"/>
                  </a:lnTo>
                  <a:lnTo>
                    <a:pt x="314319" y="72"/>
                  </a:lnTo>
                  <a:lnTo>
                    <a:pt x="322177" y="74"/>
                  </a:lnTo>
                  <a:lnTo>
                    <a:pt x="330035" y="76"/>
                  </a:lnTo>
                  <a:lnTo>
                    <a:pt x="337893" y="78"/>
                  </a:lnTo>
                  <a:lnTo>
                    <a:pt x="345751" y="80"/>
                  </a:lnTo>
                  <a:lnTo>
                    <a:pt x="353609" y="81"/>
                  </a:lnTo>
                  <a:lnTo>
                    <a:pt x="361467" y="82"/>
                  </a:lnTo>
                  <a:lnTo>
                    <a:pt x="369325" y="84"/>
                  </a:lnTo>
                  <a:lnTo>
                    <a:pt x="377183" y="86"/>
                  </a:lnTo>
                  <a:lnTo>
                    <a:pt x="385041" y="87"/>
                  </a:lnTo>
                  <a:lnTo>
                    <a:pt x="392899" y="90"/>
                  </a:lnTo>
                  <a:lnTo>
                    <a:pt x="400757" y="91"/>
                  </a:lnTo>
                  <a:lnTo>
                    <a:pt x="408615" y="93"/>
                  </a:lnTo>
                  <a:lnTo>
                    <a:pt x="416473" y="94"/>
                  </a:lnTo>
                  <a:lnTo>
                    <a:pt x="424331" y="96"/>
                  </a:lnTo>
                  <a:lnTo>
                    <a:pt x="432189" y="98"/>
                  </a:lnTo>
                  <a:lnTo>
                    <a:pt x="440047" y="99"/>
                  </a:lnTo>
                  <a:lnTo>
                    <a:pt x="447905" y="100"/>
                  </a:lnTo>
                  <a:lnTo>
                    <a:pt x="455763" y="102"/>
                  </a:lnTo>
                  <a:lnTo>
                    <a:pt x="463621" y="103"/>
                  </a:lnTo>
                  <a:lnTo>
                    <a:pt x="471479" y="104"/>
                  </a:lnTo>
                  <a:lnTo>
                    <a:pt x="479337" y="106"/>
                  </a:lnTo>
                  <a:lnTo>
                    <a:pt x="487195" y="108"/>
                  </a:lnTo>
                  <a:lnTo>
                    <a:pt x="495053" y="109"/>
                  </a:lnTo>
                  <a:lnTo>
                    <a:pt x="502911" y="110"/>
                  </a:lnTo>
                  <a:lnTo>
                    <a:pt x="510769" y="111"/>
                  </a:lnTo>
                  <a:lnTo>
                    <a:pt x="518627" y="113"/>
                  </a:lnTo>
                  <a:lnTo>
                    <a:pt x="526485" y="114"/>
                  </a:lnTo>
                  <a:lnTo>
                    <a:pt x="534343" y="115"/>
                  </a:lnTo>
                  <a:lnTo>
                    <a:pt x="542201" y="116"/>
                  </a:lnTo>
                  <a:lnTo>
                    <a:pt x="550059" y="117"/>
                  </a:lnTo>
                  <a:lnTo>
                    <a:pt x="557917" y="119"/>
                  </a:lnTo>
                  <a:lnTo>
                    <a:pt x="565775" y="120"/>
                  </a:lnTo>
                  <a:lnTo>
                    <a:pt x="573633" y="122"/>
                  </a:lnTo>
                  <a:lnTo>
                    <a:pt x="581491" y="124"/>
                  </a:lnTo>
                  <a:lnTo>
                    <a:pt x="589349" y="125"/>
                  </a:lnTo>
                  <a:lnTo>
                    <a:pt x="597207" y="126"/>
                  </a:lnTo>
                  <a:lnTo>
                    <a:pt x="605065" y="128"/>
                  </a:lnTo>
                  <a:lnTo>
                    <a:pt x="612923" y="129"/>
                  </a:lnTo>
                  <a:lnTo>
                    <a:pt x="620781" y="131"/>
                  </a:lnTo>
                  <a:lnTo>
                    <a:pt x="628639" y="132"/>
                  </a:lnTo>
                  <a:lnTo>
                    <a:pt x="636497" y="133"/>
                  </a:lnTo>
                  <a:lnTo>
                    <a:pt x="644355" y="135"/>
                  </a:lnTo>
                  <a:lnTo>
                    <a:pt x="652213" y="136"/>
                  </a:lnTo>
                  <a:lnTo>
                    <a:pt x="660071" y="138"/>
                  </a:lnTo>
                  <a:lnTo>
                    <a:pt x="667929" y="139"/>
                  </a:lnTo>
                  <a:lnTo>
                    <a:pt x="675787" y="140"/>
                  </a:lnTo>
                  <a:lnTo>
                    <a:pt x="683645" y="141"/>
                  </a:lnTo>
                  <a:lnTo>
                    <a:pt x="691503" y="143"/>
                  </a:lnTo>
                  <a:lnTo>
                    <a:pt x="699361" y="144"/>
                  </a:lnTo>
                  <a:lnTo>
                    <a:pt x="707219" y="145"/>
                  </a:lnTo>
                  <a:lnTo>
                    <a:pt x="715077" y="146"/>
                  </a:lnTo>
                  <a:lnTo>
                    <a:pt x="722935" y="148"/>
                  </a:lnTo>
                  <a:lnTo>
                    <a:pt x="730793" y="149"/>
                  </a:lnTo>
                  <a:lnTo>
                    <a:pt x="738651" y="151"/>
                  </a:lnTo>
                  <a:lnTo>
                    <a:pt x="746509" y="152"/>
                  </a:lnTo>
                  <a:lnTo>
                    <a:pt x="754367" y="153"/>
                  </a:lnTo>
                  <a:lnTo>
                    <a:pt x="762225" y="154"/>
                  </a:lnTo>
                  <a:lnTo>
                    <a:pt x="770083" y="155"/>
                  </a:lnTo>
                  <a:lnTo>
                    <a:pt x="777941" y="156"/>
                  </a:lnTo>
                  <a:lnTo>
                    <a:pt x="785799" y="158"/>
                  </a:lnTo>
                  <a:lnTo>
                    <a:pt x="793657" y="159"/>
                  </a:lnTo>
                  <a:lnTo>
                    <a:pt x="801515" y="161"/>
                  </a:lnTo>
                  <a:lnTo>
                    <a:pt x="809373" y="161"/>
                  </a:lnTo>
                  <a:lnTo>
                    <a:pt x="817231" y="162"/>
                  </a:lnTo>
                  <a:lnTo>
                    <a:pt x="825089" y="163"/>
                  </a:lnTo>
                  <a:lnTo>
                    <a:pt x="832947" y="165"/>
                  </a:lnTo>
                  <a:lnTo>
                    <a:pt x="840805" y="166"/>
                  </a:lnTo>
                  <a:lnTo>
                    <a:pt x="848663" y="167"/>
                  </a:lnTo>
                  <a:lnTo>
                    <a:pt x="856521" y="169"/>
                  </a:lnTo>
                  <a:lnTo>
                    <a:pt x="864379" y="170"/>
                  </a:lnTo>
                  <a:lnTo>
                    <a:pt x="872237" y="171"/>
                  </a:lnTo>
                  <a:lnTo>
                    <a:pt x="880095" y="172"/>
                  </a:lnTo>
                  <a:lnTo>
                    <a:pt x="887953" y="173"/>
                  </a:lnTo>
                  <a:lnTo>
                    <a:pt x="895811" y="175"/>
                  </a:lnTo>
                  <a:lnTo>
                    <a:pt x="903669" y="176"/>
                  </a:lnTo>
                  <a:lnTo>
                    <a:pt x="911527" y="177"/>
                  </a:lnTo>
                  <a:lnTo>
                    <a:pt x="919385" y="178"/>
                  </a:lnTo>
                  <a:lnTo>
                    <a:pt x="927243" y="179"/>
                  </a:lnTo>
                  <a:lnTo>
                    <a:pt x="935101" y="181"/>
                  </a:lnTo>
                  <a:lnTo>
                    <a:pt x="942959" y="181"/>
                  </a:lnTo>
                  <a:lnTo>
                    <a:pt x="950817" y="182"/>
                  </a:lnTo>
                  <a:lnTo>
                    <a:pt x="958675" y="183"/>
                  </a:lnTo>
                  <a:lnTo>
                    <a:pt x="966533" y="185"/>
                  </a:lnTo>
                  <a:lnTo>
                    <a:pt x="974391" y="186"/>
                  </a:lnTo>
                  <a:lnTo>
                    <a:pt x="982249" y="187"/>
                  </a:lnTo>
                  <a:lnTo>
                    <a:pt x="990107" y="188"/>
                  </a:lnTo>
                  <a:lnTo>
                    <a:pt x="997965" y="189"/>
                  </a:lnTo>
                  <a:lnTo>
                    <a:pt x="1005823" y="190"/>
                  </a:lnTo>
                  <a:lnTo>
                    <a:pt x="1013681" y="191"/>
                  </a:lnTo>
                  <a:lnTo>
                    <a:pt x="1021539" y="192"/>
                  </a:lnTo>
                  <a:lnTo>
                    <a:pt x="1029397" y="193"/>
                  </a:lnTo>
                  <a:lnTo>
                    <a:pt x="1037254" y="194"/>
                  </a:lnTo>
                  <a:lnTo>
                    <a:pt x="1045112" y="195"/>
                  </a:lnTo>
                  <a:lnTo>
                    <a:pt x="1052970" y="196"/>
                  </a:lnTo>
                  <a:lnTo>
                    <a:pt x="1060828" y="197"/>
                  </a:lnTo>
                  <a:lnTo>
                    <a:pt x="1068686" y="198"/>
                  </a:lnTo>
                  <a:lnTo>
                    <a:pt x="1076544" y="199"/>
                  </a:lnTo>
                  <a:lnTo>
                    <a:pt x="1084402" y="200"/>
                  </a:lnTo>
                  <a:lnTo>
                    <a:pt x="1092260" y="201"/>
                  </a:lnTo>
                  <a:lnTo>
                    <a:pt x="1100118" y="203"/>
                  </a:lnTo>
                  <a:lnTo>
                    <a:pt x="1107976" y="204"/>
                  </a:lnTo>
                  <a:lnTo>
                    <a:pt x="1115834" y="205"/>
                  </a:lnTo>
                  <a:lnTo>
                    <a:pt x="1123692" y="205"/>
                  </a:lnTo>
                  <a:lnTo>
                    <a:pt x="1131550" y="206"/>
                  </a:lnTo>
                  <a:lnTo>
                    <a:pt x="1139408" y="207"/>
                  </a:lnTo>
                  <a:lnTo>
                    <a:pt x="1147266" y="208"/>
                  </a:lnTo>
                  <a:lnTo>
                    <a:pt x="1155124" y="210"/>
                  </a:lnTo>
                  <a:lnTo>
                    <a:pt x="1162982" y="211"/>
                  </a:lnTo>
                  <a:lnTo>
                    <a:pt x="1170840" y="212"/>
                  </a:lnTo>
                  <a:lnTo>
                    <a:pt x="1178698" y="213"/>
                  </a:lnTo>
                  <a:lnTo>
                    <a:pt x="1186556" y="214"/>
                  </a:lnTo>
                  <a:lnTo>
                    <a:pt x="1194414" y="215"/>
                  </a:lnTo>
                  <a:lnTo>
                    <a:pt x="1202272" y="216"/>
                  </a:lnTo>
                  <a:lnTo>
                    <a:pt x="1210130" y="217"/>
                  </a:lnTo>
                  <a:lnTo>
                    <a:pt x="1217988" y="218"/>
                  </a:lnTo>
                  <a:lnTo>
                    <a:pt x="1225846" y="219"/>
                  </a:lnTo>
                  <a:lnTo>
                    <a:pt x="1233704" y="220"/>
                  </a:lnTo>
                  <a:lnTo>
                    <a:pt x="1241562" y="221"/>
                  </a:lnTo>
                  <a:lnTo>
                    <a:pt x="1249420" y="222"/>
                  </a:lnTo>
                  <a:lnTo>
                    <a:pt x="1257278" y="223"/>
                  </a:lnTo>
                  <a:lnTo>
                    <a:pt x="1265136" y="224"/>
                  </a:lnTo>
                  <a:lnTo>
                    <a:pt x="1272994" y="224"/>
                  </a:lnTo>
                  <a:lnTo>
                    <a:pt x="1280852" y="225"/>
                  </a:lnTo>
                  <a:lnTo>
                    <a:pt x="1288710" y="227"/>
                  </a:lnTo>
                  <a:lnTo>
                    <a:pt x="1296568" y="228"/>
                  </a:lnTo>
                  <a:lnTo>
                    <a:pt x="1304426" y="228"/>
                  </a:lnTo>
                  <a:lnTo>
                    <a:pt x="1312284" y="230"/>
                  </a:lnTo>
                  <a:lnTo>
                    <a:pt x="1320142" y="230"/>
                  </a:lnTo>
                  <a:lnTo>
                    <a:pt x="1328000" y="231"/>
                  </a:lnTo>
                  <a:lnTo>
                    <a:pt x="1335858" y="232"/>
                  </a:lnTo>
                  <a:lnTo>
                    <a:pt x="1343716" y="233"/>
                  </a:lnTo>
                  <a:lnTo>
                    <a:pt x="1351574" y="234"/>
                  </a:lnTo>
                  <a:lnTo>
                    <a:pt x="1359432" y="235"/>
                  </a:lnTo>
                  <a:lnTo>
                    <a:pt x="1367290" y="236"/>
                  </a:lnTo>
                  <a:lnTo>
                    <a:pt x="1375148" y="237"/>
                  </a:lnTo>
                  <a:lnTo>
                    <a:pt x="1383006" y="238"/>
                  </a:lnTo>
                  <a:lnTo>
                    <a:pt x="1390864" y="239"/>
                  </a:lnTo>
                  <a:lnTo>
                    <a:pt x="1398722" y="240"/>
                  </a:lnTo>
                  <a:lnTo>
                    <a:pt x="1406580" y="241"/>
                  </a:lnTo>
                  <a:lnTo>
                    <a:pt x="1414438" y="242"/>
                  </a:lnTo>
                  <a:lnTo>
                    <a:pt x="1422296" y="243"/>
                  </a:lnTo>
                  <a:lnTo>
                    <a:pt x="1430154" y="244"/>
                  </a:lnTo>
                  <a:lnTo>
                    <a:pt x="1438012" y="245"/>
                  </a:lnTo>
                  <a:lnTo>
                    <a:pt x="1445870" y="246"/>
                  </a:lnTo>
                  <a:lnTo>
                    <a:pt x="1453728" y="246"/>
                  </a:lnTo>
                  <a:lnTo>
                    <a:pt x="1461586" y="247"/>
                  </a:lnTo>
                  <a:lnTo>
                    <a:pt x="1469444" y="248"/>
                  </a:lnTo>
                  <a:lnTo>
                    <a:pt x="1477302" y="249"/>
                  </a:lnTo>
                  <a:lnTo>
                    <a:pt x="1485160" y="250"/>
                  </a:lnTo>
                  <a:lnTo>
                    <a:pt x="1493018" y="251"/>
                  </a:lnTo>
                  <a:lnTo>
                    <a:pt x="1500876" y="251"/>
                  </a:lnTo>
                  <a:lnTo>
                    <a:pt x="1508734" y="252"/>
                  </a:lnTo>
                  <a:lnTo>
                    <a:pt x="1516592" y="253"/>
                  </a:lnTo>
                  <a:lnTo>
                    <a:pt x="1524450" y="254"/>
                  </a:lnTo>
                  <a:lnTo>
                    <a:pt x="1532308" y="255"/>
                  </a:lnTo>
                  <a:lnTo>
                    <a:pt x="1540166" y="255"/>
                  </a:lnTo>
                  <a:lnTo>
                    <a:pt x="1548024" y="256"/>
                  </a:lnTo>
                  <a:lnTo>
                    <a:pt x="1555882" y="257"/>
                  </a:lnTo>
                  <a:lnTo>
                    <a:pt x="1563740" y="258"/>
                  </a:lnTo>
                  <a:lnTo>
                    <a:pt x="1571598" y="258"/>
                  </a:lnTo>
                  <a:lnTo>
                    <a:pt x="1579456" y="259"/>
                  </a:lnTo>
                  <a:lnTo>
                    <a:pt x="1587314" y="260"/>
                  </a:lnTo>
                  <a:lnTo>
                    <a:pt x="1595172" y="261"/>
                  </a:lnTo>
                  <a:lnTo>
                    <a:pt x="1603030" y="262"/>
                  </a:lnTo>
                  <a:lnTo>
                    <a:pt x="1610888" y="262"/>
                  </a:lnTo>
                  <a:lnTo>
                    <a:pt x="1618746" y="263"/>
                  </a:lnTo>
                  <a:lnTo>
                    <a:pt x="1626604" y="264"/>
                  </a:lnTo>
                  <a:lnTo>
                    <a:pt x="1634462" y="264"/>
                  </a:lnTo>
                  <a:lnTo>
                    <a:pt x="1642320" y="265"/>
                  </a:lnTo>
                  <a:lnTo>
                    <a:pt x="1650178" y="265"/>
                  </a:lnTo>
                  <a:lnTo>
                    <a:pt x="1658036" y="266"/>
                  </a:lnTo>
                  <a:lnTo>
                    <a:pt x="1665894" y="267"/>
                  </a:lnTo>
                  <a:lnTo>
                    <a:pt x="1673752" y="268"/>
                  </a:lnTo>
                  <a:lnTo>
                    <a:pt x="1681610" y="269"/>
                  </a:lnTo>
                  <a:lnTo>
                    <a:pt x="1689468" y="269"/>
                  </a:lnTo>
                  <a:lnTo>
                    <a:pt x="1697326" y="270"/>
                  </a:lnTo>
                  <a:lnTo>
                    <a:pt x="1705184" y="271"/>
                  </a:lnTo>
                  <a:lnTo>
                    <a:pt x="1713042" y="272"/>
                  </a:lnTo>
                  <a:lnTo>
                    <a:pt x="1720900" y="273"/>
                  </a:lnTo>
                  <a:lnTo>
                    <a:pt x="1728758" y="273"/>
                  </a:lnTo>
                  <a:lnTo>
                    <a:pt x="1736616" y="274"/>
                  </a:lnTo>
                  <a:lnTo>
                    <a:pt x="1744474" y="275"/>
                  </a:lnTo>
                  <a:lnTo>
                    <a:pt x="1752332" y="276"/>
                  </a:lnTo>
                  <a:lnTo>
                    <a:pt x="1760190" y="276"/>
                  </a:lnTo>
                  <a:lnTo>
                    <a:pt x="1768048" y="277"/>
                  </a:lnTo>
                  <a:lnTo>
                    <a:pt x="1775906" y="278"/>
                  </a:lnTo>
                  <a:lnTo>
                    <a:pt x="1783764" y="279"/>
                  </a:lnTo>
                  <a:lnTo>
                    <a:pt x="1791622" y="280"/>
                  </a:lnTo>
                  <a:lnTo>
                    <a:pt x="1799480" y="280"/>
                  </a:lnTo>
                  <a:lnTo>
                    <a:pt x="1807338" y="281"/>
                  </a:lnTo>
                  <a:lnTo>
                    <a:pt x="1815196" y="282"/>
                  </a:lnTo>
                  <a:lnTo>
                    <a:pt x="1823054" y="283"/>
                  </a:lnTo>
                  <a:lnTo>
                    <a:pt x="1830912" y="283"/>
                  </a:lnTo>
                  <a:lnTo>
                    <a:pt x="1838770" y="284"/>
                  </a:lnTo>
                  <a:lnTo>
                    <a:pt x="1846628" y="284"/>
                  </a:lnTo>
                  <a:lnTo>
                    <a:pt x="1854486" y="285"/>
                  </a:lnTo>
                  <a:lnTo>
                    <a:pt x="1862344" y="286"/>
                  </a:lnTo>
                  <a:lnTo>
                    <a:pt x="1870202" y="286"/>
                  </a:lnTo>
                  <a:lnTo>
                    <a:pt x="1878060" y="287"/>
                  </a:lnTo>
                  <a:lnTo>
                    <a:pt x="1885918" y="287"/>
                  </a:lnTo>
                  <a:lnTo>
                    <a:pt x="1893776" y="288"/>
                  </a:lnTo>
                  <a:lnTo>
                    <a:pt x="1901634" y="289"/>
                  </a:lnTo>
                  <a:lnTo>
                    <a:pt x="1909492" y="289"/>
                  </a:lnTo>
                  <a:lnTo>
                    <a:pt x="1917350" y="290"/>
                  </a:lnTo>
                  <a:lnTo>
                    <a:pt x="1925208" y="290"/>
                  </a:lnTo>
                  <a:lnTo>
                    <a:pt x="1933066" y="291"/>
                  </a:lnTo>
                  <a:lnTo>
                    <a:pt x="1940924" y="292"/>
                  </a:lnTo>
                  <a:lnTo>
                    <a:pt x="1948782" y="292"/>
                  </a:lnTo>
                  <a:lnTo>
                    <a:pt x="1956640" y="293"/>
                  </a:lnTo>
                  <a:lnTo>
                    <a:pt x="1964498" y="293"/>
                  </a:lnTo>
                  <a:lnTo>
                    <a:pt x="1972356" y="294"/>
                  </a:lnTo>
                  <a:lnTo>
                    <a:pt x="1980214" y="294"/>
                  </a:lnTo>
                  <a:lnTo>
                    <a:pt x="1988072" y="295"/>
                  </a:lnTo>
                  <a:lnTo>
                    <a:pt x="1995930" y="296"/>
                  </a:lnTo>
                  <a:lnTo>
                    <a:pt x="2003788" y="296"/>
                  </a:lnTo>
                  <a:lnTo>
                    <a:pt x="2011646" y="297"/>
                  </a:lnTo>
                  <a:lnTo>
                    <a:pt x="2019504" y="298"/>
                  </a:lnTo>
                  <a:lnTo>
                    <a:pt x="2027362" y="298"/>
                  </a:lnTo>
                  <a:lnTo>
                    <a:pt x="2035220" y="299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7"/>
            <p:cNvSpPr/>
            <p:nvPr/>
          </p:nvSpPr>
          <p:spPr>
            <a:xfrm>
              <a:off x="3608036" y="3105350"/>
              <a:ext cx="2035220" cy="27"/>
            </a:xfrm>
            <a:custGeom>
              <a:avLst/>
              <a:pathLst>
                <a:path w="2035220" h="27">
                  <a:moveTo>
                    <a:pt x="0" y="24"/>
                  </a:moveTo>
                  <a:lnTo>
                    <a:pt x="7857" y="24"/>
                  </a:lnTo>
                  <a:lnTo>
                    <a:pt x="15715" y="23"/>
                  </a:lnTo>
                  <a:lnTo>
                    <a:pt x="23573" y="23"/>
                  </a:lnTo>
                  <a:lnTo>
                    <a:pt x="31431" y="22"/>
                  </a:lnTo>
                  <a:lnTo>
                    <a:pt x="39289" y="22"/>
                  </a:lnTo>
                  <a:lnTo>
                    <a:pt x="47147" y="22"/>
                  </a:lnTo>
                  <a:lnTo>
                    <a:pt x="55005" y="22"/>
                  </a:lnTo>
                  <a:lnTo>
                    <a:pt x="62863" y="22"/>
                  </a:lnTo>
                  <a:lnTo>
                    <a:pt x="70721" y="23"/>
                  </a:lnTo>
                  <a:lnTo>
                    <a:pt x="78579" y="22"/>
                  </a:lnTo>
                  <a:lnTo>
                    <a:pt x="86437" y="22"/>
                  </a:lnTo>
                  <a:lnTo>
                    <a:pt x="94295" y="23"/>
                  </a:lnTo>
                  <a:lnTo>
                    <a:pt x="102153" y="23"/>
                  </a:lnTo>
                  <a:lnTo>
                    <a:pt x="110011" y="23"/>
                  </a:lnTo>
                  <a:lnTo>
                    <a:pt x="117869" y="23"/>
                  </a:lnTo>
                  <a:lnTo>
                    <a:pt x="125727" y="23"/>
                  </a:lnTo>
                  <a:lnTo>
                    <a:pt x="133585" y="23"/>
                  </a:lnTo>
                  <a:lnTo>
                    <a:pt x="141443" y="23"/>
                  </a:lnTo>
                  <a:lnTo>
                    <a:pt x="149301" y="22"/>
                  </a:lnTo>
                  <a:lnTo>
                    <a:pt x="157159" y="22"/>
                  </a:lnTo>
                  <a:lnTo>
                    <a:pt x="165017" y="22"/>
                  </a:lnTo>
                  <a:lnTo>
                    <a:pt x="172875" y="22"/>
                  </a:lnTo>
                  <a:lnTo>
                    <a:pt x="180733" y="22"/>
                  </a:lnTo>
                  <a:lnTo>
                    <a:pt x="188591" y="23"/>
                  </a:lnTo>
                  <a:lnTo>
                    <a:pt x="196449" y="24"/>
                  </a:lnTo>
                  <a:lnTo>
                    <a:pt x="204307" y="24"/>
                  </a:lnTo>
                  <a:lnTo>
                    <a:pt x="212165" y="25"/>
                  </a:lnTo>
                  <a:lnTo>
                    <a:pt x="220023" y="25"/>
                  </a:lnTo>
                  <a:lnTo>
                    <a:pt x="227881" y="26"/>
                  </a:lnTo>
                  <a:lnTo>
                    <a:pt x="235739" y="26"/>
                  </a:lnTo>
                  <a:lnTo>
                    <a:pt x="243597" y="26"/>
                  </a:lnTo>
                  <a:lnTo>
                    <a:pt x="251455" y="26"/>
                  </a:lnTo>
                  <a:lnTo>
                    <a:pt x="259313" y="26"/>
                  </a:lnTo>
                  <a:lnTo>
                    <a:pt x="267171" y="27"/>
                  </a:lnTo>
                  <a:lnTo>
                    <a:pt x="275029" y="26"/>
                  </a:lnTo>
                  <a:lnTo>
                    <a:pt x="282887" y="27"/>
                  </a:lnTo>
                  <a:lnTo>
                    <a:pt x="290745" y="26"/>
                  </a:lnTo>
                  <a:lnTo>
                    <a:pt x="298603" y="26"/>
                  </a:lnTo>
                  <a:lnTo>
                    <a:pt x="306461" y="26"/>
                  </a:lnTo>
                  <a:lnTo>
                    <a:pt x="314319" y="25"/>
                  </a:lnTo>
                  <a:lnTo>
                    <a:pt x="322177" y="25"/>
                  </a:lnTo>
                  <a:lnTo>
                    <a:pt x="330035" y="25"/>
                  </a:lnTo>
                  <a:lnTo>
                    <a:pt x="337893" y="26"/>
                  </a:lnTo>
                  <a:lnTo>
                    <a:pt x="345751" y="26"/>
                  </a:lnTo>
                  <a:lnTo>
                    <a:pt x="353609" y="25"/>
                  </a:lnTo>
                  <a:lnTo>
                    <a:pt x="361467" y="25"/>
                  </a:lnTo>
                  <a:lnTo>
                    <a:pt x="369325" y="25"/>
                  </a:lnTo>
                  <a:lnTo>
                    <a:pt x="377183" y="25"/>
                  </a:lnTo>
                  <a:lnTo>
                    <a:pt x="385041" y="24"/>
                  </a:lnTo>
                  <a:lnTo>
                    <a:pt x="392899" y="24"/>
                  </a:lnTo>
                  <a:lnTo>
                    <a:pt x="400757" y="25"/>
                  </a:lnTo>
                  <a:lnTo>
                    <a:pt x="408615" y="24"/>
                  </a:lnTo>
                  <a:lnTo>
                    <a:pt x="416473" y="24"/>
                  </a:lnTo>
                  <a:lnTo>
                    <a:pt x="424331" y="23"/>
                  </a:lnTo>
                  <a:lnTo>
                    <a:pt x="432189" y="23"/>
                  </a:lnTo>
                  <a:lnTo>
                    <a:pt x="440047" y="22"/>
                  </a:lnTo>
                  <a:lnTo>
                    <a:pt x="447905" y="23"/>
                  </a:lnTo>
                  <a:lnTo>
                    <a:pt x="455763" y="23"/>
                  </a:lnTo>
                  <a:lnTo>
                    <a:pt x="463621" y="23"/>
                  </a:lnTo>
                  <a:lnTo>
                    <a:pt x="471479" y="22"/>
                  </a:lnTo>
                  <a:lnTo>
                    <a:pt x="479337" y="23"/>
                  </a:lnTo>
                  <a:lnTo>
                    <a:pt x="487195" y="22"/>
                  </a:lnTo>
                  <a:lnTo>
                    <a:pt x="495053" y="22"/>
                  </a:lnTo>
                  <a:lnTo>
                    <a:pt x="502911" y="21"/>
                  </a:lnTo>
                  <a:lnTo>
                    <a:pt x="510769" y="21"/>
                  </a:lnTo>
                  <a:lnTo>
                    <a:pt x="518627" y="22"/>
                  </a:lnTo>
                  <a:lnTo>
                    <a:pt x="526485" y="22"/>
                  </a:lnTo>
                  <a:lnTo>
                    <a:pt x="534343" y="22"/>
                  </a:lnTo>
                  <a:lnTo>
                    <a:pt x="542201" y="22"/>
                  </a:lnTo>
                  <a:lnTo>
                    <a:pt x="550059" y="22"/>
                  </a:lnTo>
                  <a:lnTo>
                    <a:pt x="557917" y="21"/>
                  </a:lnTo>
                  <a:lnTo>
                    <a:pt x="565775" y="21"/>
                  </a:lnTo>
                  <a:lnTo>
                    <a:pt x="573633" y="20"/>
                  </a:lnTo>
                  <a:lnTo>
                    <a:pt x="581491" y="20"/>
                  </a:lnTo>
                  <a:lnTo>
                    <a:pt x="589349" y="19"/>
                  </a:lnTo>
                  <a:lnTo>
                    <a:pt x="597207" y="19"/>
                  </a:lnTo>
                  <a:lnTo>
                    <a:pt x="605065" y="20"/>
                  </a:lnTo>
                  <a:lnTo>
                    <a:pt x="612923" y="19"/>
                  </a:lnTo>
                  <a:lnTo>
                    <a:pt x="620781" y="19"/>
                  </a:lnTo>
                  <a:lnTo>
                    <a:pt x="628639" y="20"/>
                  </a:lnTo>
                  <a:lnTo>
                    <a:pt x="636497" y="20"/>
                  </a:lnTo>
                  <a:lnTo>
                    <a:pt x="644355" y="20"/>
                  </a:lnTo>
                  <a:lnTo>
                    <a:pt x="652213" y="20"/>
                  </a:lnTo>
                  <a:lnTo>
                    <a:pt x="660071" y="20"/>
                  </a:lnTo>
                  <a:lnTo>
                    <a:pt x="667929" y="19"/>
                  </a:lnTo>
                  <a:lnTo>
                    <a:pt x="675787" y="19"/>
                  </a:lnTo>
                  <a:lnTo>
                    <a:pt x="683645" y="19"/>
                  </a:lnTo>
                  <a:lnTo>
                    <a:pt x="691503" y="19"/>
                  </a:lnTo>
                  <a:lnTo>
                    <a:pt x="699361" y="19"/>
                  </a:lnTo>
                  <a:lnTo>
                    <a:pt x="707219" y="20"/>
                  </a:lnTo>
                  <a:lnTo>
                    <a:pt x="715077" y="20"/>
                  </a:lnTo>
                  <a:lnTo>
                    <a:pt x="722935" y="19"/>
                  </a:lnTo>
                  <a:lnTo>
                    <a:pt x="730793" y="20"/>
                  </a:lnTo>
                  <a:lnTo>
                    <a:pt x="738651" y="20"/>
                  </a:lnTo>
                  <a:lnTo>
                    <a:pt x="746509" y="19"/>
                  </a:lnTo>
                  <a:lnTo>
                    <a:pt x="754367" y="18"/>
                  </a:lnTo>
                  <a:lnTo>
                    <a:pt x="762225" y="18"/>
                  </a:lnTo>
                  <a:lnTo>
                    <a:pt x="770083" y="18"/>
                  </a:lnTo>
                  <a:lnTo>
                    <a:pt x="777941" y="18"/>
                  </a:lnTo>
                  <a:lnTo>
                    <a:pt x="785799" y="17"/>
                  </a:lnTo>
                  <a:lnTo>
                    <a:pt x="793657" y="18"/>
                  </a:lnTo>
                  <a:lnTo>
                    <a:pt x="801515" y="18"/>
                  </a:lnTo>
                  <a:lnTo>
                    <a:pt x="809373" y="17"/>
                  </a:lnTo>
                  <a:lnTo>
                    <a:pt x="817231" y="17"/>
                  </a:lnTo>
                  <a:lnTo>
                    <a:pt x="825089" y="17"/>
                  </a:lnTo>
                  <a:lnTo>
                    <a:pt x="832947" y="18"/>
                  </a:lnTo>
                  <a:lnTo>
                    <a:pt x="840805" y="17"/>
                  </a:lnTo>
                  <a:lnTo>
                    <a:pt x="848663" y="18"/>
                  </a:lnTo>
                  <a:lnTo>
                    <a:pt x="856521" y="18"/>
                  </a:lnTo>
                  <a:lnTo>
                    <a:pt x="864379" y="18"/>
                  </a:lnTo>
                  <a:lnTo>
                    <a:pt x="872237" y="19"/>
                  </a:lnTo>
                  <a:lnTo>
                    <a:pt x="880095" y="19"/>
                  </a:lnTo>
                  <a:lnTo>
                    <a:pt x="887953" y="20"/>
                  </a:lnTo>
                  <a:lnTo>
                    <a:pt x="895811" y="21"/>
                  </a:lnTo>
                  <a:lnTo>
                    <a:pt x="903669" y="21"/>
                  </a:lnTo>
                  <a:lnTo>
                    <a:pt x="911527" y="21"/>
                  </a:lnTo>
                  <a:lnTo>
                    <a:pt x="919385" y="20"/>
                  </a:lnTo>
                  <a:lnTo>
                    <a:pt x="927243" y="20"/>
                  </a:lnTo>
                  <a:lnTo>
                    <a:pt x="935101" y="20"/>
                  </a:lnTo>
                  <a:lnTo>
                    <a:pt x="942959" y="20"/>
                  </a:lnTo>
                  <a:lnTo>
                    <a:pt x="950817" y="19"/>
                  </a:lnTo>
                  <a:lnTo>
                    <a:pt x="958675" y="19"/>
                  </a:lnTo>
                  <a:lnTo>
                    <a:pt x="966533" y="19"/>
                  </a:lnTo>
                  <a:lnTo>
                    <a:pt x="974391" y="18"/>
                  </a:lnTo>
                  <a:lnTo>
                    <a:pt x="982249" y="18"/>
                  </a:lnTo>
                  <a:lnTo>
                    <a:pt x="990107" y="17"/>
                  </a:lnTo>
                  <a:lnTo>
                    <a:pt x="997965" y="17"/>
                  </a:lnTo>
                  <a:lnTo>
                    <a:pt x="1005823" y="17"/>
                  </a:lnTo>
                  <a:lnTo>
                    <a:pt x="1013681" y="17"/>
                  </a:lnTo>
                  <a:lnTo>
                    <a:pt x="1021539" y="17"/>
                  </a:lnTo>
                  <a:lnTo>
                    <a:pt x="1029397" y="16"/>
                  </a:lnTo>
                  <a:lnTo>
                    <a:pt x="1037254" y="17"/>
                  </a:lnTo>
                  <a:lnTo>
                    <a:pt x="1045112" y="17"/>
                  </a:lnTo>
                  <a:lnTo>
                    <a:pt x="1052970" y="16"/>
                  </a:lnTo>
                  <a:lnTo>
                    <a:pt x="1060828" y="16"/>
                  </a:lnTo>
                  <a:lnTo>
                    <a:pt x="1068686" y="16"/>
                  </a:lnTo>
                  <a:lnTo>
                    <a:pt x="1076544" y="15"/>
                  </a:lnTo>
                  <a:lnTo>
                    <a:pt x="1084402" y="15"/>
                  </a:lnTo>
                  <a:lnTo>
                    <a:pt x="1092260" y="15"/>
                  </a:lnTo>
                  <a:lnTo>
                    <a:pt x="1100118" y="15"/>
                  </a:lnTo>
                  <a:lnTo>
                    <a:pt x="1107976" y="15"/>
                  </a:lnTo>
                  <a:lnTo>
                    <a:pt x="1115834" y="14"/>
                  </a:lnTo>
                  <a:lnTo>
                    <a:pt x="1123692" y="14"/>
                  </a:lnTo>
                  <a:lnTo>
                    <a:pt x="1131550" y="14"/>
                  </a:lnTo>
                  <a:lnTo>
                    <a:pt x="1139408" y="13"/>
                  </a:lnTo>
                  <a:lnTo>
                    <a:pt x="1147266" y="13"/>
                  </a:lnTo>
                  <a:lnTo>
                    <a:pt x="1155124" y="13"/>
                  </a:lnTo>
                  <a:lnTo>
                    <a:pt x="1162982" y="12"/>
                  </a:lnTo>
                  <a:lnTo>
                    <a:pt x="1170840" y="12"/>
                  </a:lnTo>
                  <a:lnTo>
                    <a:pt x="1178698" y="12"/>
                  </a:lnTo>
                  <a:lnTo>
                    <a:pt x="1186556" y="12"/>
                  </a:lnTo>
                  <a:lnTo>
                    <a:pt x="1194414" y="12"/>
                  </a:lnTo>
                  <a:lnTo>
                    <a:pt x="1202272" y="11"/>
                  </a:lnTo>
                  <a:lnTo>
                    <a:pt x="1210130" y="11"/>
                  </a:lnTo>
                  <a:lnTo>
                    <a:pt x="1217988" y="11"/>
                  </a:lnTo>
                  <a:lnTo>
                    <a:pt x="1225846" y="11"/>
                  </a:lnTo>
                  <a:lnTo>
                    <a:pt x="1233704" y="10"/>
                  </a:lnTo>
                  <a:lnTo>
                    <a:pt x="1241562" y="10"/>
                  </a:lnTo>
                  <a:lnTo>
                    <a:pt x="1249420" y="10"/>
                  </a:lnTo>
                  <a:lnTo>
                    <a:pt x="1257278" y="10"/>
                  </a:lnTo>
                  <a:lnTo>
                    <a:pt x="1265136" y="10"/>
                  </a:lnTo>
                  <a:lnTo>
                    <a:pt x="1272994" y="10"/>
                  </a:lnTo>
                  <a:lnTo>
                    <a:pt x="1280852" y="10"/>
                  </a:lnTo>
                  <a:lnTo>
                    <a:pt x="1288710" y="10"/>
                  </a:lnTo>
                  <a:lnTo>
                    <a:pt x="1296568" y="10"/>
                  </a:lnTo>
                  <a:lnTo>
                    <a:pt x="1304426" y="10"/>
                  </a:lnTo>
                  <a:lnTo>
                    <a:pt x="1312284" y="11"/>
                  </a:lnTo>
                  <a:lnTo>
                    <a:pt x="1320142" y="11"/>
                  </a:lnTo>
                  <a:lnTo>
                    <a:pt x="1328000" y="11"/>
                  </a:lnTo>
                  <a:lnTo>
                    <a:pt x="1335858" y="11"/>
                  </a:lnTo>
                  <a:lnTo>
                    <a:pt x="1343716" y="11"/>
                  </a:lnTo>
                  <a:lnTo>
                    <a:pt x="1351574" y="11"/>
                  </a:lnTo>
                  <a:lnTo>
                    <a:pt x="1359432" y="11"/>
                  </a:lnTo>
                  <a:lnTo>
                    <a:pt x="1367290" y="11"/>
                  </a:lnTo>
                  <a:lnTo>
                    <a:pt x="1375148" y="11"/>
                  </a:lnTo>
                  <a:lnTo>
                    <a:pt x="1383006" y="11"/>
                  </a:lnTo>
                  <a:lnTo>
                    <a:pt x="1390864" y="11"/>
                  </a:lnTo>
                  <a:lnTo>
                    <a:pt x="1398722" y="10"/>
                  </a:lnTo>
                  <a:lnTo>
                    <a:pt x="1406580" y="11"/>
                  </a:lnTo>
                  <a:lnTo>
                    <a:pt x="1414438" y="10"/>
                  </a:lnTo>
                  <a:lnTo>
                    <a:pt x="1422296" y="11"/>
                  </a:lnTo>
                  <a:lnTo>
                    <a:pt x="1430154" y="11"/>
                  </a:lnTo>
                  <a:lnTo>
                    <a:pt x="1438012" y="10"/>
                  </a:lnTo>
                  <a:lnTo>
                    <a:pt x="1445870" y="11"/>
                  </a:lnTo>
                  <a:lnTo>
                    <a:pt x="1453728" y="11"/>
                  </a:lnTo>
                  <a:lnTo>
                    <a:pt x="1461586" y="11"/>
                  </a:lnTo>
                  <a:lnTo>
                    <a:pt x="1469444" y="11"/>
                  </a:lnTo>
                  <a:lnTo>
                    <a:pt x="1477302" y="11"/>
                  </a:lnTo>
                  <a:lnTo>
                    <a:pt x="1485160" y="9"/>
                  </a:lnTo>
                  <a:lnTo>
                    <a:pt x="1493018" y="9"/>
                  </a:lnTo>
                  <a:lnTo>
                    <a:pt x="1500876" y="9"/>
                  </a:lnTo>
                  <a:lnTo>
                    <a:pt x="1508734" y="8"/>
                  </a:lnTo>
                  <a:lnTo>
                    <a:pt x="1516592" y="8"/>
                  </a:lnTo>
                  <a:lnTo>
                    <a:pt x="1524450" y="7"/>
                  </a:lnTo>
                  <a:lnTo>
                    <a:pt x="1532308" y="7"/>
                  </a:lnTo>
                  <a:lnTo>
                    <a:pt x="1540166" y="7"/>
                  </a:lnTo>
                  <a:lnTo>
                    <a:pt x="1548024" y="7"/>
                  </a:lnTo>
                  <a:lnTo>
                    <a:pt x="1555882" y="7"/>
                  </a:lnTo>
                  <a:lnTo>
                    <a:pt x="1563740" y="7"/>
                  </a:lnTo>
                  <a:lnTo>
                    <a:pt x="1571598" y="7"/>
                  </a:lnTo>
                  <a:lnTo>
                    <a:pt x="1579456" y="7"/>
                  </a:lnTo>
                  <a:lnTo>
                    <a:pt x="1587314" y="7"/>
                  </a:lnTo>
                  <a:lnTo>
                    <a:pt x="1595172" y="8"/>
                  </a:lnTo>
                  <a:lnTo>
                    <a:pt x="1603030" y="8"/>
                  </a:lnTo>
                  <a:lnTo>
                    <a:pt x="1610888" y="8"/>
                  </a:lnTo>
                  <a:lnTo>
                    <a:pt x="1618746" y="8"/>
                  </a:lnTo>
                  <a:lnTo>
                    <a:pt x="1626604" y="8"/>
                  </a:lnTo>
                  <a:lnTo>
                    <a:pt x="1634462" y="8"/>
                  </a:lnTo>
                  <a:lnTo>
                    <a:pt x="1642320" y="8"/>
                  </a:lnTo>
                  <a:lnTo>
                    <a:pt x="1650178" y="8"/>
                  </a:lnTo>
                  <a:lnTo>
                    <a:pt x="1658036" y="8"/>
                  </a:lnTo>
                  <a:lnTo>
                    <a:pt x="1665894" y="8"/>
                  </a:lnTo>
                  <a:lnTo>
                    <a:pt x="1673752" y="8"/>
                  </a:lnTo>
                  <a:lnTo>
                    <a:pt x="1681610" y="8"/>
                  </a:lnTo>
                  <a:lnTo>
                    <a:pt x="1689468" y="8"/>
                  </a:lnTo>
                  <a:lnTo>
                    <a:pt x="1697326" y="8"/>
                  </a:lnTo>
                  <a:lnTo>
                    <a:pt x="1705184" y="8"/>
                  </a:lnTo>
                  <a:lnTo>
                    <a:pt x="1713042" y="8"/>
                  </a:lnTo>
                  <a:lnTo>
                    <a:pt x="1720900" y="8"/>
                  </a:lnTo>
                  <a:lnTo>
                    <a:pt x="1728758" y="8"/>
                  </a:lnTo>
                  <a:lnTo>
                    <a:pt x="1736616" y="7"/>
                  </a:lnTo>
                  <a:lnTo>
                    <a:pt x="1744474" y="7"/>
                  </a:lnTo>
                  <a:lnTo>
                    <a:pt x="1752332" y="6"/>
                  </a:lnTo>
                  <a:lnTo>
                    <a:pt x="1760190" y="6"/>
                  </a:lnTo>
                  <a:lnTo>
                    <a:pt x="1768048" y="6"/>
                  </a:lnTo>
                  <a:lnTo>
                    <a:pt x="1775906" y="6"/>
                  </a:lnTo>
                  <a:lnTo>
                    <a:pt x="1783764" y="5"/>
                  </a:lnTo>
                  <a:lnTo>
                    <a:pt x="1791622" y="5"/>
                  </a:lnTo>
                  <a:lnTo>
                    <a:pt x="1799480" y="5"/>
                  </a:lnTo>
                  <a:lnTo>
                    <a:pt x="1807338" y="5"/>
                  </a:lnTo>
                  <a:lnTo>
                    <a:pt x="1815196" y="4"/>
                  </a:lnTo>
                  <a:lnTo>
                    <a:pt x="1823054" y="4"/>
                  </a:lnTo>
                  <a:lnTo>
                    <a:pt x="1830912" y="3"/>
                  </a:lnTo>
                  <a:lnTo>
                    <a:pt x="1838770" y="3"/>
                  </a:lnTo>
                  <a:lnTo>
                    <a:pt x="1846628" y="3"/>
                  </a:lnTo>
                  <a:lnTo>
                    <a:pt x="1854486" y="4"/>
                  </a:lnTo>
                  <a:lnTo>
                    <a:pt x="1862344" y="4"/>
                  </a:lnTo>
                  <a:lnTo>
                    <a:pt x="1870202" y="4"/>
                  </a:lnTo>
                  <a:lnTo>
                    <a:pt x="1878060" y="4"/>
                  </a:lnTo>
                  <a:lnTo>
                    <a:pt x="1885918" y="4"/>
                  </a:lnTo>
                  <a:lnTo>
                    <a:pt x="1893776" y="4"/>
                  </a:lnTo>
                  <a:lnTo>
                    <a:pt x="1901634" y="4"/>
                  </a:lnTo>
                  <a:lnTo>
                    <a:pt x="1909492" y="4"/>
                  </a:lnTo>
                  <a:lnTo>
                    <a:pt x="1917350" y="4"/>
                  </a:lnTo>
                  <a:lnTo>
                    <a:pt x="1925208" y="4"/>
                  </a:lnTo>
                  <a:lnTo>
                    <a:pt x="1933066" y="3"/>
                  </a:lnTo>
                  <a:lnTo>
                    <a:pt x="1940924" y="3"/>
                  </a:lnTo>
                  <a:lnTo>
                    <a:pt x="1948782" y="3"/>
                  </a:lnTo>
                  <a:lnTo>
                    <a:pt x="1956640" y="3"/>
                  </a:lnTo>
                  <a:lnTo>
                    <a:pt x="1964498" y="2"/>
                  </a:lnTo>
                  <a:lnTo>
                    <a:pt x="1972356" y="2"/>
                  </a:lnTo>
                  <a:lnTo>
                    <a:pt x="1980214" y="2"/>
                  </a:lnTo>
                  <a:lnTo>
                    <a:pt x="1988072" y="2"/>
                  </a:lnTo>
                  <a:lnTo>
                    <a:pt x="1995930" y="1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rc128"/>
            <p:cNvSpPr/>
            <p:nvPr/>
          </p:nvSpPr>
          <p:spPr>
            <a:xfrm>
              <a:off x="3506275" y="2396548"/>
              <a:ext cx="2238742" cy="742778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rc129"/>
            <p:cNvSpPr/>
            <p:nvPr/>
          </p:nvSpPr>
          <p:spPr>
            <a:xfrm>
              <a:off x="3506275" y="3322206"/>
              <a:ext cx="2238742" cy="7427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pl130"/>
            <p:cNvSpPr/>
            <p:nvPr/>
          </p:nvSpPr>
          <p:spPr>
            <a:xfrm>
              <a:off x="3506275" y="4031223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1"/>
            <p:cNvSpPr/>
            <p:nvPr/>
          </p:nvSpPr>
          <p:spPr>
            <a:xfrm>
              <a:off x="3506275" y="3806647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2"/>
            <p:cNvSpPr/>
            <p:nvPr/>
          </p:nvSpPr>
          <p:spPr>
            <a:xfrm>
              <a:off x="3506275" y="3582071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3"/>
            <p:cNvSpPr/>
            <p:nvPr/>
          </p:nvSpPr>
          <p:spPr>
            <a:xfrm>
              <a:off x="3506275" y="3357495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4"/>
            <p:cNvSpPr/>
            <p:nvPr/>
          </p:nvSpPr>
          <p:spPr>
            <a:xfrm>
              <a:off x="3524605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4044449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4564293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5084137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5603981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39"/>
            <p:cNvSpPr/>
            <p:nvPr/>
          </p:nvSpPr>
          <p:spPr>
            <a:xfrm>
              <a:off x="3608036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3608036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3608036" y="4031110"/>
              <a:ext cx="2035220" cy="0"/>
            </a:xfrm>
            <a:custGeom>
              <a:avLst/>
              <a:pathLst>
                <a:path w="2035220" h="0">
                  <a:moveTo>
                    <a:pt x="2035220" y="0"/>
                  </a:move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g142"/>
            <p:cNvSpPr/>
            <p:nvPr/>
          </p:nvSpPr>
          <p:spPr>
            <a:xfrm>
              <a:off x="3608036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3608036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3608036" y="4031110"/>
              <a:ext cx="2035220" cy="0"/>
            </a:xfrm>
            <a:custGeom>
              <a:avLst/>
              <a:pathLst>
                <a:path w="2035220" h="0">
                  <a:moveTo>
                    <a:pt x="2035220" y="0"/>
                  </a:move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6" name="pg145"/>
            <p:cNvSpPr/>
            <p:nvPr/>
          </p:nvSpPr>
          <p:spPr>
            <a:xfrm>
              <a:off x="3608036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3608036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3608036" y="4031110"/>
              <a:ext cx="2035220" cy="0"/>
            </a:xfrm>
            <a:custGeom>
              <a:avLst/>
              <a:pathLst>
                <a:path w="2035220" h="0">
                  <a:moveTo>
                    <a:pt x="2035220" y="0"/>
                  </a:move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9" name="pg148"/>
            <p:cNvSpPr/>
            <p:nvPr/>
          </p:nvSpPr>
          <p:spPr>
            <a:xfrm>
              <a:off x="3608036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3608036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3608036" y="4031110"/>
              <a:ext cx="2035220" cy="0"/>
            </a:xfrm>
            <a:custGeom>
              <a:avLst/>
              <a:pathLst>
                <a:path w="2035220" h="0">
                  <a:moveTo>
                    <a:pt x="2035220" y="0"/>
                  </a:move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2" name="pg151"/>
            <p:cNvSpPr/>
            <p:nvPr/>
          </p:nvSpPr>
          <p:spPr>
            <a:xfrm>
              <a:off x="3608036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3608036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3608036" y="4031110"/>
              <a:ext cx="2035220" cy="0"/>
            </a:xfrm>
            <a:custGeom>
              <a:avLst/>
              <a:pathLst>
                <a:path w="2035220" h="0">
                  <a:moveTo>
                    <a:pt x="2035220" y="0"/>
                  </a:move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3608036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3608036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3608036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3608036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8"/>
            <p:cNvSpPr/>
            <p:nvPr/>
          </p:nvSpPr>
          <p:spPr>
            <a:xfrm>
              <a:off x="3608036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rc159"/>
            <p:cNvSpPr/>
            <p:nvPr/>
          </p:nvSpPr>
          <p:spPr>
            <a:xfrm>
              <a:off x="3506275" y="3322206"/>
              <a:ext cx="2238742" cy="742778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rc160"/>
            <p:cNvSpPr/>
            <p:nvPr/>
          </p:nvSpPr>
          <p:spPr>
            <a:xfrm>
              <a:off x="3506275" y="4247864"/>
              <a:ext cx="2238742" cy="7427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pl161"/>
            <p:cNvSpPr/>
            <p:nvPr/>
          </p:nvSpPr>
          <p:spPr>
            <a:xfrm>
              <a:off x="3506275" y="4956881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2"/>
            <p:cNvSpPr/>
            <p:nvPr/>
          </p:nvSpPr>
          <p:spPr>
            <a:xfrm>
              <a:off x="3506275" y="4732305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3"/>
            <p:cNvSpPr/>
            <p:nvPr/>
          </p:nvSpPr>
          <p:spPr>
            <a:xfrm>
              <a:off x="3506275" y="4507729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4"/>
            <p:cNvSpPr/>
            <p:nvPr/>
          </p:nvSpPr>
          <p:spPr>
            <a:xfrm>
              <a:off x="3506275" y="4283153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5"/>
            <p:cNvSpPr/>
            <p:nvPr/>
          </p:nvSpPr>
          <p:spPr>
            <a:xfrm>
              <a:off x="3524605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6"/>
            <p:cNvSpPr/>
            <p:nvPr/>
          </p:nvSpPr>
          <p:spPr>
            <a:xfrm>
              <a:off x="4044449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7"/>
            <p:cNvSpPr/>
            <p:nvPr/>
          </p:nvSpPr>
          <p:spPr>
            <a:xfrm>
              <a:off x="4564293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8"/>
            <p:cNvSpPr/>
            <p:nvPr/>
          </p:nvSpPr>
          <p:spPr>
            <a:xfrm>
              <a:off x="5084137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69"/>
            <p:cNvSpPr/>
            <p:nvPr/>
          </p:nvSpPr>
          <p:spPr>
            <a:xfrm>
              <a:off x="5603981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0"/>
            <p:cNvSpPr/>
            <p:nvPr/>
          </p:nvSpPr>
          <p:spPr>
            <a:xfrm>
              <a:off x="3608036" y="4935091"/>
              <a:ext cx="2035220" cy="21701"/>
            </a:xfrm>
            <a:custGeom>
              <a:avLst/>
              <a:pathLst>
                <a:path w="2035220" h="21701">
                  <a:moveTo>
                    <a:pt x="0" y="21357"/>
                  </a:moveTo>
                  <a:lnTo>
                    <a:pt x="7857" y="21352"/>
                  </a:lnTo>
                  <a:lnTo>
                    <a:pt x="15715" y="21347"/>
                  </a:lnTo>
                  <a:lnTo>
                    <a:pt x="23573" y="21342"/>
                  </a:lnTo>
                  <a:lnTo>
                    <a:pt x="31431" y="21337"/>
                  </a:lnTo>
                  <a:lnTo>
                    <a:pt x="39289" y="21332"/>
                  </a:lnTo>
                  <a:lnTo>
                    <a:pt x="47147" y="21327"/>
                  </a:lnTo>
                  <a:lnTo>
                    <a:pt x="55005" y="21324"/>
                  </a:lnTo>
                  <a:lnTo>
                    <a:pt x="62863" y="21322"/>
                  </a:lnTo>
                  <a:lnTo>
                    <a:pt x="70721" y="21317"/>
                  </a:lnTo>
                  <a:lnTo>
                    <a:pt x="78579" y="21314"/>
                  </a:lnTo>
                  <a:lnTo>
                    <a:pt x="86437" y="21313"/>
                  </a:lnTo>
                  <a:lnTo>
                    <a:pt x="94295" y="21309"/>
                  </a:lnTo>
                  <a:lnTo>
                    <a:pt x="102153" y="21305"/>
                  </a:lnTo>
                  <a:lnTo>
                    <a:pt x="110011" y="21302"/>
                  </a:lnTo>
                  <a:lnTo>
                    <a:pt x="117869" y="21294"/>
                  </a:lnTo>
                  <a:lnTo>
                    <a:pt x="125727" y="21288"/>
                  </a:lnTo>
                  <a:lnTo>
                    <a:pt x="133585" y="21283"/>
                  </a:lnTo>
                  <a:lnTo>
                    <a:pt x="141443" y="21278"/>
                  </a:lnTo>
                  <a:lnTo>
                    <a:pt x="149301" y="21274"/>
                  </a:lnTo>
                  <a:lnTo>
                    <a:pt x="157159" y="21270"/>
                  </a:lnTo>
                  <a:lnTo>
                    <a:pt x="165017" y="21266"/>
                  </a:lnTo>
                  <a:lnTo>
                    <a:pt x="172875" y="21262"/>
                  </a:lnTo>
                  <a:lnTo>
                    <a:pt x="180733" y="21258"/>
                  </a:lnTo>
                  <a:lnTo>
                    <a:pt x="188591" y="21254"/>
                  </a:lnTo>
                  <a:lnTo>
                    <a:pt x="196449" y="21249"/>
                  </a:lnTo>
                  <a:lnTo>
                    <a:pt x="204307" y="21244"/>
                  </a:lnTo>
                  <a:lnTo>
                    <a:pt x="212165" y="21240"/>
                  </a:lnTo>
                  <a:lnTo>
                    <a:pt x="220023" y="21235"/>
                  </a:lnTo>
                  <a:lnTo>
                    <a:pt x="227881" y="21230"/>
                  </a:lnTo>
                  <a:lnTo>
                    <a:pt x="235739" y="21224"/>
                  </a:lnTo>
                  <a:lnTo>
                    <a:pt x="243597" y="21220"/>
                  </a:lnTo>
                  <a:lnTo>
                    <a:pt x="251455" y="21212"/>
                  </a:lnTo>
                  <a:lnTo>
                    <a:pt x="259313" y="21207"/>
                  </a:lnTo>
                  <a:lnTo>
                    <a:pt x="267171" y="21200"/>
                  </a:lnTo>
                  <a:lnTo>
                    <a:pt x="275029" y="21196"/>
                  </a:lnTo>
                  <a:lnTo>
                    <a:pt x="282887" y="21190"/>
                  </a:lnTo>
                  <a:lnTo>
                    <a:pt x="290745" y="21184"/>
                  </a:lnTo>
                  <a:lnTo>
                    <a:pt x="298603" y="21181"/>
                  </a:lnTo>
                  <a:lnTo>
                    <a:pt x="306461" y="21171"/>
                  </a:lnTo>
                  <a:lnTo>
                    <a:pt x="314319" y="21160"/>
                  </a:lnTo>
                  <a:lnTo>
                    <a:pt x="322177" y="21150"/>
                  </a:lnTo>
                  <a:lnTo>
                    <a:pt x="330035" y="21141"/>
                  </a:lnTo>
                  <a:lnTo>
                    <a:pt x="337893" y="21135"/>
                  </a:lnTo>
                  <a:lnTo>
                    <a:pt x="345751" y="21123"/>
                  </a:lnTo>
                  <a:lnTo>
                    <a:pt x="353609" y="21111"/>
                  </a:lnTo>
                  <a:lnTo>
                    <a:pt x="361467" y="21102"/>
                  </a:lnTo>
                  <a:lnTo>
                    <a:pt x="369325" y="21094"/>
                  </a:lnTo>
                  <a:lnTo>
                    <a:pt x="377183" y="21088"/>
                  </a:lnTo>
                  <a:lnTo>
                    <a:pt x="385041" y="21079"/>
                  </a:lnTo>
                  <a:lnTo>
                    <a:pt x="392899" y="21071"/>
                  </a:lnTo>
                  <a:lnTo>
                    <a:pt x="400757" y="21063"/>
                  </a:lnTo>
                  <a:lnTo>
                    <a:pt x="408615" y="21057"/>
                  </a:lnTo>
                  <a:lnTo>
                    <a:pt x="416473" y="21050"/>
                  </a:lnTo>
                  <a:lnTo>
                    <a:pt x="424331" y="21041"/>
                  </a:lnTo>
                  <a:lnTo>
                    <a:pt x="432189" y="21034"/>
                  </a:lnTo>
                  <a:lnTo>
                    <a:pt x="440047" y="21026"/>
                  </a:lnTo>
                  <a:lnTo>
                    <a:pt x="447905" y="21018"/>
                  </a:lnTo>
                  <a:lnTo>
                    <a:pt x="455763" y="21005"/>
                  </a:lnTo>
                  <a:lnTo>
                    <a:pt x="463621" y="20995"/>
                  </a:lnTo>
                  <a:lnTo>
                    <a:pt x="471479" y="20991"/>
                  </a:lnTo>
                  <a:lnTo>
                    <a:pt x="479337" y="20983"/>
                  </a:lnTo>
                  <a:lnTo>
                    <a:pt x="487195" y="20974"/>
                  </a:lnTo>
                  <a:lnTo>
                    <a:pt x="495053" y="20963"/>
                  </a:lnTo>
                  <a:lnTo>
                    <a:pt x="502911" y="20955"/>
                  </a:lnTo>
                  <a:lnTo>
                    <a:pt x="510769" y="20947"/>
                  </a:lnTo>
                  <a:lnTo>
                    <a:pt x="518627" y="20937"/>
                  </a:lnTo>
                  <a:lnTo>
                    <a:pt x="526485" y="20928"/>
                  </a:lnTo>
                  <a:lnTo>
                    <a:pt x="534343" y="20918"/>
                  </a:lnTo>
                  <a:lnTo>
                    <a:pt x="542201" y="20910"/>
                  </a:lnTo>
                  <a:lnTo>
                    <a:pt x="550059" y="20896"/>
                  </a:lnTo>
                  <a:lnTo>
                    <a:pt x="557917" y="20888"/>
                  </a:lnTo>
                  <a:lnTo>
                    <a:pt x="565775" y="20875"/>
                  </a:lnTo>
                  <a:lnTo>
                    <a:pt x="573633" y="20863"/>
                  </a:lnTo>
                  <a:lnTo>
                    <a:pt x="581491" y="20850"/>
                  </a:lnTo>
                  <a:lnTo>
                    <a:pt x="589349" y="20838"/>
                  </a:lnTo>
                  <a:lnTo>
                    <a:pt x="597207" y="20826"/>
                  </a:lnTo>
                  <a:lnTo>
                    <a:pt x="605065" y="20815"/>
                  </a:lnTo>
                  <a:lnTo>
                    <a:pt x="612923" y="20803"/>
                  </a:lnTo>
                  <a:lnTo>
                    <a:pt x="620781" y="20790"/>
                  </a:lnTo>
                  <a:lnTo>
                    <a:pt x="628639" y="20775"/>
                  </a:lnTo>
                  <a:lnTo>
                    <a:pt x="636497" y="20760"/>
                  </a:lnTo>
                  <a:lnTo>
                    <a:pt x="644355" y="20746"/>
                  </a:lnTo>
                  <a:lnTo>
                    <a:pt x="652213" y="20736"/>
                  </a:lnTo>
                  <a:lnTo>
                    <a:pt x="660071" y="20725"/>
                  </a:lnTo>
                  <a:lnTo>
                    <a:pt x="667929" y="20711"/>
                  </a:lnTo>
                  <a:lnTo>
                    <a:pt x="675787" y="20694"/>
                  </a:lnTo>
                  <a:lnTo>
                    <a:pt x="683645" y="20679"/>
                  </a:lnTo>
                  <a:lnTo>
                    <a:pt x="691503" y="20663"/>
                  </a:lnTo>
                  <a:lnTo>
                    <a:pt x="699361" y="20651"/>
                  </a:lnTo>
                  <a:lnTo>
                    <a:pt x="707219" y="20634"/>
                  </a:lnTo>
                  <a:lnTo>
                    <a:pt x="715077" y="20615"/>
                  </a:lnTo>
                  <a:lnTo>
                    <a:pt x="722935" y="20596"/>
                  </a:lnTo>
                  <a:lnTo>
                    <a:pt x="730793" y="20578"/>
                  </a:lnTo>
                  <a:lnTo>
                    <a:pt x="738651" y="20559"/>
                  </a:lnTo>
                  <a:lnTo>
                    <a:pt x="746509" y="20543"/>
                  </a:lnTo>
                  <a:lnTo>
                    <a:pt x="754367" y="20523"/>
                  </a:lnTo>
                  <a:lnTo>
                    <a:pt x="762225" y="20504"/>
                  </a:lnTo>
                  <a:lnTo>
                    <a:pt x="770083" y="20485"/>
                  </a:lnTo>
                  <a:lnTo>
                    <a:pt x="777941" y="20472"/>
                  </a:lnTo>
                  <a:lnTo>
                    <a:pt x="785799" y="20453"/>
                  </a:lnTo>
                  <a:lnTo>
                    <a:pt x="793657" y="20433"/>
                  </a:lnTo>
                  <a:lnTo>
                    <a:pt x="801515" y="20413"/>
                  </a:lnTo>
                  <a:lnTo>
                    <a:pt x="809373" y="20386"/>
                  </a:lnTo>
                  <a:lnTo>
                    <a:pt x="817231" y="20364"/>
                  </a:lnTo>
                  <a:lnTo>
                    <a:pt x="825089" y="20338"/>
                  </a:lnTo>
                  <a:lnTo>
                    <a:pt x="832947" y="20319"/>
                  </a:lnTo>
                  <a:lnTo>
                    <a:pt x="840805" y="20301"/>
                  </a:lnTo>
                  <a:lnTo>
                    <a:pt x="848663" y="20279"/>
                  </a:lnTo>
                  <a:lnTo>
                    <a:pt x="856521" y="20256"/>
                  </a:lnTo>
                  <a:lnTo>
                    <a:pt x="864379" y="20230"/>
                  </a:lnTo>
                  <a:lnTo>
                    <a:pt x="872237" y="20208"/>
                  </a:lnTo>
                  <a:lnTo>
                    <a:pt x="880095" y="20185"/>
                  </a:lnTo>
                  <a:lnTo>
                    <a:pt x="887953" y="20158"/>
                  </a:lnTo>
                  <a:lnTo>
                    <a:pt x="895811" y="20124"/>
                  </a:lnTo>
                  <a:lnTo>
                    <a:pt x="903669" y="20092"/>
                  </a:lnTo>
                  <a:lnTo>
                    <a:pt x="911527" y="20062"/>
                  </a:lnTo>
                  <a:lnTo>
                    <a:pt x="919385" y="20032"/>
                  </a:lnTo>
                  <a:lnTo>
                    <a:pt x="927243" y="20003"/>
                  </a:lnTo>
                  <a:lnTo>
                    <a:pt x="935101" y="19976"/>
                  </a:lnTo>
                  <a:lnTo>
                    <a:pt x="942959" y="19951"/>
                  </a:lnTo>
                  <a:lnTo>
                    <a:pt x="950817" y="19921"/>
                  </a:lnTo>
                  <a:lnTo>
                    <a:pt x="958675" y="19889"/>
                  </a:lnTo>
                  <a:lnTo>
                    <a:pt x="966533" y="19855"/>
                  </a:lnTo>
                  <a:lnTo>
                    <a:pt x="974391" y="19824"/>
                  </a:lnTo>
                  <a:lnTo>
                    <a:pt x="982249" y="19793"/>
                  </a:lnTo>
                  <a:lnTo>
                    <a:pt x="990107" y="19761"/>
                  </a:lnTo>
                  <a:lnTo>
                    <a:pt x="997965" y="19729"/>
                  </a:lnTo>
                  <a:lnTo>
                    <a:pt x="1005823" y="19697"/>
                  </a:lnTo>
                  <a:lnTo>
                    <a:pt x="1013681" y="19664"/>
                  </a:lnTo>
                  <a:lnTo>
                    <a:pt x="1021539" y="19630"/>
                  </a:lnTo>
                  <a:lnTo>
                    <a:pt x="1029397" y="19596"/>
                  </a:lnTo>
                  <a:lnTo>
                    <a:pt x="1037254" y="19554"/>
                  </a:lnTo>
                  <a:lnTo>
                    <a:pt x="1045112" y="19515"/>
                  </a:lnTo>
                  <a:lnTo>
                    <a:pt x="1052970" y="19483"/>
                  </a:lnTo>
                  <a:lnTo>
                    <a:pt x="1060828" y="19451"/>
                  </a:lnTo>
                  <a:lnTo>
                    <a:pt x="1068686" y="19409"/>
                  </a:lnTo>
                  <a:lnTo>
                    <a:pt x="1076544" y="19371"/>
                  </a:lnTo>
                  <a:lnTo>
                    <a:pt x="1084402" y="19339"/>
                  </a:lnTo>
                  <a:lnTo>
                    <a:pt x="1092260" y="19302"/>
                  </a:lnTo>
                  <a:lnTo>
                    <a:pt x="1100118" y="19261"/>
                  </a:lnTo>
                  <a:lnTo>
                    <a:pt x="1107976" y="19223"/>
                  </a:lnTo>
                  <a:lnTo>
                    <a:pt x="1115834" y="19182"/>
                  </a:lnTo>
                  <a:lnTo>
                    <a:pt x="1123692" y="19139"/>
                  </a:lnTo>
                  <a:lnTo>
                    <a:pt x="1131550" y="19091"/>
                  </a:lnTo>
                  <a:lnTo>
                    <a:pt x="1139408" y="19042"/>
                  </a:lnTo>
                  <a:lnTo>
                    <a:pt x="1147266" y="18995"/>
                  </a:lnTo>
                  <a:lnTo>
                    <a:pt x="1155124" y="18957"/>
                  </a:lnTo>
                  <a:lnTo>
                    <a:pt x="1162982" y="18912"/>
                  </a:lnTo>
                  <a:lnTo>
                    <a:pt x="1170840" y="18869"/>
                  </a:lnTo>
                  <a:lnTo>
                    <a:pt x="1178698" y="18825"/>
                  </a:lnTo>
                  <a:lnTo>
                    <a:pt x="1186556" y="18777"/>
                  </a:lnTo>
                  <a:lnTo>
                    <a:pt x="1194414" y="18723"/>
                  </a:lnTo>
                  <a:lnTo>
                    <a:pt x="1202272" y="18668"/>
                  </a:lnTo>
                  <a:lnTo>
                    <a:pt x="1210130" y="18612"/>
                  </a:lnTo>
                  <a:lnTo>
                    <a:pt x="1217988" y="18551"/>
                  </a:lnTo>
                  <a:lnTo>
                    <a:pt x="1225846" y="18488"/>
                  </a:lnTo>
                  <a:lnTo>
                    <a:pt x="1233704" y="18424"/>
                  </a:lnTo>
                  <a:lnTo>
                    <a:pt x="1241562" y="18365"/>
                  </a:lnTo>
                  <a:lnTo>
                    <a:pt x="1249420" y="18314"/>
                  </a:lnTo>
                  <a:lnTo>
                    <a:pt x="1257278" y="18255"/>
                  </a:lnTo>
                  <a:lnTo>
                    <a:pt x="1265136" y="18187"/>
                  </a:lnTo>
                  <a:lnTo>
                    <a:pt x="1272994" y="18117"/>
                  </a:lnTo>
                  <a:lnTo>
                    <a:pt x="1280852" y="18061"/>
                  </a:lnTo>
                  <a:lnTo>
                    <a:pt x="1288710" y="17994"/>
                  </a:lnTo>
                  <a:lnTo>
                    <a:pt x="1296568" y="17926"/>
                  </a:lnTo>
                  <a:lnTo>
                    <a:pt x="1304426" y="17858"/>
                  </a:lnTo>
                  <a:lnTo>
                    <a:pt x="1312284" y="17790"/>
                  </a:lnTo>
                  <a:lnTo>
                    <a:pt x="1320142" y="17726"/>
                  </a:lnTo>
                  <a:lnTo>
                    <a:pt x="1328000" y="17653"/>
                  </a:lnTo>
                  <a:lnTo>
                    <a:pt x="1335858" y="17579"/>
                  </a:lnTo>
                  <a:lnTo>
                    <a:pt x="1343716" y="17503"/>
                  </a:lnTo>
                  <a:lnTo>
                    <a:pt x="1351574" y="17447"/>
                  </a:lnTo>
                  <a:lnTo>
                    <a:pt x="1359432" y="17368"/>
                  </a:lnTo>
                  <a:lnTo>
                    <a:pt x="1367290" y="17288"/>
                  </a:lnTo>
                  <a:lnTo>
                    <a:pt x="1375148" y="17198"/>
                  </a:lnTo>
                  <a:lnTo>
                    <a:pt x="1383006" y="17105"/>
                  </a:lnTo>
                  <a:lnTo>
                    <a:pt x="1390864" y="17021"/>
                  </a:lnTo>
                  <a:lnTo>
                    <a:pt x="1398722" y="16925"/>
                  </a:lnTo>
                  <a:lnTo>
                    <a:pt x="1406580" y="16836"/>
                  </a:lnTo>
                  <a:lnTo>
                    <a:pt x="1414438" y="16745"/>
                  </a:lnTo>
                  <a:lnTo>
                    <a:pt x="1422296" y="16642"/>
                  </a:lnTo>
                  <a:lnTo>
                    <a:pt x="1430154" y="16552"/>
                  </a:lnTo>
                  <a:lnTo>
                    <a:pt x="1438012" y="16458"/>
                  </a:lnTo>
                  <a:lnTo>
                    <a:pt x="1445870" y="16368"/>
                  </a:lnTo>
                  <a:lnTo>
                    <a:pt x="1453728" y="16271"/>
                  </a:lnTo>
                  <a:lnTo>
                    <a:pt x="1461586" y="16162"/>
                  </a:lnTo>
                  <a:lnTo>
                    <a:pt x="1469444" y="16053"/>
                  </a:lnTo>
                  <a:lnTo>
                    <a:pt x="1477302" y="15944"/>
                  </a:lnTo>
                  <a:lnTo>
                    <a:pt x="1485160" y="15844"/>
                  </a:lnTo>
                  <a:lnTo>
                    <a:pt x="1493018" y="15727"/>
                  </a:lnTo>
                  <a:lnTo>
                    <a:pt x="1500876" y="15635"/>
                  </a:lnTo>
                  <a:lnTo>
                    <a:pt x="1508734" y="15534"/>
                  </a:lnTo>
                  <a:lnTo>
                    <a:pt x="1516592" y="15428"/>
                  </a:lnTo>
                  <a:lnTo>
                    <a:pt x="1524450" y="15305"/>
                  </a:lnTo>
                  <a:lnTo>
                    <a:pt x="1532308" y="15190"/>
                  </a:lnTo>
                  <a:lnTo>
                    <a:pt x="1540166" y="15063"/>
                  </a:lnTo>
                  <a:lnTo>
                    <a:pt x="1548024" y="14948"/>
                  </a:lnTo>
                  <a:lnTo>
                    <a:pt x="1555882" y="14833"/>
                  </a:lnTo>
                  <a:lnTo>
                    <a:pt x="1563740" y="14717"/>
                  </a:lnTo>
                  <a:lnTo>
                    <a:pt x="1571598" y="14599"/>
                  </a:lnTo>
                  <a:lnTo>
                    <a:pt x="1579456" y="14459"/>
                  </a:lnTo>
                  <a:lnTo>
                    <a:pt x="1587314" y="14335"/>
                  </a:lnTo>
                  <a:lnTo>
                    <a:pt x="1595172" y="14210"/>
                  </a:lnTo>
                  <a:lnTo>
                    <a:pt x="1603030" y="14076"/>
                  </a:lnTo>
                  <a:lnTo>
                    <a:pt x="1610888" y="13938"/>
                  </a:lnTo>
                  <a:lnTo>
                    <a:pt x="1618746" y="13779"/>
                  </a:lnTo>
                  <a:lnTo>
                    <a:pt x="1626604" y="13630"/>
                  </a:lnTo>
                  <a:lnTo>
                    <a:pt x="1634462" y="13504"/>
                  </a:lnTo>
                  <a:lnTo>
                    <a:pt x="1642320" y="13354"/>
                  </a:lnTo>
                  <a:lnTo>
                    <a:pt x="1650178" y="13201"/>
                  </a:lnTo>
                  <a:lnTo>
                    <a:pt x="1658036" y="13045"/>
                  </a:lnTo>
                  <a:lnTo>
                    <a:pt x="1665894" y="12888"/>
                  </a:lnTo>
                  <a:lnTo>
                    <a:pt x="1673752" y="12727"/>
                  </a:lnTo>
                  <a:lnTo>
                    <a:pt x="1681610" y="12557"/>
                  </a:lnTo>
                  <a:lnTo>
                    <a:pt x="1689468" y="12373"/>
                  </a:lnTo>
                  <a:lnTo>
                    <a:pt x="1697326" y="12168"/>
                  </a:lnTo>
                  <a:lnTo>
                    <a:pt x="1705184" y="11970"/>
                  </a:lnTo>
                  <a:lnTo>
                    <a:pt x="1713042" y="11803"/>
                  </a:lnTo>
                  <a:lnTo>
                    <a:pt x="1720900" y="11618"/>
                  </a:lnTo>
                  <a:lnTo>
                    <a:pt x="1728758" y="11419"/>
                  </a:lnTo>
                  <a:lnTo>
                    <a:pt x="1736616" y="11216"/>
                  </a:lnTo>
                  <a:lnTo>
                    <a:pt x="1744474" y="11029"/>
                  </a:lnTo>
                  <a:lnTo>
                    <a:pt x="1752332" y="10806"/>
                  </a:lnTo>
                  <a:lnTo>
                    <a:pt x="1760190" y="10584"/>
                  </a:lnTo>
                  <a:lnTo>
                    <a:pt x="1768048" y="10364"/>
                  </a:lnTo>
                  <a:lnTo>
                    <a:pt x="1775906" y="10139"/>
                  </a:lnTo>
                  <a:lnTo>
                    <a:pt x="1783764" y="9911"/>
                  </a:lnTo>
                  <a:lnTo>
                    <a:pt x="1791622" y="9679"/>
                  </a:lnTo>
                  <a:lnTo>
                    <a:pt x="1799480" y="9443"/>
                  </a:lnTo>
                  <a:lnTo>
                    <a:pt x="1807338" y="9202"/>
                  </a:lnTo>
                  <a:lnTo>
                    <a:pt x="1815196" y="8957"/>
                  </a:lnTo>
                  <a:lnTo>
                    <a:pt x="1823054" y="8707"/>
                  </a:lnTo>
                  <a:lnTo>
                    <a:pt x="1830912" y="8471"/>
                  </a:lnTo>
                  <a:lnTo>
                    <a:pt x="1838770" y="8237"/>
                  </a:lnTo>
                  <a:lnTo>
                    <a:pt x="1846628" y="7999"/>
                  </a:lnTo>
                  <a:lnTo>
                    <a:pt x="1854486" y="7745"/>
                  </a:lnTo>
                  <a:lnTo>
                    <a:pt x="1862344" y="7450"/>
                  </a:lnTo>
                  <a:lnTo>
                    <a:pt x="1870202" y="7171"/>
                  </a:lnTo>
                  <a:lnTo>
                    <a:pt x="1878060" y="6907"/>
                  </a:lnTo>
                  <a:lnTo>
                    <a:pt x="1885918" y="6614"/>
                  </a:lnTo>
                  <a:lnTo>
                    <a:pt x="1893776" y="6341"/>
                  </a:lnTo>
                  <a:lnTo>
                    <a:pt x="1901634" y="6073"/>
                  </a:lnTo>
                  <a:lnTo>
                    <a:pt x="1909492" y="5770"/>
                  </a:lnTo>
                  <a:lnTo>
                    <a:pt x="1917350" y="5460"/>
                  </a:lnTo>
                  <a:lnTo>
                    <a:pt x="1925208" y="5145"/>
                  </a:lnTo>
                  <a:lnTo>
                    <a:pt x="1933066" y="4804"/>
                  </a:lnTo>
                  <a:lnTo>
                    <a:pt x="1940924" y="4456"/>
                  </a:lnTo>
                  <a:lnTo>
                    <a:pt x="1948782" y="4101"/>
                  </a:lnTo>
                  <a:lnTo>
                    <a:pt x="1956640" y="3739"/>
                  </a:lnTo>
                  <a:lnTo>
                    <a:pt x="1964498" y="3370"/>
                  </a:lnTo>
                  <a:lnTo>
                    <a:pt x="1972356" y="2993"/>
                  </a:lnTo>
                  <a:lnTo>
                    <a:pt x="1980214" y="2609"/>
                  </a:lnTo>
                  <a:lnTo>
                    <a:pt x="1988072" y="2223"/>
                  </a:lnTo>
                  <a:lnTo>
                    <a:pt x="1995930" y="1865"/>
                  </a:lnTo>
                  <a:lnTo>
                    <a:pt x="2003788" y="1501"/>
                  </a:lnTo>
                  <a:lnTo>
                    <a:pt x="2011646" y="1131"/>
                  </a:lnTo>
                  <a:lnTo>
                    <a:pt x="2019504" y="754"/>
                  </a:lnTo>
                  <a:lnTo>
                    <a:pt x="2027362" y="373"/>
                  </a:lnTo>
                  <a:lnTo>
                    <a:pt x="2035220" y="0"/>
                  </a:lnTo>
                  <a:lnTo>
                    <a:pt x="2035220" y="20672"/>
                  </a:lnTo>
                  <a:lnTo>
                    <a:pt x="2027362" y="20679"/>
                  </a:lnTo>
                  <a:lnTo>
                    <a:pt x="2019504" y="20686"/>
                  </a:lnTo>
                  <a:lnTo>
                    <a:pt x="2011646" y="20694"/>
                  </a:lnTo>
                  <a:lnTo>
                    <a:pt x="2003788" y="20701"/>
                  </a:lnTo>
                  <a:lnTo>
                    <a:pt x="1995930" y="20708"/>
                  </a:lnTo>
                  <a:lnTo>
                    <a:pt x="1988072" y="20715"/>
                  </a:lnTo>
                  <a:lnTo>
                    <a:pt x="1980214" y="20722"/>
                  </a:lnTo>
                  <a:lnTo>
                    <a:pt x="1972356" y="20730"/>
                  </a:lnTo>
                  <a:lnTo>
                    <a:pt x="1964498" y="20738"/>
                  </a:lnTo>
                  <a:lnTo>
                    <a:pt x="1956640" y="20746"/>
                  </a:lnTo>
                  <a:lnTo>
                    <a:pt x="1948782" y="20754"/>
                  </a:lnTo>
                  <a:lnTo>
                    <a:pt x="1940924" y="20762"/>
                  </a:lnTo>
                  <a:lnTo>
                    <a:pt x="1933066" y="20770"/>
                  </a:lnTo>
                  <a:lnTo>
                    <a:pt x="1925208" y="20778"/>
                  </a:lnTo>
                  <a:lnTo>
                    <a:pt x="1917350" y="20785"/>
                  </a:lnTo>
                  <a:lnTo>
                    <a:pt x="1909492" y="20792"/>
                  </a:lnTo>
                  <a:lnTo>
                    <a:pt x="1901634" y="20797"/>
                  </a:lnTo>
                  <a:lnTo>
                    <a:pt x="1893776" y="20803"/>
                  </a:lnTo>
                  <a:lnTo>
                    <a:pt x="1885918" y="20809"/>
                  </a:lnTo>
                  <a:lnTo>
                    <a:pt x="1878060" y="20814"/>
                  </a:lnTo>
                  <a:lnTo>
                    <a:pt x="1870202" y="20820"/>
                  </a:lnTo>
                  <a:lnTo>
                    <a:pt x="1862344" y="20825"/>
                  </a:lnTo>
                  <a:lnTo>
                    <a:pt x="1854486" y="20831"/>
                  </a:lnTo>
                  <a:lnTo>
                    <a:pt x="1846628" y="20836"/>
                  </a:lnTo>
                  <a:lnTo>
                    <a:pt x="1838770" y="20841"/>
                  </a:lnTo>
                  <a:lnTo>
                    <a:pt x="1830912" y="20846"/>
                  </a:lnTo>
                  <a:lnTo>
                    <a:pt x="1823054" y="20852"/>
                  </a:lnTo>
                  <a:lnTo>
                    <a:pt x="1815196" y="20858"/>
                  </a:lnTo>
                  <a:lnTo>
                    <a:pt x="1807338" y="20863"/>
                  </a:lnTo>
                  <a:lnTo>
                    <a:pt x="1799480" y="20868"/>
                  </a:lnTo>
                  <a:lnTo>
                    <a:pt x="1791622" y="20873"/>
                  </a:lnTo>
                  <a:lnTo>
                    <a:pt x="1783764" y="20879"/>
                  </a:lnTo>
                  <a:lnTo>
                    <a:pt x="1775906" y="20884"/>
                  </a:lnTo>
                  <a:lnTo>
                    <a:pt x="1768048" y="20889"/>
                  </a:lnTo>
                  <a:lnTo>
                    <a:pt x="1760190" y="20894"/>
                  </a:lnTo>
                  <a:lnTo>
                    <a:pt x="1752332" y="20899"/>
                  </a:lnTo>
                  <a:lnTo>
                    <a:pt x="1744474" y="20904"/>
                  </a:lnTo>
                  <a:lnTo>
                    <a:pt x="1736616" y="20909"/>
                  </a:lnTo>
                  <a:lnTo>
                    <a:pt x="1728758" y="20914"/>
                  </a:lnTo>
                  <a:lnTo>
                    <a:pt x="1720900" y="20919"/>
                  </a:lnTo>
                  <a:lnTo>
                    <a:pt x="1713042" y="20924"/>
                  </a:lnTo>
                  <a:lnTo>
                    <a:pt x="1705184" y="20930"/>
                  </a:lnTo>
                  <a:lnTo>
                    <a:pt x="1697326" y="20938"/>
                  </a:lnTo>
                  <a:lnTo>
                    <a:pt x="1689468" y="20945"/>
                  </a:lnTo>
                  <a:lnTo>
                    <a:pt x="1681610" y="20946"/>
                  </a:lnTo>
                  <a:lnTo>
                    <a:pt x="1673752" y="20949"/>
                  </a:lnTo>
                  <a:lnTo>
                    <a:pt x="1665894" y="20953"/>
                  </a:lnTo>
                  <a:lnTo>
                    <a:pt x="1658036" y="20958"/>
                  </a:lnTo>
                  <a:lnTo>
                    <a:pt x="1650178" y="20963"/>
                  </a:lnTo>
                  <a:lnTo>
                    <a:pt x="1642320" y="20967"/>
                  </a:lnTo>
                  <a:lnTo>
                    <a:pt x="1634462" y="20972"/>
                  </a:lnTo>
                  <a:lnTo>
                    <a:pt x="1626604" y="20977"/>
                  </a:lnTo>
                  <a:lnTo>
                    <a:pt x="1618746" y="20982"/>
                  </a:lnTo>
                  <a:lnTo>
                    <a:pt x="1610888" y="20986"/>
                  </a:lnTo>
                  <a:lnTo>
                    <a:pt x="1603030" y="20991"/>
                  </a:lnTo>
                  <a:lnTo>
                    <a:pt x="1595172" y="20995"/>
                  </a:lnTo>
                  <a:lnTo>
                    <a:pt x="1587314" y="21001"/>
                  </a:lnTo>
                  <a:lnTo>
                    <a:pt x="1579456" y="21006"/>
                  </a:lnTo>
                  <a:lnTo>
                    <a:pt x="1571598" y="21009"/>
                  </a:lnTo>
                  <a:lnTo>
                    <a:pt x="1563740" y="21012"/>
                  </a:lnTo>
                  <a:lnTo>
                    <a:pt x="1555882" y="21015"/>
                  </a:lnTo>
                  <a:lnTo>
                    <a:pt x="1548024" y="21019"/>
                  </a:lnTo>
                  <a:lnTo>
                    <a:pt x="1540166" y="21024"/>
                  </a:lnTo>
                  <a:lnTo>
                    <a:pt x="1532308" y="21029"/>
                  </a:lnTo>
                  <a:lnTo>
                    <a:pt x="1524450" y="21035"/>
                  </a:lnTo>
                  <a:lnTo>
                    <a:pt x="1516592" y="21039"/>
                  </a:lnTo>
                  <a:lnTo>
                    <a:pt x="1508734" y="21043"/>
                  </a:lnTo>
                  <a:lnTo>
                    <a:pt x="1500876" y="21048"/>
                  </a:lnTo>
                  <a:lnTo>
                    <a:pt x="1493018" y="21052"/>
                  </a:lnTo>
                  <a:lnTo>
                    <a:pt x="1485160" y="21056"/>
                  </a:lnTo>
                  <a:lnTo>
                    <a:pt x="1477302" y="21059"/>
                  </a:lnTo>
                  <a:lnTo>
                    <a:pt x="1469444" y="21061"/>
                  </a:lnTo>
                  <a:lnTo>
                    <a:pt x="1461586" y="21063"/>
                  </a:lnTo>
                  <a:lnTo>
                    <a:pt x="1453728" y="21065"/>
                  </a:lnTo>
                  <a:lnTo>
                    <a:pt x="1445870" y="21068"/>
                  </a:lnTo>
                  <a:lnTo>
                    <a:pt x="1438012" y="21070"/>
                  </a:lnTo>
                  <a:lnTo>
                    <a:pt x="1430154" y="21072"/>
                  </a:lnTo>
                  <a:lnTo>
                    <a:pt x="1422296" y="21076"/>
                  </a:lnTo>
                  <a:lnTo>
                    <a:pt x="1414438" y="21082"/>
                  </a:lnTo>
                  <a:lnTo>
                    <a:pt x="1406580" y="21087"/>
                  </a:lnTo>
                  <a:lnTo>
                    <a:pt x="1398722" y="21092"/>
                  </a:lnTo>
                  <a:lnTo>
                    <a:pt x="1390864" y="21097"/>
                  </a:lnTo>
                  <a:lnTo>
                    <a:pt x="1383006" y="21100"/>
                  </a:lnTo>
                  <a:lnTo>
                    <a:pt x="1375148" y="21103"/>
                  </a:lnTo>
                  <a:lnTo>
                    <a:pt x="1367290" y="21108"/>
                  </a:lnTo>
                  <a:lnTo>
                    <a:pt x="1359432" y="21114"/>
                  </a:lnTo>
                  <a:lnTo>
                    <a:pt x="1351574" y="21118"/>
                  </a:lnTo>
                  <a:lnTo>
                    <a:pt x="1343716" y="21120"/>
                  </a:lnTo>
                  <a:lnTo>
                    <a:pt x="1335858" y="21124"/>
                  </a:lnTo>
                  <a:lnTo>
                    <a:pt x="1328000" y="21128"/>
                  </a:lnTo>
                  <a:lnTo>
                    <a:pt x="1320142" y="21133"/>
                  </a:lnTo>
                  <a:lnTo>
                    <a:pt x="1312284" y="21139"/>
                  </a:lnTo>
                  <a:lnTo>
                    <a:pt x="1304426" y="21145"/>
                  </a:lnTo>
                  <a:lnTo>
                    <a:pt x="1296568" y="21150"/>
                  </a:lnTo>
                  <a:lnTo>
                    <a:pt x="1288710" y="21153"/>
                  </a:lnTo>
                  <a:lnTo>
                    <a:pt x="1280852" y="21158"/>
                  </a:lnTo>
                  <a:lnTo>
                    <a:pt x="1272994" y="21164"/>
                  </a:lnTo>
                  <a:lnTo>
                    <a:pt x="1265136" y="21170"/>
                  </a:lnTo>
                  <a:lnTo>
                    <a:pt x="1257278" y="21175"/>
                  </a:lnTo>
                  <a:lnTo>
                    <a:pt x="1249420" y="21180"/>
                  </a:lnTo>
                  <a:lnTo>
                    <a:pt x="1241562" y="21183"/>
                  </a:lnTo>
                  <a:lnTo>
                    <a:pt x="1233704" y="21185"/>
                  </a:lnTo>
                  <a:lnTo>
                    <a:pt x="1225846" y="21188"/>
                  </a:lnTo>
                  <a:lnTo>
                    <a:pt x="1217988" y="21191"/>
                  </a:lnTo>
                  <a:lnTo>
                    <a:pt x="1210130" y="21195"/>
                  </a:lnTo>
                  <a:lnTo>
                    <a:pt x="1202272" y="21199"/>
                  </a:lnTo>
                  <a:lnTo>
                    <a:pt x="1194414" y="21203"/>
                  </a:lnTo>
                  <a:lnTo>
                    <a:pt x="1186556" y="21209"/>
                  </a:lnTo>
                  <a:lnTo>
                    <a:pt x="1178698" y="21212"/>
                  </a:lnTo>
                  <a:lnTo>
                    <a:pt x="1170840" y="21216"/>
                  </a:lnTo>
                  <a:lnTo>
                    <a:pt x="1162982" y="21222"/>
                  </a:lnTo>
                  <a:lnTo>
                    <a:pt x="1155124" y="21228"/>
                  </a:lnTo>
                  <a:lnTo>
                    <a:pt x="1147266" y="21233"/>
                  </a:lnTo>
                  <a:lnTo>
                    <a:pt x="1139408" y="21236"/>
                  </a:lnTo>
                  <a:lnTo>
                    <a:pt x="1131550" y="21241"/>
                  </a:lnTo>
                  <a:lnTo>
                    <a:pt x="1123692" y="21246"/>
                  </a:lnTo>
                  <a:lnTo>
                    <a:pt x="1115834" y="21251"/>
                  </a:lnTo>
                  <a:lnTo>
                    <a:pt x="1107976" y="21256"/>
                  </a:lnTo>
                  <a:lnTo>
                    <a:pt x="1100118" y="21260"/>
                  </a:lnTo>
                  <a:lnTo>
                    <a:pt x="1092260" y="21262"/>
                  </a:lnTo>
                  <a:lnTo>
                    <a:pt x="1084402" y="21264"/>
                  </a:lnTo>
                  <a:lnTo>
                    <a:pt x="1076544" y="21268"/>
                  </a:lnTo>
                  <a:lnTo>
                    <a:pt x="1068686" y="21274"/>
                  </a:lnTo>
                  <a:lnTo>
                    <a:pt x="1060828" y="21279"/>
                  </a:lnTo>
                  <a:lnTo>
                    <a:pt x="1052970" y="21285"/>
                  </a:lnTo>
                  <a:lnTo>
                    <a:pt x="1045112" y="21291"/>
                  </a:lnTo>
                  <a:lnTo>
                    <a:pt x="1037254" y="21297"/>
                  </a:lnTo>
                  <a:lnTo>
                    <a:pt x="1029397" y="21302"/>
                  </a:lnTo>
                  <a:lnTo>
                    <a:pt x="1021539" y="21306"/>
                  </a:lnTo>
                  <a:lnTo>
                    <a:pt x="1013681" y="21309"/>
                  </a:lnTo>
                  <a:lnTo>
                    <a:pt x="1005823" y="21312"/>
                  </a:lnTo>
                  <a:lnTo>
                    <a:pt x="997965" y="21316"/>
                  </a:lnTo>
                  <a:lnTo>
                    <a:pt x="990107" y="21321"/>
                  </a:lnTo>
                  <a:lnTo>
                    <a:pt x="982249" y="21324"/>
                  </a:lnTo>
                  <a:lnTo>
                    <a:pt x="974391" y="21329"/>
                  </a:lnTo>
                  <a:lnTo>
                    <a:pt x="966533" y="21334"/>
                  </a:lnTo>
                  <a:lnTo>
                    <a:pt x="958675" y="21339"/>
                  </a:lnTo>
                  <a:lnTo>
                    <a:pt x="950817" y="21343"/>
                  </a:lnTo>
                  <a:lnTo>
                    <a:pt x="942959" y="21347"/>
                  </a:lnTo>
                  <a:lnTo>
                    <a:pt x="935101" y="21351"/>
                  </a:lnTo>
                  <a:lnTo>
                    <a:pt x="927243" y="21355"/>
                  </a:lnTo>
                  <a:lnTo>
                    <a:pt x="919385" y="21359"/>
                  </a:lnTo>
                  <a:lnTo>
                    <a:pt x="911527" y="21363"/>
                  </a:lnTo>
                  <a:lnTo>
                    <a:pt x="903669" y="21367"/>
                  </a:lnTo>
                  <a:lnTo>
                    <a:pt x="895811" y="21371"/>
                  </a:lnTo>
                  <a:lnTo>
                    <a:pt x="887953" y="21374"/>
                  </a:lnTo>
                  <a:lnTo>
                    <a:pt x="880095" y="21377"/>
                  </a:lnTo>
                  <a:lnTo>
                    <a:pt x="872237" y="21380"/>
                  </a:lnTo>
                  <a:lnTo>
                    <a:pt x="864379" y="21382"/>
                  </a:lnTo>
                  <a:lnTo>
                    <a:pt x="856521" y="21388"/>
                  </a:lnTo>
                  <a:lnTo>
                    <a:pt x="848663" y="21392"/>
                  </a:lnTo>
                  <a:lnTo>
                    <a:pt x="840805" y="21394"/>
                  </a:lnTo>
                  <a:lnTo>
                    <a:pt x="832947" y="21399"/>
                  </a:lnTo>
                  <a:lnTo>
                    <a:pt x="825089" y="21403"/>
                  </a:lnTo>
                  <a:lnTo>
                    <a:pt x="817231" y="21407"/>
                  </a:lnTo>
                  <a:lnTo>
                    <a:pt x="809373" y="21413"/>
                  </a:lnTo>
                  <a:lnTo>
                    <a:pt x="801515" y="21418"/>
                  </a:lnTo>
                  <a:lnTo>
                    <a:pt x="793657" y="21423"/>
                  </a:lnTo>
                  <a:lnTo>
                    <a:pt x="785799" y="21427"/>
                  </a:lnTo>
                  <a:lnTo>
                    <a:pt x="777941" y="21432"/>
                  </a:lnTo>
                  <a:lnTo>
                    <a:pt x="770083" y="21436"/>
                  </a:lnTo>
                  <a:lnTo>
                    <a:pt x="762225" y="21440"/>
                  </a:lnTo>
                  <a:lnTo>
                    <a:pt x="754367" y="21442"/>
                  </a:lnTo>
                  <a:lnTo>
                    <a:pt x="746509" y="21446"/>
                  </a:lnTo>
                  <a:lnTo>
                    <a:pt x="738651" y="21449"/>
                  </a:lnTo>
                  <a:lnTo>
                    <a:pt x="730793" y="21454"/>
                  </a:lnTo>
                  <a:lnTo>
                    <a:pt x="722935" y="21458"/>
                  </a:lnTo>
                  <a:lnTo>
                    <a:pt x="715077" y="21462"/>
                  </a:lnTo>
                  <a:lnTo>
                    <a:pt x="707219" y="21466"/>
                  </a:lnTo>
                  <a:lnTo>
                    <a:pt x="699361" y="21467"/>
                  </a:lnTo>
                  <a:lnTo>
                    <a:pt x="691503" y="21472"/>
                  </a:lnTo>
                  <a:lnTo>
                    <a:pt x="683645" y="21475"/>
                  </a:lnTo>
                  <a:lnTo>
                    <a:pt x="675787" y="21479"/>
                  </a:lnTo>
                  <a:lnTo>
                    <a:pt x="667929" y="21482"/>
                  </a:lnTo>
                  <a:lnTo>
                    <a:pt x="660071" y="21486"/>
                  </a:lnTo>
                  <a:lnTo>
                    <a:pt x="652213" y="21490"/>
                  </a:lnTo>
                  <a:lnTo>
                    <a:pt x="644355" y="21493"/>
                  </a:lnTo>
                  <a:lnTo>
                    <a:pt x="636497" y="21496"/>
                  </a:lnTo>
                  <a:lnTo>
                    <a:pt x="628639" y="21498"/>
                  </a:lnTo>
                  <a:lnTo>
                    <a:pt x="620781" y="21501"/>
                  </a:lnTo>
                  <a:lnTo>
                    <a:pt x="612923" y="21505"/>
                  </a:lnTo>
                  <a:lnTo>
                    <a:pt x="605065" y="21508"/>
                  </a:lnTo>
                  <a:lnTo>
                    <a:pt x="597207" y="21512"/>
                  </a:lnTo>
                  <a:lnTo>
                    <a:pt x="589349" y="21515"/>
                  </a:lnTo>
                  <a:lnTo>
                    <a:pt x="581491" y="21517"/>
                  </a:lnTo>
                  <a:lnTo>
                    <a:pt x="573633" y="21521"/>
                  </a:lnTo>
                  <a:lnTo>
                    <a:pt x="565775" y="21524"/>
                  </a:lnTo>
                  <a:lnTo>
                    <a:pt x="557917" y="21527"/>
                  </a:lnTo>
                  <a:lnTo>
                    <a:pt x="550059" y="21530"/>
                  </a:lnTo>
                  <a:lnTo>
                    <a:pt x="542201" y="21534"/>
                  </a:lnTo>
                  <a:lnTo>
                    <a:pt x="534343" y="21537"/>
                  </a:lnTo>
                  <a:lnTo>
                    <a:pt x="526485" y="21540"/>
                  </a:lnTo>
                  <a:lnTo>
                    <a:pt x="518627" y="21543"/>
                  </a:lnTo>
                  <a:lnTo>
                    <a:pt x="510769" y="21546"/>
                  </a:lnTo>
                  <a:lnTo>
                    <a:pt x="502911" y="21550"/>
                  </a:lnTo>
                  <a:lnTo>
                    <a:pt x="495053" y="21553"/>
                  </a:lnTo>
                  <a:lnTo>
                    <a:pt x="487195" y="21556"/>
                  </a:lnTo>
                  <a:lnTo>
                    <a:pt x="479337" y="21558"/>
                  </a:lnTo>
                  <a:lnTo>
                    <a:pt x="471479" y="21561"/>
                  </a:lnTo>
                  <a:lnTo>
                    <a:pt x="463621" y="21564"/>
                  </a:lnTo>
                  <a:lnTo>
                    <a:pt x="455763" y="21568"/>
                  </a:lnTo>
                  <a:lnTo>
                    <a:pt x="447905" y="21571"/>
                  </a:lnTo>
                  <a:lnTo>
                    <a:pt x="440047" y="21575"/>
                  </a:lnTo>
                  <a:lnTo>
                    <a:pt x="432189" y="21578"/>
                  </a:lnTo>
                  <a:lnTo>
                    <a:pt x="424331" y="21581"/>
                  </a:lnTo>
                  <a:lnTo>
                    <a:pt x="416473" y="21584"/>
                  </a:lnTo>
                  <a:lnTo>
                    <a:pt x="408615" y="21586"/>
                  </a:lnTo>
                  <a:lnTo>
                    <a:pt x="400757" y="21589"/>
                  </a:lnTo>
                  <a:lnTo>
                    <a:pt x="392899" y="21592"/>
                  </a:lnTo>
                  <a:lnTo>
                    <a:pt x="385041" y="21596"/>
                  </a:lnTo>
                  <a:lnTo>
                    <a:pt x="377183" y="21598"/>
                  </a:lnTo>
                  <a:lnTo>
                    <a:pt x="369325" y="21600"/>
                  </a:lnTo>
                  <a:lnTo>
                    <a:pt x="361467" y="21603"/>
                  </a:lnTo>
                  <a:lnTo>
                    <a:pt x="353609" y="21606"/>
                  </a:lnTo>
                  <a:lnTo>
                    <a:pt x="345751" y="21610"/>
                  </a:lnTo>
                  <a:lnTo>
                    <a:pt x="337893" y="21611"/>
                  </a:lnTo>
                  <a:lnTo>
                    <a:pt x="330035" y="21614"/>
                  </a:lnTo>
                  <a:lnTo>
                    <a:pt x="322177" y="21616"/>
                  </a:lnTo>
                  <a:lnTo>
                    <a:pt x="314319" y="21619"/>
                  </a:lnTo>
                  <a:lnTo>
                    <a:pt x="306461" y="21621"/>
                  </a:lnTo>
                  <a:lnTo>
                    <a:pt x="298603" y="21624"/>
                  </a:lnTo>
                  <a:lnTo>
                    <a:pt x="290745" y="21626"/>
                  </a:lnTo>
                  <a:lnTo>
                    <a:pt x="282887" y="21628"/>
                  </a:lnTo>
                  <a:lnTo>
                    <a:pt x="275029" y="21631"/>
                  </a:lnTo>
                  <a:lnTo>
                    <a:pt x="267171" y="21633"/>
                  </a:lnTo>
                  <a:lnTo>
                    <a:pt x="259313" y="21635"/>
                  </a:lnTo>
                  <a:lnTo>
                    <a:pt x="251455" y="21637"/>
                  </a:lnTo>
                  <a:lnTo>
                    <a:pt x="243597" y="21639"/>
                  </a:lnTo>
                  <a:lnTo>
                    <a:pt x="235739" y="21641"/>
                  </a:lnTo>
                  <a:lnTo>
                    <a:pt x="227881" y="21644"/>
                  </a:lnTo>
                  <a:lnTo>
                    <a:pt x="220023" y="21646"/>
                  </a:lnTo>
                  <a:lnTo>
                    <a:pt x="212165" y="21648"/>
                  </a:lnTo>
                  <a:lnTo>
                    <a:pt x="204307" y="21651"/>
                  </a:lnTo>
                  <a:lnTo>
                    <a:pt x="196449" y="21653"/>
                  </a:lnTo>
                  <a:lnTo>
                    <a:pt x="188591" y="21655"/>
                  </a:lnTo>
                  <a:lnTo>
                    <a:pt x="180733" y="21658"/>
                  </a:lnTo>
                  <a:lnTo>
                    <a:pt x="172875" y="21661"/>
                  </a:lnTo>
                  <a:lnTo>
                    <a:pt x="165017" y="21663"/>
                  </a:lnTo>
                  <a:lnTo>
                    <a:pt x="157159" y="21664"/>
                  </a:lnTo>
                  <a:lnTo>
                    <a:pt x="149301" y="21666"/>
                  </a:lnTo>
                  <a:lnTo>
                    <a:pt x="141443" y="21668"/>
                  </a:lnTo>
                  <a:lnTo>
                    <a:pt x="133585" y="21670"/>
                  </a:lnTo>
                  <a:lnTo>
                    <a:pt x="125727" y="21672"/>
                  </a:lnTo>
                  <a:lnTo>
                    <a:pt x="117869" y="21674"/>
                  </a:lnTo>
                  <a:lnTo>
                    <a:pt x="110011" y="21676"/>
                  </a:lnTo>
                  <a:lnTo>
                    <a:pt x="102153" y="21678"/>
                  </a:lnTo>
                  <a:lnTo>
                    <a:pt x="94295" y="21680"/>
                  </a:lnTo>
                  <a:lnTo>
                    <a:pt x="86437" y="21681"/>
                  </a:lnTo>
                  <a:lnTo>
                    <a:pt x="78579" y="21683"/>
                  </a:lnTo>
                  <a:lnTo>
                    <a:pt x="70721" y="21685"/>
                  </a:lnTo>
                  <a:lnTo>
                    <a:pt x="62863" y="21687"/>
                  </a:lnTo>
                  <a:lnTo>
                    <a:pt x="55005" y="21689"/>
                  </a:lnTo>
                  <a:lnTo>
                    <a:pt x="47147" y="21691"/>
                  </a:lnTo>
                  <a:lnTo>
                    <a:pt x="39289" y="21693"/>
                  </a:lnTo>
                  <a:lnTo>
                    <a:pt x="31431" y="21694"/>
                  </a:lnTo>
                  <a:lnTo>
                    <a:pt x="23573" y="21696"/>
                  </a:lnTo>
                  <a:lnTo>
                    <a:pt x="15715" y="21697"/>
                  </a:lnTo>
                  <a:lnTo>
                    <a:pt x="7857" y="21699"/>
                  </a:lnTo>
                  <a:lnTo>
                    <a:pt x="0" y="21701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72" name="pl171"/>
            <p:cNvSpPr/>
            <p:nvPr/>
          </p:nvSpPr>
          <p:spPr>
            <a:xfrm>
              <a:off x="3608036" y="4935091"/>
              <a:ext cx="2035220" cy="21357"/>
            </a:xfrm>
            <a:custGeom>
              <a:avLst/>
              <a:pathLst>
                <a:path w="2035220" h="21357">
                  <a:moveTo>
                    <a:pt x="0" y="21357"/>
                  </a:moveTo>
                  <a:lnTo>
                    <a:pt x="7857" y="21352"/>
                  </a:lnTo>
                  <a:lnTo>
                    <a:pt x="15715" y="21347"/>
                  </a:lnTo>
                  <a:lnTo>
                    <a:pt x="23573" y="21342"/>
                  </a:lnTo>
                  <a:lnTo>
                    <a:pt x="31431" y="21337"/>
                  </a:lnTo>
                  <a:lnTo>
                    <a:pt x="39289" y="21332"/>
                  </a:lnTo>
                  <a:lnTo>
                    <a:pt x="47147" y="21327"/>
                  </a:lnTo>
                  <a:lnTo>
                    <a:pt x="55005" y="21324"/>
                  </a:lnTo>
                  <a:lnTo>
                    <a:pt x="62863" y="21322"/>
                  </a:lnTo>
                  <a:lnTo>
                    <a:pt x="70721" y="21317"/>
                  </a:lnTo>
                  <a:lnTo>
                    <a:pt x="78579" y="21314"/>
                  </a:lnTo>
                  <a:lnTo>
                    <a:pt x="86437" y="21313"/>
                  </a:lnTo>
                  <a:lnTo>
                    <a:pt x="94295" y="21309"/>
                  </a:lnTo>
                  <a:lnTo>
                    <a:pt x="102153" y="21305"/>
                  </a:lnTo>
                  <a:lnTo>
                    <a:pt x="110011" y="21302"/>
                  </a:lnTo>
                  <a:lnTo>
                    <a:pt x="117869" y="21294"/>
                  </a:lnTo>
                  <a:lnTo>
                    <a:pt x="125727" y="21288"/>
                  </a:lnTo>
                  <a:lnTo>
                    <a:pt x="133585" y="21283"/>
                  </a:lnTo>
                  <a:lnTo>
                    <a:pt x="141443" y="21278"/>
                  </a:lnTo>
                  <a:lnTo>
                    <a:pt x="149301" y="21274"/>
                  </a:lnTo>
                  <a:lnTo>
                    <a:pt x="157159" y="21270"/>
                  </a:lnTo>
                  <a:lnTo>
                    <a:pt x="165017" y="21266"/>
                  </a:lnTo>
                  <a:lnTo>
                    <a:pt x="172875" y="21262"/>
                  </a:lnTo>
                  <a:lnTo>
                    <a:pt x="180733" y="21258"/>
                  </a:lnTo>
                  <a:lnTo>
                    <a:pt x="188591" y="21254"/>
                  </a:lnTo>
                  <a:lnTo>
                    <a:pt x="196449" y="21249"/>
                  </a:lnTo>
                  <a:lnTo>
                    <a:pt x="204307" y="21244"/>
                  </a:lnTo>
                  <a:lnTo>
                    <a:pt x="212165" y="21240"/>
                  </a:lnTo>
                  <a:lnTo>
                    <a:pt x="220023" y="21235"/>
                  </a:lnTo>
                  <a:lnTo>
                    <a:pt x="227881" y="21230"/>
                  </a:lnTo>
                  <a:lnTo>
                    <a:pt x="235739" y="21224"/>
                  </a:lnTo>
                  <a:lnTo>
                    <a:pt x="243597" y="21220"/>
                  </a:lnTo>
                  <a:lnTo>
                    <a:pt x="251455" y="21212"/>
                  </a:lnTo>
                  <a:lnTo>
                    <a:pt x="259313" y="21207"/>
                  </a:lnTo>
                  <a:lnTo>
                    <a:pt x="267171" y="21200"/>
                  </a:lnTo>
                  <a:lnTo>
                    <a:pt x="275029" y="21196"/>
                  </a:lnTo>
                  <a:lnTo>
                    <a:pt x="282887" y="21190"/>
                  </a:lnTo>
                  <a:lnTo>
                    <a:pt x="290745" y="21184"/>
                  </a:lnTo>
                  <a:lnTo>
                    <a:pt x="298603" y="21181"/>
                  </a:lnTo>
                  <a:lnTo>
                    <a:pt x="306461" y="21171"/>
                  </a:lnTo>
                  <a:lnTo>
                    <a:pt x="314319" y="21160"/>
                  </a:lnTo>
                  <a:lnTo>
                    <a:pt x="322177" y="21150"/>
                  </a:lnTo>
                  <a:lnTo>
                    <a:pt x="330035" y="21141"/>
                  </a:lnTo>
                  <a:lnTo>
                    <a:pt x="337893" y="21135"/>
                  </a:lnTo>
                  <a:lnTo>
                    <a:pt x="345751" y="21123"/>
                  </a:lnTo>
                  <a:lnTo>
                    <a:pt x="353609" y="21111"/>
                  </a:lnTo>
                  <a:lnTo>
                    <a:pt x="361467" y="21102"/>
                  </a:lnTo>
                  <a:lnTo>
                    <a:pt x="369325" y="21094"/>
                  </a:lnTo>
                  <a:lnTo>
                    <a:pt x="377183" y="21088"/>
                  </a:lnTo>
                  <a:lnTo>
                    <a:pt x="385041" y="21079"/>
                  </a:lnTo>
                  <a:lnTo>
                    <a:pt x="392899" y="21071"/>
                  </a:lnTo>
                  <a:lnTo>
                    <a:pt x="400757" y="21063"/>
                  </a:lnTo>
                  <a:lnTo>
                    <a:pt x="408615" y="21057"/>
                  </a:lnTo>
                  <a:lnTo>
                    <a:pt x="416473" y="21050"/>
                  </a:lnTo>
                  <a:lnTo>
                    <a:pt x="424331" y="21041"/>
                  </a:lnTo>
                  <a:lnTo>
                    <a:pt x="432189" y="21034"/>
                  </a:lnTo>
                  <a:lnTo>
                    <a:pt x="440047" y="21026"/>
                  </a:lnTo>
                  <a:lnTo>
                    <a:pt x="447905" y="21018"/>
                  </a:lnTo>
                  <a:lnTo>
                    <a:pt x="455763" y="21005"/>
                  </a:lnTo>
                  <a:lnTo>
                    <a:pt x="463621" y="20995"/>
                  </a:lnTo>
                  <a:lnTo>
                    <a:pt x="471479" y="20991"/>
                  </a:lnTo>
                  <a:lnTo>
                    <a:pt x="479337" y="20983"/>
                  </a:lnTo>
                  <a:lnTo>
                    <a:pt x="487195" y="20974"/>
                  </a:lnTo>
                  <a:lnTo>
                    <a:pt x="495053" y="20963"/>
                  </a:lnTo>
                  <a:lnTo>
                    <a:pt x="502911" y="20955"/>
                  </a:lnTo>
                  <a:lnTo>
                    <a:pt x="510769" y="20947"/>
                  </a:lnTo>
                  <a:lnTo>
                    <a:pt x="518627" y="20937"/>
                  </a:lnTo>
                  <a:lnTo>
                    <a:pt x="526485" y="20928"/>
                  </a:lnTo>
                  <a:lnTo>
                    <a:pt x="534343" y="20918"/>
                  </a:lnTo>
                  <a:lnTo>
                    <a:pt x="542201" y="20910"/>
                  </a:lnTo>
                  <a:lnTo>
                    <a:pt x="550059" y="20896"/>
                  </a:lnTo>
                  <a:lnTo>
                    <a:pt x="557917" y="20888"/>
                  </a:lnTo>
                  <a:lnTo>
                    <a:pt x="565775" y="20875"/>
                  </a:lnTo>
                  <a:lnTo>
                    <a:pt x="573633" y="20863"/>
                  </a:lnTo>
                  <a:lnTo>
                    <a:pt x="581491" y="20850"/>
                  </a:lnTo>
                  <a:lnTo>
                    <a:pt x="589349" y="20838"/>
                  </a:lnTo>
                  <a:lnTo>
                    <a:pt x="597207" y="20826"/>
                  </a:lnTo>
                  <a:lnTo>
                    <a:pt x="605065" y="20815"/>
                  </a:lnTo>
                  <a:lnTo>
                    <a:pt x="612923" y="20803"/>
                  </a:lnTo>
                  <a:lnTo>
                    <a:pt x="620781" y="20790"/>
                  </a:lnTo>
                  <a:lnTo>
                    <a:pt x="628639" y="20775"/>
                  </a:lnTo>
                  <a:lnTo>
                    <a:pt x="636497" y="20760"/>
                  </a:lnTo>
                  <a:lnTo>
                    <a:pt x="644355" y="20746"/>
                  </a:lnTo>
                  <a:lnTo>
                    <a:pt x="652213" y="20736"/>
                  </a:lnTo>
                  <a:lnTo>
                    <a:pt x="660071" y="20725"/>
                  </a:lnTo>
                  <a:lnTo>
                    <a:pt x="667929" y="20711"/>
                  </a:lnTo>
                  <a:lnTo>
                    <a:pt x="675787" y="20694"/>
                  </a:lnTo>
                  <a:lnTo>
                    <a:pt x="683645" y="20679"/>
                  </a:lnTo>
                  <a:lnTo>
                    <a:pt x="691503" y="20663"/>
                  </a:lnTo>
                  <a:lnTo>
                    <a:pt x="699361" y="20651"/>
                  </a:lnTo>
                  <a:lnTo>
                    <a:pt x="707219" y="20634"/>
                  </a:lnTo>
                  <a:lnTo>
                    <a:pt x="715077" y="20615"/>
                  </a:lnTo>
                  <a:lnTo>
                    <a:pt x="722935" y="20596"/>
                  </a:lnTo>
                  <a:lnTo>
                    <a:pt x="730793" y="20578"/>
                  </a:lnTo>
                  <a:lnTo>
                    <a:pt x="738651" y="20559"/>
                  </a:lnTo>
                  <a:lnTo>
                    <a:pt x="746509" y="20543"/>
                  </a:lnTo>
                  <a:lnTo>
                    <a:pt x="754367" y="20523"/>
                  </a:lnTo>
                  <a:lnTo>
                    <a:pt x="762225" y="20504"/>
                  </a:lnTo>
                  <a:lnTo>
                    <a:pt x="770083" y="20485"/>
                  </a:lnTo>
                  <a:lnTo>
                    <a:pt x="777941" y="20472"/>
                  </a:lnTo>
                  <a:lnTo>
                    <a:pt x="785799" y="20453"/>
                  </a:lnTo>
                  <a:lnTo>
                    <a:pt x="793657" y="20433"/>
                  </a:lnTo>
                  <a:lnTo>
                    <a:pt x="801515" y="20413"/>
                  </a:lnTo>
                  <a:lnTo>
                    <a:pt x="809373" y="20386"/>
                  </a:lnTo>
                  <a:lnTo>
                    <a:pt x="817231" y="20364"/>
                  </a:lnTo>
                  <a:lnTo>
                    <a:pt x="825089" y="20338"/>
                  </a:lnTo>
                  <a:lnTo>
                    <a:pt x="832947" y="20319"/>
                  </a:lnTo>
                  <a:lnTo>
                    <a:pt x="840805" y="20301"/>
                  </a:lnTo>
                  <a:lnTo>
                    <a:pt x="848663" y="20279"/>
                  </a:lnTo>
                  <a:lnTo>
                    <a:pt x="856521" y="20256"/>
                  </a:lnTo>
                  <a:lnTo>
                    <a:pt x="864379" y="20230"/>
                  </a:lnTo>
                  <a:lnTo>
                    <a:pt x="872237" y="20208"/>
                  </a:lnTo>
                  <a:lnTo>
                    <a:pt x="880095" y="20185"/>
                  </a:lnTo>
                  <a:lnTo>
                    <a:pt x="887953" y="20158"/>
                  </a:lnTo>
                  <a:lnTo>
                    <a:pt x="895811" y="20124"/>
                  </a:lnTo>
                  <a:lnTo>
                    <a:pt x="903669" y="20092"/>
                  </a:lnTo>
                  <a:lnTo>
                    <a:pt x="911527" y="20062"/>
                  </a:lnTo>
                  <a:lnTo>
                    <a:pt x="919385" y="20032"/>
                  </a:lnTo>
                  <a:lnTo>
                    <a:pt x="927243" y="20003"/>
                  </a:lnTo>
                  <a:lnTo>
                    <a:pt x="935101" y="19976"/>
                  </a:lnTo>
                  <a:lnTo>
                    <a:pt x="942959" y="19951"/>
                  </a:lnTo>
                  <a:lnTo>
                    <a:pt x="950817" y="19921"/>
                  </a:lnTo>
                  <a:lnTo>
                    <a:pt x="958675" y="19889"/>
                  </a:lnTo>
                  <a:lnTo>
                    <a:pt x="966533" y="19855"/>
                  </a:lnTo>
                  <a:lnTo>
                    <a:pt x="974391" y="19824"/>
                  </a:lnTo>
                  <a:lnTo>
                    <a:pt x="982249" y="19793"/>
                  </a:lnTo>
                  <a:lnTo>
                    <a:pt x="990107" y="19761"/>
                  </a:lnTo>
                  <a:lnTo>
                    <a:pt x="997965" y="19729"/>
                  </a:lnTo>
                  <a:lnTo>
                    <a:pt x="1005823" y="19697"/>
                  </a:lnTo>
                  <a:lnTo>
                    <a:pt x="1013681" y="19664"/>
                  </a:lnTo>
                  <a:lnTo>
                    <a:pt x="1021539" y="19630"/>
                  </a:lnTo>
                  <a:lnTo>
                    <a:pt x="1029397" y="19596"/>
                  </a:lnTo>
                  <a:lnTo>
                    <a:pt x="1037254" y="19554"/>
                  </a:lnTo>
                  <a:lnTo>
                    <a:pt x="1045112" y="19515"/>
                  </a:lnTo>
                  <a:lnTo>
                    <a:pt x="1052970" y="19483"/>
                  </a:lnTo>
                  <a:lnTo>
                    <a:pt x="1060828" y="19451"/>
                  </a:lnTo>
                  <a:lnTo>
                    <a:pt x="1068686" y="19409"/>
                  </a:lnTo>
                  <a:lnTo>
                    <a:pt x="1076544" y="19371"/>
                  </a:lnTo>
                  <a:lnTo>
                    <a:pt x="1084402" y="19339"/>
                  </a:lnTo>
                  <a:lnTo>
                    <a:pt x="1092260" y="19302"/>
                  </a:lnTo>
                  <a:lnTo>
                    <a:pt x="1100118" y="19261"/>
                  </a:lnTo>
                  <a:lnTo>
                    <a:pt x="1107976" y="19223"/>
                  </a:lnTo>
                  <a:lnTo>
                    <a:pt x="1115834" y="19182"/>
                  </a:lnTo>
                  <a:lnTo>
                    <a:pt x="1123692" y="19139"/>
                  </a:lnTo>
                  <a:lnTo>
                    <a:pt x="1131550" y="19091"/>
                  </a:lnTo>
                  <a:lnTo>
                    <a:pt x="1139408" y="19042"/>
                  </a:lnTo>
                  <a:lnTo>
                    <a:pt x="1147266" y="18995"/>
                  </a:lnTo>
                  <a:lnTo>
                    <a:pt x="1155124" y="18957"/>
                  </a:lnTo>
                  <a:lnTo>
                    <a:pt x="1162982" y="18912"/>
                  </a:lnTo>
                  <a:lnTo>
                    <a:pt x="1170840" y="18869"/>
                  </a:lnTo>
                  <a:lnTo>
                    <a:pt x="1178698" y="18825"/>
                  </a:lnTo>
                  <a:lnTo>
                    <a:pt x="1186556" y="18777"/>
                  </a:lnTo>
                  <a:lnTo>
                    <a:pt x="1194414" y="18723"/>
                  </a:lnTo>
                  <a:lnTo>
                    <a:pt x="1202272" y="18668"/>
                  </a:lnTo>
                  <a:lnTo>
                    <a:pt x="1210130" y="18612"/>
                  </a:lnTo>
                  <a:lnTo>
                    <a:pt x="1217988" y="18551"/>
                  </a:lnTo>
                  <a:lnTo>
                    <a:pt x="1225846" y="18488"/>
                  </a:lnTo>
                  <a:lnTo>
                    <a:pt x="1233704" y="18424"/>
                  </a:lnTo>
                  <a:lnTo>
                    <a:pt x="1241562" y="18365"/>
                  </a:lnTo>
                  <a:lnTo>
                    <a:pt x="1249420" y="18314"/>
                  </a:lnTo>
                  <a:lnTo>
                    <a:pt x="1257278" y="18255"/>
                  </a:lnTo>
                  <a:lnTo>
                    <a:pt x="1265136" y="18187"/>
                  </a:lnTo>
                  <a:lnTo>
                    <a:pt x="1272994" y="18117"/>
                  </a:lnTo>
                  <a:lnTo>
                    <a:pt x="1280852" y="18061"/>
                  </a:lnTo>
                  <a:lnTo>
                    <a:pt x="1288710" y="17994"/>
                  </a:lnTo>
                  <a:lnTo>
                    <a:pt x="1296568" y="17926"/>
                  </a:lnTo>
                  <a:lnTo>
                    <a:pt x="1304426" y="17858"/>
                  </a:lnTo>
                  <a:lnTo>
                    <a:pt x="1312284" y="17790"/>
                  </a:lnTo>
                  <a:lnTo>
                    <a:pt x="1320142" y="17726"/>
                  </a:lnTo>
                  <a:lnTo>
                    <a:pt x="1328000" y="17653"/>
                  </a:lnTo>
                  <a:lnTo>
                    <a:pt x="1335858" y="17579"/>
                  </a:lnTo>
                  <a:lnTo>
                    <a:pt x="1343716" y="17503"/>
                  </a:lnTo>
                  <a:lnTo>
                    <a:pt x="1351574" y="17447"/>
                  </a:lnTo>
                  <a:lnTo>
                    <a:pt x="1359432" y="17368"/>
                  </a:lnTo>
                  <a:lnTo>
                    <a:pt x="1367290" y="17288"/>
                  </a:lnTo>
                  <a:lnTo>
                    <a:pt x="1375148" y="17198"/>
                  </a:lnTo>
                  <a:lnTo>
                    <a:pt x="1383006" y="17105"/>
                  </a:lnTo>
                  <a:lnTo>
                    <a:pt x="1390864" y="17021"/>
                  </a:lnTo>
                  <a:lnTo>
                    <a:pt x="1398722" y="16925"/>
                  </a:lnTo>
                  <a:lnTo>
                    <a:pt x="1406580" y="16836"/>
                  </a:lnTo>
                  <a:lnTo>
                    <a:pt x="1414438" y="16745"/>
                  </a:lnTo>
                  <a:lnTo>
                    <a:pt x="1422296" y="16642"/>
                  </a:lnTo>
                  <a:lnTo>
                    <a:pt x="1430154" y="16552"/>
                  </a:lnTo>
                  <a:lnTo>
                    <a:pt x="1438012" y="16458"/>
                  </a:lnTo>
                  <a:lnTo>
                    <a:pt x="1445870" y="16368"/>
                  </a:lnTo>
                  <a:lnTo>
                    <a:pt x="1453728" y="16271"/>
                  </a:lnTo>
                  <a:lnTo>
                    <a:pt x="1461586" y="16162"/>
                  </a:lnTo>
                  <a:lnTo>
                    <a:pt x="1469444" y="16053"/>
                  </a:lnTo>
                  <a:lnTo>
                    <a:pt x="1477302" y="15944"/>
                  </a:lnTo>
                  <a:lnTo>
                    <a:pt x="1485160" y="15844"/>
                  </a:lnTo>
                  <a:lnTo>
                    <a:pt x="1493018" y="15727"/>
                  </a:lnTo>
                  <a:lnTo>
                    <a:pt x="1500876" y="15635"/>
                  </a:lnTo>
                  <a:lnTo>
                    <a:pt x="1508734" y="15534"/>
                  </a:lnTo>
                  <a:lnTo>
                    <a:pt x="1516592" y="15428"/>
                  </a:lnTo>
                  <a:lnTo>
                    <a:pt x="1524450" y="15305"/>
                  </a:lnTo>
                  <a:lnTo>
                    <a:pt x="1532308" y="15190"/>
                  </a:lnTo>
                  <a:lnTo>
                    <a:pt x="1540166" y="15063"/>
                  </a:lnTo>
                  <a:lnTo>
                    <a:pt x="1548024" y="14948"/>
                  </a:lnTo>
                  <a:lnTo>
                    <a:pt x="1555882" y="14833"/>
                  </a:lnTo>
                  <a:lnTo>
                    <a:pt x="1563740" y="14717"/>
                  </a:lnTo>
                  <a:lnTo>
                    <a:pt x="1571598" y="14599"/>
                  </a:lnTo>
                  <a:lnTo>
                    <a:pt x="1579456" y="14459"/>
                  </a:lnTo>
                  <a:lnTo>
                    <a:pt x="1587314" y="14335"/>
                  </a:lnTo>
                  <a:lnTo>
                    <a:pt x="1595172" y="14210"/>
                  </a:lnTo>
                  <a:lnTo>
                    <a:pt x="1603030" y="14076"/>
                  </a:lnTo>
                  <a:lnTo>
                    <a:pt x="1610888" y="13938"/>
                  </a:lnTo>
                  <a:lnTo>
                    <a:pt x="1618746" y="13779"/>
                  </a:lnTo>
                  <a:lnTo>
                    <a:pt x="1626604" y="13630"/>
                  </a:lnTo>
                  <a:lnTo>
                    <a:pt x="1634462" y="13504"/>
                  </a:lnTo>
                  <a:lnTo>
                    <a:pt x="1642320" y="13354"/>
                  </a:lnTo>
                  <a:lnTo>
                    <a:pt x="1650178" y="13201"/>
                  </a:lnTo>
                  <a:lnTo>
                    <a:pt x="1658036" y="13045"/>
                  </a:lnTo>
                  <a:lnTo>
                    <a:pt x="1665894" y="12888"/>
                  </a:lnTo>
                  <a:lnTo>
                    <a:pt x="1673752" y="12727"/>
                  </a:lnTo>
                  <a:lnTo>
                    <a:pt x="1681610" y="12557"/>
                  </a:lnTo>
                  <a:lnTo>
                    <a:pt x="1689468" y="12373"/>
                  </a:lnTo>
                  <a:lnTo>
                    <a:pt x="1697326" y="12168"/>
                  </a:lnTo>
                  <a:lnTo>
                    <a:pt x="1705184" y="11970"/>
                  </a:lnTo>
                  <a:lnTo>
                    <a:pt x="1713042" y="11803"/>
                  </a:lnTo>
                  <a:lnTo>
                    <a:pt x="1720900" y="11618"/>
                  </a:lnTo>
                  <a:lnTo>
                    <a:pt x="1728758" y="11419"/>
                  </a:lnTo>
                  <a:lnTo>
                    <a:pt x="1736616" y="11216"/>
                  </a:lnTo>
                  <a:lnTo>
                    <a:pt x="1744474" y="11029"/>
                  </a:lnTo>
                  <a:lnTo>
                    <a:pt x="1752332" y="10806"/>
                  </a:lnTo>
                  <a:lnTo>
                    <a:pt x="1760190" y="10584"/>
                  </a:lnTo>
                  <a:lnTo>
                    <a:pt x="1768048" y="10364"/>
                  </a:lnTo>
                  <a:lnTo>
                    <a:pt x="1775906" y="10139"/>
                  </a:lnTo>
                  <a:lnTo>
                    <a:pt x="1783764" y="9911"/>
                  </a:lnTo>
                  <a:lnTo>
                    <a:pt x="1791622" y="9679"/>
                  </a:lnTo>
                  <a:lnTo>
                    <a:pt x="1799480" y="9443"/>
                  </a:lnTo>
                  <a:lnTo>
                    <a:pt x="1807338" y="9202"/>
                  </a:lnTo>
                  <a:lnTo>
                    <a:pt x="1815196" y="8957"/>
                  </a:lnTo>
                  <a:lnTo>
                    <a:pt x="1823054" y="8707"/>
                  </a:lnTo>
                  <a:lnTo>
                    <a:pt x="1830912" y="8471"/>
                  </a:lnTo>
                  <a:lnTo>
                    <a:pt x="1838770" y="8237"/>
                  </a:lnTo>
                  <a:lnTo>
                    <a:pt x="1846628" y="7999"/>
                  </a:lnTo>
                  <a:lnTo>
                    <a:pt x="1854486" y="7745"/>
                  </a:lnTo>
                  <a:lnTo>
                    <a:pt x="1862344" y="7450"/>
                  </a:lnTo>
                  <a:lnTo>
                    <a:pt x="1870202" y="7171"/>
                  </a:lnTo>
                  <a:lnTo>
                    <a:pt x="1878060" y="6907"/>
                  </a:lnTo>
                  <a:lnTo>
                    <a:pt x="1885918" y="6614"/>
                  </a:lnTo>
                  <a:lnTo>
                    <a:pt x="1893776" y="6341"/>
                  </a:lnTo>
                  <a:lnTo>
                    <a:pt x="1901634" y="6073"/>
                  </a:lnTo>
                  <a:lnTo>
                    <a:pt x="1909492" y="5770"/>
                  </a:lnTo>
                  <a:lnTo>
                    <a:pt x="1917350" y="5460"/>
                  </a:lnTo>
                  <a:lnTo>
                    <a:pt x="1925208" y="5145"/>
                  </a:lnTo>
                  <a:lnTo>
                    <a:pt x="1933066" y="4804"/>
                  </a:lnTo>
                  <a:lnTo>
                    <a:pt x="1940924" y="4456"/>
                  </a:lnTo>
                  <a:lnTo>
                    <a:pt x="1948782" y="4101"/>
                  </a:lnTo>
                  <a:lnTo>
                    <a:pt x="1956640" y="3739"/>
                  </a:lnTo>
                  <a:lnTo>
                    <a:pt x="1964498" y="3370"/>
                  </a:lnTo>
                  <a:lnTo>
                    <a:pt x="1972356" y="2993"/>
                  </a:lnTo>
                  <a:lnTo>
                    <a:pt x="1980214" y="2609"/>
                  </a:lnTo>
                  <a:lnTo>
                    <a:pt x="1988072" y="2223"/>
                  </a:lnTo>
                  <a:lnTo>
                    <a:pt x="1995930" y="1865"/>
                  </a:lnTo>
                  <a:lnTo>
                    <a:pt x="2003788" y="1501"/>
                  </a:lnTo>
                  <a:lnTo>
                    <a:pt x="2011646" y="1131"/>
                  </a:lnTo>
                  <a:lnTo>
                    <a:pt x="2019504" y="754"/>
                  </a:lnTo>
                  <a:lnTo>
                    <a:pt x="2027362" y="373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3" name="pl172"/>
            <p:cNvSpPr/>
            <p:nvPr/>
          </p:nvSpPr>
          <p:spPr>
            <a:xfrm>
              <a:off x="3608036" y="4955764"/>
              <a:ext cx="2035220" cy="1028"/>
            </a:xfrm>
            <a:custGeom>
              <a:avLst/>
              <a:pathLst>
                <a:path w="2035220" h="1028">
                  <a:moveTo>
                    <a:pt x="2035220" y="0"/>
                  </a:moveTo>
                  <a:lnTo>
                    <a:pt x="2027362" y="7"/>
                  </a:lnTo>
                  <a:lnTo>
                    <a:pt x="2019504" y="14"/>
                  </a:lnTo>
                  <a:lnTo>
                    <a:pt x="2011646" y="21"/>
                  </a:lnTo>
                  <a:lnTo>
                    <a:pt x="2003788" y="28"/>
                  </a:lnTo>
                  <a:lnTo>
                    <a:pt x="1995930" y="35"/>
                  </a:lnTo>
                  <a:lnTo>
                    <a:pt x="1988072" y="42"/>
                  </a:lnTo>
                  <a:lnTo>
                    <a:pt x="1980214" y="50"/>
                  </a:lnTo>
                  <a:lnTo>
                    <a:pt x="1972356" y="58"/>
                  </a:lnTo>
                  <a:lnTo>
                    <a:pt x="1964498" y="66"/>
                  </a:lnTo>
                  <a:lnTo>
                    <a:pt x="1956640" y="74"/>
                  </a:lnTo>
                  <a:lnTo>
                    <a:pt x="1948782" y="82"/>
                  </a:lnTo>
                  <a:lnTo>
                    <a:pt x="1940924" y="89"/>
                  </a:lnTo>
                  <a:lnTo>
                    <a:pt x="1933066" y="97"/>
                  </a:lnTo>
                  <a:lnTo>
                    <a:pt x="1925208" y="105"/>
                  </a:lnTo>
                  <a:lnTo>
                    <a:pt x="1917350" y="113"/>
                  </a:lnTo>
                  <a:lnTo>
                    <a:pt x="1909492" y="119"/>
                  </a:lnTo>
                  <a:lnTo>
                    <a:pt x="1901634" y="125"/>
                  </a:lnTo>
                  <a:lnTo>
                    <a:pt x="1893776" y="130"/>
                  </a:lnTo>
                  <a:lnTo>
                    <a:pt x="1885918" y="136"/>
                  </a:lnTo>
                  <a:lnTo>
                    <a:pt x="1878060" y="142"/>
                  </a:lnTo>
                  <a:lnTo>
                    <a:pt x="1870202" y="147"/>
                  </a:lnTo>
                  <a:lnTo>
                    <a:pt x="1862344" y="153"/>
                  </a:lnTo>
                  <a:lnTo>
                    <a:pt x="1854486" y="158"/>
                  </a:lnTo>
                  <a:lnTo>
                    <a:pt x="1846628" y="163"/>
                  </a:lnTo>
                  <a:lnTo>
                    <a:pt x="1838770" y="168"/>
                  </a:lnTo>
                  <a:lnTo>
                    <a:pt x="1830912" y="173"/>
                  </a:lnTo>
                  <a:lnTo>
                    <a:pt x="1823054" y="179"/>
                  </a:lnTo>
                  <a:lnTo>
                    <a:pt x="1815196" y="185"/>
                  </a:lnTo>
                  <a:lnTo>
                    <a:pt x="1807338" y="190"/>
                  </a:lnTo>
                  <a:lnTo>
                    <a:pt x="1799480" y="196"/>
                  </a:lnTo>
                  <a:lnTo>
                    <a:pt x="1791622" y="201"/>
                  </a:lnTo>
                  <a:lnTo>
                    <a:pt x="1783764" y="206"/>
                  </a:lnTo>
                  <a:lnTo>
                    <a:pt x="1775906" y="211"/>
                  </a:lnTo>
                  <a:lnTo>
                    <a:pt x="1768048" y="216"/>
                  </a:lnTo>
                  <a:lnTo>
                    <a:pt x="1760190" y="222"/>
                  </a:lnTo>
                  <a:lnTo>
                    <a:pt x="1752332" y="227"/>
                  </a:lnTo>
                  <a:lnTo>
                    <a:pt x="1744474" y="232"/>
                  </a:lnTo>
                  <a:lnTo>
                    <a:pt x="1736616" y="237"/>
                  </a:lnTo>
                  <a:lnTo>
                    <a:pt x="1728758" y="242"/>
                  </a:lnTo>
                  <a:lnTo>
                    <a:pt x="1720900" y="247"/>
                  </a:lnTo>
                  <a:lnTo>
                    <a:pt x="1713042" y="252"/>
                  </a:lnTo>
                  <a:lnTo>
                    <a:pt x="1705184" y="258"/>
                  </a:lnTo>
                  <a:lnTo>
                    <a:pt x="1697326" y="266"/>
                  </a:lnTo>
                  <a:lnTo>
                    <a:pt x="1689468" y="272"/>
                  </a:lnTo>
                  <a:lnTo>
                    <a:pt x="1681610" y="274"/>
                  </a:lnTo>
                  <a:lnTo>
                    <a:pt x="1673752" y="276"/>
                  </a:lnTo>
                  <a:lnTo>
                    <a:pt x="1665894" y="281"/>
                  </a:lnTo>
                  <a:lnTo>
                    <a:pt x="1658036" y="285"/>
                  </a:lnTo>
                  <a:lnTo>
                    <a:pt x="1650178" y="291"/>
                  </a:lnTo>
                  <a:lnTo>
                    <a:pt x="1642320" y="295"/>
                  </a:lnTo>
                  <a:lnTo>
                    <a:pt x="1634462" y="300"/>
                  </a:lnTo>
                  <a:lnTo>
                    <a:pt x="1626604" y="304"/>
                  </a:lnTo>
                  <a:lnTo>
                    <a:pt x="1618746" y="309"/>
                  </a:lnTo>
                  <a:lnTo>
                    <a:pt x="1610888" y="314"/>
                  </a:lnTo>
                  <a:lnTo>
                    <a:pt x="1603030" y="318"/>
                  </a:lnTo>
                  <a:lnTo>
                    <a:pt x="1595172" y="323"/>
                  </a:lnTo>
                  <a:lnTo>
                    <a:pt x="1587314" y="329"/>
                  </a:lnTo>
                  <a:lnTo>
                    <a:pt x="1579456" y="334"/>
                  </a:lnTo>
                  <a:lnTo>
                    <a:pt x="1571598" y="337"/>
                  </a:lnTo>
                  <a:lnTo>
                    <a:pt x="1563740" y="340"/>
                  </a:lnTo>
                  <a:lnTo>
                    <a:pt x="1555882" y="342"/>
                  </a:lnTo>
                  <a:lnTo>
                    <a:pt x="1548024" y="347"/>
                  </a:lnTo>
                  <a:lnTo>
                    <a:pt x="1540166" y="352"/>
                  </a:lnTo>
                  <a:lnTo>
                    <a:pt x="1532308" y="357"/>
                  </a:lnTo>
                  <a:lnTo>
                    <a:pt x="1524450" y="362"/>
                  </a:lnTo>
                  <a:lnTo>
                    <a:pt x="1516592" y="367"/>
                  </a:lnTo>
                  <a:lnTo>
                    <a:pt x="1508734" y="371"/>
                  </a:lnTo>
                  <a:lnTo>
                    <a:pt x="1500876" y="375"/>
                  </a:lnTo>
                  <a:lnTo>
                    <a:pt x="1493018" y="379"/>
                  </a:lnTo>
                  <a:lnTo>
                    <a:pt x="1485160" y="383"/>
                  </a:lnTo>
                  <a:lnTo>
                    <a:pt x="1477302" y="386"/>
                  </a:lnTo>
                  <a:lnTo>
                    <a:pt x="1469444" y="388"/>
                  </a:lnTo>
                  <a:lnTo>
                    <a:pt x="1461586" y="391"/>
                  </a:lnTo>
                  <a:lnTo>
                    <a:pt x="1453728" y="393"/>
                  </a:lnTo>
                  <a:lnTo>
                    <a:pt x="1445870" y="395"/>
                  </a:lnTo>
                  <a:lnTo>
                    <a:pt x="1438012" y="397"/>
                  </a:lnTo>
                  <a:lnTo>
                    <a:pt x="1430154" y="399"/>
                  </a:lnTo>
                  <a:lnTo>
                    <a:pt x="1422296" y="404"/>
                  </a:lnTo>
                  <a:lnTo>
                    <a:pt x="1414438" y="409"/>
                  </a:lnTo>
                  <a:lnTo>
                    <a:pt x="1406580" y="414"/>
                  </a:lnTo>
                  <a:lnTo>
                    <a:pt x="1398722" y="420"/>
                  </a:lnTo>
                  <a:lnTo>
                    <a:pt x="1390864" y="424"/>
                  </a:lnTo>
                  <a:lnTo>
                    <a:pt x="1383006" y="427"/>
                  </a:lnTo>
                  <a:lnTo>
                    <a:pt x="1375148" y="430"/>
                  </a:lnTo>
                  <a:lnTo>
                    <a:pt x="1367290" y="435"/>
                  </a:lnTo>
                  <a:lnTo>
                    <a:pt x="1359432" y="441"/>
                  </a:lnTo>
                  <a:lnTo>
                    <a:pt x="1351574" y="445"/>
                  </a:lnTo>
                  <a:lnTo>
                    <a:pt x="1343716" y="448"/>
                  </a:lnTo>
                  <a:lnTo>
                    <a:pt x="1335858" y="451"/>
                  </a:lnTo>
                  <a:lnTo>
                    <a:pt x="1328000" y="456"/>
                  </a:lnTo>
                  <a:lnTo>
                    <a:pt x="1320142" y="461"/>
                  </a:lnTo>
                  <a:lnTo>
                    <a:pt x="1312284" y="466"/>
                  </a:lnTo>
                  <a:lnTo>
                    <a:pt x="1304426" y="472"/>
                  </a:lnTo>
                  <a:lnTo>
                    <a:pt x="1296568" y="477"/>
                  </a:lnTo>
                  <a:lnTo>
                    <a:pt x="1288710" y="481"/>
                  </a:lnTo>
                  <a:lnTo>
                    <a:pt x="1280852" y="486"/>
                  </a:lnTo>
                  <a:lnTo>
                    <a:pt x="1272994" y="492"/>
                  </a:lnTo>
                  <a:lnTo>
                    <a:pt x="1265136" y="498"/>
                  </a:lnTo>
                  <a:lnTo>
                    <a:pt x="1257278" y="502"/>
                  </a:lnTo>
                  <a:lnTo>
                    <a:pt x="1249420" y="508"/>
                  </a:lnTo>
                  <a:lnTo>
                    <a:pt x="1241562" y="510"/>
                  </a:lnTo>
                  <a:lnTo>
                    <a:pt x="1233704" y="513"/>
                  </a:lnTo>
                  <a:lnTo>
                    <a:pt x="1225846" y="515"/>
                  </a:lnTo>
                  <a:lnTo>
                    <a:pt x="1217988" y="518"/>
                  </a:lnTo>
                  <a:lnTo>
                    <a:pt x="1210130" y="522"/>
                  </a:lnTo>
                  <a:lnTo>
                    <a:pt x="1202272" y="526"/>
                  </a:lnTo>
                  <a:lnTo>
                    <a:pt x="1194414" y="531"/>
                  </a:lnTo>
                  <a:lnTo>
                    <a:pt x="1186556" y="536"/>
                  </a:lnTo>
                  <a:lnTo>
                    <a:pt x="1178698" y="539"/>
                  </a:lnTo>
                  <a:lnTo>
                    <a:pt x="1170840" y="543"/>
                  </a:lnTo>
                  <a:lnTo>
                    <a:pt x="1162982" y="549"/>
                  </a:lnTo>
                  <a:lnTo>
                    <a:pt x="1155124" y="556"/>
                  </a:lnTo>
                  <a:lnTo>
                    <a:pt x="1147266" y="560"/>
                  </a:lnTo>
                  <a:lnTo>
                    <a:pt x="1139408" y="564"/>
                  </a:lnTo>
                  <a:lnTo>
                    <a:pt x="1131550" y="568"/>
                  </a:lnTo>
                  <a:lnTo>
                    <a:pt x="1123692" y="573"/>
                  </a:lnTo>
                  <a:lnTo>
                    <a:pt x="1115834" y="579"/>
                  </a:lnTo>
                  <a:lnTo>
                    <a:pt x="1107976" y="583"/>
                  </a:lnTo>
                  <a:lnTo>
                    <a:pt x="1100118" y="588"/>
                  </a:lnTo>
                  <a:lnTo>
                    <a:pt x="1092260" y="589"/>
                  </a:lnTo>
                  <a:lnTo>
                    <a:pt x="1084402" y="591"/>
                  </a:lnTo>
                  <a:lnTo>
                    <a:pt x="1076544" y="595"/>
                  </a:lnTo>
                  <a:lnTo>
                    <a:pt x="1068686" y="601"/>
                  </a:lnTo>
                  <a:lnTo>
                    <a:pt x="1060828" y="607"/>
                  </a:lnTo>
                  <a:lnTo>
                    <a:pt x="1052970" y="613"/>
                  </a:lnTo>
                  <a:lnTo>
                    <a:pt x="1045112" y="619"/>
                  </a:lnTo>
                  <a:lnTo>
                    <a:pt x="1037254" y="624"/>
                  </a:lnTo>
                  <a:lnTo>
                    <a:pt x="1029397" y="630"/>
                  </a:lnTo>
                  <a:lnTo>
                    <a:pt x="1021539" y="634"/>
                  </a:lnTo>
                  <a:lnTo>
                    <a:pt x="1013681" y="637"/>
                  </a:lnTo>
                  <a:lnTo>
                    <a:pt x="1005823" y="640"/>
                  </a:lnTo>
                  <a:lnTo>
                    <a:pt x="997965" y="644"/>
                  </a:lnTo>
                  <a:lnTo>
                    <a:pt x="990107" y="648"/>
                  </a:lnTo>
                  <a:lnTo>
                    <a:pt x="982249" y="652"/>
                  </a:lnTo>
                  <a:lnTo>
                    <a:pt x="974391" y="657"/>
                  </a:lnTo>
                  <a:lnTo>
                    <a:pt x="966533" y="662"/>
                  </a:lnTo>
                  <a:lnTo>
                    <a:pt x="958675" y="666"/>
                  </a:lnTo>
                  <a:lnTo>
                    <a:pt x="950817" y="670"/>
                  </a:lnTo>
                  <a:lnTo>
                    <a:pt x="942959" y="675"/>
                  </a:lnTo>
                  <a:lnTo>
                    <a:pt x="935101" y="678"/>
                  </a:lnTo>
                  <a:lnTo>
                    <a:pt x="927243" y="682"/>
                  </a:lnTo>
                  <a:lnTo>
                    <a:pt x="919385" y="686"/>
                  </a:lnTo>
                  <a:lnTo>
                    <a:pt x="911527" y="690"/>
                  </a:lnTo>
                  <a:lnTo>
                    <a:pt x="903669" y="695"/>
                  </a:lnTo>
                  <a:lnTo>
                    <a:pt x="895811" y="698"/>
                  </a:lnTo>
                  <a:lnTo>
                    <a:pt x="887953" y="701"/>
                  </a:lnTo>
                  <a:lnTo>
                    <a:pt x="880095" y="705"/>
                  </a:lnTo>
                  <a:lnTo>
                    <a:pt x="872237" y="707"/>
                  </a:lnTo>
                  <a:lnTo>
                    <a:pt x="864379" y="709"/>
                  </a:lnTo>
                  <a:lnTo>
                    <a:pt x="856521" y="715"/>
                  </a:lnTo>
                  <a:lnTo>
                    <a:pt x="848663" y="719"/>
                  </a:lnTo>
                  <a:lnTo>
                    <a:pt x="840805" y="722"/>
                  </a:lnTo>
                  <a:lnTo>
                    <a:pt x="832947" y="726"/>
                  </a:lnTo>
                  <a:lnTo>
                    <a:pt x="825089" y="730"/>
                  </a:lnTo>
                  <a:lnTo>
                    <a:pt x="817231" y="735"/>
                  </a:lnTo>
                  <a:lnTo>
                    <a:pt x="809373" y="740"/>
                  </a:lnTo>
                  <a:lnTo>
                    <a:pt x="801515" y="746"/>
                  </a:lnTo>
                  <a:lnTo>
                    <a:pt x="793657" y="750"/>
                  </a:lnTo>
                  <a:lnTo>
                    <a:pt x="785799" y="754"/>
                  </a:lnTo>
                  <a:lnTo>
                    <a:pt x="777941" y="759"/>
                  </a:lnTo>
                  <a:lnTo>
                    <a:pt x="770083" y="764"/>
                  </a:lnTo>
                  <a:lnTo>
                    <a:pt x="762225" y="768"/>
                  </a:lnTo>
                  <a:lnTo>
                    <a:pt x="754367" y="770"/>
                  </a:lnTo>
                  <a:lnTo>
                    <a:pt x="746509" y="774"/>
                  </a:lnTo>
                  <a:lnTo>
                    <a:pt x="738651" y="777"/>
                  </a:lnTo>
                  <a:lnTo>
                    <a:pt x="730793" y="781"/>
                  </a:lnTo>
                  <a:lnTo>
                    <a:pt x="722935" y="786"/>
                  </a:lnTo>
                  <a:lnTo>
                    <a:pt x="715077" y="790"/>
                  </a:lnTo>
                  <a:lnTo>
                    <a:pt x="707219" y="794"/>
                  </a:lnTo>
                  <a:lnTo>
                    <a:pt x="699361" y="795"/>
                  </a:lnTo>
                  <a:lnTo>
                    <a:pt x="691503" y="800"/>
                  </a:lnTo>
                  <a:lnTo>
                    <a:pt x="683645" y="803"/>
                  </a:lnTo>
                  <a:lnTo>
                    <a:pt x="675787" y="807"/>
                  </a:lnTo>
                  <a:lnTo>
                    <a:pt x="667929" y="809"/>
                  </a:lnTo>
                  <a:lnTo>
                    <a:pt x="660071" y="813"/>
                  </a:lnTo>
                  <a:lnTo>
                    <a:pt x="652213" y="817"/>
                  </a:lnTo>
                  <a:lnTo>
                    <a:pt x="644355" y="821"/>
                  </a:lnTo>
                  <a:lnTo>
                    <a:pt x="636497" y="824"/>
                  </a:lnTo>
                  <a:lnTo>
                    <a:pt x="628639" y="826"/>
                  </a:lnTo>
                  <a:lnTo>
                    <a:pt x="620781" y="829"/>
                  </a:lnTo>
                  <a:lnTo>
                    <a:pt x="612923" y="832"/>
                  </a:lnTo>
                  <a:lnTo>
                    <a:pt x="605065" y="836"/>
                  </a:lnTo>
                  <a:lnTo>
                    <a:pt x="597207" y="839"/>
                  </a:lnTo>
                  <a:lnTo>
                    <a:pt x="589349" y="842"/>
                  </a:lnTo>
                  <a:lnTo>
                    <a:pt x="581491" y="845"/>
                  </a:lnTo>
                  <a:lnTo>
                    <a:pt x="573633" y="848"/>
                  </a:lnTo>
                  <a:lnTo>
                    <a:pt x="565775" y="851"/>
                  </a:lnTo>
                  <a:lnTo>
                    <a:pt x="557917" y="854"/>
                  </a:lnTo>
                  <a:lnTo>
                    <a:pt x="550059" y="857"/>
                  </a:lnTo>
                  <a:lnTo>
                    <a:pt x="542201" y="862"/>
                  </a:lnTo>
                  <a:lnTo>
                    <a:pt x="534343" y="865"/>
                  </a:lnTo>
                  <a:lnTo>
                    <a:pt x="526485" y="867"/>
                  </a:lnTo>
                  <a:lnTo>
                    <a:pt x="518627" y="870"/>
                  </a:lnTo>
                  <a:lnTo>
                    <a:pt x="510769" y="874"/>
                  </a:lnTo>
                  <a:lnTo>
                    <a:pt x="502911" y="877"/>
                  </a:lnTo>
                  <a:lnTo>
                    <a:pt x="495053" y="880"/>
                  </a:lnTo>
                  <a:lnTo>
                    <a:pt x="487195" y="883"/>
                  </a:lnTo>
                  <a:lnTo>
                    <a:pt x="479337" y="886"/>
                  </a:lnTo>
                  <a:lnTo>
                    <a:pt x="471479" y="889"/>
                  </a:lnTo>
                  <a:lnTo>
                    <a:pt x="463621" y="892"/>
                  </a:lnTo>
                  <a:lnTo>
                    <a:pt x="455763" y="895"/>
                  </a:lnTo>
                  <a:lnTo>
                    <a:pt x="447905" y="898"/>
                  </a:lnTo>
                  <a:lnTo>
                    <a:pt x="440047" y="903"/>
                  </a:lnTo>
                  <a:lnTo>
                    <a:pt x="432189" y="906"/>
                  </a:lnTo>
                  <a:lnTo>
                    <a:pt x="424331" y="909"/>
                  </a:lnTo>
                  <a:lnTo>
                    <a:pt x="416473" y="912"/>
                  </a:lnTo>
                  <a:lnTo>
                    <a:pt x="408615" y="914"/>
                  </a:lnTo>
                  <a:lnTo>
                    <a:pt x="400757" y="917"/>
                  </a:lnTo>
                  <a:lnTo>
                    <a:pt x="392899" y="919"/>
                  </a:lnTo>
                  <a:lnTo>
                    <a:pt x="385041" y="923"/>
                  </a:lnTo>
                  <a:lnTo>
                    <a:pt x="377183" y="925"/>
                  </a:lnTo>
                  <a:lnTo>
                    <a:pt x="369325" y="927"/>
                  </a:lnTo>
                  <a:lnTo>
                    <a:pt x="361467" y="931"/>
                  </a:lnTo>
                  <a:lnTo>
                    <a:pt x="353609" y="934"/>
                  </a:lnTo>
                  <a:lnTo>
                    <a:pt x="345751" y="937"/>
                  </a:lnTo>
                  <a:lnTo>
                    <a:pt x="337893" y="939"/>
                  </a:lnTo>
                  <a:lnTo>
                    <a:pt x="330035" y="942"/>
                  </a:lnTo>
                  <a:lnTo>
                    <a:pt x="322177" y="944"/>
                  </a:lnTo>
                  <a:lnTo>
                    <a:pt x="314319" y="946"/>
                  </a:lnTo>
                  <a:lnTo>
                    <a:pt x="306461" y="949"/>
                  </a:lnTo>
                  <a:lnTo>
                    <a:pt x="298603" y="951"/>
                  </a:lnTo>
                  <a:lnTo>
                    <a:pt x="290745" y="954"/>
                  </a:lnTo>
                  <a:lnTo>
                    <a:pt x="282887" y="956"/>
                  </a:lnTo>
                  <a:lnTo>
                    <a:pt x="275029" y="958"/>
                  </a:lnTo>
                  <a:lnTo>
                    <a:pt x="267171" y="960"/>
                  </a:lnTo>
                  <a:lnTo>
                    <a:pt x="259313" y="962"/>
                  </a:lnTo>
                  <a:lnTo>
                    <a:pt x="251455" y="965"/>
                  </a:lnTo>
                  <a:lnTo>
                    <a:pt x="243597" y="967"/>
                  </a:lnTo>
                  <a:lnTo>
                    <a:pt x="235739" y="969"/>
                  </a:lnTo>
                  <a:lnTo>
                    <a:pt x="227881" y="971"/>
                  </a:lnTo>
                  <a:lnTo>
                    <a:pt x="220023" y="973"/>
                  </a:lnTo>
                  <a:lnTo>
                    <a:pt x="212165" y="976"/>
                  </a:lnTo>
                  <a:lnTo>
                    <a:pt x="204307" y="978"/>
                  </a:lnTo>
                  <a:lnTo>
                    <a:pt x="196449" y="981"/>
                  </a:lnTo>
                  <a:lnTo>
                    <a:pt x="188591" y="983"/>
                  </a:lnTo>
                  <a:lnTo>
                    <a:pt x="180733" y="985"/>
                  </a:lnTo>
                  <a:lnTo>
                    <a:pt x="172875" y="988"/>
                  </a:lnTo>
                  <a:lnTo>
                    <a:pt x="165017" y="990"/>
                  </a:lnTo>
                  <a:lnTo>
                    <a:pt x="157159" y="991"/>
                  </a:lnTo>
                  <a:lnTo>
                    <a:pt x="149301" y="993"/>
                  </a:lnTo>
                  <a:lnTo>
                    <a:pt x="141443" y="996"/>
                  </a:lnTo>
                  <a:lnTo>
                    <a:pt x="133585" y="998"/>
                  </a:lnTo>
                  <a:lnTo>
                    <a:pt x="125727" y="1000"/>
                  </a:lnTo>
                  <a:lnTo>
                    <a:pt x="117869" y="1001"/>
                  </a:lnTo>
                  <a:lnTo>
                    <a:pt x="110011" y="1003"/>
                  </a:lnTo>
                  <a:lnTo>
                    <a:pt x="102153" y="1005"/>
                  </a:lnTo>
                  <a:lnTo>
                    <a:pt x="94295" y="1007"/>
                  </a:lnTo>
                  <a:lnTo>
                    <a:pt x="86437" y="1009"/>
                  </a:lnTo>
                  <a:lnTo>
                    <a:pt x="78579" y="1011"/>
                  </a:lnTo>
                  <a:lnTo>
                    <a:pt x="70721" y="1013"/>
                  </a:lnTo>
                  <a:lnTo>
                    <a:pt x="62863" y="1015"/>
                  </a:lnTo>
                  <a:lnTo>
                    <a:pt x="55005" y="1016"/>
                  </a:lnTo>
                  <a:lnTo>
                    <a:pt x="47147" y="1018"/>
                  </a:lnTo>
                  <a:lnTo>
                    <a:pt x="39289" y="1020"/>
                  </a:lnTo>
                  <a:lnTo>
                    <a:pt x="31431" y="1022"/>
                  </a:lnTo>
                  <a:lnTo>
                    <a:pt x="23573" y="1023"/>
                  </a:lnTo>
                  <a:lnTo>
                    <a:pt x="15715" y="1025"/>
                  </a:lnTo>
                  <a:lnTo>
                    <a:pt x="7857" y="1026"/>
                  </a:lnTo>
                  <a:lnTo>
                    <a:pt x="0" y="102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4" name="pg173"/>
            <p:cNvSpPr/>
            <p:nvPr/>
          </p:nvSpPr>
          <p:spPr>
            <a:xfrm>
              <a:off x="3608036" y="4948980"/>
              <a:ext cx="2035220" cy="7862"/>
            </a:xfrm>
            <a:custGeom>
              <a:avLst/>
              <a:pathLst>
                <a:path w="2035220" h="7862">
                  <a:moveTo>
                    <a:pt x="0" y="7664"/>
                  </a:moveTo>
                  <a:lnTo>
                    <a:pt x="7857" y="7664"/>
                  </a:lnTo>
                  <a:lnTo>
                    <a:pt x="15715" y="7663"/>
                  </a:lnTo>
                  <a:lnTo>
                    <a:pt x="23573" y="7662"/>
                  </a:lnTo>
                  <a:lnTo>
                    <a:pt x="31431" y="7660"/>
                  </a:lnTo>
                  <a:lnTo>
                    <a:pt x="39289" y="7659"/>
                  </a:lnTo>
                  <a:lnTo>
                    <a:pt x="47147" y="7657"/>
                  </a:lnTo>
                  <a:lnTo>
                    <a:pt x="55005" y="7656"/>
                  </a:lnTo>
                  <a:lnTo>
                    <a:pt x="62863" y="7653"/>
                  </a:lnTo>
                  <a:lnTo>
                    <a:pt x="70721" y="7651"/>
                  </a:lnTo>
                  <a:lnTo>
                    <a:pt x="78579" y="7649"/>
                  </a:lnTo>
                  <a:lnTo>
                    <a:pt x="86437" y="7647"/>
                  </a:lnTo>
                  <a:lnTo>
                    <a:pt x="94295" y="7646"/>
                  </a:lnTo>
                  <a:lnTo>
                    <a:pt x="102153" y="7645"/>
                  </a:lnTo>
                  <a:lnTo>
                    <a:pt x="110011" y="7644"/>
                  </a:lnTo>
                  <a:lnTo>
                    <a:pt x="117869" y="7645"/>
                  </a:lnTo>
                  <a:lnTo>
                    <a:pt x="125727" y="7645"/>
                  </a:lnTo>
                  <a:lnTo>
                    <a:pt x="133585" y="7645"/>
                  </a:lnTo>
                  <a:lnTo>
                    <a:pt x="141443" y="7646"/>
                  </a:lnTo>
                  <a:lnTo>
                    <a:pt x="149301" y="7643"/>
                  </a:lnTo>
                  <a:lnTo>
                    <a:pt x="157159" y="7640"/>
                  </a:lnTo>
                  <a:lnTo>
                    <a:pt x="165017" y="7639"/>
                  </a:lnTo>
                  <a:lnTo>
                    <a:pt x="172875" y="7638"/>
                  </a:lnTo>
                  <a:lnTo>
                    <a:pt x="180733" y="7638"/>
                  </a:lnTo>
                  <a:lnTo>
                    <a:pt x="188591" y="7637"/>
                  </a:lnTo>
                  <a:lnTo>
                    <a:pt x="196449" y="7636"/>
                  </a:lnTo>
                  <a:lnTo>
                    <a:pt x="204307" y="7633"/>
                  </a:lnTo>
                  <a:lnTo>
                    <a:pt x="212165" y="7632"/>
                  </a:lnTo>
                  <a:lnTo>
                    <a:pt x="220023" y="7631"/>
                  </a:lnTo>
                  <a:lnTo>
                    <a:pt x="227881" y="7630"/>
                  </a:lnTo>
                  <a:lnTo>
                    <a:pt x="235739" y="7628"/>
                  </a:lnTo>
                  <a:lnTo>
                    <a:pt x="243597" y="7626"/>
                  </a:lnTo>
                  <a:lnTo>
                    <a:pt x="251455" y="7625"/>
                  </a:lnTo>
                  <a:lnTo>
                    <a:pt x="259313" y="7623"/>
                  </a:lnTo>
                  <a:lnTo>
                    <a:pt x="267171" y="7622"/>
                  </a:lnTo>
                  <a:lnTo>
                    <a:pt x="275029" y="7620"/>
                  </a:lnTo>
                  <a:lnTo>
                    <a:pt x="282887" y="7618"/>
                  </a:lnTo>
                  <a:lnTo>
                    <a:pt x="290745" y="7617"/>
                  </a:lnTo>
                  <a:lnTo>
                    <a:pt x="298603" y="7615"/>
                  </a:lnTo>
                  <a:lnTo>
                    <a:pt x="306461" y="7613"/>
                  </a:lnTo>
                  <a:lnTo>
                    <a:pt x="314319" y="7610"/>
                  </a:lnTo>
                  <a:lnTo>
                    <a:pt x="322177" y="7608"/>
                  </a:lnTo>
                  <a:lnTo>
                    <a:pt x="330035" y="7607"/>
                  </a:lnTo>
                  <a:lnTo>
                    <a:pt x="337893" y="7604"/>
                  </a:lnTo>
                  <a:lnTo>
                    <a:pt x="345751" y="7602"/>
                  </a:lnTo>
                  <a:lnTo>
                    <a:pt x="353609" y="7600"/>
                  </a:lnTo>
                  <a:lnTo>
                    <a:pt x="361467" y="7597"/>
                  </a:lnTo>
                  <a:lnTo>
                    <a:pt x="369325" y="7595"/>
                  </a:lnTo>
                  <a:lnTo>
                    <a:pt x="377183" y="7593"/>
                  </a:lnTo>
                  <a:lnTo>
                    <a:pt x="385041" y="7590"/>
                  </a:lnTo>
                  <a:lnTo>
                    <a:pt x="392899" y="7588"/>
                  </a:lnTo>
                  <a:lnTo>
                    <a:pt x="400757" y="7586"/>
                  </a:lnTo>
                  <a:lnTo>
                    <a:pt x="408615" y="7584"/>
                  </a:lnTo>
                  <a:lnTo>
                    <a:pt x="416473" y="7582"/>
                  </a:lnTo>
                  <a:lnTo>
                    <a:pt x="424331" y="7580"/>
                  </a:lnTo>
                  <a:lnTo>
                    <a:pt x="432189" y="7577"/>
                  </a:lnTo>
                  <a:lnTo>
                    <a:pt x="440047" y="7572"/>
                  </a:lnTo>
                  <a:lnTo>
                    <a:pt x="447905" y="7570"/>
                  </a:lnTo>
                  <a:lnTo>
                    <a:pt x="455763" y="7568"/>
                  </a:lnTo>
                  <a:lnTo>
                    <a:pt x="463621" y="7566"/>
                  </a:lnTo>
                  <a:lnTo>
                    <a:pt x="471479" y="7564"/>
                  </a:lnTo>
                  <a:lnTo>
                    <a:pt x="479337" y="7563"/>
                  </a:lnTo>
                  <a:lnTo>
                    <a:pt x="487195" y="7560"/>
                  </a:lnTo>
                  <a:lnTo>
                    <a:pt x="495053" y="7558"/>
                  </a:lnTo>
                  <a:lnTo>
                    <a:pt x="502911" y="7555"/>
                  </a:lnTo>
                  <a:lnTo>
                    <a:pt x="510769" y="7551"/>
                  </a:lnTo>
                  <a:lnTo>
                    <a:pt x="518627" y="7548"/>
                  </a:lnTo>
                  <a:lnTo>
                    <a:pt x="526485" y="7544"/>
                  </a:lnTo>
                  <a:lnTo>
                    <a:pt x="534343" y="7541"/>
                  </a:lnTo>
                  <a:lnTo>
                    <a:pt x="542201" y="7540"/>
                  </a:lnTo>
                  <a:lnTo>
                    <a:pt x="550059" y="7539"/>
                  </a:lnTo>
                  <a:lnTo>
                    <a:pt x="557917" y="7534"/>
                  </a:lnTo>
                  <a:lnTo>
                    <a:pt x="565775" y="7528"/>
                  </a:lnTo>
                  <a:lnTo>
                    <a:pt x="573633" y="7523"/>
                  </a:lnTo>
                  <a:lnTo>
                    <a:pt x="581491" y="7520"/>
                  </a:lnTo>
                  <a:lnTo>
                    <a:pt x="589349" y="7516"/>
                  </a:lnTo>
                  <a:lnTo>
                    <a:pt x="597207" y="7513"/>
                  </a:lnTo>
                  <a:lnTo>
                    <a:pt x="605065" y="7509"/>
                  </a:lnTo>
                  <a:lnTo>
                    <a:pt x="612923" y="7506"/>
                  </a:lnTo>
                  <a:lnTo>
                    <a:pt x="620781" y="7503"/>
                  </a:lnTo>
                  <a:lnTo>
                    <a:pt x="628639" y="7497"/>
                  </a:lnTo>
                  <a:lnTo>
                    <a:pt x="636497" y="7492"/>
                  </a:lnTo>
                  <a:lnTo>
                    <a:pt x="644355" y="7487"/>
                  </a:lnTo>
                  <a:lnTo>
                    <a:pt x="652213" y="7481"/>
                  </a:lnTo>
                  <a:lnTo>
                    <a:pt x="660071" y="7476"/>
                  </a:lnTo>
                  <a:lnTo>
                    <a:pt x="667929" y="7470"/>
                  </a:lnTo>
                  <a:lnTo>
                    <a:pt x="675787" y="7466"/>
                  </a:lnTo>
                  <a:lnTo>
                    <a:pt x="683645" y="7461"/>
                  </a:lnTo>
                  <a:lnTo>
                    <a:pt x="691503" y="7454"/>
                  </a:lnTo>
                  <a:lnTo>
                    <a:pt x="699361" y="7447"/>
                  </a:lnTo>
                  <a:lnTo>
                    <a:pt x="707219" y="7441"/>
                  </a:lnTo>
                  <a:lnTo>
                    <a:pt x="715077" y="7436"/>
                  </a:lnTo>
                  <a:lnTo>
                    <a:pt x="722935" y="7429"/>
                  </a:lnTo>
                  <a:lnTo>
                    <a:pt x="730793" y="7424"/>
                  </a:lnTo>
                  <a:lnTo>
                    <a:pt x="738651" y="7419"/>
                  </a:lnTo>
                  <a:lnTo>
                    <a:pt x="746509" y="7412"/>
                  </a:lnTo>
                  <a:lnTo>
                    <a:pt x="754367" y="7406"/>
                  </a:lnTo>
                  <a:lnTo>
                    <a:pt x="762225" y="7399"/>
                  </a:lnTo>
                  <a:lnTo>
                    <a:pt x="770083" y="7393"/>
                  </a:lnTo>
                  <a:lnTo>
                    <a:pt x="777941" y="7386"/>
                  </a:lnTo>
                  <a:lnTo>
                    <a:pt x="785799" y="7379"/>
                  </a:lnTo>
                  <a:lnTo>
                    <a:pt x="793657" y="7372"/>
                  </a:lnTo>
                  <a:lnTo>
                    <a:pt x="801515" y="7365"/>
                  </a:lnTo>
                  <a:lnTo>
                    <a:pt x="809373" y="7358"/>
                  </a:lnTo>
                  <a:lnTo>
                    <a:pt x="817231" y="7350"/>
                  </a:lnTo>
                  <a:lnTo>
                    <a:pt x="825089" y="7341"/>
                  </a:lnTo>
                  <a:lnTo>
                    <a:pt x="832947" y="7334"/>
                  </a:lnTo>
                  <a:lnTo>
                    <a:pt x="840805" y="7323"/>
                  </a:lnTo>
                  <a:lnTo>
                    <a:pt x="848663" y="7315"/>
                  </a:lnTo>
                  <a:lnTo>
                    <a:pt x="856521" y="7306"/>
                  </a:lnTo>
                  <a:lnTo>
                    <a:pt x="864379" y="7297"/>
                  </a:lnTo>
                  <a:lnTo>
                    <a:pt x="872237" y="7289"/>
                  </a:lnTo>
                  <a:lnTo>
                    <a:pt x="880095" y="7279"/>
                  </a:lnTo>
                  <a:lnTo>
                    <a:pt x="887953" y="7269"/>
                  </a:lnTo>
                  <a:lnTo>
                    <a:pt x="895811" y="7258"/>
                  </a:lnTo>
                  <a:lnTo>
                    <a:pt x="903669" y="7248"/>
                  </a:lnTo>
                  <a:lnTo>
                    <a:pt x="911527" y="7239"/>
                  </a:lnTo>
                  <a:lnTo>
                    <a:pt x="919385" y="7230"/>
                  </a:lnTo>
                  <a:lnTo>
                    <a:pt x="927243" y="7219"/>
                  </a:lnTo>
                  <a:lnTo>
                    <a:pt x="935101" y="7207"/>
                  </a:lnTo>
                  <a:lnTo>
                    <a:pt x="942959" y="7196"/>
                  </a:lnTo>
                  <a:lnTo>
                    <a:pt x="950817" y="7186"/>
                  </a:lnTo>
                  <a:lnTo>
                    <a:pt x="958675" y="7172"/>
                  </a:lnTo>
                  <a:lnTo>
                    <a:pt x="966533" y="7159"/>
                  </a:lnTo>
                  <a:lnTo>
                    <a:pt x="974391" y="7143"/>
                  </a:lnTo>
                  <a:lnTo>
                    <a:pt x="982249" y="7134"/>
                  </a:lnTo>
                  <a:lnTo>
                    <a:pt x="990107" y="7125"/>
                  </a:lnTo>
                  <a:lnTo>
                    <a:pt x="997965" y="7112"/>
                  </a:lnTo>
                  <a:lnTo>
                    <a:pt x="1005823" y="7098"/>
                  </a:lnTo>
                  <a:lnTo>
                    <a:pt x="1013681" y="7084"/>
                  </a:lnTo>
                  <a:lnTo>
                    <a:pt x="1021539" y="7069"/>
                  </a:lnTo>
                  <a:lnTo>
                    <a:pt x="1029397" y="7055"/>
                  </a:lnTo>
                  <a:lnTo>
                    <a:pt x="1037254" y="7045"/>
                  </a:lnTo>
                  <a:lnTo>
                    <a:pt x="1045112" y="7031"/>
                  </a:lnTo>
                  <a:lnTo>
                    <a:pt x="1052970" y="7015"/>
                  </a:lnTo>
                  <a:lnTo>
                    <a:pt x="1060828" y="6999"/>
                  </a:lnTo>
                  <a:lnTo>
                    <a:pt x="1068686" y="6982"/>
                  </a:lnTo>
                  <a:lnTo>
                    <a:pt x="1076544" y="6968"/>
                  </a:lnTo>
                  <a:lnTo>
                    <a:pt x="1084402" y="6951"/>
                  </a:lnTo>
                  <a:lnTo>
                    <a:pt x="1092260" y="6931"/>
                  </a:lnTo>
                  <a:lnTo>
                    <a:pt x="1100118" y="6916"/>
                  </a:lnTo>
                  <a:lnTo>
                    <a:pt x="1107976" y="6905"/>
                  </a:lnTo>
                  <a:lnTo>
                    <a:pt x="1115834" y="6889"/>
                  </a:lnTo>
                  <a:lnTo>
                    <a:pt x="1123692" y="6865"/>
                  </a:lnTo>
                  <a:lnTo>
                    <a:pt x="1131550" y="6846"/>
                  </a:lnTo>
                  <a:lnTo>
                    <a:pt x="1139408" y="6828"/>
                  </a:lnTo>
                  <a:lnTo>
                    <a:pt x="1147266" y="6810"/>
                  </a:lnTo>
                  <a:lnTo>
                    <a:pt x="1155124" y="6793"/>
                  </a:lnTo>
                  <a:lnTo>
                    <a:pt x="1162982" y="6775"/>
                  </a:lnTo>
                  <a:lnTo>
                    <a:pt x="1170840" y="6756"/>
                  </a:lnTo>
                  <a:lnTo>
                    <a:pt x="1178698" y="6737"/>
                  </a:lnTo>
                  <a:lnTo>
                    <a:pt x="1186556" y="6716"/>
                  </a:lnTo>
                  <a:lnTo>
                    <a:pt x="1194414" y="6690"/>
                  </a:lnTo>
                  <a:lnTo>
                    <a:pt x="1202272" y="6666"/>
                  </a:lnTo>
                  <a:lnTo>
                    <a:pt x="1210130" y="6643"/>
                  </a:lnTo>
                  <a:lnTo>
                    <a:pt x="1217988" y="6620"/>
                  </a:lnTo>
                  <a:lnTo>
                    <a:pt x="1225846" y="6598"/>
                  </a:lnTo>
                  <a:lnTo>
                    <a:pt x="1233704" y="6576"/>
                  </a:lnTo>
                  <a:lnTo>
                    <a:pt x="1241562" y="6554"/>
                  </a:lnTo>
                  <a:lnTo>
                    <a:pt x="1249420" y="6532"/>
                  </a:lnTo>
                  <a:lnTo>
                    <a:pt x="1257278" y="6514"/>
                  </a:lnTo>
                  <a:lnTo>
                    <a:pt x="1265136" y="6496"/>
                  </a:lnTo>
                  <a:lnTo>
                    <a:pt x="1272994" y="6475"/>
                  </a:lnTo>
                  <a:lnTo>
                    <a:pt x="1280852" y="6443"/>
                  </a:lnTo>
                  <a:lnTo>
                    <a:pt x="1288710" y="6411"/>
                  </a:lnTo>
                  <a:lnTo>
                    <a:pt x="1296568" y="6387"/>
                  </a:lnTo>
                  <a:lnTo>
                    <a:pt x="1304426" y="6363"/>
                  </a:lnTo>
                  <a:lnTo>
                    <a:pt x="1312284" y="6339"/>
                  </a:lnTo>
                  <a:lnTo>
                    <a:pt x="1320142" y="6314"/>
                  </a:lnTo>
                  <a:lnTo>
                    <a:pt x="1328000" y="6289"/>
                  </a:lnTo>
                  <a:lnTo>
                    <a:pt x="1335858" y="6263"/>
                  </a:lnTo>
                  <a:lnTo>
                    <a:pt x="1343716" y="6237"/>
                  </a:lnTo>
                  <a:lnTo>
                    <a:pt x="1351574" y="6211"/>
                  </a:lnTo>
                  <a:lnTo>
                    <a:pt x="1359432" y="6184"/>
                  </a:lnTo>
                  <a:lnTo>
                    <a:pt x="1367290" y="6157"/>
                  </a:lnTo>
                  <a:lnTo>
                    <a:pt x="1375148" y="6129"/>
                  </a:lnTo>
                  <a:lnTo>
                    <a:pt x="1383006" y="6101"/>
                  </a:lnTo>
                  <a:lnTo>
                    <a:pt x="1390864" y="6073"/>
                  </a:lnTo>
                  <a:lnTo>
                    <a:pt x="1398722" y="6044"/>
                  </a:lnTo>
                  <a:lnTo>
                    <a:pt x="1406580" y="6015"/>
                  </a:lnTo>
                  <a:lnTo>
                    <a:pt x="1414438" y="5985"/>
                  </a:lnTo>
                  <a:lnTo>
                    <a:pt x="1422296" y="5955"/>
                  </a:lnTo>
                  <a:lnTo>
                    <a:pt x="1430154" y="5924"/>
                  </a:lnTo>
                  <a:lnTo>
                    <a:pt x="1438012" y="5893"/>
                  </a:lnTo>
                  <a:lnTo>
                    <a:pt x="1445870" y="5861"/>
                  </a:lnTo>
                  <a:lnTo>
                    <a:pt x="1453728" y="5826"/>
                  </a:lnTo>
                  <a:lnTo>
                    <a:pt x="1461586" y="5791"/>
                  </a:lnTo>
                  <a:lnTo>
                    <a:pt x="1469444" y="5751"/>
                  </a:lnTo>
                  <a:lnTo>
                    <a:pt x="1477302" y="5708"/>
                  </a:lnTo>
                  <a:lnTo>
                    <a:pt x="1485160" y="5664"/>
                  </a:lnTo>
                  <a:lnTo>
                    <a:pt x="1493018" y="5623"/>
                  </a:lnTo>
                  <a:lnTo>
                    <a:pt x="1500876" y="5591"/>
                  </a:lnTo>
                  <a:lnTo>
                    <a:pt x="1508734" y="5539"/>
                  </a:lnTo>
                  <a:lnTo>
                    <a:pt x="1516592" y="5483"/>
                  </a:lnTo>
                  <a:lnTo>
                    <a:pt x="1524450" y="5435"/>
                  </a:lnTo>
                  <a:lnTo>
                    <a:pt x="1532308" y="5393"/>
                  </a:lnTo>
                  <a:lnTo>
                    <a:pt x="1540166" y="5350"/>
                  </a:lnTo>
                  <a:lnTo>
                    <a:pt x="1548024" y="5307"/>
                  </a:lnTo>
                  <a:lnTo>
                    <a:pt x="1555882" y="5263"/>
                  </a:lnTo>
                  <a:lnTo>
                    <a:pt x="1563740" y="5218"/>
                  </a:lnTo>
                  <a:lnTo>
                    <a:pt x="1571598" y="5173"/>
                  </a:lnTo>
                  <a:lnTo>
                    <a:pt x="1579456" y="5126"/>
                  </a:lnTo>
                  <a:lnTo>
                    <a:pt x="1587314" y="5073"/>
                  </a:lnTo>
                  <a:lnTo>
                    <a:pt x="1595172" y="5018"/>
                  </a:lnTo>
                  <a:lnTo>
                    <a:pt x="1603030" y="4962"/>
                  </a:lnTo>
                  <a:lnTo>
                    <a:pt x="1610888" y="4905"/>
                  </a:lnTo>
                  <a:lnTo>
                    <a:pt x="1618746" y="4852"/>
                  </a:lnTo>
                  <a:lnTo>
                    <a:pt x="1626604" y="4806"/>
                  </a:lnTo>
                  <a:lnTo>
                    <a:pt x="1634462" y="4746"/>
                  </a:lnTo>
                  <a:lnTo>
                    <a:pt x="1642320" y="4684"/>
                  </a:lnTo>
                  <a:lnTo>
                    <a:pt x="1650178" y="4619"/>
                  </a:lnTo>
                  <a:lnTo>
                    <a:pt x="1658036" y="4552"/>
                  </a:lnTo>
                  <a:lnTo>
                    <a:pt x="1665894" y="4483"/>
                  </a:lnTo>
                  <a:lnTo>
                    <a:pt x="1673752" y="4413"/>
                  </a:lnTo>
                  <a:lnTo>
                    <a:pt x="1681610" y="4342"/>
                  </a:lnTo>
                  <a:lnTo>
                    <a:pt x="1689468" y="4269"/>
                  </a:lnTo>
                  <a:lnTo>
                    <a:pt x="1697326" y="4194"/>
                  </a:lnTo>
                  <a:lnTo>
                    <a:pt x="1705184" y="4137"/>
                  </a:lnTo>
                  <a:lnTo>
                    <a:pt x="1713042" y="4067"/>
                  </a:lnTo>
                  <a:lnTo>
                    <a:pt x="1720900" y="3992"/>
                  </a:lnTo>
                  <a:lnTo>
                    <a:pt x="1728758" y="3915"/>
                  </a:lnTo>
                  <a:lnTo>
                    <a:pt x="1736616" y="3840"/>
                  </a:lnTo>
                  <a:lnTo>
                    <a:pt x="1744474" y="3779"/>
                  </a:lnTo>
                  <a:lnTo>
                    <a:pt x="1752332" y="3726"/>
                  </a:lnTo>
                  <a:lnTo>
                    <a:pt x="1760190" y="3671"/>
                  </a:lnTo>
                  <a:lnTo>
                    <a:pt x="1768048" y="3617"/>
                  </a:lnTo>
                  <a:lnTo>
                    <a:pt x="1775906" y="3534"/>
                  </a:lnTo>
                  <a:lnTo>
                    <a:pt x="1783764" y="3452"/>
                  </a:lnTo>
                  <a:lnTo>
                    <a:pt x="1791622" y="3394"/>
                  </a:lnTo>
                  <a:lnTo>
                    <a:pt x="1799480" y="3336"/>
                  </a:lnTo>
                  <a:lnTo>
                    <a:pt x="1807338" y="3278"/>
                  </a:lnTo>
                  <a:lnTo>
                    <a:pt x="1815196" y="3219"/>
                  </a:lnTo>
                  <a:lnTo>
                    <a:pt x="1823054" y="3157"/>
                  </a:lnTo>
                  <a:lnTo>
                    <a:pt x="1830912" y="3066"/>
                  </a:lnTo>
                  <a:lnTo>
                    <a:pt x="1838770" y="2974"/>
                  </a:lnTo>
                  <a:lnTo>
                    <a:pt x="1846628" y="2879"/>
                  </a:lnTo>
                  <a:lnTo>
                    <a:pt x="1854486" y="2799"/>
                  </a:lnTo>
                  <a:lnTo>
                    <a:pt x="1862344" y="2721"/>
                  </a:lnTo>
                  <a:lnTo>
                    <a:pt x="1870202" y="2641"/>
                  </a:lnTo>
                  <a:lnTo>
                    <a:pt x="1878060" y="2541"/>
                  </a:lnTo>
                  <a:lnTo>
                    <a:pt x="1885918" y="2436"/>
                  </a:lnTo>
                  <a:lnTo>
                    <a:pt x="1893776" y="2329"/>
                  </a:lnTo>
                  <a:lnTo>
                    <a:pt x="1901634" y="2220"/>
                  </a:lnTo>
                  <a:lnTo>
                    <a:pt x="1909492" y="2108"/>
                  </a:lnTo>
                  <a:lnTo>
                    <a:pt x="1917350" y="1994"/>
                  </a:lnTo>
                  <a:lnTo>
                    <a:pt x="1925208" y="1879"/>
                  </a:lnTo>
                  <a:lnTo>
                    <a:pt x="1933066" y="1762"/>
                  </a:lnTo>
                  <a:lnTo>
                    <a:pt x="1940924" y="1652"/>
                  </a:lnTo>
                  <a:lnTo>
                    <a:pt x="1948782" y="1538"/>
                  </a:lnTo>
                  <a:lnTo>
                    <a:pt x="1956640" y="1410"/>
                  </a:lnTo>
                  <a:lnTo>
                    <a:pt x="1964498" y="1281"/>
                  </a:lnTo>
                  <a:lnTo>
                    <a:pt x="1972356" y="1148"/>
                  </a:lnTo>
                  <a:lnTo>
                    <a:pt x="1980214" y="1013"/>
                  </a:lnTo>
                  <a:lnTo>
                    <a:pt x="1988072" y="876"/>
                  </a:lnTo>
                  <a:lnTo>
                    <a:pt x="1995930" y="735"/>
                  </a:lnTo>
                  <a:lnTo>
                    <a:pt x="2003788" y="592"/>
                  </a:lnTo>
                  <a:lnTo>
                    <a:pt x="2011646" y="446"/>
                  </a:lnTo>
                  <a:lnTo>
                    <a:pt x="2019504" y="300"/>
                  </a:lnTo>
                  <a:lnTo>
                    <a:pt x="2027362" y="151"/>
                  </a:lnTo>
                  <a:lnTo>
                    <a:pt x="2035220" y="0"/>
                  </a:lnTo>
                  <a:lnTo>
                    <a:pt x="2035220" y="7790"/>
                  </a:lnTo>
                  <a:lnTo>
                    <a:pt x="2027362" y="7790"/>
                  </a:lnTo>
                  <a:lnTo>
                    <a:pt x="2019504" y="7790"/>
                  </a:lnTo>
                  <a:lnTo>
                    <a:pt x="2011646" y="7790"/>
                  </a:lnTo>
                  <a:lnTo>
                    <a:pt x="2003788" y="7790"/>
                  </a:lnTo>
                  <a:lnTo>
                    <a:pt x="1995930" y="7789"/>
                  </a:lnTo>
                  <a:lnTo>
                    <a:pt x="1988072" y="7790"/>
                  </a:lnTo>
                  <a:lnTo>
                    <a:pt x="1980214" y="7790"/>
                  </a:lnTo>
                  <a:lnTo>
                    <a:pt x="1972356" y="7790"/>
                  </a:lnTo>
                  <a:lnTo>
                    <a:pt x="1964498" y="7790"/>
                  </a:lnTo>
                  <a:lnTo>
                    <a:pt x="1956640" y="7790"/>
                  </a:lnTo>
                  <a:lnTo>
                    <a:pt x="1948782" y="7790"/>
                  </a:lnTo>
                  <a:lnTo>
                    <a:pt x="1940924" y="7790"/>
                  </a:lnTo>
                  <a:lnTo>
                    <a:pt x="1933066" y="7790"/>
                  </a:lnTo>
                  <a:lnTo>
                    <a:pt x="1925208" y="7790"/>
                  </a:lnTo>
                  <a:lnTo>
                    <a:pt x="1917350" y="7790"/>
                  </a:lnTo>
                  <a:lnTo>
                    <a:pt x="1909492" y="7790"/>
                  </a:lnTo>
                  <a:lnTo>
                    <a:pt x="1901634" y="7790"/>
                  </a:lnTo>
                  <a:lnTo>
                    <a:pt x="1893776" y="7790"/>
                  </a:lnTo>
                  <a:lnTo>
                    <a:pt x="1885918" y="7790"/>
                  </a:lnTo>
                  <a:lnTo>
                    <a:pt x="1878060" y="7790"/>
                  </a:lnTo>
                  <a:lnTo>
                    <a:pt x="1870202" y="7790"/>
                  </a:lnTo>
                  <a:lnTo>
                    <a:pt x="1862344" y="7790"/>
                  </a:lnTo>
                  <a:lnTo>
                    <a:pt x="1854486" y="7789"/>
                  </a:lnTo>
                  <a:lnTo>
                    <a:pt x="1846628" y="7789"/>
                  </a:lnTo>
                  <a:lnTo>
                    <a:pt x="1838770" y="7789"/>
                  </a:lnTo>
                  <a:lnTo>
                    <a:pt x="1830912" y="7788"/>
                  </a:lnTo>
                  <a:lnTo>
                    <a:pt x="1823054" y="7788"/>
                  </a:lnTo>
                  <a:lnTo>
                    <a:pt x="1815196" y="7788"/>
                  </a:lnTo>
                  <a:lnTo>
                    <a:pt x="1807338" y="7788"/>
                  </a:lnTo>
                  <a:lnTo>
                    <a:pt x="1799480" y="7788"/>
                  </a:lnTo>
                  <a:lnTo>
                    <a:pt x="1791622" y="7788"/>
                  </a:lnTo>
                  <a:lnTo>
                    <a:pt x="1783764" y="7787"/>
                  </a:lnTo>
                  <a:lnTo>
                    <a:pt x="1775906" y="7787"/>
                  </a:lnTo>
                  <a:lnTo>
                    <a:pt x="1768048" y="7787"/>
                  </a:lnTo>
                  <a:lnTo>
                    <a:pt x="1760190" y="7787"/>
                  </a:lnTo>
                  <a:lnTo>
                    <a:pt x="1752332" y="7787"/>
                  </a:lnTo>
                  <a:lnTo>
                    <a:pt x="1744474" y="7787"/>
                  </a:lnTo>
                  <a:lnTo>
                    <a:pt x="1736616" y="7787"/>
                  </a:lnTo>
                  <a:lnTo>
                    <a:pt x="1728758" y="7787"/>
                  </a:lnTo>
                  <a:lnTo>
                    <a:pt x="1720900" y="7787"/>
                  </a:lnTo>
                  <a:lnTo>
                    <a:pt x="1713042" y="7787"/>
                  </a:lnTo>
                  <a:lnTo>
                    <a:pt x="1705184" y="7787"/>
                  </a:lnTo>
                  <a:lnTo>
                    <a:pt x="1697326" y="7787"/>
                  </a:lnTo>
                  <a:lnTo>
                    <a:pt x="1689468" y="7786"/>
                  </a:lnTo>
                  <a:lnTo>
                    <a:pt x="1681610" y="7786"/>
                  </a:lnTo>
                  <a:lnTo>
                    <a:pt x="1673752" y="7786"/>
                  </a:lnTo>
                  <a:lnTo>
                    <a:pt x="1665894" y="7786"/>
                  </a:lnTo>
                  <a:lnTo>
                    <a:pt x="1658036" y="7786"/>
                  </a:lnTo>
                  <a:lnTo>
                    <a:pt x="1650178" y="7786"/>
                  </a:lnTo>
                  <a:lnTo>
                    <a:pt x="1642320" y="7786"/>
                  </a:lnTo>
                  <a:lnTo>
                    <a:pt x="1634462" y="7786"/>
                  </a:lnTo>
                  <a:lnTo>
                    <a:pt x="1626604" y="7785"/>
                  </a:lnTo>
                  <a:lnTo>
                    <a:pt x="1618746" y="7785"/>
                  </a:lnTo>
                  <a:lnTo>
                    <a:pt x="1610888" y="7785"/>
                  </a:lnTo>
                  <a:lnTo>
                    <a:pt x="1603030" y="7785"/>
                  </a:lnTo>
                  <a:lnTo>
                    <a:pt x="1595172" y="7786"/>
                  </a:lnTo>
                  <a:lnTo>
                    <a:pt x="1587314" y="7785"/>
                  </a:lnTo>
                  <a:lnTo>
                    <a:pt x="1579456" y="7785"/>
                  </a:lnTo>
                  <a:lnTo>
                    <a:pt x="1571598" y="7785"/>
                  </a:lnTo>
                  <a:lnTo>
                    <a:pt x="1563740" y="7784"/>
                  </a:lnTo>
                  <a:lnTo>
                    <a:pt x="1555882" y="7784"/>
                  </a:lnTo>
                  <a:lnTo>
                    <a:pt x="1548024" y="7784"/>
                  </a:lnTo>
                  <a:lnTo>
                    <a:pt x="1540166" y="7784"/>
                  </a:lnTo>
                  <a:lnTo>
                    <a:pt x="1532308" y="7783"/>
                  </a:lnTo>
                  <a:lnTo>
                    <a:pt x="1524450" y="7783"/>
                  </a:lnTo>
                  <a:lnTo>
                    <a:pt x="1516592" y="7783"/>
                  </a:lnTo>
                  <a:lnTo>
                    <a:pt x="1508734" y="7783"/>
                  </a:lnTo>
                  <a:lnTo>
                    <a:pt x="1500876" y="7783"/>
                  </a:lnTo>
                  <a:lnTo>
                    <a:pt x="1493018" y="7782"/>
                  </a:lnTo>
                  <a:lnTo>
                    <a:pt x="1485160" y="7783"/>
                  </a:lnTo>
                  <a:lnTo>
                    <a:pt x="1477302" y="7783"/>
                  </a:lnTo>
                  <a:lnTo>
                    <a:pt x="1469444" y="7783"/>
                  </a:lnTo>
                  <a:lnTo>
                    <a:pt x="1461586" y="7783"/>
                  </a:lnTo>
                  <a:lnTo>
                    <a:pt x="1453728" y="7783"/>
                  </a:lnTo>
                  <a:lnTo>
                    <a:pt x="1445870" y="7783"/>
                  </a:lnTo>
                  <a:lnTo>
                    <a:pt x="1438012" y="7784"/>
                  </a:lnTo>
                  <a:lnTo>
                    <a:pt x="1430154" y="7784"/>
                  </a:lnTo>
                  <a:lnTo>
                    <a:pt x="1422296" y="7784"/>
                  </a:lnTo>
                  <a:lnTo>
                    <a:pt x="1414438" y="7784"/>
                  </a:lnTo>
                  <a:lnTo>
                    <a:pt x="1406580" y="7784"/>
                  </a:lnTo>
                  <a:lnTo>
                    <a:pt x="1398722" y="7784"/>
                  </a:lnTo>
                  <a:lnTo>
                    <a:pt x="1390864" y="7784"/>
                  </a:lnTo>
                  <a:lnTo>
                    <a:pt x="1383006" y="7784"/>
                  </a:lnTo>
                  <a:lnTo>
                    <a:pt x="1375148" y="7784"/>
                  </a:lnTo>
                  <a:lnTo>
                    <a:pt x="1367290" y="7784"/>
                  </a:lnTo>
                  <a:lnTo>
                    <a:pt x="1359432" y="7784"/>
                  </a:lnTo>
                  <a:lnTo>
                    <a:pt x="1351574" y="7784"/>
                  </a:lnTo>
                  <a:lnTo>
                    <a:pt x="1343716" y="7784"/>
                  </a:lnTo>
                  <a:lnTo>
                    <a:pt x="1335858" y="7783"/>
                  </a:lnTo>
                  <a:lnTo>
                    <a:pt x="1328000" y="7784"/>
                  </a:lnTo>
                  <a:lnTo>
                    <a:pt x="1320142" y="7784"/>
                  </a:lnTo>
                  <a:lnTo>
                    <a:pt x="1312284" y="7785"/>
                  </a:lnTo>
                  <a:lnTo>
                    <a:pt x="1304426" y="7784"/>
                  </a:lnTo>
                  <a:lnTo>
                    <a:pt x="1296568" y="7784"/>
                  </a:lnTo>
                  <a:lnTo>
                    <a:pt x="1288710" y="7784"/>
                  </a:lnTo>
                  <a:lnTo>
                    <a:pt x="1280852" y="7784"/>
                  </a:lnTo>
                  <a:lnTo>
                    <a:pt x="1272994" y="7784"/>
                  </a:lnTo>
                  <a:lnTo>
                    <a:pt x="1265136" y="7784"/>
                  </a:lnTo>
                  <a:lnTo>
                    <a:pt x="1257278" y="7784"/>
                  </a:lnTo>
                  <a:lnTo>
                    <a:pt x="1249420" y="7784"/>
                  </a:lnTo>
                  <a:lnTo>
                    <a:pt x="1241562" y="7784"/>
                  </a:lnTo>
                  <a:lnTo>
                    <a:pt x="1233704" y="7784"/>
                  </a:lnTo>
                  <a:lnTo>
                    <a:pt x="1225846" y="7784"/>
                  </a:lnTo>
                  <a:lnTo>
                    <a:pt x="1217988" y="7784"/>
                  </a:lnTo>
                  <a:lnTo>
                    <a:pt x="1210130" y="7784"/>
                  </a:lnTo>
                  <a:lnTo>
                    <a:pt x="1202272" y="7784"/>
                  </a:lnTo>
                  <a:lnTo>
                    <a:pt x="1194414" y="7785"/>
                  </a:lnTo>
                  <a:lnTo>
                    <a:pt x="1186556" y="7785"/>
                  </a:lnTo>
                  <a:lnTo>
                    <a:pt x="1178698" y="7785"/>
                  </a:lnTo>
                  <a:lnTo>
                    <a:pt x="1170840" y="7785"/>
                  </a:lnTo>
                  <a:lnTo>
                    <a:pt x="1162982" y="7785"/>
                  </a:lnTo>
                  <a:lnTo>
                    <a:pt x="1155124" y="7785"/>
                  </a:lnTo>
                  <a:lnTo>
                    <a:pt x="1147266" y="7785"/>
                  </a:lnTo>
                  <a:lnTo>
                    <a:pt x="1139408" y="7785"/>
                  </a:lnTo>
                  <a:lnTo>
                    <a:pt x="1131550" y="7785"/>
                  </a:lnTo>
                  <a:lnTo>
                    <a:pt x="1123692" y="7785"/>
                  </a:lnTo>
                  <a:lnTo>
                    <a:pt x="1115834" y="7785"/>
                  </a:lnTo>
                  <a:lnTo>
                    <a:pt x="1107976" y="7785"/>
                  </a:lnTo>
                  <a:lnTo>
                    <a:pt x="1100118" y="7785"/>
                  </a:lnTo>
                  <a:lnTo>
                    <a:pt x="1092260" y="7785"/>
                  </a:lnTo>
                  <a:lnTo>
                    <a:pt x="1084402" y="7786"/>
                  </a:lnTo>
                  <a:lnTo>
                    <a:pt x="1076544" y="7786"/>
                  </a:lnTo>
                  <a:lnTo>
                    <a:pt x="1068686" y="7786"/>
                  </a:lnTo>
                  <a:lnTo>
                    <a:pt x="1060828" y="7786"/>
                  </a:lnTo>
                  <a:lnTo>
                    <a:pt x="1052970" y="7786"/>
                  </a:lnTo>
                  <a:lnTo>
                    <a:pt x="1045112" y="7786"/>
                  </a:lnTo>
                  <a:lnTo>
                    <a:pt x="1037254" y="7786"/>
                  </a:lnTo>
                  <a:lnTo>
                    <a:pt x="1029397" y="7786"/>
                  </a:lnTo>
                  <a:lnTo>
                    <a:pt x="1021539" y="7786"/>
                  </a:lnTo>
                  <a:lnTo>
                    <a:pt x="1013681" y="7786"/>
                  </a:lnTo>
                  <a:lnTo>
                    <a:pt x="1005823" y="7786"/>
                  </a:lnTo>
                  <a:lnTo>
                    <a:pt x="997965" y="7787"/>
                  </a:lnTo>
                  <a:lnTo>
                    <a:pt x="990107" y="7787"/>
                  </a:lnTo>
                  <a:lnTo>
                    <a:pt x="982249" y="7787"/>
                  </a:lnTo>
                  <a:lnTo>
                    <a:pt x="974391" y="7787"/>
                  </a:lnTo>
                  <a:lnTo>
                    <a:pt x="966533" y="7787"/>
                  </a:lnTo>
                  <a:lnTo>
                    <a:pt x="958675" y="7787"/>
                  </a:lnTo>
                  <a:lnTo>
                    <a:pt x="950817" y="7788"/>
                  </a:lnTo>
                  <a:lnTo>
                    <a:pt x="942959" y="7788"/>
                  </a:lnTo>
                  <a:lnTo>
                    <a:pt x="935101" y="7788"/>
                  </a:lnTo>
                  <a:lnTo>
                    <a:pt x="927243" y="7788"/>
                  </a:lnTo>
                  <a:lnTo>
                    <a:pt x="919385" y="7788"/>
                  </a:lnTo>
                  <a:lnTo>
                    <a:pt x="911527" y="7788"/>
                  </a:lnTo>
                  <a:lnTo>
                    <a:pt x="903669" y="7789"/>
                  </a:lnTo>
                  <a:lnTo>
                    <a:pt x="895811" y="7789"/>
                  </a:lnTo>
                  <a:lnTo>
                    <a:pt x="887953" y="7789"/>
                  </a:lnTo>
                  <a:lnTo>
                    <a:pt x="880095" y="7790"/>
                  </a:lnTo>
                  <a:lnTo>
                    <a:pt x="872237" y="7791"/>
                  </a:lnTo>
                  <a:lnTo>
                    <a:pt x="864379" y="7791"/>
                  </a:lnTo>
                  <a:lnTo>
                    <a:pt x="856521" y="7790"/>
                  </a:lnTo>
                  <a:lnTo>
                    <a:pt x="848663" y="7790"/>
                  </a:lnTo>
                  <a:lnTo>
                    <a:pt x="840805" y="7791"/>
                  </a:lnTo>
                  <a:lnTo>
                    <a:pt x="832947" y="7791"/>
                  </a:lnTo>
                  <a:lnTo>
                    <a:pt x="825089" y="7792"/>
                  </a:lnTo>
                  <a:lnTo>
                    <a:pt x="817231" y="7792"/>
                  </a:lnTo>
                  <a:lnTo>
                    <a:pt x="809373" y="7793"/>
                  </a:lnTo>
                  <a:lnTo>
                    <a:pt x="801515" y="7793"/>
                  </a:lnTo>
                  <a:lnTo>
                    <a:pt x="793657" y="7793"/>
                  </a:lnTo>
                  <a:lnTo>
                    <a:pt x="785799" y="7794"/>
                  </a:lnTo>
                  <a:lnTo>
                    <a:pt x="777941" y="7795"/>
                  </a:lnTo>
                  <a:lnTo>
                    <a:pt x="770083" y="7796"/>
                  </a:lnTo>
                  <a:lnTo>
                    <a:pt x="762225" y="7795"/>
                  </a:lnTo>
                  <a:lnTo>
                    <a:pt x="754367" y="7796"/>
                  </a:lnTo>
                  <a:lnTo>
                    <a:pt x="746509" y="7797"/>
                  </a:lnTo>
                  <a:lnTo>
                    <a:pt x="738651" y="7797"/>
                  </a:lnTo>
                  <a:lnTo>
                    <a:pt x="730793" y="7797"/>
                  </a:lnTo>
                  <a:lnTo>
                    <a:pt x="722935" y="7797"/>
                  </a:lnTo>
                  <a:lnTo>
                    <a:pt x="715077" y="7797"/>
                  </a:lnTo>
                  <a:lnTo>
                    <a:pt x="707219" y="7798"/>
                  </a:lnTo>
                  <a:lnTo>
                    <a:pt x="699361" y="7799"/>
                  </a:lnTo>
                  <a:lnTo>
                    <a:pt x="691503" y="7799"/>
                  </a:lnTo>
                  <a:lnTo>
                    <a:pt x="683645" y="7799"/>
                  </a:lnTo>
                  <a:lnTo>
                    <a:pt x="675787" y="7800"/>
                  </a:lnTo>
                  <a:lnTo>
                    <a:pt x="667929" y="7800"/>
                  </a:lnTo>
                  <a:lnTo>
                    <a:pt x="660071" y="7801"/>
                  </a:lnTo>
                  <a:lnTo>
                    <a:pt x="652213" y="7802"/>
                  </a:lnTo>
                  <a:lnTo>
                    <a:pt x="644355" y="7803"/>
                  </a:lnTo>
                  <a:lnTo>
                    <a:pt x="636497" y="7803"/>
                  </a:lnTo>
                  <a:lnTo>
                    <a:pt x="628639" y="7803"/>
                  </a:lnTo>
                  <a:lnTo>
                    <a:pt x="620781" y="7803"/>
                  </a:lnTo>
                  <a:lnTo>
                    <a:pt x="612923" y="7804"/>
                  </a:lnTo>
                  <a:lnTo>
                    <a:pt x="605065" y="7805"/>
                  </a:lnTo>
                  <a:lnTo>
                    <a:pt x="597207" y="7806"/>
                  </a:lnTo>
                  <a:lnTo>
                    <a:pt x="589349" y="7807"/>
                  </a:lnTo>
                  <a:lnTo>
                    <a:pt x="581491" y="7807"/>
                  </a:lnTo>
                  <a:lnTo>
                    <a:pt x="573633" y="7808"/>
                  </a:lnTo>
                  <a:lnTo>
                    <a:pt x="565775" y="7808"/>
                  </a:lnTo>
                  <a:lnTo>
                    <a:pt x="557917" y="7809"/>
                  </a:lnTo>
                  <a:lnTo>
                    <a:pt x="550059" y="7810"/>
                  </a:lnTo>
                  <a:lnTo>
                    <a:pt x="542201" y="7811"/>
                  </a:lnTo>
                  <a:lnTo>
                    <a:pt x="534343" y="7812"/>
                  </a:lnTo>
                  <a:lnTo>
                    <a:pt x="526485" y="7813"/>
                  </a:lnTo>
                  <a:lnTo>
                    <a:pt x="518627" y="7813"/>
                  </a:lnTo>
                  <a:lnTo>
                    <a:pt x="510769" y="7815"/>
                  </a:lnTo>
                  <a:lnTo>
                    <a:pt x="502911" y="7816"/>
                  </a:lnTo>
                  <a:lnTo>
                    <a:pt x="495053" y="7816"/>
                  </a:lnTo>
                  <a:lnTo>
                    <a:pt x="487195" y="7817"/>
                  </a:lnTo>
                  <a:lnTo>
                    <a:pt x="479337" y="7818"/>
                  </a:lnTo>
                  <a:lnTo>
                    <a:pt x="471479" y="7819"/>
                  </a:lnTo>
                  <a:lnTo>
                    <a:pt x="463621" y="7820"/>
                  </a:lnTo>
                  <a:lnTo>
                    <a:pt x="455763" y="7820"/>
                  </a:lnTo>
                  <a:lnTo>
                    <a:pt x="447905" y="7821"/>
                  </a:lnTo>
                  <a:lnTo>
                    <a:pt x="440047" y="7822"/>
                  </a:lnTo>
                  <a:lnTo>
                    <a:pt x="432189" y="7823"/>
                  </a:lnTo>
                  <a:lnTo>
                    <a:pt x="424331" y="7824"/>
                  </a:lnTo>
                  <a:lnTo>
                    <a:pt x="416473" y="7825"/>
                  </a:lnTo>
                  <a:lnTo>
                    <a:pt x="408615" y="7825"/>
                  </a:lnTo>
                  <a:lnTo>
                    <a:pt x="400757" y="7826"/>
                  </a:lnTo>
                  <a:lnTo>
                    <a:pt x="392899" y="7827"/>
                  </a:lnTo>
                  <a:lnTo>
                    <a:pt x="385041" y="7827"/>
                  </a:lnTo>
                  <a:lnTo>
                    <a:pt x="377183" y="7827"/>
                  </a:lnTo>
                  <a:lnTo>
                    <a:pt x="369325" y="7828"/>
                  </a:lnTo>
                  <a:lnTo>
                    <a:pt x="361467" y="7829"/>
                  </a:lnTo>
                  <a:lnTo>
                    <a:pt x="353609" y="7829"/>
                  </a:lnTo>
                  <a:lnTo>
                    <a:pt x="345751" y="7830"/>
                  </a:lnTo>
                  <a:lnTo>
                    <a:pt x="337893" y="7831"/>
                  </a:lnTo>
                  <a:lnTo>
                    <a:pt x="330035" y="7832"/>
                  </a:lnTo>
                  <a:lnTo>
                    <a:pt x="322177" y="7833"/>
                  </a:lnTo>
                  <a:lnTo>
                    <a:pt x="314319" y="7834"/>
                  </a:lnTo>
                  <a:lnTo>
                    <a:pt x="306461" y="7834"/>
                  </a:lnTo>
                  <a:lnTo>
                    <a:pt x="298603" y="7835"/>
                  </a:lnTo>
                  <a:lnTo>
                    <a:pt x="290745" y="7836"/>
                  </a:lnTo>
                  <a:lnTo>
                    <a:pt x="282887" y="7836"/>
                  </a:lnTo>
                  <a:lnTo>
                    <a:pt x="275029" y="7837"/>
                  </a:lnTo>
                  <a:lnTo>
                    <a:pt x="267171" y="7838"/>
                  </a:lnTo>
                  <a:lnTo>
                    <a:pt x="259313" y="7838"/>
                  </a:lnTo>
                  <a:lnTo>
                    <a:pt x="251455" y="7839"/>
                  </a:lnTo>
                  <a:lnTo>
                    <a:pt x="243597" y="7840"/>
                  </a:lnTo>
                  <a:lnTo>
                    <a:pt x="235739" y="7841"/>
                  </a:lnTo>
                  <a:lnTo>
                    <a:pt x="227881" y="7842"/>
                  </a:lnTo>
                  <a:lnTo>
                    <a:pt x="220023" y="7843"/>
                  </a:lnTo>
                  <a:lnTo>
                    <a:pt x="212165" y="7843"/>
                  </a:lnTo>
                  <a:lnTo>
                    <a:pt x="204307" y="7844"/>
                  </a:lnTo>
                  <a:lnTo>
                    <a:pt x="196449" y="7845"/>
                  </a:lnTo>
                  <a:lnTo>
                    <a:pt x="188591" y="7846"/>
                  </a:lnTo>
                  <a:lnTo>
                    <a:pt x="180733" y="7846"/>
                  </a:lnTo>
                  <a:lnTo>
                    <a:pt x="172875" y="7847"/>
                  </a:lnTo>
                  <a:lnTo>
                    <a:pt x="165017" y="7848"/>
                  </a:lnTo>
                  <a:lnTo>
                    <a:pt x="157159" y="7849"/>
                  </a:lnTo>
                  <a:lnTo>
                    <a:pt x="149301" y="7849"/>
                  </a:lnTo>
                  <a:lnTo>
                    <a:pt x="141443" y="7850"/>
                  </a:lnTo>
                  <a:lnTo>
                    <a:pt x="133585" y="7851"/>
                  </a:lnTo>
                  <a:lnTo>
                    <a:pt x="125727" y="7852"/>
                  </a:lnTo>
                  <a:lnTo>
                    <a:pt x="117869" y="7852"/>
                  </a:lnTo>
                  <a:lnTo>
                    <a:pt x="110011" y="7853"/>
                  </a:lnTo>
                  <a:lnTo>
                    <a:pt x="102153" y="7854"/>
                  </a:lnTo>
                  <a:lnTo>
                    <a:pt x="94295" y="7854"/>
                  </a:lnTo>
                  <a:lnTo>
                    <a:pt x="86437" y="7855"/>
                  </a:lnTo>
                  <a:lnTo>
                    <a:pt x="78579" y="7855"/>
                  </a:lnTo>
                  <a:lnTo>
                    <a:pt x="70721" y="7856"/>
                  </a:lnTo>
                  <a:lnTo>
                    <a:pt x="62863" y="7856"/>
                  </a:lnTo>
                  <a:lnTo>
                    <a:pt x="55005" y="7857"/>
                  </a:lnTo>
                  <a:lnTo>
                    <a:pt x="47147" y="7858"/>
                  </a:lnTo>
                  <a:lnTo>
                    <a:pt x="39289" y="7859"/>
                  </a:lnTo>
                  <a:lnTo>
                    <a:pt x="31431" y="7859"/>
                  </a:lnTo>
                  <a:lnTo>
                    <a:pt x="23573" y="7860"/>
                  </a:lnTo>
                  <a:lnTo>
                    <a:pt x="15715" y="7861"/>
                  </a:lnTo>
                  <a:lnTo>
                    <a:pt x="7857" y="7861"/>
                  </a:lnTo>
                  <a:lnTo>
                    <a:pt x="0" y="7862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75" name="pl174"/>
            <p:cNvSpPr/>
            <p:nvPr/>
          </p:nvSpPr>
          <p:spPr>
            <a:xfrm>
              <a:off x="3608036" y="4948980"/>
              <a:ext cx="2035220" cy="7664"/>
            </a:xfrm>
            <a:custGeom>
              <a:avLst/>
              <a:pathLst>
                <a:path w="2035220" h="7664">
                  <a:moveTo>
                    <a:pt x="0" y="7664"/>
                  </a:moveTo>
                  <a:lnTo>
                    <a:pt x="7857" y="7664"/>
                  </a:lnTo>
                  <a:lnTo>
                    <a:pt x="15715" y="7663"/>
                  </a:lnTo>
                  <a:lnTo>
                    <a:pt x="23573" y="7662"/>
                  </a:lnTo>
                  <a:lnTo>
                    <a:pt x="31431" y="7660"/>
                  </a:lnTo>
                  <a:lnTo>
                    <a:pt x="39289" y="7659"/>
                  </a:lnTo>
                  <a:lnTo>
                    <a:pt x="47147" y="7657"/>
                  </a:lnTo>
                  <a:lnTo>
                    <a:pt x="55005" y="7656"/>
                  </a:lnTo>
                  <a:lnTo>
                    <a:pt x="62863" y="7653"/>
                  </a:lnTo>
                  <a:lnTo>
                    <a:pt x="70721" y="7651"/>
                  </a:lnTo>
                  <a:lnTo>
                    <a:pt x="78579" y="7649"/>
                  </a:lnTo>
                  <a:lnTo>
                    <a:pt x="86437" y="7647"/>
                  </a:lnTo>
                  <a:lnTo>
                    <a:pt x="94295" y="7646"/>
                  </a:lnTo>
                  <a:lnTo>
                    <a:pt x="102153" y="7645"/>
                  </a:lnTo>
                  <a:lnTo>
                    <a:pt x="110011" y="7644"/>
                  </a:lnTo>
                  <a:lnTo>
                    <a:pt x="117869" y="7645"/>
                  </a:lnTo>
                  <a:lnTo>
                    <a:pt x="125727" y="7645"/>
                  </a:lnTo>
                  <a:lnTo>
                    <a:pt x="133585" y="7645"/>
                  </a:lnTo>
                  <a:lnTo>
                    <a:pt x="141443" y="7646"/>
                  </a:lnTo>
                  <a:lnTo>
                    <a:pt x="149301" y="7643"/>
                  </a:lnTo>
                  <a:lnTo>
                    <a:pt x="157159" y="7640"/>
                  </a:lnTo>
                  <a:lnTo>
                    <a:pt x="165017" y="7639"/>
                  </a:lnTo>
                  <a:lnTo>
                    <a:pt x="172875" y="7638"/>
                  </a:lnTo>
                  <a:lnTo>
                    <a:pt x="180733" y="7638"/>
                  </a:lnTo>
                  <a:lnTo>
                    <a:pt x="188591" y="7637"/>
                  </a:lnTo>
                  <a:lnTo>
                    <a:pt x="196449" y="7636"/>
                  </a:lnTo>
                  <a:lnTo>
                    <a:pt x="204307" y="7633"/>
                  </a:lnTo>
                  <a:lnTo>
                    <a:pt x="212165" y="7632"/>
                  </a:lnTo>
                  <a:lnTo>
                    <a:pt x="220023" y="7631"/>
                  </a:lnTo>
                  <a:lnTo>
                    <a:pt x="227881" y="7630"/>
                  </a:lnTo>
                  <a:lnTo>
                    <a:pt x="235739" y="7628"/>
                  </a:lnTo>
                  <a:lnTo>
                    <a:pt x="243597" y="7626"/>
                  </a:lnTo>
                  <a:lnTo>
                    <a:pt x="251455" y="7625"/>
                  </a:lnTo>
                  <a:lnTo>
                    <a:pt x="259313" y="7623"/>
                  </a:lnTo>
                  <a:lnTo>
                    <a:pt x="267171" y="7622"/>
                  </a:lnTo>
                  <a:lnTo>
                    <a:pt x="275029" y="7620"/>
                  </a:lnTo>
                  <a:lnTo>
                    <a:pt x="282887" y="7618"/>
                  </a:lnTo>
                  <a:lnTo>
                    <a:pt x="290745" y="7617"/>
                  </a:lnTo>
                  <a:lnTo>
                    <a:pt x="298603" y="7615"/>
                  </a:lnTo>
                  <a:lnTo>
                    <a:pt x="306461" y="7613"/>
                  </a:lnTo>
                  <a:lnTo>
                    <a:pt x="314319" y="7610"/>
                  </a:lnTo>
                  <a:lnTo>
                    <a:pt x="322177" y="7608"/>
                  </a:lnTo>
                  <a:lnTo>
                    <a:pt x="330035" y="7607"/>
                  </a:lnTo>
                  <a:lnTo>
                    <a:pt x="337893" y="7604"/>
                  </a:lnTo>
                  <a:lnTo>
                    <a:pt x="345751" y="7602"/>
                  </a:lnTo>
                  <a:lnTo>
                    <a:pt x="353609" y="7600"/>
                  </a:lnTo>
                  <a:lnTo>
                    <a:pt x="361467" y="7597"/>
                  </a:lnTo>
                  <a:lnTo>
                    <a:pt x="369325" y="7595"/>
                  </a:lnTo>
                  <a:lnTo>
                    <a:pt x="377183" y="7593"/>
                  </a:lnTo>
                  <a:lnTo>
                    <a:pt x="385041" y="7590"/>
                  </a:lnTo>
                  <a:lnTo>
                    <a:pt x="392899" y="7588"/>
                  </a:lnTo>
                  <a:lnTo>
                    <a:pt x="400757" y="7586"/>
                  </a:lnTo>
                  <a:lnTo>
                    <a:pt x="408615" y="7584"/>
                  </a:lnTo>
                  <a:lnTo>
                    <a:pt x="416473" y="7582"/>
                  </a:lnTo>
                  <a:lnTo>
                    <a:pt x="424331" y="7580"/>
                  </a:lnTo>
                  <a:lnTo>
                    <a:pt x="432189" y="7577"/>
                  </a:lnTo>
                  <a:lnTo>
                    <a:pt x="440047" y="7572"/>
                  </a:lnTo>
                  <a:lnTo>
                    <a:pt x="447905" y="7570"/>
                  </a:lnTo>
                  <a:lnTo>
                    <a:pt x="455763" y="7568"/>
                  </a:lnTo>
                  <a:lnTo>
                    <a:pt x="463621" y="7566"/>
                  </a:lnTo>
                  <a:lnTo>
                    <a:pt x="471479" y="7564"/>
                  </a:lnTo>
                  <a:lnTo>
                    <a:pt x="479337" y="7563"/>
                  </a:lnTo>
                  <a:lnTo>
                    <a:pt x="487195" y="7560"/>
                  </a:lnTo>
                  <a:lnTo>
                    <a:pt x="495053" y="7558"/>
                  </a:lnTo>
                  <a:lnTo>
                    <a:pt x="502911" y="7555"/>
                  </a:lnTo>
                  <a:lnTo>
                    <a:pt x="510769" y="7551"/>
                  </a:lnTo>
                  <a:lnTo>
                    <a:pt x="518627" y="7548"/>
                  </a:lnTo>
                  <a:lnTo>
                    <a:pt x="526485" y="7544"/>
                  </a:lnTo>
                  <a:lnTo>
                    <a:pt x="534343" y="7541"/>
                  </a:lnTo>
                  <a:lnTo>
                    <a:pt x="542201" y="7540"/>
                  </a:lnTo>
                  <a:lnTo>
                    <a:pt x="550059" y="7539"/>
                  </a:lnTo>
                  <a:lnTo>
                    <a:pt x="557917" y="7534"/>
                  </a:lnTo>
                  <a:lnTo>
                    <a:pt x="565775" y="7528"/>
                  </a:lnTo>
                  <a:lnTo>
                    <a:pt x="573633" y="7523"/>
                  </a:lnTo>
                  <a:lnTo>
                    <a:pt x="581491" y="7520"/>
                  </a:lnTo>
                  <a:lnTo>
                    <a:pt x="589349" y="7516"/>
                  </a:lnTo>
                  <a:lnTo>
                    <a:pt x="597207" y="7513"/>
                  </a:lnTo>
                  <a:lnTo>
                    <a:pt x="605065" y="7509"/>
                  </a:lnTo>
                  <a:lnTo>
                    <a:pt x="612923" y="7506"/>
                  </a:lnTo>
                  <a:lnTo>
                    <a:pt x="620781" y="7503"/>
                  </a:lnTo>
                  <a:lnTo>
                    <a:pt x="628639" y="7497"/>
                  </a:lnTo>
                  <a:lnTo>
                    <a:pt x="636497" y="7492"/>
                  </a:lnTo>
                  <a:lnTo>
                    <a:pt x="644355" y="7487"/>
                  </a:lnTo>
                  <a:lnTo>
                    <a:pt x="652213" y="7481"/>
                  </a:lnTo>
                  <a:lnTo>
                    <a:pt x="660071" y="7476"/>
                  </a:lnTo>
                  <a:lnTo>
                    <a:pt x="667929" y="7470"/>
                  </a:lnTo>
                  <a:lnTo>
                    <a:pt x="675787" y="7466"/>
                  </a:lnTo>
                  <a:lnTo>
                    <a:pt x="683645" y="7461"/>
                  </a:lnTo>
                  <a:lnTo>
                    <a:pt x="691503" y="7454"/>
                  </a:lnTo>
                  <a:lnTo>
                    <a:pt x="699361" y="7447"/>
                  </a:lnTo>
                  <a:lnTo>
                    <a:pt x="707219" y="7441"/>
                  </a:lnTo>
                  <a:lnTo>
                    <a:pt x="715077" y="7436"/>
                  </a:lnTo>
                  <a:lnTo>
                    <a:pt x="722935" y="7429"/>
                  </a:lnTo>
                  <a:lnTo>
                    <a:pt x="730793" y="7424"/>
                  </a:lnTo>
                  <a:lnTo>
                    <a:pt x="738651" y="7419"/>
                  </a:lnTo>
                  <a:lnTo>
                    <a:pt x="746509" y="7412"/>
                  </a:lnTo>
                  <a:lnTo>
                    <a:pt x="754367" y="7406"/>
                  </a:lnTo>
                  <a:lnTo>
                    <a:pt x="762225" y="7399"/>
                  </a:lnTo>
                  <a:lnTo>
                    <a:pt x="770083" y="7393"/>
                  </a:lnTo>
                  <a:lnTo>
                    <a:pt x="777941" y="7386"/>
                  </a:lnTo>
                  <a:lnTo>
                    <a:pt x="785799" y="7379"/>
                  </a:lnTo>
                  <a:lnTo>
                    <a:pt x="793657" y="7372"/>
                  </a:lnTo>
                  <a:lnTo>
                    <a:pt x="801515" y="7365"/>
                  </a:lnTo>
                  <a:lnTo>
                    <a:pt x="809373" y="7358"/>
                  </a:lnTo>
                  <a:lnTo>
                    <a:pt x="817231" y="7350"/>
                  </a:lnTo>
                  <a:lnTo>
                    <a:pt x="825089" y="7341"/>
                  </a:lnTo>
                  <a:lnTo>
                    <a:pt x="832947" y="7334"/>
                  </a:lnTo>
                  <a:lnTo>
                    <a:pt x="840805" y="7323"/>
                  </a:lnTo>
                  <a:lnTo>
                    <a:pt x="848663" y="7315"/>
                  </a:lnTo>
                  <a:lnTo>
                    <a:pt x="856521" y="7306"/>
                  </a:lnTo>
                  <a:lnTo>
                    <a:pt x="864379" y="7297"/>
                  </a:lnTo>
                  <a:lnTo>
                    <a:pt x="872237" y="7289"/>
                  </a:lnTo>
                  <a:lnTo>
                    <a:pt x="880095" y="7279"/>
                  </a:lnTo>
                  <a:lnTo>
                    <a:pt x="887953" y="7269"/>
                  </a:lnTo>
                  <a:lnTo>
                    <a:pt x="895811" y="7258"/>
                  </a:lnTo>
                  <a:lnTo>
                    <a:pt x="903669" y="7248"/>
                  </a:lnTo>
                  <a:lnTo>
                    <a:pt x="911527" y="7239"/>
                  </a:lnTo>
                  <a:lnTo>
                    <a:pt x="919385" y="7230"/>
                  </a:lnTo>
                  <a:lnTo>
                    <a:pt x="927243" y="7219"/>
                  </a:lnTo>
                  <a:lnTo>
                    <a:pt x="935101" y="7207"/>
                  </a:lnTo>
                  <a:lnTo>
                    <a:pt x="942959" y="7196"/>
                  </a:lnTo>
                  <a:lnTo>
                    <a:pt x="950817" y="7186"/>
                  </a:lnTo>
                  <a:lnTo>
                    <a:pt x="958675" y="7172"/>
                  </a:lnTo>
                  <a:lnTo>
                    <a:pt x="966533" y="7159"/>
                  </a:lnTo>
                  <a:lnTo>
                    <a:pt x="974391" y="7143"/>
                  </a:lnTo>
                  <a:lnTo>
                    <a:pt x="982249" y="7134"/>
                  </a:lnTo>
                  <a:lnTo>
                    <a:pt x="990107" y="7125"/>
                  </a:lnTo>
                  <a:lnTo>
                    <a:pt x="997965" y="7112"/>
                  </a:lnTo>
                  <a:lnTo>
                    <a:pt x="1005823" y="7098"/>
                  </a:lnTo>
                  <a:lnTo>
                    <a:pt x="1013681" y="7084"/>
                  </a:lnTo>
                  <a:lnTo>
                    <a:pt x="1021539" y="7069"/>
                  </a:lnTo>
                  <a:lnTo>
                    <a:pt x="1029397" y="7055"/>
                  </a:lnTo>
                  <a:lnTo>
                    <a:pt x="1037254" y="7045"/>
                  </a:lnTo>
                  <a:lnTo>
                    <a:pt x="1045112" y="7031"/>
                  </a:lnTo>
                  <a:lnTo>
                    <a:pt x="1052970" y="7015"/>
                  </a:lnTo>
                  <a:lnTo>
                    <a:pt x="1060828" y="6999"/>
                  </a:lnTo>
                  <a:lnTo>
                    <a:pt x="1068686" y="6982"/>
                  </a:lnTo>
                  <a:lnTo>
                    <a:pt x="1076544" y="6968"/>
                  </a:lnTo>
                  <a:lnTo>
                    <a:pt x="1084402" y="6951"/>
                  </a:lnTo>
                  <a:lnTo>
                    <a:pt x="1092260" y="6931"/>
                  </a:lnTo>
                  <a:lnTo>
                    <a:pt x="1100118" y="6916"/>
                  </a:lnTo>
                  <a:lnTo>
                    <a:pt x="1107976" y="6905"/>
                  </a:lnTo>
                  <a:lnTo>
                    <a:pt x="1115834" y="6889"/>
                  </a:lnTo>
                  <a:lnTo>
                    <a:pt x="1123692" y="6865"/>
                  </a:lnTo>
                  <a:lnTo>
                    <a:pt x="1131550" y="6846"/>
                  </a:lnTo>
                  <a:lnTo>
                    <a:pt x="1139408" y="6828"/>
                  </a:lnTo>
                  <a:lnTo>
                    <a:pt x="1147266" y="6810"/>
                  </a:lnTo>
                  <a:lnTo>
                    <a:pt x="1155124" y="6793"/>
                  </a:lnTo>
                  <a:lnTo>
                    <a:pt x="1162982" y="6775"/>
                  </a:lnTo>
                  <a:lnTo>
                    <a:pt x="1170840" y="6756"/>
                  </a:lnTo>
                  <a:lnTo>
                    <a:pt x="1178698" y="6737"/>
                  </a:lnTo>
                  <a:lnTo>
                    <a:pt x="1186556" y="6716"/>
                  </a:lnTo>
                  <a:lnTo>
                    <a:pt x="1194414" y="6690"/>
                  </a:lnTo>
                  <a:lnTo>
                    <a:pt x="1202272" y="6666"/>
                  </a:lnTo>
                  <a:lnTo>
                    <a:pt x="1210130" y="6643"/>
                  </a:lnTo>
                  <a:lnTo>
                    <a:pt x="1217988" y="6620"/>
                  </a:lnTo>
                  <a:lnTo>
                    <a:pt x="1225846" y="6598"/>
                  </a:lnTo>
                  <a:lnTo>
                    <a:pt x="1233704" y="6576"/>
                  </a:lnTo>
                  <a:lnTo>
                    <a:pt x="1241562" y="6554"/>
                  </a:lnTo>
                  <a:lnTo>
                    <a:pt x="1249420" y="6532"/>
                  </a:lnTo>
                  <a:lnTo>
                    <a:pt x="1257278" y="6514"/>
                  </a:lnTo>
                  <a:lnTo>
                    <a:pt x="1265136" y="6496"/>
                  </a:lnTo>
                  <a:lnTo>
                    <a:pt x="1272994" y="6475"/>
                  </a:lnTo>
                  <a:lnTo>
                    <a:pt x="1280852" y="6443"/>
                  </a:lnTo>
                  <a:lnTo>
                    <a:pt x="1288710" y="6411"/>
                  </a:lnTo>
                  <a:lnTo>
                    <a:pt x="1296568" y="6387"/>
                  </a:lnTo>
                  <a:lnTo>
                    <a:pt x="1304426" y="6363"/>
                  </a:lnTo>
                  <a:lnTo>
                    <a:pt x="1312284" y="6339"/>
                  </a:lnTo>
                  <a:lnTo>
                    <a:pt x="1320142" y="6314"/>
                  </a:lnTo>
                  <a:lnTo>
                    <a:pt x="1328000" y="6289"/>
                  </a:lnTo>
                  <a:lnTo>
                    <a:pt x="1335858" y="6263"/>
                  </a:lnTo>
                  <a:lnTo>
                    <a:pt x="1343716" y="6237"/>
                  </a:lnTo>
                  <a:lnTo>
                    <a:pt x="1351574" y="6211"/>
                  </a:lnTo>
                  <a:lnTo>
                    <a:pt x="1359432" y="6184"/>
                  </a:lnTo>
                  <a:lnTo>
                    <a:pt x="1367290" y="6157"/>
                  </a:lnTo>
                  <a:lnTo>
                    <a:pt x="1375148" y="6129"/>
                  </a:lnTo>
                  <a:lnTo>
                    <a:pt x="1383006" y="6101"/>
                  </a:lnTo>
                  <a:lnTo>
                    <a:pt x="1390864" y="6073"/>
                  </a:lnTo>
                  <a:lnTo>
                    <a:pt x="1398722" y="6044"/>
                  </a:lnTo>
                  <a:lnTo>
                    <a:pt x="1406580" y="6015"/>
                  </a:lnTo>
                  <a:lnTo>
                    <a:pt x="1414438" y="5985"/>
                  </a:lnTo>
                  <a:lnTo>
                    <a:pt x="1422296" y="5955"/>
                  </a:lnTo>
                  <a:lnTo>
                    <a:pt x="1430154" y="5924"/>
                  </a:lnTo>
                  <a:lnTo>
                    <a:pt x="1438012" y="5893"/>
                  </a:lnTo>
                  <a:lnTo>
                    <a:pt x="1445870" y="5861"/>
                  </a:lnTo>
                  <a:lnTo>
                    <a:pt x="1453728" y="5826"/>
                  </a:lnTo>
                  <a:lnTo>
                    <a:pt x="1461586" y="5791"/>
                  </a:lnTo>
                  <a:lnTo>
                    <a:pt x="1469444" y="5751"/>
                  </a:lnTo>
                  <a:lnTo>
                    <a:pt x="1477302" y="5708"/>
                  </a:lnTo>
                  <a:lnTo>
                    <a:pt x="1485160" y="5664"/>
                  </a:lnTo>
                  <a:lnTo>
                    <a:pt x="1493018" y="5623"/>
                  </a:lnTo>
                  <a:lnTo>
                    <a:pt x="1500876" y="5591"/>
                  </a:lnTo>
                  <a:lnTo>
                    <a:pt x="1508734" y="5539"/>
                  </a:lnTo>
                  <a:lnTo>
                    <a:pt x="1516592" y="5483"/>
                  </a:lnTo>
                  <a:lnTo>
                    <a:pt x="1524450" y="5435"/>
                  </a:lnTo>
                  <a:lnTo>
                    <a:pt x="1532308" y="5393"/>
                  </a:lnTo>
                  <a:lnTo>
                    <a:pt x="1540166" y="5350"/>
                  </a:lnTo>
                  <a:lnTo>
                    <a:pt x="1548024" y="5307"/>
                  </a:lnTo>
                  <a:lnTo>
                    <a:pt x="1555882" y="5263"/>
                  </a:lnTo>
                  <a:lnTo>
                    <a:pt x="1563740" y="5218"/>
                  </a:lnTo>
                  <a:lnTo>
                    <a:pt x="1571598" y="5173"/>
                  </a:lnTo>
                  <a:lnTo>
                    <a:pt x="1579456" y="5126"/>
                  </a:lnTo>
                  <a:lnTo>
                    <a:pt x="1587314" y="5073"/>
                  </a:lnTo>
                  <a:lnTo>
                    <a:pt x="1595172" y="5018"/>
                  </a:lnTo>
                  <a:lnTo>
                    <a:pt x="1603030" y="4962"/>
                  </a:lnTo>
                  <a:lnTo>
                    <a:pt x="1610888" y="4905"/>
                  </a:lnTo>
                  <a:lnTo>
                    <a:pt x="1618746" y="4852"/>
                  </a:lnTo>
                  <a:lnTo>
                    <a:pt x="1626604" y="4806"/>
                  </a:lnTo>
                  <a:lnTo>
                    <a:pt x="1634462" y="4746"/>
                  </a:lnTo>
                  <a:lnTo>
                    <a:pt x="1642320" y="4684"/>
                  </a:lnTo>
                  <a:lnTo>
                    <a:pt x="1650178" y="4619"/>
                  </a:lnTo>
                  <a:lnTo>
                    <a:pt x="1658036" y="4552"/>
                  </a:lnTo>
                  <a:lnTo>
                    <a:pt x="1665894" y="4483"/>
                  </a:lnTo>
                  <a:lnTo>
                    <a:pt x="1673752" y="4413"/>
                  </a:lnTo>
                  <a:lnTo>
                    <a:pt x="1681610" y="4342"/>
                  </a:lnTo>
                  <a:lnTo>
                    <a:pt x="1689468" y="4269"/>
                  </a:lnTo>
                  <a:lnTo>
                    <a:pt x="1697326" y="4194"/>
                  </a:lnTo>
                  <a:lnTo>
                    <a:pt x="1705184" y="4137"/>
                  </a:lnTo>
                  <a:lnTo>
                    <a:pt x="1713042" y="4067"/>
                  </a:lnTo>
                  <a:lnTo>
                    <a:pt x="1720900" y="3992"/>
                  </a:lnTo>
                  <a:lnTo>
                    <a:pt x="1728758" y="3915"/>
                  </a:lnTo>
                  <a:lnTo>
                    <a:pt x="1736616" y="3840"/>
                  </a:lnTo>
                  <a:lnTo>
                    <a:pt x="1744474" y="3779"/>
                  </a:lnTo>
                  <a:lnTo>
                    <a:pt x="1752332" y="3726"/>
                  </a:lnTo>
                  <a:lnTo>
                    <a:pt x="1760190" y="3671"/>
                  </a:lnTo>
                  <a:lnTo>
                    <a:pt x="1768048" y="3617"/>
                  </a:lnTo>
                  <a:lnTo>
                    <a:pt x="1775906" y="3534"/>
                  </a:lnTo>
                  <a:lnTo>
                    <a:pt x="1783764" y="3452"/>
                  </a:lnTo>
                  <a:lnTo>
                    <a:pt x="1791622" y="3394"/>
                  </a:lnTo>
                  <a:lnTo>
                    <a:pt x="1799480" y="3336"/>
                  </a:lnTo>
                  <a:lnTo>
                    <a:pt x="1807338" y="3278"/>
                  </a:lnTo>
                  <a:lnTo>
                    <a:pt x="1815196" y="3219"/>
                  </a:lnTo>
                  <a:lnTo>
                    <a:pt x="1823054" y="3157"/>
                  </a:lnTo>
                  <a:lnTo>
                    <a:pt x="1830912" y="3066"/>
                  </a:lnTo>
                  <a:lnTo>
                    <a:pt x="1838770" y="2974"/>
                  </a:lnTo>
                  <a:lnTo>
                    <a:pt x="1846628" y="2879"/>
                  </a:lnTo>
                  <a:lnTo>
                    <a:pt x="1854486" y="2799"/>
                  </a:lnTo>
                  <a:lnTo>
                    <a:pt x="1862344" y="2721"/>
                  </a:lnTo>
                  <a:lnTo>
                    <a:pt x="1870202" y="2641"/>
                  </a:lnTo>
                  <a:lnTo>
                    <a:pt x="1878060" y="2541"/>
                  </a:lnTo>
                  <a:lnTo>
                    <a:pt x="1885918" y="2436"/>
                  </a:lnTo>
                  <a:lnTo>
                    <a:pt x="1893776" y="2329"/>
                  </a:lnTo>
                  <a:lnTo>
                    <a:pt x="1901634" y="2220"/>
                  </a:lnTo>
                  <a:lnTo>
                    <a:pt x="1909492" y="2108"/>
                  </a:lnTo>
                  <a:lnTo>
                    <a:pt x="1917350" y="1994"/>
                  </a:lnTo>
                  <a:lnTo>
                    <a:pt x="1925208" y="1879"/>
                  </a:lnTo>
                  <a:lnTo>
                    <a:pt x="1933066" y="1762"/>
                  </a:lnTo>
                  <a:lnTo>
                    <a:pt x="1940924" y="1652"/>
                  </a:lnTo>
                  <a:lnTo>
                    <a:pt x="1948782" y="1538"/>
                  </a:lnTo>
                  <a:lnTo>
                    <a:pt x="1956640" y="1410"/>
                  </a:lnTo>
                  <a:lnTo>
                    <a:pt x="1964498" y="1281"/>
                  </a:lnTo>
                  <a:lnTo>
                    <a:pt x="1972356" y="1148"/>
                  </a:lnTo>
                  <a:lnTo>
                    <a:pt x="1980214" y="1013"/>
                  </a:lnTo>
                  <a:lnTo>
                    <a:pt x="1988072" y="876"/>
                  </a:lnTo>
                  <a:lnTo>
                    <a:pt x="1995930" y="735"/>
                  </a:lnTo>
                  <a:lnTo>
                    <a:pt x="2003788" y="592"/>
                  </a:lnTo>
                  <a:lnTo>
                    <a:pt x="2011646" y="446"/>
                  </a:lnTo>
                  <a:lnTo>
                    <a:pt x="2019504" y="300"/>
                  </a:lnTo>
                  <a:lnTo>
                    <a:pt x="2027362" y="151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6" name="pl175"/>
            <p:cNvSpPr/>
            <p:nvPr/>
          </p:nvSpPr>
          <p:spPr>
            <a:xfrm>
              <a:off x="3608036" y="4956763"/>
              <a:ext cx="2035220" cy="79"/>
            </a:xfrm>
            <a:custGeom>
              <a:avLst/>
              <a:pathLst>
                <a:path w="2035220" h="79">
                  <a:moveTo>
                    <a:pt x="2035220" y="7"/>
                  </a:moveTo>
                  <a:lnTo>
                    <a:pt x="2027362" y="7"/>
                  </a:lnTo>
                  <a:lnTo>
                    <a:pt x="2019504" y="7"/>
                  </a:lnTo>
                  <a:lnTo>
                    <a:pt x="2011646" y="7"/>
                  </a:lnTo>
                  <a:lnTo>
                    <a:pt x="2003788" y="7"/>
                  </a:lnTo>
                  <a:lnTo>
                    <a:pt x="1995930" y="7"/>
                  </a:lnTo>
                  <a:lnTo>
                    <a:pt x="1988072" y="7"/>
                  </a:lnTo>
                  <a:lnTo>
                    <a:pt x="1980214" y="7"/>
                  </a:lnTo>
                  <a:lnTo>
                    <a:pt x="1972356" y="7"/>
                  </a:lnTo>
                  <a:lnTo>
                    <a:pt x="1964498" y="7"/>
                  </a:lnTo>
                  <a:lnTo>
                    <a:pt x="1956640" y="8"/>
                  </a:lnTo>
                  <a:lnTo>
                    <a:pt x="1948782" y="7"/>
                  </a:lnTo>
                  <a:lnTo>
                    <a:pt x="1940924" y="7"/>
                  </a:lnTo>
                  <a:lnTo>
                    <a:pt x="1933066" y="7"/>
                  </a:lnTo>
                  <a:lnTo>
                    <a:pt x="1925208" y="7"/>
                  </a:lnTo>
                  <a:lnTo>
                    <a:pt x="1917350" y="7"/>
                  </a:lnTo>
                  <a:lnTo>
                    <a:pt x="1909492" y="7"/>
                  </a:lnTo>
                  <a:lnTo>
                    <a:pt x="1901634" y="7"/>
                  </a:lnTo>
                  <a:lnTo>
                    <a:pt x="1893776" y="7"/>
                  </a:lnTo>
                  <a:lnTo>
                    <a:pt x="1885918" y="7"/>
                  </a:lnTo>
                  <a:lnTo>
                    <a:pt x="1878060" y="7"/>
                  </a:lnTo>
                  <a:lnTo>
                    <a:pt x="1870202" y="7"/>
                  </a:lnTo>
                  <a:lnTo>
                    <a:pt x="1862344" y="7"/>
                  </a:lnTo>
                  <a:lnTo>
                    <a:pt x="1854486" y="6"/>
                  </a:lnTo>
                  <a:lnTo>
                    <a:pt x="1846628" y="6"/>
                  </a:lnTo>
                  <a:lnTo>
                    <a:pt x="1838770" y="6"/>
                  </a:lnTo>
                  <a:lnTo>
                    <a:pt x="1830912" y="6"/>
                  </a:lnTo>
                  <a:lnTo>
                    <a:pt x="1823054" y="6"/>
                  </a:lnTo>
                  <a:lnTo>
                    <a:pt x="1815196" y="5"/>
                  </a:lnTo>
                  <a:lnTo>
                    <a:pt x="1807338" y="5"/>
                  </a:lnTo>
                  <a:lnTo>
                    <a:pt x="1799480" y="5"/>
                  </a:lnTo>
                  <a:lnTo>
                    <a:pt x="1791622" y="5"/>
                  </a:lnTo>
                  <a:lnTo>
                    <a:pt x="1783764" y="5"/>
                  </a:lnTo>
                  <a:lnTo>
                    <a:pt x="1775906" y="4"/>
                  </a:lnTo>
                  <a:lnTo>
                    <a:pt x="1768048" y="4"/>
                  </a:lnTo>
                  <a:lnTo>
                    <a:pt x="1760190" y="4"/>
                  </a:lnTo>
                  <a:lnTo>
                    <a:pt x="1752332" y="4"/>
                  </a:lnTo>
                  <a:lnTo>
                    <a:pt x="1744474" y="4"/>
                  </a:lnTo>
                  <a:lnTo>
                    <a:pt x="1736616" y="4"/>
                  </a:lnTo>
                  <a:lnTo>
                    <a:pt x="1728758" y="4"/>
                  </a:lnTo>
                  <a:lnTo>
                    <a:pt x="1720900" y="4"/>
                  </a:lnTo>
                  <a:lnTo>
                    <a:pt x="1713042" y="4"/>
                  </a:lnTo>
                  <a:lnTo>
                    <a:pt x="1705184" y="4"/>
                  </a:lnTo>
                  <a:lnTo>
                    <a:pt x="1697326" y="4"/>
                  </a:lnTo>
                  <a:lnTo>
                    <a:pt x="1689468" y="3"/>
                  </a:lnTo>
                  <a:lnTo>
                    <a:pt x="1681610" y="3"/>
                  </a:lnTo>
                  <a:lnTo>
                    <a:pt x="1673752" y="3"/>
                  </a:lnTo>
                  <a:lnTo>
                    <a:pt x="1665894" y="3"/>
                  </a:lnTo>
                  <a:lnTo>
                    <a:pt x="1658036" y="3"/>
                  </a:lnTo>
                  <a:lnTo>
                    <a:pt x="1650178" y="3"/>
                  </a:lnTo>
                  <a:lnTo>
                    <a:pt x="1642320" y="3"/>
                  </a:lnTo>
                  <a:lnTo>
                    <a:pt x="1634462" y="3"/>
                  </a:lnTo>
                  <a:lnTo>
                    <a:pt x="1626604" y="3"/>
                  </a:lnTo>
                  <a:lnTo>
                    <a:pt x="1618746" y="2"/>
                  </a:lnTo>
                  <a:lnTo>
                    <a:pt x="1610888" y="2"/>
                  </a:lnTo>
                  <a:lnTo>
                    <a:pt x="1603030" y="3"/>
                  </a:lnTo>
                  <a:lnTo>
                    <a:pt x="1595172" y="3"/>
                  </a:lnTo>
                  <a:lnTo>
                    <a:pt x="1587314" y="2"/>
                  </a:lnTo>
                  <a:lnTo>
                    <a:pt x="1579456" y="2"/>
                  </a:lnTo>
                  <a:lnTo>
                    <a:pt x="1571598" y="2"/>
                  </a:lnTo>
                  <a:lnTo>
                    <a:pt x="1563740" y="2"/>
                  </a:lnTo>
                  <a:lnTo>
                    <a:pt x="1555882" y="1"/>
                  </a:lnTo>
                  <a:lnTo>
                    <a:pt x="1548024" y="1"/>
                  </a:lnTo>
                  <a:lnTo>
                    <a:pt x="1540166" y="1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1"/>
                  </a:lnTo>
                  <a:lnTo>
                    <a:pt x="1438012" y="1"/>
                  </a:lnTo>
                  <a:lnTo>
                    <a:pt x="1430154" y="1"/>
                  </a:lnTo>
                  <a:lnTo>
                    <a:pt x="1422296" y="1"/>
                  </a:lnTo>
                  <a:lnTo>
                    <a:pt x="1414438" y="1"/>
                  </a:lnTo>
                  <a:lnTo>
                    <a:pt x="1406580" y="1"/>
                  </a:lnTo>
                  <a:lnTo>
                    <a:pt x="1398722" y="1"/>
                  </a:lnTo>
                  <a:lnTo>
                    <a:pt x="1390864" y="1"/>
                  </a:lnTo>
                  <a:lnTo>
                    <a:pt x="1383006" y="1"/>
                  </a:lnTo>
                  <a:lnTo>
                    <a:pt x="1375148" y="2"/>
                  </a:lnTo>
                  <a:lnTo>
                    <a:pt x="1367290" y="1"/>
                  </a:lnTo>
                  <a:lnTo>
                    <a:pt x="1359432" y="1"/>
                  </a:lnTo>
                  <a:lnTo>
                    <a:pt x="1351574" y="1"/>
                  </a:lnTo>
                  <a:lnTo>
                    <a:pt x="1343716" y="1"/>
                  </a:lnTo>
                  <a:lnTo>
                    <a:pt x="1335858" y="0"/>
                  </a:lnTo>
                  <a:lnTo>
                    <a:pt x="1328000" y="1"/>
                  </a:lnTo>
                  <a:lnTo>
                    <a:pt x="1320142" y="1"/>
                  </a:lnTo>
                  <a:lnTo>
                    <a:pt x="1312284" y="2"/>
                  </a:lnTo>
                  <a:lnTo>
                    <a:pt x="1304426" y="1"/>
                  </a:lnTo>
                  <a:lnTo>
                    <a:pt x="1296568" y="1"/>
                  </a:lnTo>
                  <a:lnTo>
                    <a:pt x="1288710" y="1"/>
                  </a:lnTo>
                  <a:lnTo>
                    <a:pt x="1280852" y="1"/>
                  </a:lnTo>
                  <a:lnTo>
                    <a:pt x="1272994" y="1"/>
                  </a:lnTo>
                  <a:lnTo>
                    <a:pt x="1265136" y="1"/>
                  </a:lnTo>
                  <a:lnTo>
                    <a:pt x="1257278" y="1"/>
                  </a:lnTo>
                  <a:lnTo>
                    <a:pt x="1249420" y="1"/>
                  </a:lnTo>
                  <a:lnTo>
                    <a:pt x="1241562" y="1"/>
                  </a:lnTo>
                  <a:lnTo>
                    <a:pt x="1233704" y="1"/>
                  </a:lnTo>
                  <a:lnTo>
                    <a:pt x="1225846" y="1"/>
                  </a:lnTo>
                  <a:lnTo>
                    <a:pt x="1217988" y="1"/>
                  </a:lnTo>
                  <a:lnTo>
                    <a:pt x="1210130" y="1"/>
                  </a:lnTo>
                  <a:lnTo>
                    <a:pt x="1202272" y="2"/>
                  </a:lnTo>
                  <a:lnTo>
                    <a:pt x="1194414" y="2"/>
                  </a:lnTo>
                  <a:lnTo>
                    <a:pt x="1186556" y="2"/>
                  </a:lnTo>
                  <a:lnTo>
                    <a:pt x="1178698" y="2"/>
                  </a:lnTo>
                  <a:lnTo>
                    <a:pt x="1170840" y="2"/>
                  </a:lnTo>
                  <a:lnTo>
                    <a:pt x="1162982" y="2"/>
                  </a:lnTo>
                  <a:lnTo>
                    <a:pt x="1155124" y="2"/>
                  </a:lnTo>
                  <a:lnTo>
                    <a:pt x="1147266" y="2"/>
                  </a:lnTo>
                  <a:lnTo>
                    <a:pt x="1139408" y="2"/>
                  </a:lnTo>
                  <a:lnTo>
                    <a:pt x="1131550" y="2"/>
                  </a:lnTo>
                  <a:lnTo>
                    <a:pt x="1123692" y="2"/>
                  </a:lnTo>
                  <a:lnTo>
                    <a:pt x="1115834" y="2"/>
                  </a:lnTo>
                  <a:lnTo>
                    <a:pt x="1107976" y="3"/>
                  </a:lnTo>
                  <a:lnTo>
                    <a:pt x="1100118" y="2"/>
                  </a:lnTo>
                  <a:lnTo>
                    <a:pt x="1092260" y="3"/>
                  </a:lnTo>
                  <a:lnTo>
                    <a:pt x="1084402" y="3"/>
                  </a:lnTo>
                  <a:lnTo>
                    <a:pt x="1076544" y="4"/>
                  </a:lnTo>
                  <a:lnTo>
                    <a:pt x="1068686" y="3"/>
                  </a:lnTo>
                  <a:lnTo>
                    <a:pt x="1060828" y="3"/>
                  </a:lnTo>
                  <a:lnTo>
                    <a:pt x="1052970" y="3"/>
                  </a:lnTo>
                  <a:lnTo>
                    <a:pt x="1045112" y="3"/>
                  </a:lnTo>
                  <a:lnTo>
                    <a:pt x="1037254" y="3"/>
                  </a:lnTo>
                  <a:lnTo>
                    <a:pt x="1029397" y="3"/>
                  </a:lnTo>
                  <a:lnTo>
                    <a:pt x="1021539" y="3"/>
                  </a:lnTo>
                  <a:lnTo>
                    <a:pt x="1013681" y="3"/>
                  </a:lnTo>
                  <a:lnTo>
                    <a:pt x="1005823" y="4"/>
                  </a:lnTo>
                  <a:lnTo>
                    <a:pt x="997965" y="4"/>
                  </a:lnTo>
                  <a:lnTo>
                    <a:pt x="990107" y="4"/>
                  </a:lnTo>
                  <a:lnTo>
                    <a:pt x="982249" y="4"/>
                  </a:lnTo>
                  <a:lnTo>
                    <a:pt x="974391" y="5"/>
                  </a:lnTo>
                  <a:lnTo>
                    <a:pt x="966533" y="5"/>
                  </a:lnTo>
                  <a:lnTo>
                    <a:pt x="958675" y="5"/>
                  </a:lnTo>
                  <a:lnTo>
                    <a:pt x="950817" y="5"/>
                  </a:lnTo>
                  <a:lnTo>
                    <a:pt x="942959" y="5"/>
                  </a:lnTo>
                  <a:lnTo>
                    <a:pt x="935101" y="5"/>
                  </a:lnTo>
                  <a:lnTo>
                    <a:pt x="927243" y="5"/>
                  </a:lnTo>
                  <a:lnTo>
                    <a:pt x="919385" y="5"/>
                  </a:lnTo>
                  <a:lnTo>
                    <a:pt x="911527" y="5"/>
                  </a:lnTo>
                  <a:lnTo>
                    <a:pt x="903669" y="6"/>
                  </a:lnTo>
                  <a:lnTo>
                    <a:pt x="895811" y="6"/>
                  </a:lnTo>
                  <a:lnTo>
                    <a:pt x="887953" y="7"/>
                  </a:lnTo>
                  <a:lnTo>
                    <a:pt x="880095" y="7"/>
                  </a:lnTo>
                  <a:lnTo>
                    <a:pt x="872237" y="8"/>
                  </a:lnTo>
                  <a:lnTo>
                    <a:pt x="864379" y="8"/>
                  </a:lnTo>
                  <a:lnTo>
                    <a:pt x="856521" y="8"/>
                  </a:lnTo>
                  <a:lnTo>
                    <a:pt x="848663" y="8"/>
                  </a:lnTo>
                  <a:lnTo>
                    <a:pt x="840805" y="8"/>
                  </a:lnTo>
                  <a:lnTo>
                    <a:pt x="832947" y="9"/>
                  </a:lnTo>
                  <a:lnTo>
                    <a:pt x="825089" y="9"/>
                  </a:lnTo>
                  <a:lnTo>
                    <a:pt x="817231" y="10"/>
                  </a:lnTo>
                  <a:lnTo>
                    <a:pt x="809373" y="10"/>
                  </a:lnTo>
                  <a:lnTo>
                    <a:pt x="801515" y="10"/>
                  </a:lnTo>
                  <a:lnTo>
                    <a:pt x="793657" y="10"/>
                  </a:lnTo>
                  <a:lnTo>
                    <a:pt x="785799" y="11"/>
                  </a:lnTo>
                  <a:lnTo>
                    <a:pt x="777941" y="12"/>
                  </a:lnTo>
                  <a:lnTo>
                    <a:pt x="770083" y="13"/>
                  </a:lnTo>
                  <a:lnTo>
                    <a:pt x="762225" y="13"/>
                  </a:lnTo>
                  <a:lnTo>
                    <a:pt x="754367" y="13"/>
                  </a:lnTo>
                  <a:lnTo>
                    <a:pt x="746509" y="14"/>
                  </a:lnTo>
                  <a:lnTo>
                    <a:pt x="738651" y="14"/>
                  </a:lnTo>
                  <a:lnTo>
                    <a:pt x="730793" y="14"/>
                  </a:lnTo>
                  <a:lnTo>
                    <a:pt x="722935" y="14"/>
                  </a:lnTo>
                  <a:lnTo>
                    <a:pt x="715077" y="14"/>
                  </a:lnTo>
                  <a:lnTo>
                    <a:pt x="707219" y="15"/>
                  </a:lnTo>
                  <a:lnTo>
                    <a:pt x="699361" y="16"/>
                  </a:lnTo>
                  <a:lnTo>
                    <a:pt x="691503" y="16"/>
                  </a:lnTo>
                  <a:lnTo>
                    <a:pt x="683645" y="16"/>
                  </a:lnTo>
                  <a:lnTo>
                    <a:pt x="675787" y="17"/>
                  </a:lnTo>
                  <a:lnTo>
                    <a:pt x="667929" y="17"/>
                  </a:lnTo>
                  <a:lnTo>
                    <a:pt x="660071" y="18"/>
                  </a:lnTo>
                  <a:lnTo>
                    <a:pt x="652213" y="19"/>
                  </a:lnTo>
                  <a:lnTo>
                    <a:pt x="644355" y="20"/>
                  </a:lnTo>
                  <a:lnTo>
                    <a:pt x="636497" y="20"/>
                  </a:lnTo>
                  <a:lnTo>
                    <a:pt x="628639" y="20"/>
                  </a:lnTo>
                  <a:lnTo>
                    <a:pt x="620781" y="20"/>
                  </a:lnTo>
                  <a:lnTo>
                    <a:pt x="612923" y="21"/>
                  </a:lnTo>
                  <a:lnTo>
                    <a:pt x="605065" y="22"/>
                  </a:lnTo>
                  <a:lnTo>
                    <a:pt x="597207" y="23"/>
                  </a:lnTo>
                  <a:lnTo>
                    <a:pt x="589349" y="24"/>
                  </a:lnTo>
                  <a:lnTo>
                    <a:pt x="581491" y="24"/>
                  </a:lnTo>
                  <a:lnTo>
                    <a:pt x="573633" y="25"/>
                  </a:lnTo>
                  <a:lnTo>
                    <a:pt x="565775" y="26"/>
                  </a:lnTo>
                  <a:lnTo>
                    <a:pt x="557917" y="26"/>
                  </a:lnTo>
                  <a:lnTo>
                    <a:pt x="550059" y="27"/>
                  </a:lnTo>
                  <a:lnTo>
                    <a:pt x="542201" y="28"/>
                  </a:lnTo>
                  <a:lnTo>
                    <a:pt x="534343" y="29"/>
                  </a:lnTo>
                  <a:lnTo>
                    <a:pt x="526485" y="30"/>
                  </a:lnTo>
                  <a:lnTo>
                    <a:pt x="518627" y="31"/>
                  </a:lnTo>
                  <a:lnTo>
                    <a:pt x="510769" y="32"/>
                  </a:lnTo>
                  <a:lnTo>
                    <a:pt x="502911" y="33"/>
                  </a:lnTo>
                  <a:lnTo>
                    <a:pt x="495053" y="33"/>
                  </a:lnTo>
                  <a:lnTo>
                    <a:pt x="487195" y="34"/>
                  </a:lnTo>
                  <a:lnTo>
                    <a:pt x="479337" y="35"/>
                  </a:lnTo>
                  <a:lnTo>
                    <a:pt x="471479" y="36"/>
                  </a:lnTo>
                  <a:lnTo>
                    <a:pt x="463621" y="37"/>
                  </a:lnTo>
                  <a:lnTo>
                    <a:pt x="455763" y="38"/>
                  </a:lnTo>
                  <a:lnTo>
                    <a:pt x="447905" y="38"/>
                  </a:lnTo>
                  <a:lnTo>
                    <a:pt x="440047" y="39"/>
                  </a:lnTo>
                  <a:lnTo>
                    <a:pt x="432189" y="40"/>
                  </a:lnTo>
                  <a:lnTo>
                    <a:pt x="424331" y="41"/>
                  </a:lnTo>
                  <a:lnTo>
                    <a:pt x="416473" y="42"/>
                  </a:lnTo>
                  <a:lnTo>
                    <a:pt x="408615" y="43"/>
                  </a:lnTo>
                  <a:lnTo>
                    <a:pt x="400757" y="43"/>
                  </a:lnTo>
                  <a:lnTo>
                    <a:pt x="392899" y="44"/>
                  </a:lnTo>
                  <a:lnTo>
                    <a:pt x="385041" y="44"/>
                  </a:lnTo>
                  <a:lnTo>
                    <a:pt x="377183" y="44"/>
                  </a:lnTo>
                  <a:lnTo>
                    <a:pt x="369325" y="45"/>
                  </a:lnTo>
                  <a:lnTo>
                    <a:pt x="361467" y="46"/>
                  </a:lnTo>
                  <a:lnTo>
                    <a:pt x="353609" y="47"/>
                  </a:lnTo>
                  <a:lnTo>
                    <a:pt x="345751" y="47"/>
                  </a:lnTo>
                  <a:lnTo>
                    <a:pt x="337893" y="48"/>
                  </a:lnTo>
                  <a:lnTo>
                    <a:pt x="330035" y="49"/>
                  </a:lnTo>
                  <a:lnTo>
                    <a:pt x="322177" y="50"/>
                  </a:lnTo>
                  <a:lnTo>
                    <a:pt x="314319" y="51"/>
                  </a:lnTo>
                  <a:lnTo>
                    <a:pt x="306461" y="52"/>
                  </a:lnTo>
                  <a:lnTo>
                    <a:pt x="298603" y="52"/>
                  </a:lnTo>
                  <a:lnTo>
                    <a:pt x="290745" y="53"/>
                  </a:lnTo>
                  <a:lnTo>
                    <a:pt x="282887" y="54"/>
                  </a:lnTo>
                  <a:lnTo>
                    <a:pt x="275029" y="54"/>
                  </a:lnTo>
                  <a:lnTo>
                    <a:pt x="267171" y="55"/>
                  </a:lnTo>
                  <a:lnTo>
                    <a:pt x="259313" y="56"/>
                  </a:lnTo>
                  <a:lnTo>
                    <a:pt x="251455" y="56"/>
                  </a:lnTo>
                  <a:lnTo>
                    <a:pt x="243597" y="57"/>
                  </a:lnTo>
                  <a:lnTo>
                    <a:pt x="235739" y="58"/>
                  </a:lnTo>
                  <a:lnTo>
                    <a:pt x="227881" y="59"/>
                  </a:lnTo>
                  <a:lnTo>
                    <a:pt x="220023" y="60"/>
                  </a:lnTo>
                  <a:lnTo>
                    <a:pt x="212165" y="61"/>
                  </a:lnTo>
                  <a:lnTo>
                    <a:pt x="204307" y="61"/>
                  </a:lnTo>
                  <a:lnTo>
                    <a:pt x="196449" y="62"/>
                  </a:lnTo>
                  <a:lnTo>
                    <a:pt x="188591" y="63"/>
                  </a:lnTo>
                  <a:lnTo>
                    <a:pt x="180733" y="63"/>
                  </a:lnTo>
                  <a:lnTo>
                    <a:pt x="172875" y="64"/>
                  </a:lnTo>
                  <a:lnTo>
                    <a:pt x="165017" y="65"/>
                  </a:lnTo>
                  <a:lnTo>
                    <a:pt x="157159" y="66"/>
                  </a:lnTo>
                  <a:lnTo>
                    <a:pt x="149301" y="67"/>
                  </a:lnTo>
                  <a:lnTo>
                    <a:pt x="141443" y="67"/>
                  </a:lnTo>
                  <a:lnTo>
                    <a:pt x="133585" y="68"/>
                  </a:lnTo>
                  <a:lnTo>
                    <a:pt x="125727" y="69"/>
                  </a:lnTo>
                  <a:lnTo>
                    <a:pt x="117869" y="69"/>
                  </a:lnTo>
                  <a:lnTo>
                    <a:pt x="110011" y="70"/>
                  </a:lnTo>
                  <a:lnTo>
                    <a:pt x="102153" y="71"/>
                  </a:lnTo>
                  <a:lnTo>
                    <a:pt x="94295" y="71"/>
                  </a:lnTo>
                  <a:lnTo>
                    <a:pt x="86437" y="72"/>
                  </a:lnTo>
                  <a:lnTo>
                    <a:pt x="78579" y="72"/>
                  </a:lnTo>
                  <a:lnTo>
                    <a:pt x="70721" y="73"/>
                  </a:lnTo>
                  <a:lnTo>
                    <a:pt x="62863" y="74"/>
                  </a:lnTo>
                  <a:lnTo>
                    <a:pt x="55005" y="74"/>
                  </a:lnTo>
                  <a:lnTo>
                    <a:pt x="47147" y="75"/>
                  </a:lnTo>
                  <a:lnTo>
                    <a:pt x="39289" y="76"/>
                  </a:lnTo>
                  <a:lnTo>
                    <a:pt x="31431" y="76"/>
                  </a:lnTo>
                  <a:lnTo>
                    <a:pt x="23573" y="77"/>
                  </a:lnTo>
                  <a:lnTo>
                    <a:pt x="15715" y="78"/>
                  </a:lnTo>
                  <a:lnTo>
                    <a:pt x="7857" y="78"/>
                  </a:lnTo>
                  <a:lnTo>
                    <a:pt x="0" y="7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7" name="pg176"/>
            <p:cNvSpPr/>
            <p:nvPr/>
          </p:nvSpPr>
          <p:spPr>
            <a:xfrm>
              <a:off x="3608036" y="4956429"/>
              <a:ext cx="2035220" cy="448"/>
            </a:xfrm>
            <a:custGeom>
              <a:avLst/>
              <a:pathLst>
                <a:path w="2035220" h="448">
                  <a:moveTo>
                    <a:pt x="0" y="0"/>
                  </a:moveTo>
                  <a:lnTo>
                    <a:pt x="7857" y="7"/>
                  </a:lnTo>
                  <a:lnTo>
                    <a:pt x="15715" y="14"/>
                  </a:lnTo>
                  <a:lnTo>
                    <a:pt x="23573" y="21"/>
                  </a:lnTo>
                  <a:lnTo>
                    <a:pt x="31431" y="28"/>
                  </a:lnTo>
                  <a:lnTo>
                    <a:pt x="39289" y="34"/>
                  </a:lnTo>
                  <a:lnTo>
                    <a:pt x="47147" y="41"/>
                  </a:lnTo>
                  <a:lnTo>
                    <a:pt x="55005" y="47"/>
                  </a:lnTo>
                  <a:lnTo>
                    <a:pt x="62863" y="52"/>
                  </a:lnTo>
                  <a:lnTo>
                    <a:pt x="70721" y="57"/>
                  </a:lnTo>
                  <a:lnTo>
                    <a:pt x="78579" y="63"/>
                  </a:lnTo>
                  <a:lnTo>
                    <a:pt x="86437" y="67"/>
                  </a:lnTo>
                  <a:lnTo>
                    <a:pt x="94295" y="73"/>
                  </a:lnTo>
                  <a:lnTo>
                    <a:pt x="102153" y="77"/>
                  </a:lnTo>
                  <a:lnTo>
                    <a:pt x="110011" y="82"/>
                  </a:lnTo>
                  <a:lnTo>
                    <a:pt x="117869" y="87"/>
                  </a:lnTo>
                  <a:lnTo>
                    <a:pt x="125727" y="92"/>
                  </a:lnTo>
                  <a:lnTo>
                    <a:pt x="133585" y="97"/>
                  </a:lnTo>
                  <a:lnTo>
                    <a:pt x="141443" y="101"/>
                  </a:lnTo>
                  <a:lnTo>
                    <a:pt x="149301" y="106"/>
                  </a:lnTo>
                  <a:lnTo>
                    <a:pt x="157159" y="110"/>
                  </a:lnTo>
                  <a:lnTo>
                    <a:pt x="165017" y="117"/>
                  </a:lnTo>
                  <a:lnTo>
                    <a:pt x="172875" y="120"/>
                  </a:lnTo>
                  <a:lnTo>
                    <a:pt x="180733" y="125"/>
                  </a:lnTo>
                  <a:lnTo>
                    <a:pt x="188591" y="129"/>
                  </a:lnTo>
                  <a:lnTo>
                    <a:pt x="196449" y="133"/>
                  </a:lnTo>
                  <a:lnTo>
                    <a:pt x="204307" y="137"/>
                  </a:lnTo>
                  <a:lnTo>
                    <a:pt x="212165" y="141"/>
                  </a:lnTo>
                  <a:lnTo>
                    <a:pt x="220023" y="145"/>
                  </a:lnTo>
                  <a:lnTo>
                    <a:pt x="227881" y="149"/>
                  </a:lnTo>
                  <a:lnTo>
                    <a:pt x="235739" y="153"/>
                  </a:lnTo>
                  <a:lnTo>
                    <a:pt x="243597" y="157"/>
                  </a:lnTo>
                  <a:lnTo>
                    <a:pt x="251455" y="161"/>
                  </a:lnTo>
                  <a:lnTo>
                    <a:pt x="259313" y="165"/>
                  </a:lnTo>
                  <a:lnTo>
                    <a:pt x="267171" y="169"/>
                  </a:lnTo>
                  <a:lnTo>
                    <a:pt x="275029" y="174"/>
                  </a:lnTo>
                  <a:lnTo>
                    <a:pt x="282887" y="178"/>
                  </a:lnTo>
                  <a:lnTo>
                    <a:pt x="290745" y="183"/>
                  </a:lnTo>
                  <a:lnTo>
                    <a:pt x="298603" y="187"/>
                  </a:lnTo>
                  <a:lnTo>
                    <a:pt x="306461" y="190"/>
                  </a:lnTo>
                  <a:lnTo>
                    <a:pt x="314319" y="194"/>
                  </a:lnTo>
                  <a:lnTo>
                    <a:pt x="322177" y="197"/>
                  </a:lnTo>
                  <a:lnTo>
                    <a:pt x="330035" y="200"/>
                  </a:lnTo>
                  <a:lnTo>
                    <a:pt x="337893" y="204"/>
                  </a:lnTo>
                  <a:lnTo>
                    <a:pt x="345751" y="207"/>
                  </a:lnTo>
                  <a:lnTo>
                    <a:pt x="353609" y="211"/>
                  </a:lnTo>
                  <a:lnTo>
                    <a:pt x="361467" y="214"/>
                  </a:lnTo>
                  <a:lnTo>
                    <a:pt x="369325" y="218"/>
                  </a:lnTo>
                  <a:lnTo>
                    <a:pt x="377183" y="221"/>
                  </a:lnTo>
                  <a:lnTo>
                    <a:pt x="385041" y="225"/>
                  </a:lnTo>
                  <a:lnTo>
                    <a:pt x="392899" y="228"/>
                  </a:lnTo>
                  <a:lnTo>
                    <a:pt x="400757" y="231"/>
                  </a:lnTo>
                  <a:lnTo>
                    <a:pt x="408615" y="233"/>
                  </a:lnTo>
                  <a:lnTo>
                    <a:pt x="416473" y="234"/>
                  </a:lnTo>
                  <a:lnTo>
                    <a:pt x="424331" y="236"/>
                  </a:lnTo>
                  <a:lnTo>
                    <a:pt x="432189" y="240"/>
                  </a:lnTo>
                  <a:lnTo>
                    <a:pt x="440047" y="242"/>
                  </a:lnTo>
                  <a:lnTo>
                    <a:pt x="447905" y="245"/>
                  </a:lnTo>
                  <a:lnTo>
                    <a:pt x="455763" y="246"/>
                  </a:lnTo>
                  <a:lnTo>
                    <a:pt x="463621" y="248"/>
                  </a:lnTo>
                  <a:lnTo>
                    <a:pt x="471479" y="250"/>
                  </a:lnTo>
                  <a:lnTo>
                    <a:pt x="479337" y="254"/>
                  </a:lnTo>
                  <a:lnTo>
                    <a:pt x="487195" y="257"/>
                  </a:lnTo>
                  <a:lnTo>
                    <a:pt x="495053" y="259"/>
                  </a:lnTo>
                  <a:lnTo>
                    <a:pt x="502911" y="260"/>
                  </a:lnTo>
                  <a:lnTo>
                    <a:pt x="510769" y="263"/>
                  </a:lnTo>
                  <a:lnTo>
                    <a:pt x="518627" y="265"/>
                  </a:lnTo>
                  <a:lnTo>
                    <a:pt x="526485" y="269"/>
                  </a:lnTo>
                  <a:lnTo>
                    <a:pt x="534343" y="271"/>
                  </a:lnTo>
                  <a:lnTo>
                    <a:pt x="542201" y="273"/>
                  </a:lnTo>
                  <a:lnTo>
                    <a:pt x="550059" y="275"/>
                  </a:lnTo>
                  <a:lnTo>
                    <a:pt x="557917" y="277"/>
                  </a:lnTo>
                  <a:lnTo>
                    <a:pt x="565775" y="279"/>
                  </a:lnTo>
                  <a:lnTo>
                    <a:pt x="573633" y="281"/>
                  </a:lnTo>
                  <a:lnTo>
                    <a:pt x="581491" y="283"/>
                  </a:lnTo>
                  <a:lnTo>
                    <a:pt x="589349" y="285"/>
                  </a:lnTo>
                  <a:lnTo>
                    <a:pt x="597207" y="286"/>
                  </a:lnTo>
                  <a:lnTo>
                    <a:pt x="605065" y="288"/>
                  </a:lnTo>
                  <a:lnTo>
                    <a:pt x="612923" y="290"/>
                  </a:lnTo>
                  <a:lnTo>
                    <a:pt x="620781" y="292"/>
                  </a:lnTo>
                  <a:lnTo>
                    <a:pt x="628639" y="295"/>
                  </a:lnTo>
                  <a:lnTo>
                    <a:pt x="636497" y="296"/>
                  </a:lnTo>
                  <a:lnTo>
                    <a:pt x="644355" y="297"/>
                  </a:lnTo>
                  <a:lnTo>
                    <a:pt x="652213" y="298"/>
                  </a:lnTo>
                  <a:lnTo>
                    <a:pt x="660071" y="300"/>
                  </a:lnTo>
                  <a:lnTo>
                    <a:pt x="667929" y="301"/>
                  </a:lnTo>
                  <a:lnTo>
                    <a:pt x="675787" y="302"/>
                  </a:lnTo>
                  <a:lnTo>
                    <a:pt x="683645" y="303"/>
                  </a:lnTo>
                  <a:lnTo>
                    <a:pt x="691503" y="304"/>
                  </a:lnTo>
                  <a:lnTo>
                    <a:pt x="699361" y="305"/>
                  </a:lnTo>
                  <a:lnTo>
                    <a:pt x="707219" y="306"/>
                  </a:lnTo>
                  <a:lnTo>
                    <a:pt x="715077" y="308"/>
                  </a:lnTo>
                  <a:lnTo>
                    <a:pt x="722935" y="310"/>
                  </a:lnTo>
                  <a:lnTo>
                    <a:pt x="730793" y="311"/>
                  </a:lnTo>
                  <a:lnTo>
                    <a:pt x="738651" y="313"/>
                  </a:lnTo>
                  <a:lnTo>
                    <a:pt x="746509" y="315"/>
                  </a:lnTo>
                  <a:lnTo>
                    <a:pt x="754367" y="315"/>
                  </a:lnTo>
                  <a:lnTo>
                    <a:pt x="762225" y="317"/>
                  </a:lnTo>
                  <a:lnTo>
                    <a:pt x="770083" y="318"/>
                  </a:lnTo>
                  <a:lnTo>
                    <a:pt x="777941" y="319"/>
                  </a:lnTo>
                  <a:lnTo>
                    <a:pt x="785799" y="320"/>
                  </a:lnTo>
                  <a:lnTo>
                    <a:pt x="793657" y="321"/>
                  </a:lnTo>
                  <a:lnTo>
                    <a:pt x="801515" y="322"/>
                  </a:lnTo>
                  <a:lnTo>
                    <a:pt x="809373" y="323"/>
                  </a:lnTo>
                  <a:lnTo>
                    <a:pt x="817231" y="324"/>
                  </a:lnTo>
                  <a:lnTo>
                    <a:pt x="825089" y="325"/>
                  </a:lnTo>
                  <a:lnTo>
                    <a:pt x="832947" y="326"/>
                  </a:lnTo>
                  <a:lnTo>
                    <a:pt x="840805" y="326"/>
                  </a:lnTo>
                  <a:lnTo>
                    <a:pt x="848663" y="328"/>
                  </a:lnTo>
                  <a:lnTo>
                    <a:pt x="856521" y="329"/>
                  </a:lnTo>
                  <a:lnTo>
                    <a:pt x="864379" y="330"/>
                  </a:lnTo>
                  <a:lnTo>
                    <a:pt x="872237" y="331"/>
                  </a:lnTo>
                  <a:lnTo>
                    <a:pt x="880095" y="332"/>
                  </a:lnTo>
                  <a:lnTo>
                    <a:pt x="887953" y="333"/>
                  </a:lnTo>
                  <a:lnTo>
                    <a:pt x="895811" y="334"/>
                  </a:lnTo>
                  <a:lnTo>
                    <a:pt x="903669" y="335"/>
                  </a:lnTo>
                  <a:lnTo>
                    <a:pt x="911527" y="336"/>
                  </a:lnTo>
                  <a:lnTo>
                    <a:pt x="919385" y="338"/>
                  </a:lnTo>
                  <a:lnTo>
                    <a:pt x="927243" y="338"/>
                  </a:lnTo>
                  <a:lnTo>
                    <a:pt x="935101" y="339"/>
                  </a:lnTo>
                  <a:lnTo>
                    <a:pt x="942959" y="340"/>
                  </a:lnTo>
                  <a:lnTo>
                    <a:pt x="950817" y="341"/>
                  </a:lnTo>
                  <a:lnTo>
                    <a:pt x="958675" y="341"/>
                  </a:lnTo>
                  <a:lnTo>
                    <a:pt x="966533" y="342"/>
                  </a:lnTo>
                  <a:lnTo>
                    <a:pt x="974391" y="343"/>
                  </a:lnTo>
                  <a:lnTo>
                    <a:pt x="982249" y="344"/>
                  </a:lnTo>
                  <a:lnTo>
                    <a:pt x="990107" y="345"/>
                  </a:lnTo>
                  <a:lnTo>
                    <a:pt x="997965" y="346"/>
                  </a:lnTo>
                  <a:lnTo>
                    <a:pt x="1005823" y="347"/>
                  </a:lnTo>
                  <a:lnTo>
                    <a:pt x="1013681" y="348"/>
                  </a:lnTo>
                  <a:lnTo>
                    <a:pt x="1021539" y="349"/>
                  </a:lnTo>
                  <a:lnTo>
                    <a:pt x="1029397" y="350"/>
                  </a:lnTo>
                  <a:lnTo>
                    <a:pt x="1037254" y="350"/>
                  </a:lnTo>
                  <a:lnTo>
                    <a:pt x="1045112" y="351"/>
                  </a:lnTo>
                  <a:lnTo>
                    <a:pt x="1052970" y="352"/>
                  </a:lnTo>
                  <a:lnTo>
                    <a:pt x="1060828" y="352"/>
                  </a:lnTo>
                  <a:lnTo>
                    <a:pt x="1068686" y="353"/>
                  </a:lnTo>
                  <a:lnTo>
                    <a:pt x="1076544" y="354"/>
                  </a:lnTo>
                  <a:lnTo>
                    <a:pt x="1084402" y="354"/>
                  </a:lnTo>
                  <a:lnTo>
                    <a:pt x="1092260" y="355"/>
                  </a:lnTo>
                  <a:lnTo>
                    <a:pt x="1100118" y="356"/>
                  </a:lnTo>
                  <a:lnTo>
                    <a:pt x="1107976" y="356"/>
                  </a:lnTo>
                  <a:lnTo>
                    <a:pt x="1115834" y="357"/>
                  </a:lnTo>
                  <a:lnTo>
                    <a:pt x="1123692" y="357"/>
                  </a:lnTo>
                  <a:lnTo>
                    <a:pt x="1131550" y="357"/>
                  </a:lnTo>
                  <a:lnTo>
                    <a:pt x="1139408" y="357"/>
                  </a:lnTo>
                  <a:lnTo>
                    <a:pt x="1147266" y="358"/>
                  </a:lnTo>
                  <a:lnTo>
                    <a:pt x="1155124" y="359"/>
                  </a:lnTo>
                  <a:lnTo>
                    <a:pt x="1162982" y="359"/>
                  </a:lnTo>
                  <a:lnTo>
                    <a:pt x="1170840" y="360"/>
                  </a:lnTo>
                  <a:lnTo>
                    <a:pt x="1178698" y="360"/>
                  </a:lnTo>
                  <a:lnTo>
                    <a:pt x="1186556" y="361"/>
                  </a:lnTo>
                  <a:lnTo>
                    <a:pt x="1194414" y="362"/>
                  </a:lnTo>
                  <a:lnTo>
                    <a:pt x="1202272" y="362"/>
                  </a:lnTo>
                  <a:lnTo>
                    <a:pt x="1210130" y="363"/>
                  </a:lnTo>
                  <a:lnTo>
                    <a:pt x="1217988" y="364"/>
                  </a:lnTo>
                  <a:lnTo>
                    <a:pt x="1225846" y="364"/>
                  </a:lnTo>
                  <a:lnTo>
                    <a:pt x="1233704" y="365"/>
                  </a:lnTo>
                  <a:lnTo>
                    <a:pt x="1241562" y="365"/>
                  </a:lnTo>
                  <a:lnTo>
                    <a:pt x="1249420" y="365"/>
                  </a:lnTo>
                  <a:lnTo>
                    <a:pt x="1257278" y="366"/>
                  </a:lnTo>
                  <a:lnTo>
                    <a:pt x="1265136" y="366"/>
                  </a:lnTo>
                  <a:lnTo>
                    <a:pt x="1272994" y="367"/>
                  </a:lnTo>
                  <a:lnTo>
                    <a:pt x="1280852" y="368"/>
                  </a:lnTo>
                  <a:lnTo>
                    <a:pt x="1288710" y="368"/>
                  </a:lnTo>
                  <a:lnTo>
                    <a:pt x="1296568" y="369"/>
                  </a:lnTo>
                  <a:lnTo>
                    <a:pt x="1304426" y="369"/>
                  </a:lnTo>
                  <a:lnTo>
                    <a:pt x="1312284" y="369"/>
                  </a:lnTo>
                  <a:lnTo>
                    <a:pt x="1320142" y="370"/>
                  </a:lnTo>
                  <a:lnTo>
                    <a:pt x="1328000" y="370"/>
                  </a:lnTo>
                  <a:lnTo>
                    <a:pt x="1335858" y="370"/>
                  </a:lnTo>
                  <a:lnTo>
                    <a:pt x="1343716" y="371"/>
                  </a:lnTo>
                  <a:lnTo>
                    <a:pt x="1351574" y="371"/>
                  </a:lnTo>
                  <a:lnTo>
                    <a:pt x="1359432" y="372"/>
                  </a:lnTo>
                  <a:lnTo>
                    <a:pt x="1367290" y="372"/>
                  </a:lnTo>
                  <a:lnTo>
                    <a:pt x="1375148" y="372"/>
                  </a:lnTo>
                  <a:lnTo>
                    <a:pt x="1383006" y="373"/>
                  </a:lnTo>
                  <a:lnTo>
                    <a:pt x="1390864" y="373"/>
                  </a:lnTo>
                  <a:lnTo>
                    <a:pt x="1398722" y="374"/>
                  </a:lnTo>
                  <a:lnTo>
                    <a:pt x="1406580" y="374"/>
                  </a:lnTo>
                  <a:lnTo>
                    <a:pt x="1414438" y="375"/>
                  </a:lnTo>
                  <a:lnTo>
                    <a:pt x="1422296" y="375"/>
                  </a:lnTo>
                  <a:lnTo>
                    <a:pt x="1430154" y="376"/>
                  </a:lnTo>
                  <a:lnTo>
                    <a:pt x="1438012" y="376"/>
                  </a:lnTo>
                  <a:lnTo>
                    <a:pt x="1445870" y="377"/>
                  </a:lnTo>
                  <a:lnTo>
                    <a:pt x="1453728" y="377"/>
                  </a:lnTo>
                  <a:lnTo>
                    <a:pt x="1461586" y="378"/>
                  </a:lnTo>
                  <a:lnTo>
                    <a:pt x="1469444" y="378"/>
                  </a:lnTo>
                  <a:lnTo>
                    <a:pt x="1477302" y="378"/>
                  </a:lnTo>
                  <a:lnTo>
                    <a:pt x="1485160" y="379"/>
                  </a:lnTo>
                  <a:lnTo>
                    <a:pt x="1493018" y="379"/>
                  </a:lnTo>
                  <a:lnTo>
                    <a:pt x="1500876" y="379"/>
                  </a:lnTo>
                  <a:lnTo>
                    <a:pt x="1508734" y="379"/>
                  </a:lnTo>
                  <a:lnTo>
                    <a:pt x="1516592" y="379"/>
                  </a:lnTo>
                  <a:lnTo>
                    <a:pt x="1524450" y="380"/>
                  </a:lnTo>
                  <a:lnTo>
                    <a:pt x="1532308" y="380"/>
                  </a:lnTo>
                  <a:lnTo>
                    <a:pt x="1540166" y="380"/>
                  </a:lnTo>
                  <a:lnTo>
                    <a:pt x="1548024" y="381"/>
                  </a:lnTo>
                  <a:lnTo>
                    <a:pt x="1555882" y="381"/>
                  </a:lnTo>
                  <a:lnTo>
                    <a:pt x="1563740" y="382"/>
                  </a:lnTo>
                  <a:lnTo>
                    <a:pt x="1571598" y="382"/>
                  </a:lnTo>
                  <a:lnTo>
                    <a:pt x="1579456" y="382"/>
                  </a:lnTo>
                  <a:lnTo>
                    <a:pt x="1587314" y="383"/>
                  </a:lnTo>
                  <a:lnTo>
                    <a:pt x="1595172" y="383"/>
                  </a:lnTo>
                  <a:lnTo>
                    <a:pt x="1603030" y="384"/>
                  </a:lnTo>
                  <a:lnTo>
                    <a:pt x="1610888" y="384"/>
                  </a:lnTo>
                  <a:lnTo>
                    <a:pt x="1618746" y="385"/>
                  </a:lnTo>
                  <a:lnTo>
                    <a:pt x="1626604" y="385"/>
                  </a:lnTo>
                  <a:lnTo>
                    <a:pt x="1634462" y="385"/>
                  </a:lnTo>
                  <a:lnTo>
                    <a:pt x="1642320" y="385"/>
                  </a:lnTo>
                  <a:lnTo>
                    <a:pt x="1650178" y="386"/>
                  </a:lnTo>
                  <a:lnTo>
                    <a:pt x="1658036" y="386"/>
                  </a:lnTo>
                  <a:lnTo>
                    <a:pt x="1665894" y="386"/>
                  </a:lnTo>
                  <a:lnTo>
                    <a:pt x="1673752" y="386"/>
                  </a:lnTo>
                  <a:lnTo>
                    <a:pt x="1681610" y="386"/>
                  </a:lnTo>
                  <a:lnTo>
                    <a:pt x="1689468" y="386"/>
                  </a:lnTo>
                  <a:lnTo>
                    <a:pt x="1697326" y="386"/>
                  </a:lnTo>
                  <a:lnTo>
                    <a:pt x="1705184" y="387"/>
                  </a:lnTo>
                  <a:lnTo>
                    <a:pt x="1713042" y="387"/>
                  </a:lnTo>
                  <a:lnTo>
                    <a:pt x="1720900" y="387"/>
                  </a:lnTo>
                  <a:lnTo>
                    <a:pt x="1728758" y="387"/>
                  </a:lnTo>
                  <a:lnTo>
                    <a:pt x="1736616" y="387"/>
                  </a:lnTo>
                  <a:lnTo>
                    <a:pt x="1744474" y="387"/>
                  </a:lnTo>
                  <a:lnTo>
                    <a:pt x="1752332" y="387"/>
                  </a:lnTo>
                  <a:lnTo>
                    <a:pt x="1760190" y="388"/>
                  </a:lnTo>
                  <a:lnTo>
                    <a:pt x="1768048" y="388"/>
                  </a:lnTo>
                  <a:lnTo>
                    <a:pt x="1775906" y="388"/>
                  </a:lnTo>
                  <a:lnTo>
                    <a:pt x="1783764" y="389"/>
                  </a:lnTo>
                  <a:lnTo>
                    <a:pt x="1791622" y="389"/>
                  </a:lnTo>
                  <a:lnTo>
                    <a:pt x="1799480" y="389"/>
                  </a:lnTo>
                  <a:lnTo>
                    <a:pt x="1807338" y="390"/>
                  </a:lnTo>
                  <a:lnTo>
                    <a:pt x="1815196" y="390"/>
                  </a:lnTo>
                  <a:lnTo>
                    <a:pt x="1823054" y="390"/>
                  </a:lnTo>
                  <a:lnTo>
                    <a:pt x="1830912" y="391"/>
                  </a:lnTo>
                  <a:lnTo>
                    <a:pt x="1838770" y="391"/>
                  </a:lnTo>
                  <a:lnTo>
                    <a:pt x="1846628" y="391"/>
                  </a:lnTo>
                  <a:lnTo>
                    <a:pt x="1854486" y="391"/>
                  </a:lnTo>
                  <a:lnTo>
                    <a:pt x="1862344" y="392"/>
                  </a:lnTo>
                  <a:lnTo>
                    <a:pt x="1870202" y="392"/>
                  </a:lnTo>
                  <a:lnTo>
                    <a:pt x="1878060" y="392"/>
                  </a:lnTo>
                  <a:lnTo>
                    <a:pt x="1885918" y="392"/>
                  </a:lnTo>
                  <a:lnTo>
                    <a:pt x="1893776" y="393"/>
                  </a:lnTo>
                  <a:lnTo>
                    <a:pt x="1901634" y="393"/>
                  </a:lnTo>
                  <a:lnTo>
                    <a:pt x="1909492" y="393"/>
                  </a:lnTo>
                  <a:lnTo>
                    <a:pt x="1917350" y="393"/>
                  </a:lnTo>
                  <a:lnTo>
                    <a:pt x="1925208" y="394"/>
                  </a:lnTo>
                  <a:lnTo>
                    <a:pt x="1933066" y="394"/>
                  </a:lnTo>
                  <a:lnTo>
                    <a:pt x="1940924" y="394"/>
                  </a:lnTo>
                  <a:lnTo>
                    <a:pt x="1948782" y="394"/>
                  </a:lnTo>
                  <a:lnTo>
                    <a:pt x="1956640" y="395"/>
                  </a:lnTo>
                  <a:lnTo>
                    <a:pt x="1964498" y="395"/>
                  </a:lnTo>
                  <a:lnTo>
                    <a:pt x="1972356" y="395"/>
                  </a:lnTo>
                  <a:lnTo>
                    <a:pt x="1980214" y="395"/>
                  </a:lnTo>
                  <a:lnTo>
                    <a:pt x="1988072" y="395"/>
                  </a:lnTo>
                  <a:lnTo>
                    <a:pt x="1995930" y="396"/>
                  </a:lnTo>
                  <a:lnTo>
                    <a:pt x="2003788" y="396"/>
                  </a:lnTo>
                  <a:lnTo>
                    <a:pt x="2011646" y="396"/>
                  </a:lnTo>
                  <a:lnTo>
                    <a:pt x="2019504" y="396"/>
                  </a:lnTo>
                  <a:lnTo>
                    <a:pt x="2027362" y="397"/>
                  </a:lnTo>
                  <a:lnTo>
                    <a:pt x="2035220" y="448"/>
                  </a:lnTo>
                  <a:lnTo>
                    <a:pt x="2027362" y="448"/>
                  </a:lnTo>
                  <a:lnTo>
                    <a:pt x="2019504" y="448"/>
                  </a:lnTo>
                  <a:lnTo>
                    <a:pt x="2011646" y="448"/>
                  </a:lnTo>
                  <a:lnTo>
                    <a:pt x="2003788" y="448"/>
                  </a:lnTo>
                  <a:lnTo>
                    <a:pt x="1995930" y="448"/>
                  </a:lnTo>
                  <a:lnTo>
                    <a:pt x="1988072" y="448"/>
                  </a:lnTo>
                  <a:lnTo>
                    <a:pt x="1980214" y="448"/>
                  </a:lnTo>
                  <a:lnTo>
                    <a:pt x="1972356" y="448"/>
                  </a:lnTo>
                  <a:lnTo>
                    <a:pt x="1964498" y="448"/>
                  </a:lnTo>
                  <a:lnTo>
                    <a:pt x="1956640" y="448"/>
                  </a:lnTo>
                  <a:lnTo>
                    <a:pt x="1948782" y="448"/>
                  </a:lnTo>
                  <a:lnTo>
                    <a:pt x="1940924" y="448"/>
                  </a:lnTo>
                  <a:lnTo>
                    <a:pt x="1933066" y="448"/>
                  </a:lnTo>
                  <a:lnTo>
                    <a:pt x="1925208" y="448"/>
                  </a:lnTo>
                  <a:lnTo>
                    <a:pt x="1917350" y="447"/>
                  </a:lnTo>
                  <a:lnTo>
                    <a:pt x="1909492" y="447"/>
                  </a:lnTo>
                  <a:lnTo>
                    <a:pt x="1901634" y="447"/>
                  </a:lnTo>
                  <a:lnTo>
                    <a:pt x="1893776" y="447"/>
                  </a:lnTo>
                  <a:lnTo>
                    <a:pt x="1885918" y="447"/>
                  </a:lnTo>
                  <a:lnTo>
                    <a:pt x="1878060" y="447"/>
                  </a:lnTo>
                  <a:lnTo>
                    <a:pt x="1870202" y="447"/>
                  </a:lnTo>
                  <a:lnTo>
                    <a:pt x="1862344" y="447"/>
                  </a:lnTo>
                  <a:lnTo>
                    <a:pt x="1854486" y="447"/>
                  </a:lnTo>
                  <a:lnTo>
                    <a:pt x="1846628" y="447"/>
                  </a:lnTo>
                  <a:lnTo>
                    <a:pt x="1838770" y="447"/>
                  </a:lnTo>
                  <a:lnTo>
                    <a:pt x="1830912" y="447"/>
                  </a:lnTo>
                  <a:lnTo>
                    <a:pt x="1823054" y="447"/>
                  </a:lnTo>
                  <a:lnTo>
                    <a:pt x="1815196" y="447"/>
                  </a:lnTo>
                  <a:lnTo>
                    <a:pt x="1807338" y="447"/>
                  </a:lnTo>
                  <a:lnTo>
                    <a:pt x="1799480" y="447"/>
                  </a:lnTo>
                  <a:lnTo>
                    <a:pt x="1791622" y="446"/>
                  </a:lnTo>
                  <a:lnTo>
                    <a:pt x="1783764" y="446"/>
                  </a:lnTo>
                  <a:lnTo>
                    <a:pt x="1775906" y="446"/>
                  </a:lnTo>
                  <a:lnTo>
                    <a:pt x="1768048" y="446"/>
                  </a:lnTo>
                  <a:lnTo>
                    <a:pt x="1760190" y="446"/>
                  </a:lnTo>
                  <a:lnTo>
                    <a:pt x="1752332" y="446"/>
                  </a:lnTo>
                  <a:lnTo>
                    <a:pt x="1744474" y="446"/>
                  </a:lnTo>
                  <a:lnTo>
                    <a:pt x="1736616" y="446"/>
                  </a:lnTo>
                  <a:lnTo>
                    <a:pt x="1728758" y="446"/>
                  </a:lnTo>
                  <a:lnTo>
                    <a:pt x="1720900" y="446"/>
                  </a:lnTo>
                  <a:lnTo>
                    <a:pt x="1713042" y="446"/>
                  </a:lnTo>
                  <a:lnTo>
                    <a:pt x="1705184" y="446"/>
                  </a:lnTo>
                  <a:lnTo>
                    <a:pt x="1697326" y="445"/>
                  </a:lnTo>
                  <a:lnTo>
                    <a:pt x="1689468" y="445"/>
                  </a:lnTo>
                  <a:lnTo>
                    <a:pt x="1681610" y="445"/>
                  </a:lnTo>
                  <a:lnTo>
                    <a:pt x="1673752" y="445"/>
                  </a:lnTo>
                  <a:lnTo>
                    <a:pt x="1665894" y="445"/>
                  </a:lnTo>
                  <a:lnTo>
                    <a:pt x="1658036" y="445"/>
                  </a:lnTo>
                  <a:lnTo>
                    <a:pt x="1650178" y="445"/>
                  </a:lnTo>
                  <a:lnTo>
                    <a:pt x="1642320" y="445"/>
                  </a:lnTo>
                  <a:lnTo>
                    <a:pt x="1634462" y="445"/>
                  </a:lnTo>
                  <a:lnTo>
                    <a:pt x="1626604" y="445"/>
                  </a:lnTo>
                  <a:lnTo>
                    <a:pt x="1618746" y="444"/>
                  </a:lnTo>
                  <a:lnTo>
                    <a:pt x="1610888" y="444"/>
                  </a:lnTo>
                  <a:lnTo>
                    <a:pt x="1603030" y="444"/>
                  </a:lnTo>
                  <a:lnTo>
                    <a:pt x="1595172" y="444"/>
                  </a:lnTo>
                  <a:lnTo>
                    <a:pt x="1587314" y="444"/>
                  </a:lnTo>
                  <a:lnTo>
                    <a:pt x="1579456" y="444"/>
                  </a:lnTo>
                  <a:lnTo>
                    <a:pt x="1571598" y="444"/>
                  </a:lnTo>
                  <a:lnTo>
                    <a:pt x="1563740" y="444"/>
                  </a:lnTo>
                  <a:lnTo>
                    <a:pt x="1555882" y="444"/>
                  </a:lnTo>
                  <a:lnTo>
                    <a:pt x="1548024" y="443"/>
                  </a:lnTo>
                  <a:lnTo>
                    <a:pt x="1540166" y="443"/>
                  </a:lnTo>
                  <a:lnTo>
                    <a:pt x="1532308" y="443"/>
                  </a:lnTo>
                  <a:lnTo>
                    <a:pt x="1524450" y="443"/>
                  </a:lnTo>
                  <a:lnTo>
                    <a:pt x="1516592" y="443"/>
                  </a:lnTo>
                  <a:lnTo>
                    <a:pt x="1508734" y="443"/>
                  </a:lnTo>
                  <a:lnTo>
                    <a:pt x="1500876" y="443"/>
                  </a:lnTo>
                  <a:lnTo>
                    <a:pt x="1493018" y="443"/>
                  </a:lnTo>
                  <a:lnTo>
                    <a:pt x="1485160" y="442"/>
                  </a:lnTo>
                  <a:lnTo>
                    <a:pt x="1477302" y="442"/>
                  </a:lnTo>
                  <a:lnTo>
                    <a:pt x="1469444" y="442"/>
                  </a:lnTo>
                  <a:lnTo>
                    <a:pt x="1461586" y="442"/>
                  </a:lnTo>
                  <a:lnTo>
                    <a:pt x="1453728" y="442"/>
                  </a:lnTo>
                  <a:lnTo>
                    <a:pt x="1445870" y="442"/>
                  </a:lnTo>
                  <a:lnTo>
                    <a:pt x="1438012" y="441"/>
                  </a:lnTo>
                  <a:lnTo>
                    <a:pt x="1430154" y="441"/>
                  </a:lnTo>
                  <a:lnTo>
                    <a:pt x="1422296" y="441"/>
                  </a:lnTo>
                  <a:lnTo>
                    <a:pt x="1414438" y="441"/>
                  </a:lnTo>
                  <a:lnTo>
                    <a:pt x="1406580" y="441"/>
                  </a:lnTo>
                  <a:lnTo>
                    <a:pt x="1398722" y="441"/>
                  </a:lnTo>
                  <a:lnTo>
                    <a:pt x="1390864" y="440"/>
                  </a:lnTo>
                  <a:lnTo>
                    <a:pt x="1383006" y="440"/>
                  </a:lnTo>
                  <a:lnTo>
                    <a:pt x="1375148" y="440"/>
                  </a:lnTo>
                  <a:lnTo>
                    <a:pt x="1367290" y="440"/>
                  </a:lnTo>
                  <a:lnTo>
                    <a:pt x="1359432" y="440"/>
                  </a:lnTo>
                  <a:lnTo>
                    <a:pt x="1351574" y="439"/>
                  </a:lnTo>
                  <a:lnTo>
                    <a:pt x="1343716" y="439"/>
                  </a:lnTo>
                  <a:lnTo>
                    <a:pt x="1335858" y="439"/>
                  </a:lnTo>
                  <a:lnTo>
                    <a:pt x="1328000" y="439"/>
                  </a:lnTo>
                  <a:lnTo>
                    <a:pt x="1320142" y="439"/>
                  </a:lnTo>
                  <a:lnTo>
                    <a:pt x="1312284" y="439"/>
                  </a:lnTo>
                  <a:lnTo>
                    <a:pt x="1304426" y="438"/>
                  </a:lnTo>
                  <a:lnTo>
                    <a:pt x="1296568" y="438"/>
                  </a:lnTo>
                  <a:lnTo>
                    <a:pt x="1288710" y="438"/>
                  </a:lnTo>
                  <a:lnTo>
                    <a:pt x="1280852" y="438"/>
                  </a:lnTo>
                  <a:lnTo>
                    <a:pt x="1272994" y="438"/>
                  </a:lnTo>
                  <a:lnTo>
                    <a:pt x="1265136" y="437"/>
                  </a:lnTo>
                  <a:lnTo>
                    <a:pt x="1257278" y="437"/>
                  </a:lnTo>
                  <a:lnTo>
                    <a:pt x="1249420" y="437"/>
                  </a:lnTo>
                  <a:lnTo>
                    <a:pt x="1241562" y="437"/>
                  </a:lnTo>
                  <a:lnTo>
                    <a:pt x="1233704" y="437"/>
                  </a:lnTo>
                  <a:lnTo>
                    <a:pt x="1225846" y="436"/>
                  </a:lnTo>
                  <a:lnTo>
                    <a:pt x="1217988" y="436"/>
                  </a:lnTo>
                  <a:lnTo>
                    <a:pt x="1210130" y="436"/>
                  </a:lnTo>
                  <a:lnTo>
                    <a:pt x="1202272" y="436"/>
                  </a:lnTo>
                  <a:lnTo>
                    <a:pt x="1194414" y="435"/>
                  </a:lnTo>
                  <a:lnTo>
                    <a:pt x="1186556" y="435"/>
                  </a:lnTo>
                  <a:lnTo>
                    <a:pt x="1178698" y="435"/>
                  </a:lnTo>
                  <a:lnTo>
                    <a:pt x="1170840" y="435"/>
                  </a:lnTo>
                  <a:lnTo>
                    <a:pt x="1162982" y="435"/>
                  </a:lnTo>
                  <a:lnTo>
                    <a:pt x="1155124" y="434"/>
                  </a:lnTo>
                  <a:lnTo>
                    <a:pt x="1147266" y="434"/>
                  </a:lnTo>
                  <a:lnTo>
                    <a:pt x="1139408" y="434"/>
                  </a:lnTo>
                  <a:lnTo>
                    <a:pt x="1131550" y="434"/>
                  </a:lnTo>
                  <a:lnTo>
                    <a:pt x="1123692" y="433"/>
                  </a:lnTo>
                  <a:lnTo>
                    <a:pt x="1115834" y="433"/>
                  </a:lnTo>
                  <a:lnTo>
                    <a:pt x="1107976" y="433"/>
                  </a:lnTo>
                  <a:lnTo>
                    <a:pt x="1100118" y="433"/>
                  </a:lnTo>
                  <a:lnTo>
                    <a:pt x="1092260" y="432"/>
                  </a:lnTo>
                  <a:lnTo>
                    <a:pt x="1084402" y="432"/>
                  </a:lnTo>
                  <a:lnTo>
                    <a:pt x="1076544" y="432"/>
                  </a:lnTo>
                  <a:lnTo>
                    <a:pt x="1068686" y="432"/>
                  </a:lnTo>
                  <a:lnTo>
                    <a:pt x="1060828" y="431"/>
                  </a:lnTo>
                  <a:lnTo>
                    <a:pt x="1052970" y="431"/>
                  </a:lnTo>
                  <a:lnTo>
                    <a:pt x="1045112" y="431"/>
                  </a:lnTo>
                  <a:lnTo>
                    <a:pt x="1037254" y="431"/>
                  </a:lnTo>
                  <a:lnTo>
                    <a:pt x="1029397" y="430"/>
                  </a:lnTo>
                  <a:lnTo>
                    <a:pt x="1021539" y="430"/>
                  </a:lnTo>
                  <a:lnTo>
                    <a:pt x="1013681" y="430"/>
                  </a:lnTo>
                  <a:lnTo>
                    <a:pt x="1005823" y="429"/>
                  </a:lnTo>
                  <a:lnTo>
                    <a:pt x="997965" y="429"/>
                  </a:lnTo>
                  <a:lnTo>
                    <a:pt x="990107" y="428"/>
                  </a:lnTo>
                  <a:lnTo>
                    <a:pt x="982249" y="428"/>
                  </a:lnTo>
                  <a:lnTo>
                    <a:pt x="974391" y="428"/>
                  </a:lnTo>
                  <a:lnTo>
                    <a:pt x="966533" y="427"/>
                  </a:lnTo>
                  <a:lnTo>
                    <a:pt x="958675" y="427"/>
                  </a:lnTo>
                  <a:lnTo>
                    <a:pt x="950817" y="427"/>
                  </a:lnTo>
                  <a:lnTo>
                    <a:pt x="942959" y="427"/>
                  </a:lnTo>
                  <a:lnTo>
                    <a:pt x="935101" y="426"/>
                  </a:lnTo>
                  <a:lnTo>
                    <a:pt x="927243" y="426"/>
                  </a:lnTo>
                  <a:lnTo>
                    <a:pt x="919385" y="425"/>
                  </a:lnTo>
                  <a:lnTo>
                    <a:pt x="911527" y="425"/>
                  </a:lnTo>
                  <a:lnTo>
                    <a:pt x="903669" y="425"/>
                  </a:lnTo>
                  <a:lnTo>
                    <a:pt x="895811" y="425"/>
                  </a:lnTo>
                  <a:lnTo>
                    <a:pt x="887953" y="424"/>
                  </a:lnTo>
                  <a:lnTo>
                    <a:pt x="880095" y="424"/>
                  </a:lnTo>
                  <a:lnTo>
                    <a:pt x="872237" y="424"/>
                  </a:lnTo>
                  <a:lnTo>
                    <a:pt x="864379" y="423"/>
                  </a:lnTo>
                  <a:lnTo>
                    <a:pt x="856521" y="423"/>
                  </a:lnTo>
                  <a:lnTo>
                    <a:pt x="848663" y="423"/>
                  </a:lnTo>
                  <a:lnTo>
                    <a:pt x="840805" y="422"/>
                  </a:lnTo>
                  <a:lnTo>
                    <a:pt x="832947" y="422"/>
                  </a:lnTo>
                  <a:lnTo>
                    <a:pt x="825089" y="421"/>
                  </a:lnTo>
                  <a:lnTo>
                    <a:pt x="817231" y="421"/>
                  </a:lnTo>
                  <a:lnTo>
                    <a:pt x="809373" y="421"/>
                  </a:lnTo>
                  <a:lnTo>
                    <a:pt x="801515" y="420"/>
                  </a:lnTo>
                  <a:lnTo>
                    <a:pt x="793657" y="420"/>
                  </a:lnTo>
                  <a:lnTo>
                    <a:pt x="785799" y="420"/>
                  </a:lnTo>
                  <a:lnTo>
                    <a:pt x="777941" y="419"/>
                  </a:lnTo>
                  <a:lnTo>
                    <a:pt x="770083" y="419"/>
                  </a:lnTo>
                  <a:lnTo>
                    <a:pt x="762225" y="418"/>
                  </a:lnTo>
                  <a:lnTo>
                    <a:pt x="754367" y="418"/>
                  </a:lnTo>
                  <a:lnTo>
                    <a:pt x="746509" y="417"/>
                  </a:lnTo>
                  <a:lnTo>
                    <a:pt x="738651" y="417"/>
                  </a:lnTo>
                  <a:lnTo>
                    <a:pt x="730793" y="417"/>
                  </a:lnTo>
                  <a:lnTo>
                    <a:pt x="722935" y="416"/>
                  </a:lnTo>
                  <a:lnTo>
                    <a:pt x="715077" y="416"/>
                  </a:lnTo>
                  <a:lnTo>
                    <a:pt x="707219" y="416"/>
                  </a:lnTo>
                  <a:lnTo>
                    <a:pt x="699361" y="415"/>
                  </a:lnTo>
                  <a:lnTo>
                    <a:pt x="691503" y="415"/>
                  </a:lnTo>
                  <a:lnTo>
                    <a:pt x="683645" y="415"/>
                  </a:lnTo>
                  <a:lnTo>
                    <a:pt x="675787" y="414"/>
                  </a:lnTo>
                  <a:lnTo>
                    <a:pt x="667929" y="414"/>
                  </a:lnTo>
                  <a:lnTo>
                    <a:pt x="660071" y="413"/>
                  </a:lnTo>
                  <a:lnTo>
                    <a:pt x="652213" y="413"/>
                  </a:lnTo>
                  <a:lnTo>
                    <a:pt x="644355" y="412"/>
                  </a:lnTo>
                  <a:lnTo>
                    <a:pt x="636497" y="412"/>
                  </a:lnTo>
                  <a:lnTo>
                    <a:pt x="628639" y="411"/>
                  </a:lnTo>
                  <a:lnTo>
                    <a:pt x="620781" y="411"/>
                  </a:lnTo>
                  <a:lnTo>
                    <a:pt x="612923" y="410"/>
                  </a:lnTo>
                  <a:lnTo>
                    <a:pt x="605065" y="410"/>
                  </a:lnTo>
                  <a:lnTo>
                    <a:pt x="597207" y="409"/>
                  </a:lnTo>
                  <a:lnTo>
                    <a:pt x="589349" y="409"/>
                  </a:lnTo>
                  <a:lnTo>
                    <a:pt x="581491" y="408"/>
                  </a:lnTo>
                  <a:lnTo>
                    <a:pt x="573633" y="408"/>
                  </a:lnTo>
                  <a:lnTo>
                    <a:pt x="565775" y="408"/>
                  </a:lnTo>
                  <a:lnTo>
                    <a:pt x="557917" y="407"/>
                  </a:lnTo>
                  <a:lnTo>
                    <a:pt x="550059" y="407"/>
                  </a:lnTo>
                  <a:lnTo>
                    <a:pt x="542201" y="406"/>
                  </a:lnTo>
                  <a:lnTo>
                    <a:pt x="534343" y="406"/>
                  </a:lnTo>
                  <a:lnTo>
                    <a:pt x="526485" y="405"/>
                  </a:lnTo>
                  <a:lnTo>
                    <a:pt x="518627" y="405"/>
                  </a:lnTo>
                  <a:lnTo>
                    <a:pt x="510769" y="404"/>
                  </a:lnTo>
                  <a:lnTo>
                    <a:pt x="502911" y="404"/>
                  </a:lnTo>
                  <a:lnTo>
                    <a:pt x="495053" y="403"/>
                  </a:lnTo>
                  <a:lnTo>
                    <a:pt x="487195" y="403"/>
                  </a:lnTo>
                  <a:lnTo>
                    <a:pt x="479337" y="402"/>
                  </a:lnTo>
                  <a:lnTo>
                    <a:pt x="471479" y="402"/>
                  </a:lnTo>
                  <a:lnTo>
                    <a:pt x="463621" y="401"/>
                  </a:lnTo>
                  <a:lnTo>
                    <a:pt x="455763" y="401"/>
                  </a:lnTo>
                  <a:lnTo>
                    <a:pt x="447905" y="401"/>
                  </a:lnTo>
                  <a:lnTo>
                    <a:pt x="440047" y="400"/>
                  </a:lnTo>
                  <a:lnTo>
                    <a:pt x="432189" y="400"/>
                  </a:lnTo>
                  <a:lnTo>
                    <a:pt x="424331" y="399"/>
                  </a:lnTo>
                  <a:lnTo>
                    <a:pt x="416473" y="399"/>
                  </a:lnTo>
                  <a:lnTo>
                    <a:pt x="408615" y="398"/>
                  </a:lnTo>
                  <a:lnTo>
                    <a:pt x="400757" y="398"/>
                  </a:lnTo>
                  <a:lnTo>
                    <a:pt x="392899" y="398"/>
                  </a:lnTo>
                  <a:lnTo>
                    <a:pt x="385041" y="398"/>
                  </a:lnTo>
                  <a:lnTo>
                    <a:pt x="377183" y="397"/>
                  </a:lnTo>
                  <a:lnTo>
                    <a:pt x="369325" y="397"/>
                  </a:lnTo>
                  <a:lnTo>
                    <a:pt x="361467" y="396"/>
                  </a:lnTo>
                  <a:lnTo>
                    <a:pt x="353609" y="396"/>
                  </a:lnTo>
                  <a:lnTo>
                    <a:pt x="345751" y="395"/>
                  </a:lnTo>
                  <a:lnTo>
                    <a:pt x="337893" y="395"/>
                  </a:lnTo>
                  <a:lnTo>
                    <a:pt x="330035" y="394"/>
                  </a:lnTo>
                  <a:lnTo>
                    <a:pt x="322177" y="394"/>
                  </a:lnTo>
                  <a:lnTo>
                    <a:pt x="314319" y="394"/>
                  </a:lnTo>
                  <a:lnTo>
                    <a:pt x="306461" y="393"/>
                  </a:lnTo>
                  <a:lnTo>
                    <a:pt x="298603" y="392"/>
                  </a:lnTo>
                  <a:lnTo>
                    <a:pt x="290745" y="392"/>
                  </a:lnTo>
                  <a:lnTo>
                    <a:pt x="282887" y="391"/>
                  </a:lnTo>
                  <a:lnTo>
                    <a:pt x="275029" y="391"/>
                  </a:lnTo>
                  <a:lnTo>
                    <a:pt x="267171" y="390"/>
                  </a:lnTo>
                  <a:lnTo>
                    <a:pt x="259313" y="390"/>
                  </a:lnTo>
                  <a:lnTo>
                    <a:pt x="251455" y="389"/>
                  </a:lnTo>
                  <a:lnTo>
                    <a:pt x="243597" y="389"/>
                  </a:lnTo>
                  <a:lnTo>
                    <a:pt x="235739" y="388"/>
                  </a:lnTo>
                  <a:lnTo>
                    <a:pt x="227881" y="388"/>
                  </a:lnTo>
                  <a:lnTo>
                    <a:pt x="220023" y="387"/>
                  </a:lnTo>
                  <a:lnTo>
                    <a:pt x="212165" y="387"/>
                  </a:lnTo>
                  <a:lnTo>
                    <a:pt x="204307" y="386"/>
                  </a:lnTo>
                  <a:lnTo>
                    <a:pt x="196449" y="386"/>
                  </a:lnTo>
                  <a:lnTo>
                    <a:pt x="188591" y="385"/>
                  </a:lnTo>
                  <a:lnTo>
                    <a:pt x="180733" y="385"/>
                  </a:lnTo>
                  <a:lnTo>
                    <a:pt x="172875" y="384"/>
                  </a:lnTo>
                  <a:lnTo>
                    <a:pt x="165017" y="384"/>
                  </a:lnTo>
                  <a:lnTo>
                    <a:pt x="157159" y="383"/>
                  </a:lnTo>
                  <a:lnTo>
                    <a:pt x="149301" y="383"/>
                  </a:lnTo>
                  <a:lnTo>
                    <a:pt x="141443" y="382"/>
                  </a:lnTo>
                  <a:lnTo>
                    <a:pt x="133585" y="382"/>
                  </a:lnTo>
                  <a:lnTo>
                    <a:pt x="125727" y="381"/>
                  </a:lnTo>
                  <a:lnTo>
                    <a:pt x="117869" y="380"/>
                  </a:lnTo>
                  <a:lnTo>
                    <a:pt x="110011" y="380"/>
                  </a:lnTo>
                  <a:lnTo>
                    <a:pt x="102153" y="380"/>
                  </a:lnTo>
                  <a:lnTo>
                    <a:pt x="94295" y="379"/>
                  </a:lnTo>
                  <a:lnTo>
                    <a:pt x="86437" y="379"/>
                  </a:lnTo>
                  <a:lnTo>
                    <a:pt x="78579" y="379"/>
                  </a:lnTo>
                  <a:lnTo>
                    <a:pt x="70721" y="378"/>
                  </a:lnTo>
                  <a:lnTo>
                    <a:pt x="62863" y="378"/>
                  </a:lnTo>
                  <a:lnTo>
                    <a:pt x="55005" y="377"/>
                  </a:lnTo>
                  <a:lnTo>
                    <a:pt x="47147" y="377"/>
                  </a:lnTo>
                  <a:lnTo>
                    <a:pt x="39289" y="376"/>
                  </a:lnTo>
                  <a:lnTo>
                    <a:pt x="31431" y="376"/>
                  </a:lnTo>
                  <a:lnTo>
                    <a:pt x="23573" y="376"/>
                  </a:lnTo>
                  <a:lnTo>
                    <a:pt x="15715" y="376"/>
                  </a:lnTo>
                  <a:lnTo>
                    <a:pt x="7857" y="375"/>
                  </a:lnTo>
                  <a:lnTo>
                    <a:pt x="0" y="375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78" name="pl177"/>
            <p:cNvSpPr/>
            <p:nvPr/>
          </p:nvSpPr>
          <p:spPr>
            <a:xfrm>
              <a:off x="3608036" y="4956429"/>
              <a:ext cx="2035220" cy="397"/>
            </a:xfrm>
            <a:custGeom>
              <a:avLst/>
              <a:pathLst>
                <a:path w="2035220" h="397">
                  <a:moveTo>
                    <a:pt x="0" y="0"/>
                  </a:moveTo>
                  <a:lnTo>
                    <a:pt x="7857" y="7"/>
                  </a:lnTo>
                  <a:lnTo>
                    <a:pt x="15715" y="14"/>
                  </a:lnTo>
                  <a:lnTo>
                    <a:pt x="23573" y="21"/>
                  </a:lnTo>
                  <a:lnTo>
                    <a:pt x="31431" y="28"/>
                  </a:lnTo>
                  <a:lnTo>
                    <a:pt x="39289" y="34"/>
                  </a:lnTo>
                  <a:lnTo>
                    <a:pt x="47147" y="41"/>
                  </a:lnTo>
                  <a:lnTo>
                    <a:pt x="55005" y="47"/>
                  </a:lnTo>
                  <a:lnTo>
                    <a:pt x="62863" y="52"/>
                  </a:lnTo>
                  <a:lnTo>
                    <a:pt x="70721" y="57"/>
                  </a:lnTo>
                  <a:lnTo>
                    <a:pt x="78579" y="63"/>
                  </a:lnTo>
                  <a:lnTo>
                    <a:pt x="86437" y="67"/>
                  </a:lnTo>
                  <a:lnTo>
                    <a:pt x="94295" y="73"/>
                  </a:lnTo>
                  <a:lnTo>
                    <a:pt x="102153" y="77"/>
                  </a:lnTo>
                  <a:lnTo>
                    <a:pt x="110011" y="82"/>
                  </a:lnTo>
                  <a:lnTo>
                    <a:pt x="117869" y="87"/>
                  </a:lnTo>
                  <a:lnTo>
                    <a:pt x="125727" y="92"/>
                  </a:lnTo>
                  <a:lnTo>
                    <a:pt x="133585" y="97"/>
                  </a:lnTo>
                  <a:lnTo>
                    <a:pt x="141443" y="101"/>
                  </a:lnTo>
                  <a:lnTo>
                    <a:pt x="149301" y="106"/>
                  </a:lnTo>
                  <a:lnTo>
                    <a:pt x="157159" y="110"/>
                  </a:lnTo>
                  <a:lnTo>
                    <a:pt x="165017" y="117"/>
                  </a:lnTo>
                  <a:lnTo>
                    <a:pt x="172875" y="120"/>
                  </a:lnTo>
                  <a:lnTo>
                    <a:pt x="180733" y="125"/>
                  </a:lnTo>
                  <a:lnTo>
                    <a:pt x="188591" y="129"/>
                  </a:lnTo>
                  <a:lnTo>
                    <a:pt x="196449" y="133"/>
                  </a:lnTo>
                  <a:lnTo>
                    <a:pt x="204307" y="137"/>
                  </a:lnTo>
                  <a:lnTo>
                    <a:pt x="212165" y="141"/>
                  </a:lnTo>
                  <a:lnTo>
                    <a:pt x="220023" y="145"/>
                  </a:lnTo>
                  <a:lnTo>
                    <a:pt x="227881" y="149"/>
                  </a:lnTo>
                  <a:lnTo>
                    <a:pt x="235739" y="153"/>
                  </a:lnTo>
                  <a:lnTo>
                    <a:pt x="243597" y="157"/>
                  </a:lnTo>
                  <a:lnTo>
                    <a:pt x="251455" y="161"/>
                  </a:lnTo>
                  <a:lnTo>
                    <a:pt x="259313" y="165"/>
                  </a:lnTo>
                  <a:lnTo>
                    <a:pt x="267171" y="169"/>
                  </a:lnTo>
                  <a:lnTo>
                    <a:pt x="275029" y="174"/>
                  </a:lnTo>
                  <a:lnTo>
                    <a:pt x="282887" y="178"/>
                  </a:lnTo>
                  <a:lnTo>
                    <a:pt x="290745" y="183"/>
                  </a:lnTo>
                  <a:lnTo>
                    <a:pt x="298603" y="187"/>
                  </a:lnTo>
                  <a:lnTo>
                    <a:pt x="306461" y="190"/>
                  </a:lnTo>
                  <a:lnTo>
                    <a:pt x="314319" y="194"/>
                  </a:lnTo>
                  <a:lnTo>
                    <a:pt x="322177" y="197"/>
                  </a:lnTo>
                  <a:lnTo>
                    <a:pt x="330035" y="200"/>
                  </a:lnTo>
                  <a:lnTo>
                    <a:pt x="337893" y="204"/>
                  </a:lnTo>
                  <a:lnTo>
                    <a:pt x="345751" y="207"/>
                  </a:lnTo>
                  <a:lnTo>
                    <a:pt x="353609" y="211"/>
                  </a:lnTo>
                  <a:lnTo>
                    <a:pt x="361467" y="214"/>
                  </a:lnTo>
                  <a:lnTo>
                    <a:pt x="369325" y="218"/>
                  </a:lnTo>
                  <a:lnTo>
                    <a:pt x="377183" y="221"/>
                  </a:lnTo>
                  <a:lnTo>
                    <a:pt x="385041" y="225"/>
                  </a:lnTo>
                  <a:lnTo>
                    <a:pt x="392899" y="228"/>
                  </a:lnTo>
                  <a:lnTo>
                    <a:pt x="400757" y="231"/>
                  </a:lnTo>
                  <a:lnTo>
                    <a:pt x="408615" y="233"/>
                  </a:lnTo>
                  <a:lnTo>
                    <a:pt x="416473" y="234"/>
                  </a:lnTo>
                  <a:lnTo>
                    <a:pt x="424331" y="236"/>
                  </a:lnTo>
                  <a:lnTo>
                    <a:pt x="432189" y="240"/>
                  </a:lnTo>
                  <a:lnTo>
                    <a:pt x="440047" y="242"/>
                  </a:lnTo>
                  <a:lnTo>
                    <a:pt x="447905" y="245"/>
                  </a:lnTo>
                  <a:lnTo>
                    <a:pt x="455763" y="246"/>
                  </a:lnTo>
                  <a:lnTo>
                    <a:pt x="463621" y="248"/>
                  </a:lnTo>
                  <a:lnTo>
                    <a:pt x="471479" y="250"/>
                  </a:lnTo>
                  <a:lnTo>
                    <a:pt x="479337" y="254"/>
                  </a:lnTo>
                  <a:lnTo>
                    <a:pt x="487195" y="257"/>
                  </a:lnTo>
                  <a:lnTo>
                    <a:pt x="495053" y="259"/>
                  </a:lnTo>
                  <a:lnTo>
                    <a:pt x="502911" y="260"/>
                  </a:lnTo>
                  <a:lnTo>
                    <a:pt x="510769" y="263"/>
                  </a:lnTo>
                  <a:lnTo>
                    <a:pt x="518627" y="265"/>
                  </a:lnTo>
                  <a:lnTo>
                    <a:pt x="526485" y="269"/>
                  </a:lnTo>
                  <a:lnTo>
                    <a:pt x="534343" y="271"/>
                  </a:lnTo>
                  <a:lnTo>
                    <a:pt x="542201" y="273"/>
                  </a:lnTo>
                  <a:lnTo>
                    <a:pt x="550059" y="275"/>
                  </a:lnTo>
                  <a:lnTo>
                    <a:pt x="557917" y="277"/>
                  </a:lnTo>
                  <a:lnTo>
                    <a:pt x="565775" y="279"/>
                  </a:lnTo>
                  <a:lnTo>
                    <a:pt x="573633" y="281"/>
                  </a:lnTo>
                  <a:lnTo>
                    <a:pt x="581491" y="283"/>
                  </a:lnTo>
                  <a:lnTo>
                    <a:pt x="589349" y="285"/>
                  </a:lnTo>
                  <a:lnTo>
                    <a:pt x="597207" y="286"/>
                  </a:lnTo>
                  <a:lnTo>
                    <a:pt x="605065" y="288"/>
                  </a:lnTo>
                  <a:lnTo>
                    <a:pt x="612923" y="290"/>
                  </a:lnTo>
                  <a:lnTo>
                    <a:pt x="620781" y="292"/>
                  </a:lnTo>
                  <a:lnTo>
                    <a:pt x="628639" y="295"/>
                  </a:lnTo>
                  <a:lnTo>
                    <a:pt x="636497" y="296"/>
                  </a:lnTo>
                  <a:lnTo>
                    <a:pt x="644355" y="297"/>
                  </a:lnTo>
                  <a:lnTo>
                    <a:pt x="652213" y="298"/>
                  </a:lnTo>
                  <a:lnTo>
                    <a:pt x="660071" y="300"/>
                  </a:lnTo>
                  <a:lnTo>
                    <a:pt x="667929" y="301"/>
                  </a:lnTo>
                  <a:lnTo>
                    <a:pt x="675787" y="302"/>
                  </a:lnTo>
                  <a:lnTo>
                    <a:pt x="683645" y="303"/>
                  </a:lnTo>
                  <a:lnTo>
                    <a:pt x="691503" y="304"/>
                  </a:lnTo>
                  <a:lnTo>
                    <a:pt x="699361" y="305"/>
                  </a:lnTo>
                  <a:lnTo>
                    <a:pt x="707219" y="306"/>
                  </a:lnTo>
                  <a:lnTo>
                    <a:pt x="715077" y="308"/>
                  </a:lnTo>
                  <a:lnTo>
                    <a:pt x="722935" y="310"/>
                  </a:lnTo>
                  <a:lnTo>
                    <a:pt x="730793" y="311"/>
                  </a:lnTo>
                  <a:lnTo>
                    <a:pt x="738651" y="313"/>
                  </a:lnTo>
                  <a:lnTo>
                    <a:pt x="746509" y="315"/>
                  </a:lnTo>
                  <a:lnTo>
                    <a:pt x="754367" y="315"/>
                  </a:lnTo>
                  <a:lnTo>
                    <a:pt x="762225" y="317"/>
                  </a:lnTo>
                  <a:lnTo>
                    <a:pt x="770083" y="318"/>
                  </a:lnTo>
                  <a:lnTo>
                    <a:pt x="777941" y="319"/>
                  </a:lnTo>
                  <a:lnTo>
                    <a:pt x="785799" y="320"/>
                  </a:lnTo>
                  <a:lnTo>
                    <a:pt x="793657" y="321"/>
                  </a:lnTo>
                  <a:lnTo>
                    <a:pt x="801515" y="322"/>
                  </a:lnTo>
                  <a:lnTo>
                    <a:pt x="809373" y="323"/>
                  </a:lnTo>
                  <a:lnTo>
                    <a:pt x="817231" y="324"/>
                  </a:lnTo>
                  <a:lnTo>
                    <a:pt x="825089" y="325"/>
                  </a:lnTo>
                  <a:lnTo>
                    <a:pt x="832947" y="326"/>
                  </a:lnTo>
                  <a:lnTo>
                    <a:pt x="840805" y="326"/>
                  </a:lnTo>
                  <a:lnTo>
                    <a:pt x="848663" y="328"/>
                  </a:lnTo>
                  <a:lnTo>
                    <a:pt x="856521" y="329"/>
                  </a:lnTo>
                  <a:lnTo>
                    <a:pt x="864379" y="330"/>
                  </a:lnTo>
                  <a:lnTo>
                    <a:pt x="872237" y="331"/>
                  </a:lnTo>
                  <a:lnTo>
                    <a:pt x="880095" y="332"/>
                  </a:lnTo>
                  <a:lnTo>
                    <a:pt x="887953" y="333"/>
                  </a:lnTo>
                  <a:lnTo>
                    <a:pt x="895811" y="334"/>
                  </a:lnTo>
                  <a:lnTo>
                    <a:pt x="903669" y="335"/>
                  </a:lnTo>
                  <a:lnTo>
                    <a:pt x="911527" y="336"/>
                  </a:lnTo>
                  <a:lnTo>
                    <a:pt x="919385" y="338"/>
                  </a:lnTo>
                  <a:lnTo>
                    <a:pt x="927243" y="338"/>
                  </a:lnTo>
                  <a:lnTo>
                    <a:pt x="935101" y="339"/>
                  </a:lnTo>
                  <a:lnTo>
                    <a:pt x="942959" y="340"/>
                  </a:lnTo>
                  <a:lnTo>
                    <a:pt x="950817" y="341"/>
                  </a:lnTo>
                  <a:lnTo>
                    <a:pt x="958675" y="341"/>
                  </a:lnTo>
                  <a:lnTo>
                    <a:pt x="966533" y="342"/>
                  </a:lnTo>
                  <a:lnTo>
                    <a:pt x="974391" y="343"/>
                  </a:lnTo>
                  <a:lnTo>
                    <a:pt x="982249" y="344"/>
                  </a:lnTo>
                  <a:lnTo>
                    <a:pt x="990107" y="345"/>
                  </a:lnTo>
                  <a:lnTo>
                    <a:pt x="997965" y="346"/>
                  </a:lnTo>
                  <a:lnTo>
                    <a:pt x="1005823" y="347"/>
                  </a:lnTo>
                  <a:lnTo>
                    <a:pt x="1013681" y="348"/>
                  </a:lnTo>
                  <a:lnTo>
                    <a:pt x="1021539" y="349"/>
                  </a:lnTo>
                  <a:lnTo>
                    <a:pt x="1029397" y="350"/>
                  </a:lnTo>
                  <a:lnTo>
                    <a:pt x="1037254" y="350"/>
                  </a:lnTo>
                  <a:lnTo>
                    <a:pt x="1045112" y="351"/>
                  </a:lnTo>
                  <a:lnTo>
                    <a:pt x="1052970" y="352"/>
                  </a:lnTo>
                  <a:lnTo>
                    <a:pt x="1060828" y="352"/>
                  </a:lnTo>
                  <a:lnTo>
                    <a:pt x="1068686" y="353"/>
                  </a:lnTo>
                  <a:lnTo>
                    <a:pt x="1076544" y="354"/>
                  </a:lnTo>
                  <a:lnTo>
                    <a:pt x="1084402" y="354"/>
                  </a:lnTo>
                  <a:lnTo>
                    <a:pt x="1092260" y="355"/>
                  </a:lnTo>
                  <a:lnTo>
                    <a:pt x="1100118" y="356"/>
                  </a:lnTo>
                  <a:lnTo>
                    <a:pt x="1107976" y="356"/>
                  </a:lnTo>
                  <a:lnTo>
                    <a:pt x="1115834" y="357"/>
                  </a:lnTo>
                  <a:lnTo>
                    <a:pt x="1123692" y="357"/>
                  </a:lnTo>
                  <a:lnTo>
                    <a:pt x="1131550" y="357"/>
                  </a:lnTo>
                  <a:lnTo>
                    <a:pt x="1139408" y="357"/>
                  </a:lnTo>
                  <a:lnTo>
                    <a:pt x="1147266" y="358"/>
                  </a:lnTo>
                  <a:lnTo>
                    <a:pt x="1155124" y="359"/>
                  </a:lnTo>
                  <a:lnTo>
                    <a:pt x="1162982" y="359"/>
                  </a:lnTo>
                  <a:lnTo>
                    <a:pt x="1170840" y="360"/>
                  </a:lnTo>
                  <a:lnTo>
                    <a:pt x="1178698" y="360"/>
                  </a:lnTo>
                  <a:lnTo>
                    <a:pt x="1186556" y="361"/>
                  </a:lnTo>
                  <a:lnTo>
                    <a:pt x="1194414" y="362"/>
                  </a:lnTo>
                  <a:lnTo>
                    <a:pt x="1202272" y="362"/>
                  </a:lnTo>
                  <a:lnTo>
                    <a:pt x="1210130" y="363"/>
                  </a:lnTo>
                  <a:lnTo>
                    <a:pt x="1217988" y="364"/>
                  </a:lnTo>
                  <a:lnTo>
                    <a:pt x="1225846" y="364"/>
                  </a:lnTo>
                  <a:lnTo>
                    <a:pt x="1233704" y="365"/>
                  </a:lnTo>
                  <a:lnTo>
                    <a:pt x="1241562" y="365"/>
                  </a:lnTo>
                  <a:lnTo>
                    <a:pt x="1249420" y="365"/>
                  </a:lnTo>
                  <a:lnTo>
                    <a:pt x="1257278" y="366"/>
                  </a:lnTo>
                  <a:lnTo>
                    <a:pt x="1265136" y="366"/>
                  </a:lnTo>
                  <a:lnTo>
                    <a:pt x="1272994" y="367"/>
                  </a:lnTo>
                  <a:lnTo>
                    <a:pt x="1280852" y="368"/>
                  </a:lnTo>
                  <a:lnTo>
                    <a:pt x="1288710" y="368"/>
                  </a:lnTo>
                  <a:lnTo>
                    <a:pt x="1296568" y="369"/>
                  </a:lnTo>
                  <a:lnTo>
                    <a:pt x="1304426" y="369"/>
                  </a:lnTo>
                  <a:lnTo>
                    <a:pt x="1312284" y="369"/>
                  </a:lnTo>
                  <a:lnTo>
                    <a:pt x="1320142" y="370"/>
                  </a:lnTo>
                  <a:lnTo>
                    <a:pt x="1328000" y="370"/>
                  </a:lnTo>
                  <a:lnTo>
                    <a:pt x="1335858" y="370"/>
                  </a:lnTo>
                  <a:lnTo>
                    <a:pt x="1343716" y="371"/>
                  </a:lnTo>
                  <a:lnTo>
                    <a:pt x="1351574" y="371"/>
                  </a:lnTo>
                  <a:lnTo>
                    <a:pt x="1359432" y="372"/>
                  </a:lnTo>
                  <a:lnTo>
                    <a:pt x="1367290" y="372"/>
                  </a:lnTo>
                  <a:lnTo>
                    <a:pt x="1375148" y="372"/>
                  </a:lnTo>
                  <a:lnTo>
                    <a:pt x="1383006" y="373"/>
                  </a:lnTo>
                  <a:lnTo>
                    <a:pt x="1390864" y="373"/>
                  </a:lnTo>
                  <a:lnTo>
                    <a:pt x="1398722" y="374"/>
                  </a:lnTo>
                  <a:lnTo>
                    <a:pt x="1406580" y="374"/>
                  </a:lnTo>
                  <a:lnTo>
                    <a:pt x="1414438" y="375"/>
                  </a:lnTo>
                  <a:lnTo>
                    <a:pt x="1422296" y="375"/>
                  </a:lnTo>
                  <a:lnTo>
                    <a:pt x="1430154" y="376"/>
                  </a:lnTo>
                  <a:lnTo>
                    <a:pt x="1438012" y="376"/>
                  </a:lnTo>
                  <a:lnTo>
                    <a:pt x="1445870" y="377"/>
                  </a:lnTo>
                  <a:lnTo>
                    <a:pt x="1453728" y="377"/>
                  </a:lnTo>
                  <a:lnTo>
                    <a:pt x="1461586" y="378"/>
                  </a:lnTo>
                  <a:lnTo>
                    <a:pt x="1469444" y="378"/>
                  </a:lnTo>
                  <a:lnTo>
                    <a:pt x="1477302" y="378"/>
                  </a:lnTo>
                  <a:lnTo>
                    <a:pt x="1485160" y="379"/>
                  </a:lnTo>
                  <a:lnTo>
                    <a:pt x="1493018" y="379"/>
                  </a:lnTo>
                  <a:lnTo>
                    <a:pt x="1500876" y="379"/>
                  </a:lnTo>
                  <a:lnTo>
                    <a:pt x="1508734" y="379"/>
                  </a:lnTo>
                  <a:lnTo>
                    <a:pt x="1516592" y="379"/>
                  </a:lnTo>
                  <a:lnTo>
                    <a:pt x="1524450" y="380"/>
                  </a:lnTo>
                  <a:lnTo>
                    <a:pt x="1532308" y="380"/>
                  </a:lnTo>
                  <a:lnTo>
                    <a:pt x="1540166" y="380"/>
                  </a:lnTo>
                  <a:lnTo>
                    <a:pt x="1548024" y="381"/>
                  </a:lnTo>
                  <a:lnTo>
                    <a:pt x="1555882" y="381"/>
                  </a:lnTo>
                  <a:lnTo>
                    <a:pt x="1563740" y="382"/>
                  </a:lnTo>
                  <a:lnTo>
                    <a:pt x="1571598" y="382"/>
                  </a:lnTo>
                  <a:lnTo>
                    <a:pt x="1579456" y="382"/>
                  </a:lnTo>
                  <a:lnTo>
                    <a:pt x="1587314" y="383"/>
                  </a:lnTo>
                  <a:lnTo>
                    <a:pt x="1595172" y="383"/>
                  </a:lnTo>
                  <a:lnTo>
                    <a:pt x="1603030" y="384"/>
                  </a:lnTo>
                  <a:lnTo>
                    <a:pt x="1610888" y="384"/>
                  </a:lnTo>
                  <a:lnTo>
                    <a:pt x="1618746" y="385"/>
                  </a:lnTo>
                  <a:lnTo>
                    <a:pt x="1626604" y="385"/>
                  </a:lnTo>
                  <a:lnTo>
                    <a:pt x="1634462" y="385"/>
                  </a:lnTo>
                  <a:lnTo>
                    <a:pt x="1642320" y="385"/>
                  </a:lnTo>
                  <a:lnTo>
                    <a:pt x="1650178" y="386"/>
                  </a:lnTo>
                  <a:lnTo>
                    <a:pt x="1658036" y="386"/>
                  </a:lnTo>
                  <a:lnTo>
                    <a:pt x="1665894" y="386"/>
                  </a:lnTo>
                  <a:lnTo>
                    <a:pt x="1673752" y="386"/>
                  </a:lnTo>
                  <a:lnTo>
                    <a:pt x="1681610" y="386"/>
                  </a:lnTo>
                  <a:lnTo>
                    <a:pt x="1689468" y="386"/>
                  </a:lnTo>
                  <a:lnTo>
                    <a:pt x="1697326" y="386"/>
                  </a:lnTo>
                  <a:lnTo>
                    <a:pt x="1705184" y="387"/>
                  </a:lnTo>
                  <a:lnTo>
                    <a:pt x="1713042" y="387"/>
                  </a:lnTo>
                  <a:lnTo>
                    <a:pt x="1720900" y="387"/>
                  </a:lnTo>
                  <a:lnTo>
                    <a:pt x="1728758" y="387"/>
                  </a:lnTo>
                  <a:lnTo>
                    <a:pt x="1736616" y="387"/>
                  </a:lnTo>
                  <a:lnTo>
                    <a:pt x="1744474" y="387"/>
                  </a:lnTo>
                  <a:lnTo>
                    <a:pt x="1752332" y="387"/>
                  </a:lnTo>
                  <a:lnTo>
                    <a:pt x="1760190" y="388"/>
                  </a:lnTo>
                  <a:lnTo>
                    <a:pt x="1768048" y="388"/>
                  </a:lnTo>
                  <a:lnTo>
                    <a:pt x="1775906" y="388"/>
                  </a:lnTo>
                  <a:lnTo>
                    <a:pt x="1783764" y="389"/>
                  </a:lnTo>
                  <a:lnTo>
                    <a:pt x="1791622" y="389"/>
                  </a:lnTo>
                  <a:lnTo>
                    <a:pt x="1799480" y="389"/>
                  </a:lnTo>
                  <a:lnTo>
                    <a:pt x="1807338" y="390"/>
                  </a:lnTo>
                  <a:lnTo>
                    <a:pt x="1815196" y="390"/>
                  </a:lnTo>
                  <a:lnTo>
                    <a:pt x="1823054" y="390"/>
                  </a:lnTo>
                  <a:lnTo>
                    <a:pt x="1830912" y="391"/>
                  </a:lnTo>
                  <a:lnTo>
                    <a:pt x="1838770" y="391"/>
                  </a:lnTo>
                  <a:lnTo>
                    <a:pt x="1846628" y="391"/>
                  </a:lnTo>
                  <a:lnTo>
                    <a:pt x="1854486" y="391"/>
                  </a:lnTo>
                  <a:lnTo>
                    <a:pt x="1862344" y="392"/>
                  </a:lnTo>
                  <a:lnTo>
                    <a:pt x="1870202" y="392"/>
                  </a:lnTo>
                  <a:lnTo>
                    <a:pt x="1878060" y="392"/>
                  </a:lnTo>
                  <a:lnTo>
                    <a:pt x="1885918" y="392"/>
                  </a:lnTo>
                  <a:lnTo>
                    <a:pt x="1893776" y="393"/>
                  </a:lnTo>
                  <a:lnTo>
                    <a:pt x="1901634" y="393"/>
                  </a:lnTo>
                  <a:lnTo>
                    <a:pt x="1909492" y="393"/>
                  </a:lnTo>
                  <a:lnTo>
                    <a:pt x="1917350" y="393"/>
                  </a:lnTo>
                  <a:lnTo>
                    <a:pt x="1925208" y="394"/>
                  </a:lnTo>
                  <a:lnTo>
                    <a:pt x="1933066" y="394"/>
                  </a:lnTo>
                  <a:lnTo>
                    <a:pt x="1940924" y="394"/>
                  </a:lnTo>
                  <a:lnTo>
                    <a:pt x="1948782" y="394"/>
                  </a:lnTo>
                  <a:lnTo>
                    <a:pt x="1956640" y="395"/>
                  </a:lnTo>
                  <a:lnTo>
                    <a:pt x="1964498" y="395"/>
                  </a:lnTo>
                  <a:lnTo>
                    <a:pt x="1972356" y="395"/>
                  </a:lnTo>
                  <a:lnTo>
                    <a:pt x="1980214" y="395"/>
                  </a:lnTo>
                  <a:lnTo>
                    <a:pt x="1988072" y="395"/>
                  </a:lnTo>
                  <a:lnTo>
                    <a:pt x="1995930" y="396"/>
                  </a:lnTo>
                  <a:lnTo>
                    <a:pt x="2003788" y="396"/>
                  </a:lnTo>
                  <a:lnTo>
                    <a:pt x="2011646" y="396"/>
                  </a:lnTo>
                  <a:lnTo>
                    <a:pt x="2019504" y="396"/>
                  </a:lnTo>
                  <a:lnTo>
                    <a:pt x="2027362" y="397"/>
                  </a:lnTo>
                  <a:lnTo>
                    <a:pt x="2035220" y="3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9" name="pl178"/>
            <p:cNvSpPr/>
            <p:nvPr/>
          </p:nvSpPr>
          <p:spPr>
            <a:xfrm>
              <a:off x="3608036" y="4956805"/>
              <a:ext cx="2035220" cy="73"/>
            </a:xfrm>
            <a:custGeom>
              <a:avLst/>
              <a:pathLst>
                <a:path w="2035220" h="73">
                  <a:moveTo>
                    <a:pt x="2035220" y="73"/>
                  </a:moveTo>
                  <a:lnTo>
                    <a:pt x="2027362" y="73"/>
                  </a:lnTo>
                  <a:lnTo>
                    <a:pt x="2019504" y="73"/>
                  </a:lnTo>
                  <a:lnTo>
                    <a:pt x="2011646" y="73"/>
                  </a:lnTo>
                  <a:lnTo>
                    <a:pt x="2003788" y="72"/>
                  </a:lnTo>
                  <a:lnTo>
                    <a:pt x="1995930" y="72"/>
                  </a:lnTo>
                  <a:lnTo>
                    <a:pt x="1988072" y="72"/>
                  </a:lnTo>
                  <a:lnTo>
                    <a:pt x="1980214" y="72"/>
                  </a:lnTo>
                  <a:lnTo>
                    <a:pt x="1972356" y="72"/>
                  </a:lnTo>
                  <a:lnTo>
                    <a:pt x="1964498" y="72"/>
                  </a:lnTo>
                  <a:lnTo>
                    <a:pt x="1956640" y="72"/>
                  </a:lnTo>
                  <a:lnTo>
                    <a:pt x="1948782" y="72"/>
                  </a:lnTo>
                  <a:lnTo>
                    <a:pt x="1940924" y="72"/>
                  </a:lnTo>
                  <a:lnTo>
                    <a:pt x="1933066" y="72"/>
                  </a:lnTo>
                  <a:lnTo>
                    <a:pt x="1925208" y="72"/>
                  </a:lnTo>
                  <a:lnTo>
                    <a:pt x="1917350" y="72"/>
                  </a:lnTo>
                  <a:lnTo>
                    <a:pt x="1909492" y="72"/>
                  </a:lnTo>
                  <a:lnTo>
                    <a:pt x="1901634" y="72"/>
                  </a:lnTo>
                  <a:lnTo>
                    <a:pt x="1893776" y="72"/>
                  </a:lnTo>
                  <a:lnTo>
                    <a:pt x="1885918" y="72"/>
                  </a:lnTo>
                  <a:lnTo>
                    <a:pt x="1878060" y="72"/>
                  </a:lnTo>
                  <a:lnTo>
                    <a:pt x="1870202" y="72"/>
                  </a:lnTo>
                  <a:lnTo>
                    <a:pt x="1862344" y="71"/>
                  </a:lnTo>
                  <a:lnTo>
                    <a:pt x="1854486" y="71"/>
                  </a:lnTo>
                  <a:lnTo>
                    <a:pt x="1846628" y="71"/>
                  </a:lnTo>
                  <a:lnTo>
                    <a:pt x="1838770" y="71"/>
                  </a:lnTo>
                  <a:lnTo>
                    <a:pt x="1830912" y="71"/>
                  </a:lnTo>
                  <a:lnTo>
                    <a:pt x="1823054" y="71"/>
                  </a:lnTo>
                  <a:lnTo>
                    <a:pt x="1815196" y="71"/>
                  </a:lnTo>
                  <a:lnTo>
                    <a:pt x="1807338" y="71"/>
                  </a:lnTo>
                  <a:lnTo>
                    <a:pt x="1799480" y="71"/>
                  </a:lnTo>
                  <a:lnTo>
                    <a:pt x="1791622" y="71"/>
                  </a:lnTo>
                  <a:lnTo>
                    <a:pt x="1783764" y="71"/>
                  </a:lnTo>
                  <a:lnTo>
                    <a:pt x="1775906" y="71"/>
                  </a:lnTo>
                  <a:lnTo>
                    <a:pt x="1768048" y="71"/>
                  </a:lnTo>
                  <a:lnTo>
                    <a:pt x="1760190" y="71"/>
                  </a:lnTo>
                  <a:lnTo>
                    <a:pt x="1752332" y="71"/>
                  </a:lnTo>
                  <a:lnTo>
                    <a:pt x="1744474" y="70"/>
                  </a:lnTo>
                  <a:lnTo>
                    <a:pt x="1736616" y="70"/>
                  </a:lnTo>
                  <a:lnTo>
                    <a:pt x="1728758" y="70"/>
                  </a:lnTo>
                  <a:lnTo>
                    <a:pt x="1720900" y="70"/>
                  </a:lnTo>
                  <a:lnTo>
                    <a:pt x="1713042" y="70"/>
                  </a:lnTo>
                  <a:lnTo>
                    <a:pt x="1705184" y="70"/>
                  </a:lnTo>
                  <a:lnTo>
                    <a:pt x="1697326" y="70"/>
                  </a:lnTo>
                  <a:lnTo>
                    <a:pt x="1689468" y="70"/>
                  </a:lnTo>
                  <a:lnTo>
                    <a:pt x="1681610" y="70"/>
                  </a:lnTo>
                  <a:lnTo>
                    <a:pt x="1673752" y="70"/>
                  </a:lnTo>
                  <a:lnTo>
                    <a:pt x="1665894" y="70"/>
                  </a:lnTo>
                  <a:lnTo>
                    <a:pt x="1658036" y="69"/>
                  </a:lnTo>
                  <a:lnTo>
                    <a:pt x="1650178" y="69"/>
                  </a:lnTo>
                  <a:lnTo>
                    <a:pt x="1642320" y="69"/>
                  </a:lnTo>
                  <a:lnTo>
                    <a:pt x="1634462" y="69"/>
                  </a:lnTo>
                  <a:lnTo>
                    <a:pt x="1626604" y="69"/>
                  </a:lnTo>
                  <a:lnTo>
                    <a:pt x="1618746" y="69"/>
                  </a:lnTo>
                  <a:lnTo>
                    <a:pt x="1610888" y="69"/>
                  </a:lnTo>
                  <a:lnTo>
                    <a:pt x="1603030" y="69"/>
                  </a:lnTo>
                  <a:lnTo>
                    <a:pt x="1595172" y="69"/>
                  </a:lnTo>
                  <a:lnTo>
                    <a:pt x="1587314" y="68"/>
                  </a:lnTo>
                  <a:lnTo>
                    <a:pt x="1579456" y="68"/>
                  </a:lnTo>
                  <a:lnTo>
                    <a:pt x="1571598" y="68"/>
                  </a:lnTo>
                  <a:lnTo>
                    <a:pt x="1563740" y="68"/>
                  </a:lnTo>
                  <a:lnTo>
                    <a:pt x="1555882" y="68"/>
                  </a:lnTo>
                  <a:lnTo>
                    <a:pt x="1548024" y="68"/>
                  </a:lnTo>
                  <a:lnTo>
                    <a:pt x="1540166" y="68"/>
                  </a:lnTo>
                  <a:lnTo>
                    <a:pt x="1532308" y="68"/>
                  </a:lnTo>
                  <a:lnTo>
                    <a:pt x="1524450" y="67"/>
                  </a:lnTo>
                  <a:lnTo>
                    <a:pt x="1516592" y="67"/>
                  </a:lnTo>
                  <a:lnTo>
                    <a:pt x="1508734" y="67"/>
                  </a:lnTo>
                  <a:lnTo>
                    <a:pt x="1500876" y="67"/>
                  </a:lnTo>
                  <a:lnTo>
                    <a:pt x="1493018" y="67"/>
                  </a:lnTo>
                  <a:lnTo>
                    <a:pt x="1485160" y="67"/>
                  </a:lnTo>
                  <a:lnTo>
                    <a:pt x="1477302" y="67"/>
                  </a:lnTo>
                  <a:lnTo>
                    <a:pt x="1469444" y="67"/>
                  </a:lnTo>
                  <a:lnTo>
                    <a:pt x="1461586" y="66"/>
                  </a:lnTo>
                  <a:lnTo>
                    <a:pt x="1453728" y="66"/>
                  </a:lnTo>
                  <a:lnTo>
                    <a:pt x="1445870" y="66"/>
                  </a:lnTo>
                  <a:lnTo>
                    <a:pt x="1438012" y="66"/>
                  </a:lnTo>
                  <a:lnTo>
                    <a:pt x="1430154" y="66"/>
                  </a:lnTo>
                  <a:lnTo>
                    <a:pt x="1422296" y="66"/>
                  </a:lnTo>
                  <a:lnTo>
                    <a:pt x="1414438" y="65"/>
                  </a:lnTo>
                  <a:lnTo>
                    <a:pt x="1406580" y="65"/>
                  </a:lnTo>
                  <a:lnTo>
                    <a:pt x="1398722" y="65"/>
                  </a:lnTo>
                  <a:lnTo>
                    <a:pt x="1390864" y="65"/>
                  </a:lnTo>
                  <a:lnTo>
                    <a:pt x="1383006" y="65"/>
                  </a:lnTo>
                  <a:lnTo>
                    <a:pt x="1375148" y="65"/>
                  </a:lnTo>
                  <a:lnTo>
                    <a:pt x="1367290" y="64"/>
                  </a:lnTo>
                  <a:lnTo>
                    <a:pt x="1359432" y="64"/>
                  </a:lnTo>
                  <a:lnTo>
                    <a:pt x="1351574" y="64"/>
                  </a:lnTo>
                  <a:lnTo>
                    <a:pt x="1343716" y="64"/>
                  </a:lnTo>
                  <a:lnTo>
                    <a:pt x="1335858" y="63"/>
                  </a:lnTo>
                  <a:lnTo>
                    <a:pt x="1328000" y="63"/>
                  </a:lnTo>
                  <a:lnTo>
                    <a:pt x="1320142" y="63"/>
                  </a:lnTo>
                  <a:lnTo>
                    <a:pt x="1312284" y="63"/>
                  </a:lnTo>
                  <a:lnTo>
                    <a:pt x="1304426" y="63"/>
                  </a:lnTo>
                  <a:lnTo>
                    <a:pt x="1296568" y="63"/>
                  </a:lnTo>
                  <a:lnTo>
                    <a:pt x="1288710" y="62"/>
                  </a:lnTo>
                  <a:lnTo>
                    <a:pt x="1280852" y="62"/>
                  </a:lnTo>
                  <a:lnTo>
                    <a:pt x="1272994" y="62"/>
                  </a:lnTo>
                  <a:lnTo>
                    <a:pt x="1265136" y="62"/>
                  </a:lnTo>
                  <a:lnTo>
                    <a:pt x="1257278" y="62"/>
                  </a:lnTo>
                  <a:lnTo>
                    <a:pt x="1249420" y="62"/>
                  </a:lnTo>
                  <a:lnTo>
                    <a:pt x="1241562" y="61"/>
                  </a:lnTo>
                  <a:lnTo>
                    <a:pt x="1233704" y="61"/>
                  </a:lnTo>
                  <a:lnTo>
                    <a:pt x="1225846" y="61"/>
                  </a:lnTo>
                  <a:lnTo>
                    <a:pt x="1217988" y="61"/>
                  </a:lnTo>
                  <a:lnTo>
                    <a:pt x="1210130" y="60"/>
                  </a:lnTo>
                  <a:lnTo>
                    <a:pt x="1202272" y="60"/>
                  </a:lnTo>
                  <a:lnTo>
                    <a:pt x="1194414" y="60"/>
                  </a:lnTo>
                  <a:lnTo>
                    <a:pt x="1186556" y="60"/>
                  </a:lnTo>
                  <a:lnTo>
                    <a:pt x="1178698" y="60"/>
                  </a:lnTo>
                  <a:lnTo>
                    <a:pt x="1170840" y="59"/>
                  </a:lnTo>
                  <a:lnTo>
                    <a:pt x="1162982" y="59"/>
                  </a:lnTo>
                  <a:lnTo>
                    <a:pt x="1155124" y="59"/>
                  </a:lnTo>
                  <a:lnTo>
                    <a:pt x="1147266" y="59"/>
                  </a:lnTo>
                  <a:lnTo>
                    <a:pt x="1139408" y="58"/>
                  </a:lnTo>
                  <a:lnTo>
                    <a:pt x="1131550" y="58"/>
                  </a:lnTo>
                  <a:lnTo>
                    <a:pt x="1123692" y="58"/>
                  </a:lnTo>
                  <a:lnTo>
                    <a:pt x="1115834" y="58"/>
                  </a:lnTo>
                  <a:lnTo>
                    <a:pt x="1107976" y="57"/>
                  </a:lnTo>
                  <a:lnTo>
                    <a:pt x="1100118" y="57"/>
                  </a:lnTo>
                  <a:lnTo>
                    <a:pt x="1092260" y="57"/>
                  </a:lnTo>
                  <a:lnTo>
                    <a:pt x="1084402" y="57"/>
                  </a:lnTo>
                  <a:lnTo>
                    <a:pt x="1076544" y="56"/>
                  </a:lnTo>
                  <a:lnTo>
                    <a:pt x="1068686" y="56"/>
                  </a:lnTo>
                  <a:lnTo>
                    <a:pt x="1060828" y="56"/>
                  </a:lnTo>
                  <a:lnTo>
                    <a:pt x="1052970" y="55"/>
                  </a:lnTo>
                  <a:lnTo>
                    <a:pt x="1045112" y="55"/>
                  </a:lnTo>
                  <a:lnTo>
                    <a:pt x="1037254" y="55"/>
                  </a:lnTo>
                  <a:lnTo>
                    <a:pt x="1029397" y="55"/>
                  </a:lnTo>
                  <a:lnTo>
                    <a:pt x="1021539" y="54"/>
                  </a:lnTo>
                  <a:lnTo>
                    <a:pt x="1013681" y="54"/>
                  </a:lnTo>
                  <a:lnTo>
                    <a:pt x="1005823" y="54"/>
                  </a:lnTo>
                  <a:lnTo>
                    <a:pt x="997965" y="53"/>
                  </a:lnTo>
                  <a:lnTo>
                    <a:pt x="990107" y="53"/>
                  </a:lnTo>
                  <a:lnTo>
                    <a:pt x="982249" y="53"/>
                  </a:lnTo>
                  <a:lnTo>
                    <a:pt x="974391" y="52"/>
                  </a:lnTo>
                  <a:lnTo>
                    <a:pt x="966533" y="52"/>
                  </a:lnTo>
                  <a:lnTo>
                    <a:pt x="958675" y="52"/>
                  </a:lnTo>
                  <a:lnTo>
                    <a:pt x="950817" y="51"/>
                  </a:lnTo>
                  <a:lnTo>
                    <a:pt x="942959" y="51"/>
                  </a:lnTo>
                  <a:lnTo>
                    <a:pt x="935101" y="51"/>
                  </a:lnTo>
                  <a:lnTo>
                    <a:pt x="927243" y="50"/>
                  </a:lnTo>
                  <a:lnTo>
                    <a:pt x="919385" y="50"/>
                  </a:lnTo>
                  <a:lnTo>
                    <a:pt x="911527" y="50"/>
                  </a:lnTo>
                  <a:lnTo>
                    <a:pt x="903669" y="49"/>
                  </a:lnTo>
                  <a:lnTo>
                    <a:pt x="895811" y="49"/>
                  </a:lnTo>
                  <a:lnTo>
                    <a:pt x="887953" y="49"/>
                  </a:lnTo>
                  <a:lnTo>
                    <a:pt x="880095" y="48"/>
                  </a:lnTo>
                  <a:lnTo>
                    <a:pt x="872237" y="48"/>
                  </a:lnTo>
                  <a:lnTo>
                    <a:pt x="864379" y="48"/>
                  </a:lnTo>
                  <a:lnTo>
                    <a:pt x="856521" y="47"/>
                  </a:lnTo>
                  <a:lnTo>
                    <a:pt x="848663" y="47"/>
                  </a:lnTo>
                  <a:lnTo>
                    <a:pt x="840805" y="47"/>
                  </a:lnTo>
                  <a:lnTo>
                    <a:pt x="832947" y="46"/>
                  </a:lnTo>
                  <a:lnTo>
                    <a:pt x="825089" y="46"/>
                  </a:lnTo>
                  <a:lnTo>
                    <a:pt x="817231" y="46"/>
                  </a:lnTo>
                  <a:lnTo>
                    <a:pt x="809373" y="45"/>
                  </a:lnTo>
                  <a:lnTo>
                    <a:pt x="801515" y="45"/>
                  </a:lnTo>
                  <a:lnTo>
                    <a:pt x="793657" y="44"/>
                  </a:lnTo>
                  <a:lnTo>
                    <a:pt x="785799" y="44"/>
                  </a:lnTo>
                  <a:lnTo>
                    <a:pt x="777941" y="43"/>
                  </a:lnTo>
                  <a:lnTo>
                    <a:pt x="770083" y="43"/>
                  </a:lnTo>
                  <a:lnTo>
                    <a:pt x="762225" y="43"/>
                  </a:lnTo>
                  <a:lnTo>
                    <a:pt x="754367" y="42"/>
                  </a:lnTo>
                  <a:lnTo>
                    <a:pt x="746509" y="42"/>
                  </a:lnTo>
                  <a:lnTo>
                    <a:pt x="738651" y="41"/>
                  </a:lnTo>
                  <a:lnTo>
                    <a:pt x="730793" y="41"/>
                  </a:lnTo>
                  <a:lnTo>
                    <a:pt x="722935" y="41"/>
                  </a:lnTo>
                  <a:lnTo>
                    <a:pt x="715077" y="41"/>
                  </a:lnTo>
                  <a:lnTo>
                    <a:pt x="707219" y="40"/>
                  </a:lnTo>
                  <a:lnTo>
                    <a:pt x="699361" y="40"/>
                  </a:lnTo>
                  <a:lnTo>
                    <a:pt x="691503" y="40"/>
                  </a:lnTo>
                  <a:lnTo>
                    <a:pt x="683645" y="39"/>
                  </a:lnTo>
                  <a:lnTo>
                    <a:pt x="675787" y="39"/>
                  </a:lnTo>
                  <a:lnTo>
                    <a:pt x="667929" y="38"/>
                  </a:lnTo>
                  <a:lnTo>
                    <a:pt x="660071" y="38"/>
                  </a:lnTo>
                  <a:lnTo>
                    <a:pt x="652213" y="37"/>
                  </a:lnTo>
                  <a:lnTo>
                    <a:pt x="644355" y="37"/>
                  </a:lnTo>
                  <a:lnTo>
                    <a:pt x="636497" y="36"/>
                  </a:lnTo>
                  <a:lnTo>
                    <a:pt x="628639" y="36"/>
                  </a:lnTo>
                  <a:lnTo>
                    <a:pt x="620781" y="35"/>
                  </a:lnTo>
                  <a:lnTo>
                    <a:pt x="612923" y="35"/>
                  </a:lnTo>
                  <a:lnTo>
                    <a:pt x="605065" y="34"/>
                  </a:lnTo>
                  <a:lnTo>
                    <a:pt x="597207" y="34"/>
                  </a:lnTo>
                  <a:lnTo>
                    <a:pt x="589349" y="33"/>
                  </a:lnTo>
                  <a:lnTo>
                    <a:pt x="581491" y="33"/>
                  </a:lnTo>
                  <a:lnTo>
                    <a:pt x="573633" y="32"/>
                  </a:lnTo>
                  <a:lnTo>
                    <a:pt x="565775" y="32"/>
                  </a:lnTo>
                  <a:lnTo>
                    <a:pt x="557917" y="32"/>
                  </a:lnTo>
                  <a:lnTo>
                    <a:pt x="550059" y="31"/>
                  </a:lnTo>
                  <a:lnTo>
                    <a:pt x="542201" y="31"/>
                  </a:lnTo>
                  <a:lnTo>
                    <a:pt x="534343" y="30"/>
                  </a:lnTo>
                  <a:lnTo>
                    <a:pt x="526485" y="30"/>
                  </a:lnTo>
                  <a:lnTo>
                    <a:pt x="518627" y="29"/>
                  </a:lnTo>
                  <a:lnTo>
                    <a:pt x="510769" y="29"/>
                  </a:lnTo>
                  <a:lnTo>
                    <a:pt x="502911" y="28"/>
                  </a:lnTo>
                  <a:lnTo>
                    <a:pt x="495053" y="28"/>
                  </a:lnTo>
                  <a:lnTo>
                    <a:pt x="487195" y="27"/>
                  </a:lnTo>
                  <a:lnTo>
                    <a:pt x="479337" y="27"/>
                  </a:lnTo>
                  <a:lnTo>
                    <a:pt x="471479" y="26"/>
                  </a:lnTo>
                  <a:lnTo>
                    <a:pt x="463621" y="26"/>
                  </a:lnTo>
                  <a:lnTo>
                    <a:pt x="455763" y="25"/>
                  </a:lnTo>
                  <a:lnTo>
                    <a:pt x="447905" y="25"/>
                  </a:lnTo>
                  <a:lnTo>
                    <a:pt x="440047" y="25"/>
                  </a:lnTo>
                  <a:lnTo>
                    <a:pt x="432189" y="24"/>
                  </a:lnTo>
                  <a:lnTo>
                    <a:pt x="424331" y="24"/>
                  </a:lnTo>
                  <a:lnTo>
                    <a:pt x="416473" y="23"/>
                  </a:lnTo>
                  <a:lnTo>
                    <a:pt x="408615" y="23"/>
                  </a:lnTo>
                  <a:lnTo>
                    <a:pt x="400757" y="23"/>
                  </a:lnTo>
                  <a:lnTo>
                    <a:pt x="392899" y="22"/>
                  </a:lnTo>
                  <a:lnTo>
                    <a:pt x="385041" y="22"/>
                  </a:lnTo>
                  <a:lnTo>
                    <a:pt x="377183" y="22"/>
                  </a:lnTo>
                  <a:lnTo>
                    <a:pt x="369325" y="21"/>
                  </a:lnTo>
                  <a:lnTo>
                    <a:pt x="361467" y="21"/>
                  </a:lnTo>
                  <a:lnTo>
                    <a:pt x="353609" y="20"/>
                  </a:lnTo>
                  <a:lnTo>
                    <a:pt x="345751" y="20"/>
                  </a:lnTo>
                  <a:lnTo>
                    <a:pt x="337893" y="19"/>
                  </a:lnTo>
                  <a:lnTo>
                    <a:pt x="330035" y="19"/>
                  </a:lnTo>
                  <a:lnTo>
                    <a:pt x="322177" y="18"/>
                  </a:lnTo>
                  <a:lnTo>
                    <a:pt x="314319" y="18"/>
                  </a:lnTo>
                  <a:lnTo>
                    <a:pt x="306461" y="17"/>
                  </a:lnTo>
                  <a:lnTo>
                    <a:pt x="298603" y="17"/>
                  </a:lnTo>
                  <a:lnTo>
                    <a:pt x="290745" y="16"/>
                  </a:lnTo>
                  <a:lnTo>
                    <a:pt x="282887" y="16"/>
                  </a:lnTo>
                  <a:lnTo>
                    <a:pt x="275029" y="15"/>
                  </a:lnTo>
                  <a:lnTo>
                    <a:pt x="267171" y="15"/>
                  </a:lnTo>
                  <a:lnTo>
                    <a:pt x="259313" y="14"/>
                  </a:lnTo>
                  <a:lnTo>
                    <a:pt x="251455" y="14"/>
                  </a:lnTo>
                  <a:lnTo>
                    <a:pt x="243597" y="13"/>
                  </a:lnTo>
                  <a:lnTo>
                    <a:pt x="235739" y="13"/>
                  </a:lnTo>
                  <a:lnTo>
                    <a:pt x="227881" y="12"/>
                  </a:lnTo>
                  <a:lnTo>
                    <a:pt x="220023" y="12"/>
                  </a:lnTo>
                  <a:lnTo>
                    <a:pt x="212165" y="11"/>
                  </a:lnTo>
                  <a:lnTo>
                    <a:pt x="204307" y="11"/>
                  </a:lnTo>
                  <a:lnTo>
                    <a:pt x="196449" y="10"/>
                  </a:lnTo>
                  <a:lnTo>
                    <a:pt x="188591" y="10"/>
                  </a:lnTo>
                  <a:lnTo>
                    <a:pt x="180733" y="9"/>
                  </a:lnTo>
                  <a:lnTo>
                    <a:pt x="172875" y="9"/>
                  </a:lnTo>
                  <a:lnTo>
                    <a:pt x="165017" y="8"/>
                  </a:lnTo>
                  <a:lnTo>
                    <a:pt x="157159" y="8"/>
                  </a:lnTo>
                  <a:lnTo>
                    <a:pt x="149301" y="7"/>
                  </a:lnTo>
                  <a:lnTo>
                    <a:pt x="141443" y="6"/>
                  </a:lnTo>
                  <a:lnTo>
                    <a:pt x="133585" y="6"/>
                  </a:lnTo>
                  <a:lnTo>
                    <a:pt x="125727" y="5"/>
                  </a:lnTo>
                  <a:lnTo>
                    <a:pt x="117869" y="5"/>
                  </a:lnTo>
                  <a:lnTo>
                    <a:pt x="110011" y="4"/>
                  </a:lnTo>
                  <a:lnTo>
                    <a:pt x="102153" y="4"/>
                  </a:lnTo>
                  <a:lnTo>
                    <a:pt x="94295" y="4"/>
                  </a:lnTo>
                  <a:lnTo>
                    <a:pt x="86437" y="3"/>
                  </a:lnTo>
                  <a:lnTo>
                    <a:pt x="78579" y="3"/>
                  </a:lnTo>
                  <a:lnTo>
                    <a:pt x="70721" y="3"/>
                  </a:lnTo>
                  <a:lnTo>
                    <a:pt x="62863" y="2"/>
                  </a:lnTo>
                  <a:lnTo>
                    <a:pt x="55005" y="2"/>
                  </a:lnTo>
                  <a:lnTo>
                    <a:pt x="47147" y="1"/>
                  </a:lnTo>
                  <a:lnTo>
                    <a:pt x="39289" y="1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0" name="pg179"/>
            <p:cNvSpPr/>
            <p:nvPr/>
          </p:nvSpPr>
          <p:spPr>
            <a:xfrm>
              <a:off x="3608036" y="4955731"/>
              <a:ext cx="2035220" cy="1113"/>
            </a:xfrm>
            <a:custGeom>
              <a:avLst/>
              <a:pathLst>
                <a:path w="2035220" h="1113">
                  <a:moveTo>
                    <a:pt x="0" y="0"/>
                  </a:moveTo>
                  <a:lnTo>
                    <a:pt x="7857" y="11"/>
                  </a:lnTo>
                  <a:lnTo>
                    <a:pt x="15715" y="21"/>
                  </a:lnTo>
                  <a:lnTo>
                    <a:pt x="23573" y="36"/>
                  </a:lnTo>
                  <a:lnTo>
                    <a:pt x="31431" y="47"/>
                  </a:lnTo>
                  <a:lnTo>
                    <a:pt x="39289" y="56"/>
                  </a:lnTo>
                  <a:lnTo>
                    <a:pt x="47147" y="66"/>
                  </a:lnTo>
                  <a:lnTo>
                    <a:pt x="55005" y="76"/>
                  </a:lnTo>
                  <a:lnTo>
                    <a:pt x="62863" y="86"/>
                  </a:lnTo>
                  <a:lnTo>
                    <a:pt x="70721" y="95"/>
                  </a:lnTo>
                  <a:lnTo>
                    <a:pt x="78579" y="106"/>
                  </a:lnTo>
                  <a:lnTo>
                    <a:pt x="86437" y="119"/>
                  </a:lnTo>
                  <a:lnTo>
                    <a:pt x="94295" y="125"/>
                  </a:lnTo>
                  <a:lnTo>
                    <a:pt x="102153" y="134"/>
                  </a:lnTo>
                  <a:lnTo>
                    <a:pt x="110011" y="144"/>
                  </a:lnTo>
                  <a:lnTo>
                    <a:pt x="117869" y="156"/>
                  </a:lnTo>
                  <a:lnTo>
                    <a:pt x="125727" y="167"/>
                  </a:lnTo>
                  <a:lnTo>
                    <a:pt x="133585" y="178"/>
                  </a:lnTo>
                  <a:lnTo>
                    <a:pt x="141443" y="189"/>
                  </a:lnTo>
                  <a:lnTo>
                    <a:pt x="149301" y="196"/>
                  </a:lnTo>
                  <a:lnTo>
                    <a:pt x="157159" y="201"/>
                  </a:lnTo>
                  <a:lnTo>
                    <a:pt x="165017" y="209"/>
                  </a:lnTo>
                  <a:lnTo>
                    <a:pt x="172875" y="218"/>
                  </a:lnTo>
                  <a:lnTo>
                    <a:pt x="180733" y="227"/>
                  </a:lnTo>
                  <a:lnTo>
                    <a:pt x="188591" y="236"/>
                  </a:lnTo>
                  <a:lnTo>
                    <a:pt x="196449" y="237"/>
                  </a:lnTo>
                  <a:lnTo>
                    <a:pt x="204307" y="246"/>
                  </a:lnTo>
                  <a:lnTo>
                    <a:pt x="212165" y="257"/>
                  </a:lnTo>
                  <a:lnTo>
                    <a:pt x="220023" y="264"/>
                  </a:lnTo>
                  <a:lnTo>
                    <a:pt x="227881" y="269"/>
                  </a:lnTo>
                  <a:lnTo>
                    <a:pt x="235739" y="274"/>
                  </a:lnTo>
                  <a:lnTo>
                    <a:pt x="243597" y="279"/>
                  </a:lnTo>
                  <a:lnTo>
                    <a:pt x="251455" y="284"/>
                  </a:lnTo>
                  <a:lnTo>
                    <a:pt x="259313" y="290"/>
                  </a:lnTo>
                  <a:lnTo>
                    <a:pt x="267171" y="295"/>
                  </a:lnTo>
                  <a:lnTo>
                    <a:pt x="275029" y="300"/>
                  </a:lnTo>
                  <a:lnTo>
                    <a:pt x="282887" y="305"/>
                  </a:lnTo>
                  <a:lnTo>
                    <a:pt x="290745" y="308"/>
                  </a:lnTo>
                  <a:lnTo>
                    <a:pt x="298603" y="316"/>
                  </a:lnTo>
                  <a:lnTo>
                    <a:pt x="306461" y="327"/>
                  </a:lnTo>
                  <a:lnTo>
                    <a:pt x="314319" y="334"/>
                  </a:lnTo>
                  <a:lnTo>
                    <a:pt x="322177" y="341"/>
                  </a:lnTo>
                  <a:lnTo>
                    <a:pt x="330035" y="349"/>
                  </a:lnTo>
                  <a:lnTo>
                    <a:pt x="337893" y="352"/>
                  </a:lnTo>
                  <a:lnTo>
                    <a:pt x="345751" y="356"/>
                  </a:lnTo>
                  <a:lnTo>
                    <a:pt x="353609" y="359"/>
                  </a:lnTo>
                  <a:lnTo>
                    <a:pt x="361467" y="362"/>
                  </a:lnTo>
                  <a:lnTo>
                    <a:pt x="369325" y="370"/>
                  </a:lnTo>
                  <a:lnTo>
                    <a:pt x="377183" y="376"/>
                  </a:lnTo>
                  <a:lnTo>
                    <a:pt x="385041" y="381"/>
                  </a:lnTo>
                  <a:lnTo>
                    <a:pt x="392899" y="385"/>
                  </a:lnTo>
                  <a:lnTo>
                    <a:pt x="400757" y="389"/>
                  </a:lnTo>
                  <a:lnTo>
                    <a:pt x="408615" y="392"/>
                  </a:lnTo>
                  <a:lnTo>
                    <a:pt x="416473" y="398"/>
                  </a:lnTo>
                  <a:lnTo>
                    <a:pt x="424331" y="405"/>
                  </a:lnTo>
                  <a:lnTo>
                    <a:pt x="432189" y="412"/>
                  </a:lnTo>
                  <a:lnTo>
                    <a:pt x="440047" y="413"/>
                  </a:lnTo>
                  <a:lnTo>
                    <a:pt x="447905" y="421"/>
                  </a:lnTo>
                  <a:lnTo>
                    <a:pt x="455763" y="425"/>
                  </a:lnTo>
                  <a:lnTo>
                    <a:pt x="463621" y="428"/>
                  </a:lnTo>
                  <a:lnTo>
                    <a:pt x="471479" y="434"/>
                  </a:lnTo>
                  <a:lnTo>
                    <a:pt x="479337" y="438"/>
                  </a:lnTo>
                  <a:lnTo>
                    <a:pt x="487195" y="442"/>
                  </a:lnTo>
                  <a:lnTo>
                    <a:pt x="495053" y="445"/>
                  </a:lnTo>
                  <a:lnTo>
                    <a:pt x="502911" y="451"/>
                  </a:lnTo>
                  <a:lnTo>
                    <a:pt x="510769" y="454"/>
                  </a:lnTo>
                  <a:lnTo>
                    <a:pt x="518627" y="458"/>
                  </a:lnTo>
                  <a:lnTo>
                    <a:pt x="526485" y="461"/>
                  </a:lnTo>
                  <a:lnTo>
                    <a:pt x="534343" y="464"/>
                  </a:lnTo>
                  <a:lnTo>
                    <a:pt x="542201" y="466"/>
                  </a:lnTo>
                  <a:lnTo>
                    <a:pt x="550059" y="471"/>
                  </a:lnTo>
                  <a:lnTo>
                    <a:pt x="557917" y="474"/>
                  </a:lnTo>
                  <a:lnTo>
                    <a:pt x="565775" y="477"/>
                  </a:lnTo>
                  <a:lnTo>
                    <a:pt x="573633" y="480"/>
                  </a:lnTo>
                  <a:lnTo>
                    <a:pt x="581491" y="484"/>
                  </a:lnTo>
                  <a:lnTo>
                    <a:pt x="589349" y="487"/>
                  </a:lnTo>
                  <a:lnTo>
                    <a:pt x="597207" y="490"/>
                  </a:lnTo>
                  <a:lnTo>
                    <a:pt x="605065" y="495"/>
                  </a:lnTo>
                  <a:lnTo>
                    <a:pt x="612923" y="499"/>
                  </a:lnTo>
                  <a:lnTo>
                    <a:pt x="620781" y="502"/>
                  </a:lnTo>
                  <a:lnTo>
                    <a:pt x="628639" y="506"/>
                  </a:lnTo>
                  <a:lnTo>
                    <a:pt x="636497" y="512"/>
                  </a:lnTo>
                  <a:lnTo>
                    <a:pt x="644355" y="517"/>
                  </a:lnTo>
                  <a:lnTo>
                    <a:pt x="652213" y="517"/>
                  </a:lnTo>
                  <a:lnTo>
                    <a:pt x="660071" y="523"/>
                  </a:lnTo>
                  <a:lnTo>
                    <a:pt x="667929" y="525"/>
                  </a:lnTo>
                  <a:lnTo>
                    <a:pt x="675787" y="528"/>
                  </a:lnTo>
                  <a:lnTo>
                    <a:pt x="683645" y="532"/>
                  </a:lnTo>
                  <a:lnTo>
                    <a:pt x="691503" y="534"/>
                  </a:lnTo>
                  <a:lnTo>
                    <a:pt x="699361" y="536"/>
                  </a:lnTo>
                  <a:lnTo>
                    <a:pt x="707219" y="537"/>
                  </a:lnTo>
                  <a:lnTo>
                    <a:pt x="715077" y="538"/>
                  </a:lnTo>
                  <a:lnTo>
                    <a:pt x="722935" y="539"/>
                  </a:lnTo>
                  <a:lnTo>
                    <a:pt x="730793" y="541"/>
                  </a:lnTo>
                  <a:lnTo>
                    <a:pt x="738651" y="542"/>
                  </a:lnTo>
                  <a:lnTo>
                    <a:pt x="746509" y="543"/>
                  </a:lnTo>
                  <a:lnTo>
                    <a:pt x="754367" y="545"/>
                  </a:lnTo>
                  <a:lnTo>
                    <a:pt x="762225" y="547"/>
                  </a:lnTo>
                  <a:lnTo>
                    <a:pt x="770083" y="549"/>
                  </a:lnTo>
                  <a:lnTo>
                    <a:pt x="777941" y="549"/>
                  </a:lnTo>
                  <a:lnTo>
                    <a:pt x="785799" y="551"/>
                  </a:lnTo>
                  <a:lnTo>
                    <a:pt x="793657" y="551"/>
                  </a:lnTo>
                  <a:lnTo>
                    <a:pt x="801515" y="553"/>
                  </a:lnTo>
                  <a:lnTo>
                    <a:pt x="809373" y="554"/>
                  </a:lnTo>
                  <a:lnTo>
                    <a:pt x="817231" y="556"/>
                  </a:lnTo>
                  <a:lnTo>
                    <a:pt x="825089" y="557"/>
                  </a:lnTo>
                  <a:lnTo>
                    <a:pt x="832947" y="561"/>
                  </a:lnTo>
                  <a:lnTo>
                    <a:pt x="840805" y="561"/>
                  </a:lnTo>
                  <a:lnTo>
                    <a:pt x="848663" y="562"/>
                  </a:lnTo>
                  <a:lnTo>
                    <a:pt x="856521" y="563"/>
                  </a:lnTo>
                  <a:lnTo>
                    <a:pt x="864379" y="565"/>
                  </a:lnTo>
                  <a:lnTo>
                    <a:pt x="872237" y="568"/>
                  </a:lnTo>
                  <a:lnTo>
                    <a:pt x="880095" y="569"/>
                  </a:lnTo>
                  <a:lnTo>
                    <a:pt x="887953" y="570"/>
                  </a:lnTo>
                  <a:lnTo>
                    <a:pt x="895811" y="571"/>
                  </a:lnTo>
                  <a:lnTo>
                    <a:pt x="903669" y="575"/>
                  </a:lnTo>
                  <a:lnTo>
                    <a:pt x="911527" y="578"/>
                  </a:lnTo>
                  <a:lnTo>
                    <a:pt x="919385" y="581"/>
                  </a:lnTo>
                  <a:lnTo>
                    <a:pt x="927243" y="582"/>
                  </a:lnTo>
                  <a:lnTo>
                    <a:pt x="935101" y="584"/>
                  </a:lnTo>
                  <a:lnTo>
                    <a:pt x="942959" y="587"/>
                  </a:lnTo>
                  <a:lnTo>
                    <a:pt x="950817" y="589"/>
                  </a:lnTo>
                  <a:lnTo>
                    <a:pt x="958675" y="592"/>
                  </a:lnTo>
                  <a:lnTo>
                    <a:pt x="966533" y="592"/>
                  </a:lnTo>
                  <a:lnTo>
                    <a:pt x="974391" y="592"/>
                  </a:lnTo>
                  <a:lnTo>
                    <a:pt x="982249" y="592"/>
                  </a:lnTo>
                  <a:lnTo>
                    <a:pt x="990107" y="592"/>
                  </a:lnTo>
                  <a:lnTo>
                    <a:pt x="997965" y="593"/>
                  </a:lnTo>
                  <a:lnTo>
                    <a:pt x="1005823" y="593"/>
                  </a:lnTo>
                  <a:lnTo>
                    <a:pt x="1013681" y="593"/>
                  </a:lnTo>
                  <a:lnTo>
                    <a:pt x="1021539" y="595"/>
                  </a:lnTo>
                  <a:lnTo>
                    <a:pt x="1029397" y="594"/>
                  </a:lnTo>
                  <a:lnTo>
                    <a:pt x="1037254" y="597"/>
                  </a:lnTo>
                  <a:lnTo>
                    <a:pt x="1045112" y="599"/>
                  </a:lnTo>
                  <a:lnTo>
                    <a:pt x="1052970" y="601"/>
                  </a:lnTo>
                  <a:lnTo>
                    <a:pt x="1060828" y="602"/>
                  </a:lnTo>
                  <a:lnTo>
                    <a:pt x="1068686" y="600"/>
                  </a:lnTo>
                  <a:lnTo>
                    <a:pt x="1076544" y="602"/>
                  </a:lnTo>
                  <a:lnTo>
                    <a:pt x="1084402" y="604"/>
                  </a:lnTo>
                  <a:lnTo>
                    <a:pt x="1092260" y="605"/>
                  </a:lnTo>
                  <a:lnTo>
                    <a:pt x="1100118" y="605"/>
                  </a:lnTo>
                  <a:lnTo>
                    <a:pt x="1107976" y="605"/>
                  </a:lnTo>
                  <a:lnTo>
                    <a:pt x="1115834" y="604"/>
                  </a:lnTo>
                  <a:lnTo>
                    <a:pt x="1123692" y="604"/>
                  </a:lnTo>
                  <a:lnTo>
                    <a:pt x="1131550" y="605"/>
                  </a:lnTo>
                  <a:lnTo>
                    <a:pt x="1139408" y="606"/>
                  </a:lnTo>
                  <a:lnTo>
                    <a:pt x="1147266" y="607"/>
                  </a:lnTo>
                  <a:lnTo>
                    <a:pt x="1155124" y="608"/>
                  </a:lnTo>
                  <a:lnTo>
                    <a:pt x="1162982" y="609"/>
                  </a:lnTo>
                  <a:lnTo>
                    <a:pt x="1170840" y="611"/>
                  </a:lnTo>
                  <a:lnTo>
                    <a:pt x="1178698" y="612"/>
                  </a:lnTo>
                  <a:lnTo>
                    <a:pt x="1186556" y="609"/>
                  </a:lnTo>
                  <a:lnTo>
                    <a:pt x="1194414" y="606"/>
                  </a:lnTo>
                  <a:lnTo>
                    <a:pt x="1202272" y="606"/>
                  </a:lnTo>
                  <a:lnTo>
                    <a:pt x="1210130" y="606"/>
                  </a:lnTo>
                  <a:lnTo>
                    <a:pt x="1217988" y="606"/>
                  </a:lnTo>
                  <a:lnTo>
                    <a:pt x="1225846" y="606"/>
                  </a:lnTo>
                  <a:lnTo>
                    <a:pt x="1233704" y="607"/>
                  </a:lnTo>
                  <a:lnTo>
                    <a:pt x="1241562" y="607"/>
                  </a:lnTo>
                  <a:lnTo>
                    <a:pt x="1249420" y="606"/>
                  </a:lnTo>
                  <a:lnTo>
                    <a:pt x="1257278" y="606"/>
                  </a:lnTo>
                  <a:lnTo>
                    <a:pt x="1265136" y="607"/>
                  </a:lnTo>
                  <a:lnTo>
                    <a:pt x="1272994" y="608"/>
                  </a:lnTo>
                  <a:lnTo>
                    <a:pt x="1280852" y="608"/>
                  </a:lnTo>
                  <a:lnTo>
                    <a:pt x="1288710" y="607"/>
                  </a:lnTo>
                  <a:lnTo>
                    <a:pt x="1296568" y="606"/>
                  </a:lnTo>
                  <a:lnTo>
                    <a:pt x="1304426" y="607"/>
                  </a:lnTo>
                  <a:lnTo>
                    <a:pt x="1312284" y="607"/>
                  </a:lnTo>
                  <a:lnTo>
                    <a:pt x="1320142" y="606"/>
                  </a:lnTo>
                  <a:lnTo>
                    <a:pt x="1328000" y="606"/>
                  </a:lnTo>
                  <a:lnTo>
                    <a:pt x="1335858" y="608"/>
                  </a:lnTo>
                  <a:lnTo>
                    <a:pt x="1343716" y="608"/>
                  </a:lnTo>
                  <a:lnTo>
                    <a:pt x="1351574" y="609"/>
                  </a:lnTo>
                  <a:lnTo>
                    <a:pt x="1359432" y="609"/>
                  </a:lnTo>
                  <a:lnTo>
                    <a:pt x="1367290" y="609"/>
                  </a:lnTo>
                  <a:lnTo>
                    <a:pt x="1375148" y="609"/>
                  </a:lnTo>
                  <a:lnTo>
                    <a:pt x="1383006" y="607"/>
                  </a:lnTo>
                  <a:lnTo>
                    <a:pt x="1390864" y="607"/>
                  </a:lnTo>
                  <a:lnTo>
                    <a:pt x="1398722" y="606"/>
                  </a:lnTo>
                  <a:lnTo>
                    <a:pt x="1406580" y="606"/>
                  </a:lnTo>
                  <a:lnTo>
                    <a:pt x="1414438" y="605"/>
                  </a:lnTo>
                  <a:lnTo>
                    <a:pt x="1422296" y="606"/>
                  </a:lnTo>
                  <a:lnTo>
                    <a:pt x="1430154" y="605"/>
                  </a:lnTo>
                  <a:lnTo>
                    <a:pt x="1438012" y="604"/>
                  </a:lnTo>
                  <a:lnTo>
                    <a:pt x="1445870" y="604"/>
                  </a:lnTo>
                  <a:lnTo>
                    <a:pt x="1453728" y="604"/>
                  </a:lnTo>
                  <a:lnTo>
                    <a:pt x="1461586" y="602"/>
                  </a:lnTo>
                  <a:lnTo>
                    <a:pt x="1469444" y="604"/>
                  </a:lnTo>
                  <a:lnTo>
                    <a:pt x="1477302" y="604"/>
                  </a:lnTo>
                  <a:lnTo>
                    <a:pt x="1485160" y="602"/>
                  </a:lnTo>
                  <a:lnTo>
                    <a:pt x="1493018" y="600"/>
                  </a:lnTo>
                  <a:lnTo>
                    <a:pt x="1500876" y="599"/>
                  </a:lnTo>
                  <a:lnTo>
                    <a:pt x="1508734" y="599"/>
                  </a:lnTo>
                  <a:lnTo>
                    <a:pt x="1516592" y="597"/>
                  </a:lnTo>
                  <a:lnTo>
                    <a:pt x="1524450" y="595"/>
                  </a:lnTo>
                  <a:lnTo>
                    <a:pt x="1532308" y="592"/>
                  </a:lnTo>
                  <a:lnTo>
                    <a:pt x="1540166" y="591"/>
                  </a:lnTo>
                  <a:lnTo>
                    <a:pt x="1548024" y="590"/>
                  </a:lnTo>
                  <a:lnTo>
                    <a:pt x="1555882" y="589"/>
                  </a:lnTo>
                  <a:lnTo>
                    <a:pt x="1563740" y="590"/>
                  </a:lnTo>
                  <a:lnTo>
                    <a:pt x="1571598" y="592"/>
                  </a:lnTo>
                  <a:lnTo>
                    <a:pt x="1579456" y="593"/>
                  </a:lnTo>
                  <a:lnTo>
                    <a:pt x="1587314" y="595"/>
                  </a:lnTo>
                  <a:lnTo>
                    <a:pt x="1595172" y="596"/>
                  </a:lnTo>
                  <a:lnTo>
                    <a:pt x="1603030" y="597"/>
                  </a:lnTo>
                  <a:lnTo>
                    <a:pt x="1610888" y="597"/>
                  </a:lnTo>
                  <a:lnTo>
                    <a:pt x="1618746" y="599"/>
                  </a:lnTo>
                  <a:lnTo>
                    <a:pt x="1626604" y="600"/>
                  </a:lnTo>
                  <a:lnTo>
                    <a:pt x="1634462" y="601"/>
                  </a:lnTo>
                  <a:lnTo>
                    <a:pt x="1642320" y="602"/>
                  </a:lnTo>
                  <a:lnTo>
                    <a:pt x="1650178" y="602"/>
                  </a:lnTo>
                  <a:lnTo>
                    <a:pt x="1658036" y="601"/>
                  </a:lnTo>
                  <a:lnTo>
                    <a:pt x="1665894" y="601"/>
                  </a:lnTo>
                  <a:lnTo>
                    <a:pt x="1673752" y="600"/>
                  </a:lnTo>
                  <a:lnTo>
                    <a:pt x="1681610" y="600"/>
                  </a:lnTo>
                  <a:lnTo>
                    <a:pt x="1689468" y="599"/>
                  </a:lnTo>
                  <a:lnTo>
                    <a:pt x="1697326" y="600"/>
                  </a:lnTo>
                  <a:lnTo>
                    <a:pt x="1705184" y="598"/>
                  </a:lnTo>
                  <a:lnTo>
                    <a:pt x="1713042" y="597"/>
                  </a:lnTo>
                  <a:lnTo>
                    <a:pt x="1720900" y="597"/>
                  </a:lnTo>
                  <a:lnTo>
                    <a:pt x="1728758" y="596"/>
                  </a:lnTo>
                  <a:lnTo>
                    <a:pt x="1736616" y="596"/>
                  </a:lnTo>
                  <a:lnTo>
                    <a:pt x="1744474" y="595"/>
                  </a:lnTo>
                  <a:lnTo>
                    <a:pt x="1752332" y="594"/>
                  </a:lnTo>
                  <a:lnTo>
                    <a:pt x="1760190" y="594"/>
                  </a:lnTo>
                  <a:lnTo>
                    <a:pt x="1768048" y="593"/>
                  </a:lnTo>
                  <a:lnTo>
                    <a:pt x="1775906" y="593"/>
                  </a:lnTo>
                  <a:lnTo>
                    <a:pt x="1783764" y="592"/>
                  </a:lnTo>
                  <a:lnTo>
                    <a:pt x="1791622" y="590"/>
                  </a:lnTo>
                  <a:lnTo>
                    <a:pt x="1799480" y="588"/>
                  </a:lnTo>
                  <a:lnTo>
                    <a:pt x="1807338" y="588"/>
                  </a:lnTo>
                  <a:lnTo>
                    <a:pt x="1815196" y="587"/>
                  </a:lnTo>
                  <a:lnTo>
                    <a:pt x="1823054" y="585"/>
                  </a:lnTo>
                  <a:lnTo>
                    <a:pt x="1830912" y="583"/>
                  </a:lnTo>
                  <a:lnTo>
                    <a:pt x="1838770" y="582"/>
                  </a:lnTo>
                  <a:lnTo>
                    <a:pt x="1846628" y="580"/>
                  </a:lnTo>
                  <a:lnTo>
                    <a:pt x="1854486" y="579"/>
                  </a:lnTo>
                  <a:lnTo>
                    <a:pt x="1862344" y="581"/>
                  </a:lnTo>
                  <a:lnTo>
                    <a:pt x="1870202" y="583"/>
                  </a:lnTo>
                  <a:lnTo>
                    <a:pt x="1878060" y="582"/>
                  </a:lnTo>
                  <a:lnTo>
                    <a:pt x="1885918" y="580"/>
                  </a:lnTo>
                  <a:lnTo>
                    <a:pt x="1893776" y="579"/>
                  </a:lnTo>
                  <a:lnTo>
                    <a:pt x="1901634" y="579"/>
                  </a:lnTo>
                  <a:lnTo>
                    <a:pt x="1909492" y="579"/>
                  </a:lnTo>
                  <a:lnTo>
                    <a:pt x="1917350" y="579"/>
                  </a:lnTo>
                  <a:lnTo>
                    <a:pt x="1925208" y="580"/>
                  </a:lnTo>
                  <a:lnTo>
                    <a:pt x="1933066" y="580"/>
                  </a:lnTo>
                  <a:lnTo>
                    <a:pt x="1940924" y="577"/>
                  </a:lnTo>
                  <a:lnTo>
                    <a:pt x="1948782" y="577"/>
                  </a:lnTo>
                  <a:lnTo>
                    <a:pt x="1956640" y="575"/>
                  </a:lnTo>
                  <a:lnTo>
                    <a:pt x="1964498" y="573"/>
                  </a:lnTo>
                  <a:lnTo>
                    <a:pt x="1972356" y="574"/>
                  </a:lnTo>
                  <a:lnTo>
                    <a:pt x="1980214" y="574"/>
                  </a:lnTo>
                  <a:lnTo>
                    <a:pt x="1988072" y="574"/>
                  </a:lnTo>
                  <a:lnTo>
                    <a:pt x="1995930" y="573"/>
                  </a:lnTo>
                  <a:lnTo>
                    <a:pt x="2003788" y="571"/>
                  </a:lnTo>
                  <a:lnTo>
                    <a:pt x="2011646" y="570"/>
                  </a:lnTo>
                  <a:lnTo>
                    <a:pt x="2019504" y="568"/>
                  </a:lnTo>
                  <a:lnTo>
                    <a:pt x="2027362" y="567"/>
                  </a:lnTo>
                  <a:lnTo>
                    <a:pt x="2035220" y="565"/>
                  </a:lnTo>
                  <a:lnTo>
                    <a:pt x="2035220" y="1113"/>
                  </a:lnTo>
                  <a:lnTo>
                    <a:pt x="2027362" y="1113"/>
                  </a:lnTo>
                  <a:lnTo>
                    <a:pt x="2019504" y="1113"/>
                  </a:lnTo>
                  <a:lnTo>
                    <a:pt x="2011646" y="1112"/>
                  </a:lnTo>
                  <a:lnTo>
                    <a:pt x="2003788" y="1112"/>
                  </a:lnTo>
                  <a:lnTo>
                    <a:pt x="1995930" y="1112"/>
                  </a:lnTo>
                  <a:lnTo>
                    <a:pt x="1988072" y="1111"/>
                  </a:lnTo>
                  <a:lnTo>
                    <a:pt x="1980214" y="1111"/>
                  </a:lnTo>
                  <a:lnTo>
                    <a:pt x="1972356" y="1110"/>
                  </a:lnTo>
                  <a:lnTo>
                    <a:pt x="1964498" y="1110"/>
                  </a:lnTo>
                  <a:lnTo>
                    <a:pt x="1956640" y="1109"/>
                  </a:lnTo>
                  <a:lnTo>
                    <a:pt x="1948782" y="1109"/>
                  </a:lnTo>
                  <a:lnTo>
                    <a:pt x="1940924" y="1109"/>
                  </a:lnTo>
                  <a:lnTo>
                    <a:pt x="1933066" y="1108"/>
                  </a:lnTo>
                  <a:lnTo>
                    <a:pt x="1925208" y="1108"/>
                  </a:lnTo>
                  <a:lnTo>
                    <a:pt x="1917350" y="1107"/>
                  </a:lnTo>
                  <a:lnTo>
                    <a:pt x="1909492" y="1107"/>
                  </a:lnTo>
                  <a:lnTo>
                    <a:pt x="1901634" y="1106"/>
                  </a:lnTo>
                  <a:lnTo>
                    <a:pt x="1893776" y="1106"/>
                  </a:lnTo>
                  <a:lnTo>
                    <a:pt x="1885918" y="1105"/>
                  </a:lnTo>
                  <a:lnTo>
                    <a:pt x="1878060" y="1105"/>
                  </a:lnTo>
                  <a:lnTo>
                    <a:pt x="1870202" y="1104"/>
                  </a:lnTo>
                  <a:lnTo>
                    <a:pt x="1862344" y="1104"/>
                  </a:lnTo>
                  <a:lnTo>
                    <a:pt x="1854486" y="1103"/>
                  </a:lnTo>
                  <a:lnTo>
                    <a:pt x="1846628" y="1103"/>
                  </a:lnTo>
                  <a:lnTo>
                    <a:pt x="1838770" y="1102"/>
                  </a:lnTo>
                  <a:lnTo>
                    <a:pt x="1830912" y="1102"/>
                  </a:lnTo>
                  <a:lnTo>
                    <a:pt x="1823054" y="1102"/>
                  </a:lnTo>
                  <a:lnTo>
                    <a:pt x="1815196" y="1101"/>
                  </a:lnTo>
                  <a:lnTo>
                    <a:pt x="1807338" y="1101"/>
                  </a:lnTo>
                  <a:lnTo>
                    <a:pt x="1799480" y="1100"/>
                  </a:lnTo>
                  <a:lnTo>
                    <a:pt x="1791622" y="1100"/>
                  </a:lnTo>
                  <a:lnTo>
                    <a:pt x="1783764" y="1100"/>
                  </a:lnTo>
                  <a:lnTo>
                    <a:pt x="1775906" y="1099"/>
                  </a:lnTo>
                  <a:lnTo>
                    <a:pt x="1768048" y="1099"/>
                  </a:lnTo>
                  <a:lnTo>
                    <a:pt x="1760190" y="1098"/>
                  </a:lnTo>
                  <a:lnTo>
                    <a:pt x="1752332" y="1097"/>
                  </a:lnTo>
                  <a:lnTo>
                    <a:pt x="1744474" y="1097"/>
                  </a:lnTo>
                  <a:lnTo>
                    <a:pt x="1736616" y="1096"/>
                  </a:lnTo>
                  <a:lnTo>
                    <a:pt x="1728758" y="1096"/>
                  </a:lnTo>
                  <a:lnTo>
                    <a:pt x="1720900" y="1095"/>
                  </a:lnTo>
                  <a:lnTo>
                    <a:pt x="1713042" y="1094"/>
                  </a:lnTo>
                  <a:lnTo>
                    <a:pt x="1705184" y="1094"/>
                  </a:lnTo>
                  <a:lnTo>
                    <a:pt x="1697326" y="1093"/>
                  </a:lnTo>
                  <a:lnTo>
                    <a:pt x="1689468" y="1093"/>
                  </a:lnTo>
                  <a:lnTo>
                    <a:pt x="1681610" y="1092"/>
                  </a:lnTo>
                  <a:lnTo>
                    <a:pt x="1673752" y="1092"/>
                  </a:lnTo>
                  <a:lnTo>
                    <a:pt x="1665894" y="1091"/>
                  </a:lnTo>
                  <a:lnTo>
                    <a:pt x="1658036" y="1090"/>
                  </a:lnTo>
                  <a:lnTo>
                    <a:pt x="1650178" y="1089"/>
                  </a:lnTo>
                  <a:lnTo>
                    <a:pt x="1642320" y="1089"/>
                  </a:lnTo>
                  <a:lnTo>
                    <a:pt x="1634462" y="1088"/>
                  </a:lnTo>
                  <a:lnTo>
                    <a:pt x="1626604" y="1087"/>
                  </a:lnTo>
                  <a:lnTo>
                    <a:pt x="1618746" y="1087"/>
                  </a:lnTo>
                  <a:lnTo>
                    <a:pt x="1610888" y="1086"/>
                  </a:lnTo>
                  <a:lnTo>
                    <a:pt x="1603030" y="1086"/>
                  </a:lnTo>
                  <a:lnTo>
                    <a:pt x="1595172" y="1085"/>
                  </a:lnTo>
                  <a:lnTo>
                    <a:pt x="1587314" y="1084"/>
                  </a:lnTo>
                  <a:lnTo>
                    <a:pt x="1579456" y="1084"/>
                  </a:lnTo>
                  <a:lnTo>
                    <a:pt x="1571598" y="1083"/>
                  </a:lnTo>
                  <a:lnTo>
                    <a:pt x="1563740" y="1083"/>
                  </a:lnTo>
                  <a:lnTo>
                    <a:pt x="1555882" y="1082"/>
                  </a:lnTo>
                  <a:lnTo>
                    <a:pt x="1548024" y="1081"/>
                  </a:lnTo>
                  <a:lnTo>
                    <a:pt x="1540166" y="1081"/>
                  </a:lnTo>
                  <a:lnTo>
                    <a:pt x="1532308" y="1080"/>
                  </a:lnTo>
                  <a:lnTo>
                    <a:pt x="1524450" y="1079"/>
                  </a:lnTo>
                  <a:lnTo>
                    <a:pt x="1516592" y="1079"/>
                  </a:lnTo>
                  <a:lnTo>
                    <a:pt x="1508734" y="1078"/>
                  </a:lnTo>
                  <a:lnTo>
                    <a:pt x="1500876" y="1078"/>
                  </a:lnTo>
                  <a:lnTo>
                    <a:pt x="1493018" y="1077"/>
                  </a:lnTo>
                  <a:lnTo>
                    <a:pt x="1485160" y="1076"/>
                  </a:lnTo>
                  <a:lnTo>
                    <a:pt x="1477302" y="1076"/>
                  </a:lnTo>
                  <a:lnTo>
                    <a:pt x="1469444" y="1075"/>
                  </a:lnTo>
                  <a:lnTo>
                    <a:pt x="1461586" y="1074"/>
                  </a:lnTo>
                  <a:lnTo>
                    <a:pt x="1453728" y="1073"/>
                  </a:lnTo>
                  <a:lnTo>
                    <a:pt x="1445870" y="1072"/>
                  </a:lnTo>
                  <a:lnTo>
                    <a:pt x="1438012" y="1071"/>
                  </a:lnTo>
                  <a:lnTo>
                    <a:pt x="1430154" y="1070"/>
                  </a:lnTo>
                  <a:lnTo>
                    <a:pt x="1422296" y="1070"/>
                  </a:lnTo>
                  <a:lnTo>
                    <a:pt x="1414438" y="1069"/>
                  </a:lnTo>
                  <a:lnTo>
                    <a:pt x="1406580" y="1068"/>
                  </a:lnTo>
                  <a:lnTo>
                    <a:pt x="1398722" y="1067"/>
                  </a:lnTo>
                  <a:lnTo>
                    <a:pt x="1390864" y="1066"/>
                  </a:lnTo>
                  <a:lnTo>
                    <a:pt x="1383006" y="1065"/>
                  </a:lnTo>
                  <a:lnTo>
                    <a:pt x="1375148" y="1064"/>
                  </a:lnTo>
                  <a:lnTo>
                    <a:pt x="1367290" y="1063"/>
                  </a:lnTo>
                  <a:lnTo>
                    <a:pt x="1359432" y="1062"/>
                  </a:lnTo>
                  <a:lnTo>
                    <a:pt x="1351574" y="1062"/>
                  </a:lnTo>
                  <a:lnTo>
                    <a:pt x="1343716" y="1061"/>
                  </a:lnTo>
                  <a:lnTo>
                    <a:pt x="1335858" y="1060"/>
                  </a:lnTo>
                  <a:lnTo>
                    <a:pt x="1328000" y="1060"/>
                  </a:lnTo>
                  <a:lnTo>
                    <a:pt x="1320142" y="1059"/>
                  </a:lnTo>
                  <a:lnTo>
                    <a:pt x="1312284" y="1059"/>
                  </a:lnTo>
                  <a:lnTo>
                    <a:pt x="1304426" y="1058"/>
                  </a:lnTo>
                  <a:lnTo>
                    <a:pt x="1296568" y="1057"/>
                  </a:lnTo>
                  <a:lnTo>
                    <a:pt x="1288710" y="1056"/>
                  </a:lnTo>
                  <a:lnTo>
                    <a:pt x="1280852" y="1055"/>
                  </a:lnTo>
                  <a:lnTo>
                    <a:pt x="1272994" y="1054"/>
                  </a:lnTo>
                  <a:lnTo>
                    <a:pt x="1265136" y="1053"/>
                  </a:lnTo>
                  <a:lnTo>
                    <a:pt x="1257278" y="1052"/>
                  </a:lnTo>
                  <a:lnTo>
                    <a:pt x="1249420" y="1052"/>
                  </a:lnTo>
                  <a:lnTo>
                    <a:pt x="1241562" y="1051"/>
                  </a:lnTo>
                  <a:lnTo>
                    <a:pt x="1233704" y="1049"/>
                  </a:lnTo>
                  <a:lnTo>
                    <a:pt x="1225846" y="1049"/>
                  </a:lnTo>
                  <a:lnTo>
                    <a:pt x="1217988" y="1048"/>
                  </a:lnTo>
                  <a:lnTo>
                    <a:pt x="1210130" y="1047"/>
                  </a:lnTo>
                  <a:lnTo>
                    <a:pt x="1202272" y="1046"/>
                  </a:lnTo>
                  <a:lnTo>
                    <a:pt x="1194414" y="1045"/>
                  </a:lnTo>
                  <a:lnTo>
                    <a:pt x="1186556" y="1044"/>
                  </a:lnTo>
                  <a:lnTo>
                    <a:pt x="1178698" y="1043"/>
                  </a:lnTo>
                  <a:lnTo>
                    <a:pt x="1170840" y="1043"/>
                  </a:lnTo>
                  <a:lnTo>
                    <a:pt x="1162982" y="1042"/>
                  </a:lnTo>
                  <a:lnTo>
                    <a:pt x="1155124" y="1042"/>
                  </a:lnTo>
                  <a:lnTo>
                    <a:pt x="1147266" y="1041"/>
                  </a:lnTo>
                  <a:lnTo>
                    <a:pt x="1139408" y="1041"/>
                  </a:lnTo>
                  <a:lnTo>
                    <a:pt x="1131550" y="1040"/>
                  </a:lnTo>
                  <a:lnTo>
                    <a:pt x="1123692" y="1040"/>
                  </a:lnTo>
                  <a:lnTo>
                    <a:pt x="1115834" y="1039"/>
                  </a:lnTo>
                  <a:lnTo>
                    <a:pt x="1107976" y="1038"/>
                  </a:lnTo>
                  <a:lnTo>
                    <a:pt x="1100118" y="1037"/>
                  </a:lnTo>
                  <a:lnTo>
                    <a:pt x="1092260" y="1036"/>
                  </a:lnTo>
                  <a:lnTo>
                    <a:pt x="1084402" y="1035"/>
                  </a:lnTo>
                  <a:lnTo>
                    <a:pt x="1076544" y="1035"/>
                  </a:lnTo>
                  <a:lnTo>
                    <a:pt x="1068686" y="1034"/>
                  </a:lnTo>
                  <a:lnTo>
                    <a:pt x="1060828" y="1033"/>
                  </a:lnTo>
                  <a:lnTo>
                    <a:pt x="1052970" y="1033"/>
                  </a:lnTo>
                  <a:lnTo>
                    <a:pt x="1045112" y="1032"/>
                  </a:lnTo>
                  <a:lnTo>
                    <a:pt x="1037254" y="1031"/>
                  </a:lnTo>
                  <a:lnTo>
                    <a:pt x="1029397" y="1030"/>
                  </a:lnTo>
                  <a:lnTo>
                    <a:pt x="1021539" y="1029"/>
                  </a:lnTo>
                  <a:lnTo>
                    <a:pt x="1013681" y="1028"/>
                  </a:lnTo>
                  <a:lnTo>
                    <a:pt x="1005823" y="1028"/>
                  </a:lnTo>
                  <a:lnTo>
                    <a:pt x="997965" y="1027"/>
                  </a:lnTo>
                  <a:lnTo>
                    <a:pt x="990107" y="1026"/>
                  </a:lnTo>
                  <a:lnTo>
                    <a:pt x="982249" y="1025"/>
                  </a:lnTo>
                  <a:lnTo>
                    <a:pt x="974391" y="1025"/>
                  </a:lnTo>
                  <a:lnTo>
                    <a:pt x="966533" y="1024"/>
                  </a:lnTo>
                  <a:lnTo>
                    <a:pt x="958675" y="1023"/>
                  </a:lnTo>
                  <a:lnTo>
                    <a:pt x="950817" y="1021"/>
                  </a:lnTo>
                  <a:lnTo>
                    <a:pt x="942959" y="1020"/>
                  </a:lnTo>
                  <a:lnTo>
                    <a:pt x="935101" y="1020"/>
                  </a:lnTo>
                  <a:lnTo>
                    <a:pt x="927243" y="1019"/>
                  </a:lnTo>
                  <a:lnTo>
                    <a:pt x="919385" y="1018"/>
                  </a:lnTo>
                  <a:lnTo>
                    <a:pt x="911527" y="1017"/>
                  </a:lnTo>
                  <a:lnTo>
                    <a:pt x="903669" y="1017"/>
                  </a:lnTo>
                  <a:lnTo>
                    <a:pt x="895811" y="1016"/>
                  </a:lnTo>
                  <a:lnTo>
                    <a:pt x="887953" y="1015"/>
                  </a:lnTo>
                  <a:lnTo>
                    <a:pt x="880095" y="1014"/>
                  </a:lnTo>
                  <a:lnTo>
                    <a:pt x="872237" y="1013"/>
                  </a:lnTo>
                  <a:lnTo>
                    <a:pt x="864379" y="1012"/>
                  </a:lnTo>
                  <a:lnTo>
                    <a:pt x="856521" y="1010"/>
                  </a:lnTo>
                  <a:lnTo>
                    <a:pt x="848663" y="1009"/>
                  </a:lnTo>
                  <a:lnTo>
                    <a:pt x="840805" y="1009"/>
                  </a:lnTo>
                  <a:lnTo>
                    <a:pt x="832947" y="1009"/>
                  </a:lnTo>
                  <a:lnTo>
                    <a:pt x="825089" y="1007"/>
                  </a:lnTo>
                  <a:lnTo>
                    <a:pt x="817231" y="1007"/>
                  </a:lnTo>
                  <a:lnTo>
                    <a:pt x="809373" y="1006"/>
                  </a:lnTo>
                  <a:lnTo>
                    <a:pt x="801515" y="1005"/>
                  </a:lnTo>
                  <a:lnTo>
                    <a:pt x="793657" y="1004"/>
                  </a:lnTo>
                  <a:lnTo>
                    <a:pt x="785799" y="1004"/>
                  </a:lnTo>
                  <a:lnTo>
                    <a:pt x="777941" y="1002"/>
                  </a:lnTo>
                  <a:lnTo>
                    <a:pt x="770083" y="1001"/>
                  </a:lnTo>
                  <a:lnTo>
                    <a:pt x="762225" y="1001"/>
                  </a:lnTo>
                  <a:lnTo>
                    <a:pt x="754367" y="1000"/>
                  </a:lnTo>
                  <a:lnTo>
                    <a:pt x="746509" y="999"/>
                  </a:lnTo>
                  <a:lnTo>
                    <a:pt x="738651" y="998"/>
                  </a:lnTo>
                  <a:lnTo>
                    <a:pt x="730793" y="998"/>
                  </a:lnTo>
                  <a:lnTo>
                    <a:pt x="722935" y="997"/>
                  </a:lnTo>
                  <a:lnTo>
                    <a:pt x="715077" y="996"/>
                  </a:lnTo>
                  <a:lnTo>
                    <a:pt x="707219" y="994"/>
                  </a:lnTo>
                  <a:lnTo>
                    <a:pt x="699361" y="994"/>
                  </a:lnTo>
                  <a:lnTo>
                    <a:pt x="691503" y="993"/>
                  </a:lnTo>
                  <a:lnTo>
                    <a:pt x="683645" y="992"/>
                  </a:lnTo>
                  <a:lnTo>
                    <a:pt x="675787" y="991"/>
                  </a:lnTo>
                  <a:lnTo>
                    <a:pt x="667929" y="990"/>
                  </a:lnTo>
                  <a:lnTo>
                    <a:pt x="660071" y="989"/>
                  </a:lnTo>
                  <a:lnTo>
                    <a:pt x="652213" y="989"/>
                  </a:lnTo>
                  <a:lnTo>
                    <a:pt x="644355" y="989"/>
                  </a:lnTo>
                  <a:lnTo>
                    <a:pt x="636497" y="988"/>
                  </a:lnTo>
                  <a:lnTo>
                    <a:pt x="628639" y="987"/>
                  </a:lnTo>
                  <a:lnTo>
                    <a:pt x="620781" y="987"/>
                  </a:lnTo>
                  <a:lnTo>
                    <a:pt x="612923" y="986"/>
                  </a:lnTo>
                  <a:lnTo>
                    <a:pt x="605065" y="985"/>
                  </a:lnTo>
                  <a:lnTo>
                    <a:pt x="597207" y="984"/>
                  </a:lnTo>
                  <a:lnTo>
                    <a:pt x="589349" y="984"/>
                  </a:lnTo>
                  <a:lnTo>
                    <a:pt x="581491" y="983"/>
                  </a:lnTo>
                  <a:lnTo>
                    <a:pt x="573633" y="982"/>
                  </a:lnTo>
                  <a:lnTo>
                    <a:pt x="565775" y="982"/>
                  </a:lnTo>
                  <a:lnTo>
                    <a:pt x="557917" y="981"/>
                  </a:lnTo>
                  <a:lnTo>
                    <a:pt x="550059" y="980"/>
                  </a:lnTo>
                  <a:lnTo>
                    <a:pt x="542201" y="979"/>
                  </a:lnTo>
                  <a:lnTo>
                    <a:pt x="534343" y="978"/>
                  </a:lnTo>
                  <a:lnTo>
                    <a:pt x="526485" y="978"/>
                  </a:lnTo>
                  <a:lnTo>
                    <a:pt x="518627" y="977"/>
                  </a:lnTo>
                  <a:lnTo>
                    <a:pt x="510769" y="977"/>
                  </a:lnTo>
                  <a:lnTo>
                    <a:pt x="502911" y="977"/>
                  </a:lnTo>
                  <a:lnTo>
                    <a:pt x="495053" y="977"/>
                  </a:lnTo>
                  <a:lnTo>
                    <a:pt x="487195" y="976"/>
                  </a:lnTo>
                  <a:lnTo>
                    <a:pt x="479337" y="976"/>
                  </a:lnTo>
                  <a:lnTo>
                    <a:pt x="471479" y="975"/>
                  </a:lnTo>
                  <a:lnTo>
                    <a:pt x="463621" y="975"/>
                  </a:lnTo>
                  <a:lnTo>
                    <a:pt x="455763" y="975"/>
                  </a:lnTo>
                  <a:lnTo>
                    <a:pt x="447905" y="975"/>
                  </a:lnTo>
                  <a:lnTo>
                    <a:pt x="440047" y="974"/>
                  </a:lnTo>
                  <a:lnTo>
                    <a:pt x="432189" y="974"/>
                  </a:lnTo>
                  <a:lnTo>
                    <a:pt x="424331" y="973"/>
                  </a:lnTo>
                  <a:lnTo>
                    <a:pt x="416473" y="973"/>
                  </a:lnTo>
                  <a:lnTo>
                    <a:pt x="408615" y="972"/>
                  </a:lnTo>
                  <a:lnTo>
                    <a:pt x="400757" y="972"/>
                  </a:lnTo>
                  <a:lnTo>
                    <a:pt x="392899" y="972"/>
                  </a:lnTo>
                  <a:lnTo>
                    <a:pt x="385041" y="972"/>
                  </a:lnTo>
                  <a:lnTo>
                    <a:pt x="377183" y="972"/>
                  </a:lnTo>
                  <a:lnTo>
                    <a:pt x="369325" y="971"/>
                  </a:lnTo>
                  <a:lnTo>
                    <a:pt x="361467" y="972"/>
                  </a:lnTo>
                  <a:lnTo>
                    <a:pt x="353609" y="971"/>
                  </a:lnTo>
                  <a:lnTo>
                    <a:pt x="345751" y="970"/>
                  </a:lnTo>
                  <a:lnTo>
                    <a:pt x="337893" y="970"/>
                  </a:lnTo>
                  <a:lnTo>
                    <a:pt x="330035" y="969"/>
                  </a:lnTo>
                  <a:lnTo>
                    <a:pt x="322177" y="969"/>
                  </a:lnTo>
                  <a:lnTo>
                    <a:pt x="314319" y="969"/>
                  </a:lnTo>
                  <a:lnTo>
                    <a:pt x="306461" y="968"/>
                  </a:lnTo>
                  <a:lnTo>
                    <a:pt x="298603" y="968"/>
                  </a:lnTo>
                  <a:lnTo>
                    <a:pt x="290745" y="968"/>
                  </a:lnTo>
                  <a:lnTo>
                    <a:pt x="282887" y="968"/>
                  </a:lnTo>
                  <a:lnTo>
                    <a:pt x="275029" y="968"/>
                  </a:lnTo>
                  <a:lnTo>
                    <a:pt x="267171" y="968"/>
                  </a:lnTo>
                  <a:lnTo>
                    <a:pt x="259313" y="968"/>
                  </a:lnTo>
                  <a:lnTo>
                    <a:pt x="251455" y="967"/>
                  </a:lnTo>
                  <a:lnTo>
                    <a:pt x="243597" y="967"/>
                  </a:lnTo>
                  <a:lnTo>
                    <a:pt x="235739" y="967"/>
                  </a:lnTo>
                  <a:lnTo>
                    <a:pt x="227881" y="967"/>
                  </a:lnTo>
                  <a:lnTo>
                    <a:pt x="220023" y="968"/>
                  </a:lnTo>
                  <a:lnTo>
                    <a:pt x="212165" y="967"/>
                  </a:lnTo>
                  <a:lnTo>
                    <a:pt x="204307" y="967"/>
                  </a:lnTo>
                  <a:lnTo>
                    <a:pt x="196449" y="967"/>
                  </a:lnTo>
                  <a:lnTo>
                    <a:pt x="188591" y="968"/>
                  </a:lnTo>
                  <a:lnTo>
                    <a:pt x="180733" y="968"/>
                  </a:lnTo>
                  <a:lnTo>
                    <a:pt x="172875" y="968"/>
                  </a:lnTo>
                  <a:lnTo>
                    <a:pt x="165017" y="967"/>
                  </a:lnTo>
                  <a:lnTo>
                    <a:pt x="157159" y="967"/>
                  </a:lnTo>
                  <a:lnTo>
                    <a:pt x="149301" y="966"/>
                  </a:lnTo>
                  <a:lnTo>
                    <a:pt x="141443" y="967"/>
                  </a:lnTo>
                  <a:lnTo>
                    <a:pt x="133585" y="967"/>
                  </a:lnTo>
                  <a:lnTo>
                    <a:pt x="125727" y="966"/>
                  </a:lnTo>
                  <a:lnTo>
                    <a:pt x="117869" y="967"/>
                  </a:lnTo>
                  <a:lnTo>
                    <a:pt x="110011" y="967"/>
                  </a:lnTo>
                  <a:lnTo>
                    <a:pt x="102153" y="967"/>
                  </a:lnTo>
                  <a:lnTo>
                    <a:pt x="94295" y="968"/>
                  </a:lnTo>
                  <a:lnTo>
                    <a:pt x="86437" y="968"/>
                  </a:lnTo>
                  <a:lnTo>
                    <a:pt x="78579" y="968"/>
                  </a:lnTo>
                  <a:lnTo>
                    <a:pt x="70721" y="968"/>
                  </a:lnTo>
                  <a:lnTo>
                    <a:pt x="62863" y="968"/>
                  </a:lnTo>
                  <a:lnTo>
                    <a:pt x="55005" y="969"/>
                  </a:lnTo>
                  <a:lnTo>
                    <a:pt x="47147" y="969"/>
                  </a:lnTo>
                  <a:lnTo>
                    <a:pt x="39289" y="969"/>
                  </a:lnTo>
                  <a:lnTo>
                    <a:pt x="31431" y="969"/>
                  </a:lnTo>
                  <a:lnTo>
                    <a:pt x="23573" y="969"/>
                  </a:lnTo>
                  <a:lnTo>
                    <a:pt x="15715" y="970"/>
                  </a:lnTo>
                  <a:lnTo>
                    <a:pt x="7857" y="971"/>
                  </a:lnTo>
                  <a:lnTo>
                    <a:pt x="0" y="972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81" name="pl180"/>
            <p:cNvSpPr/>
            <p:nvPr/>
          </p:nvSpPr>
          <p:spPr>
            <a:xfrm>
              <a:off x="3608036" y="4955731"/>
              <a:ext cx="2035220" cy="612"/>
            </a:xfrm>
            <a:custGeom>
              <a:avLst/>
              <a:pathLst>
                <a:path w="2035220" h="612">
                  <a:moveTo>
                    <a:pt x="0" y="0"/>
                  </a:moveTo>
                  <a:lnTo>
                    <a:pt x="7857" y="11"/>
                  </a:lnTo>
                  <a:lnTo>
                    <a:pt x="15715" y="21"/>
                  </a:lnTo>
                  <a:lnTo>
                    <a:pt x="23573" y="36"/>
                  </a:lnTo>
                  <a:lnTo>
                    <a:pt x="31431" y="47"/>
                  </a:lnTo>
                  <a:lnTo>
                    <a:pt x="39289" y="56"/>
                  </a:lnTo>
                  <a:lnTo>
                    <a:pt x="47147" y="66"/>
                  </a:lnTo>
                  <a:lnTo>
                    <a:pt x="55005" y="76"/>
                  </a:lnTo>
                  <a:lnTo>
                    <a:pt x="62863" y="86"/>
                  </a:lnTo>
                  <a:lnTo>
                    <a:pt x="70721" y="95"/>
                  </a:lnTo>
                  <a:lnTo>
                    <a:pt x="78579" y="106"/>
                  </a:lnTo>
                  <a:lnTo>
                    <a:pt x="86437" y="119"/>
                  </a:lnTo>
                  <a:lnTo>
                    <a:pt x="94295" y="125"/>
                  </a:lnTo>
                  <a:lnTo>
                    <a:pt x="102153" y="134"/>
                  </a:lnTo>
                  <a:lnTo>
                    <a:pt x="110011" y="144"/>
                  </a:lnTo>
                  <a:lnTo>
                    <a:pt x="117869" y="156"/>
                  </a:lnTo>
                  <a:lnTo>
                    <a:pt x="125727" y="167"/>
                  </a:lnTo>
                  <a:lnTo>
                    <a:pt x="133585" y="178"/>
                  </a:lnTo>
                  <a:lnTo>
                    <a:pt x="141443" y="189"/>
                  </a:lnTo>
                  <a:lnTo>
                    <a:pt x="149301" y="196"/>
                  </a:lnTo>
                  <a:lnTo>
                    <a:pt x="157159" y="201"/>
                  </a:lnTo>
                  <a:lnTo>
                    <a:pt x="165017" y="209"/>
                  </a:lnTo>
                  <a:lnTo>
                    <a:pt x="172875" y="218"/>
                  </a:lnTo>
                  <a:lnTo>
                    <a:pt x="180733" y="227"/>
                  </a:lnTo>
                  <a:lnTo>
                    <a:pt x="188591" y="236"/>
                  </a:lnTo>
                  <a:lnTo>
                    <a:pt x="196449" y="237"/>
                  </a:lnTo>
                  <a:lnTo>
                    <a:pt x="204307" y="246"/>
                  </a:lnTo>
                  <a:lnTo>
                    <a:pt x="212165" y="257"/>
                  </a:lnTo>
                  <a:lnTo>
                    <a:pt x="220023" y="264"/>
                  </a:lnTo>
                  <a:lnTo>
                    <a:pt x="227881" y="269"/>
                  </a:lnTo>
                  <a:lnTo>
                    <a:pt x="235739" y="274"/>
                  </a:lnTo>
                  <a:lnTo>
                    <a:pt x="243597" y="279"/>
                  </a:lnTo>
                  <a:lnTo>
                    <a:pt x="251455" y="284"/>
                  </a:lnTo>
                  <a:lnTo>
                    <a:pt x="259313" y="290"/>
                  </a:lnTo>
                  <a:lnTo>
                    <a:pt x="267171" y="295"/>
                  </a:lnTo>
                  <a:lnTo>
                    <a:pt x="275029" y="300"/>
                  </a:lnTo>
                  <a:lnTo>
                    <a:pt x="282887" y="305"/>
                  </a:lnTo>
                  <a:lnTo>
                    <a:pt x="290745" y="308"/>
                  </a:lnTo>
                  <a:lnTo>
                    <a:pt x="298603" y="316"/>
                  </a:lnTo>
                  <a:lnTo>
                    <a:pt x="306461" y="327"/>
                  </a:lnTo>
                  <a:lnTo>
                    <a:pt x="314319" y="334"/>
                  </a:lnTo>
                  <a:lnTo>
                    <a:pt x="322177" y="341"/>
                  </a:lnTo>
                  <a:lnTo>
                    <a:pt x="330035" y="349"/>
                  </a:lnTo>
                  <a:lnTo>
                    <a:pt x="337893" y="352"/>
                  </a:lnTo>
                  <a:lnTo>
                    <a:pt x="345751" y="356"/>
                  </a:lnTo>
                  <a:lnTo>
                    <a:pt x="353609" y="359"/>
                  </a:lnTo>
                  <a:lnTo>
                    <a:pt x="361467" y="362"/>
                  </a:lnTo>
                  <a:lnTo>
                    <a:pt x="369325" y="370"/>
                  </a:lnTo>
                  <a:lnTo>
                    <a:pt x="377183" y="376"/>
                  </a:lnTo>
                  <a:lnTo>
                    <a:pt x="385041" y="381"/>
                  </a:lnTo>
                  <a:lnTo>
                    <a:pt x="392899" y="385"/>
                  </a:lnTo>
                  <a:lnTo>
                    <a:pt x="400757" y="389"/>
                  </a:lnTo>
                  <a:lnTo>
                    <a:pt x="408615" y="392"/>
                  </a:lnTo>
                  <a:lnTo>
                    <a:pt x="416473" y="398"/>
                  </a:lnTo>
                  <a:lnTo>
                    <a:pt x="424331" y="405"/>
                  </a:lnTo>
                  <a:lnTo>
                    <a:pt x="432189" y="412"/>
                  </a:lnTo>
                  <a:lnTo>
                    <a:pt x="440047" y="413"/>
                  </a:lnTo>
                  <a:lnTo>
                    <a:pt x="447905" y="421"/>
                  </a:lnTo>
                  <a:lnTo>
                    <a:pt x="455763" y="425"/>
                  </a:lnTo>
                  <a:lnTo>
                    <a:pt x="463621" y="428"/>
                  </a:lnTo>
                  <a:lnTo>
                    <a:pt x="471479" y="434"/>
                  </a:lnTo>
                  <a:lnTo>
                    <a:pt x="479337" y="438"/>
                  </a:lnTo>
                  <a:lnTo>
                    <a:pt x="487195" y="442"/>
                  </a:lnTo>
                  <a:lnTo>
                    <a:pt x="495053" y="445"/>
                  </a:lnTo>
                  <a:lnTo>
                    <a:pt x="502911" y="451"/>
                  </a:lnTo>
                  <a:lnTo>
                    <a:pt x="510769" y="454"/>
                  </a:lnTo>
                  <a:lnTo>
                    <a:pt x="518627" y="458"/>
                  </a:lnTo>
                  <a:lnTo>
                    <a:pt x="526485" y="461"/>
                  </a:lnTo>
                  <a:lnTo>
                    <a:pt x="534343" y="464"/>
                  </a:lnTo>
                  <a:lnTo>
                    <a:pt x="542201" y="466"/>
                  </a:lnTo>
                  <a:lnTo>
                    <a:pt x="550059" y="471"/>
                  </a:lnTo>
                  <a:lnTo>
                    <a:pt x="557917" y="474"/>
                  </a:lnTo>
                  <a:lnTo>
                    <a:pt x="565775" y="477"/>
                  </a:lnTo>
                  <a:lnTo>
                    <a:pt x="573633" y="480"/>
                  </a:lnTo>
                  <a:lnTo>
                    <a:pt x="581491" y="484"/>
                  </a:lnTo>
                  <a:lnTo>
                    <a:pt x="589349" y="487"/>
                  </a:lnTo>
                  <a:lnTo>
                    <a:pt x="597207" y="490"/>
                  </a:lnTo>
                  <a:lnTo>
                    <a:pt x="605065" y="495"/>
                  </a:lnTo>
                  <a:lnTo>
                    <a:pt x="612923" y="499"/>
                  </a:lnTo>
                  <a:lnTo>
                    <a:pt x="620781" y="502"/>
                  </a:lnTo>
                  <a:lnTo>
                    <a:pt x="628639" y="506"/>
                  </a:lnTo>
                  <a:lnTo>
                    <a:pt x="636497" y="512"/>
                  </a:lnTo>
                  <a:lnTo>
                    <a:pt x="644355" y="517"/>
                  </a:lnTo>
                  <a:lnTo>
                    <a:pt x="652213" y="517"/>
                  </a:lnTo>
                  <a:lnTo>
                    <a:pt x="660071" y="523"/>
                  </a:lnTo>
                  <a:lnTo>
                    <a:pt x="667929" y="525"/>
                  </a:lnTo>
                  <a:lnTo>
                    <a:pt x="675787" y="528"/>
                  </a:lnTo>
                  <a:lnTo>
                    <a:pt x="683645" y="532"/>
                  </a:lnTo>
                  <a:lnTo>
                    <a:pt x="691503" y="534"/>
                  </a:lnTo>
                  <a:lnTo>
                    <a:pt x="699361" y="536"/>
                  </a:lnTo>
                  <a:lnTo>
                    <a:pt x="707219" y="537"/>
                  </a:lnTo>
                  <a:lnTo>
                    <a:pt x="715077" y="538"/>
                  </a:lnTo>
                  <a:lnTo>
                    <a:pt x="722935" y="539"/>
                  </a:lnTo>
                  <a:lnTo>
                    <a:pt x="730793" y="541"/>
                  </a:lnTo>
                  <a:lnTo>
                    <a:pt x="738651" y="542"/>
                  </a:lnTo>
                  <a:lnTo>
                    <a:pt x="746509" y="543"/>
                  </a:lnTo>
                  <a:lnTo>
                    <a:pt x="754367" y="545"/>
                  </a:lnTo>
                  <a:lnTo>
                    <a:pt x="762225" y="547"/>
                  </a:lnTo>
                  <a:lnTo>
                    <a:pt x="770083" y="549"/>
                  </a:lnTo>
                  <a:lnTo>
                    <a:pt x="777941" y="549"/>
                  </a:lnTo>
                  <a:lnTo>
                    <a:pt x="785799" y="551"/>
                  </a:lnTo>
                  <a:lnTo>
                    <a:pt x="793657" y="551"/>
                  </a:lnTo>
                  <a:lnTo>
                    <a:pt x="801515" y="553"/>
                  </a:lnTo>
                  <a:lnTo>
                    <a:pt x="809373" y="554"/>
                  </a:lnTo>
                  <a:lnTo>
                    <a:pt x="817231" y="556"/>
                  </a:lnTo>
                  <a:lnTo>
                    <a:pt x="825089" y="557"/>
                  </a:lnTo>
                  <a:lnTo>
                    <a:pt x="832947" y="561"/>
                  </a:lnTo>
                  <a:lnTo>
                    <a:pt x="840805" y="561"/>
                  </a:lnTo>
                  <a:lnTo>
                    <a:pt x="848663" y="562"/>
                  </a:lnTo>
                  <a:lnTo>
                    <a:pt x="856521" y="563"/>
                  </a:lnTo>
                  <a:lnTo>
                    <a:pt x="864379" y="565"/>
                  </a:lnTo>
                  <a:lnTo>
                    <a:pt x="872237" y="568"/>
                  </a:lnTo>
                  <a:lnTo>
                    <a:pt x="880095" y="569"/>
                  </a:lnTo>
                  <a:lnTo>
                    <a:pt x="887953" y="570"/>
                  </a:lnTo>
                  <a:lnTo>
                    <a:pt x="895811" y="571"/>
                  </a:lnTo>
                  <a:lnTo>
                    <a:pt x="903669" y="575"/>
                  </a:lnTo>
                  <a:lnTo>
                    <a:pt x="911527" y="578"/>
                  </a:lnTo>
                  <a:lnTo>
                    <a:pt x="919385" y="581"/>
                  </a:lnTo>
                  <a:lnTo>
                    <a:pt x="927243" y="582"/>
                  </a:lnTo>
                  <a:lnTo>
                    <a:pt x="935101" y="584"/>
                  </a:lnTo>
                  <a:lnTo>
                    <a:pt x="942959" y="587"/>
                  </a:lnTo>
                  <a:lnTo>
                    <a:pt x="950817" y="589"/>
                  </a:lnTo>
                  <a:lnTo>
                    <a:pt x="958675" y="592"/>
                  </a:lnTo>
                  <a:lnTo>
                    <a:pt x="966533" y="592"/>
                  </a:lnTo>
                  <a:lnTo>
                    <a:pt x="974391" y="592"/>
                  </a:lnTo>
                  <a:lnTo>
                    <a:pt x="982249" y="592"/>
                  </a:lnTo>
                  <a:lnTo>
                    <a:pt x="990107" y="592"/>
                  </a:lnTo>
                  <a:lnTo>
                    <a:pt x="997965" y="593"/>
                  </a:lnTo>
                  <a:lnTo>
                    <a:pt x="1005823" y="593"/>
                  </a:lnTo>
                  <a:lnTo>
                    <a:pt x="1013681" y="593"/>
                  </a:lnTo>
                  <a:lnTo>
                    <a:pt x="1021539" y="595"/>
                  </a:lnTo>
                  <a:lnTo>
                    <a:pt x="1029397" y="594"/>
                  </a:lnTo>
                  <a:lnTo>
                    <a:pt x="1037254" y="597"/>
                  </a:lnTo>
                  <a:lnTo>
                    <a:pt x="1045112" y="599"/>
                  </a:lnTo>
                  <a:lnTo>
                    <a:pt x="1052970" y="601"/>
                  </a:lnTo>
                  <a:lnTo>
                    <a:pt x="1060828" y="602"/>
                  </a:lnTo>
                  <a:lnTo>
                    <a:pt x="1068686" y="600"/>
                  </a:lnTo>
                  <a:lnTo>
                    <a:pt x="1076544" y="602"/>
                  </a:lnTo>
                  <a:lnTo>
                    <a:pt x="1084402" y="604"/>
                  </a:lnTo>
                  <a:lnTo>
                    <a:pt x="1092260" y="605"/>
                  </a:lnTo>
                  <a:lnTo>
                    <a:pt x="1100118" y="605"/>
                  </a:lnTo>
                  <a:lnTo>
                    <a:pt x="1107976" y="605"/>
                  </a:lnTo>
                  <a:lnTo>
                    <a:pt x="1115834" y="604"/>
                  </a:lnTo>
                  <a:lnTo>
                    <a:pt x="1123692" y="604"/>
                  </a:lnTo>
                  <a:lnTo>
                    <a:pt x="1131550" y="605"/>
                  </a:lnTo>
                  <a:lnTo>
                    <a:pt x="1139408" y="606"/>
                  </a:lnTo>
                  <a:lnTo>
                    <a:pt x="1147266" y="607"/>
                  </a:lnTo>
                  <a:lnTo>
                    <a:pt x="1155124" y="608"/>
                  </a:lnTo>
                  <a:lnTo>
                    <a:pt x="1162982" y="609"/>
                  </a:lnTo>
                  <a:lnTo>
                    <a:pt x="1170840" y="611"/>
                  </a:lnTo>
                  <a:lnTo>
                    <a:pt x="1178698" y="612"/>
                  </a:lnTo>
                  <a:lnTo>
                    <a:pt x="1186556" y="609"/>
                  </a:lnTo>
                  <a:lnTo>
                    <a:pt x="1194414" y="606"/>
                  </a:lnTo>
                  <a:lnTo>
                    <a:pt x="1202272" y="606"/>
                  </a:lnTo>
                  <a:lnTo>
                    <a:pt x="1210130" y="606"/>
                  </a:lnTo>
                  <a:lnTo>
                    <a:pt x="1217988" y="606"/>
                  </a:lnTo>
                  <a:lnTo>
                    <a:pt x="1225846" y="606"/>
                  </a:lnTo>
                  <a:lnTo>
                    <a:pt x="1233704" y="607"/>
                  </a:lnTo>
                  <a:lnTo>
                    <a:pt x="1241562" y="607"/>
                  </a:lnTo>
                  <a:lnTo>
                    <a:pt x="1249420" y="606"/>
                  </a:lnTo>
                  <a:lnTo>
                    <a:pt x="1257278" y="606"/>
                  </a:lnTo>
                  <a:lnTo>
                    <a:pt x="1265136" y="607"/>
                  </a:lnTo>
                  <a:lnTo>
                    <a:pt x="1272994" y="608"/>
                  </a:lnTo>
                  <a:lnTo>
                    <a:pt x="1280852" y="608"/>
                  </a:lnTo>
                  <a:lnTo>
                    <a:pt x="1288710" y="607"/>
                  </a:lnTo>
                  <a:lnTo>
                    <a:pt x="1296568" y="606"/>
                  </a:lnTo>
                  <a:lnTo>
                    <a:pt x="1304426" y="607"/>
                  </a:lnTo>
                  <a:lnTo>
                    <a:pt x="1312284" y="607"/>
                  </a:lnTo>
                  <a:lnTo>
                    <a:pt x="1320142" y="606"/>
                  </a:lnTo>
                  <a:lnTo>
                    <a:pt x="1328000" y="606"/>
                  </a:lnTo>
                  <a:lnTo>
                    <a:pt x="1335858" y="608"/>
                  </a:lnTo>
                  <a:lnTo>
                    <a:pt x="1343716" y="608"/>
                  </a:lnTo>
                  <a:lnTo>
                    <a:pt x="1351574" y="609"/>
                  </a:lnTo>
                  <a:lnTo>
                    <a:pt x="1359432" y="609"/>
                  </a:lnTo>
                  <a:lnTo>
                    <a:pt x="1367290" y="609"/>
                  </a:lnTo>
                  <a:lnTo>
                    <a:pt x="1375148" y="609"/>
                  </a:lnTo>
                  <a:lnTo>
                    <a:pt x="1383006" y="607"/>
                  </a:lnTo>
                  <a:lnTo>
                    <a:pt x="1390864" y="607"/>
                  </a:lnTo>
                  <a:lnTo>
                    <a:pt x="1398722" y="606"/>
                  </a:lnTo>
                  <a:lnTo>
                    <a:pt x="1406580" y="606"/>
                  </a:lnTo>
                  <a:lnTo>
                    <a:pt x="1414438" y="605"/>
                  </a:lnTo>
                  <a:lnTo>
                    <a:pt x="1422296" y="606"/>
                  </a:lnTo>
                  <a:lnTo>
                    <a:pt x="1430154" y="605"/>
                  </a:lnTo>
                  <a:lnTo>
                    <a:pt x="1438012" y="604"/>
                  </a:lnTo>
                  <a:lnTo>
                    <a:pt x="1445870" y="604"/>
                  </a:lnTo>
                  <a:lnTo>
                    <a:pt x="1453728" y="604"/>
                  </a:lnTo>
                  <a:lnTo>
                    <a:pt x="1461586" y="602"/>
                  </a:lnTo>
                  <a:lnTo>
                    <a:pt x="1469444" y="604"/>
                  </a:lnTo>
                  <a:lnTo>
                    <a:pt x="1477302" y="604"/>
                  </a:lnTo>
                  <a:lnTo>
                    <a:pt x="1485160" y="602"/>
                  </a:lnTo>
                  <a:lnTo>
                    <a:pt x="1493018" y="600"/>
                  </a:lnTo>
                  <a:lnTo>
                    <a:pt x="1500876" y="599"/>
                  </a:lnTo>
                  <a:lnTo>
                    <a:pt x="1508734" y="599"/>
                  </a:lnTo>
                  <a:lnTo>
                    <a:pt x="1516592" y="597"/>
                  </a:lnTo>
                  <a:lnTo>
                    <a:pt x="1524450" y="595"/>
                  </a:lnTo>
                  <a:lnTo>
                    <a:pt x="1532308" y="592"/>
                  </a:lnTo>
                  <a:lnTo>
                    <a:pt x="1540166" y="591"/>
                  </a:lnTo>
                  <a:lnTo>
                    <a:pt x="1548024" y="590"/>
                  </a:lnTo>
                  <a:lnTo>
                    <a:pt x="1555882" y="589"/>
                  </a:lnTo>
                  <a:lnTo>
                    <a:pt x="1563740" y="590"/>
                  </a:lnTo>
                  <a:lnTo>
                    <a:pt x="1571598" y="592"/>
                  </a:lnTo>
                  <a:lnTo>
                    <a:pt x="1579456" y="593"/>
                  </a:lnTo>
                  <a:lnTo>
                    <a:pt x="1587314" y="595"/>
                  </a:lnTo>
                  <a:lnTo>
                    <a:pt x="1595172" y="596"/>
                  </a:lnTo>
                  <a:lnTo>
                    <a:pt x="1603030" y="597"/>
                  </a:lnTo>
                  <a:lnTo>
                    <a:pt x="1610888" y="597"/>
                  </a:lnTo>
                  <a:lnTo>
                    <a:pt x="1618746" y="599"/>
                  </a:lnTo>
                  <a:lnTo>
                    <a:pt x="1626604" y="600"/>
                  </a:lnTo>
                  <a:lnTo>
                    <a:pt x="1634462" y="601"/>
                  </a:lnTo>
                  <a:lnTo>
                    <a:pt x="1642320" y="602"/>
                  </a:lnTo>
                  <a:lnTo>
                    <a:pt x="1650178" y="602"/>
                  </a:lnTo>
                  <a:lnTo>
                    <a:pt x="1658036" y="601"/>
                  </a:lnTo>
                  <a:lnTo>
                    <a:pt x="1665894" y="601"/>
                  </a:lnTo>
                  <a:lnTo>
                    <a:pt x="1673752" y="600"/>
                  </a:lnTo>
                  <a:lnTo>
                    <a:pt x="1681610" y="600"/>
                  </a:lnTo>
                  <a:lnTo>
                    <a:pt x="1689468" y="599"/>
                  </a:lnTo>
                  <a:lnTo>
                    <a:pt x="1697326" y="600"/>
                  </a:lnTo>
                  <a:lnTo>
                    <a:pt x="1705184" y="598"/>
                  </a:lnTo>
                  <a:lnTo>
                    <a:pt x="1713042" y="597"/>
                  </a:lnTo>
                  <a:lnTo>
                    <a:pt x="1720900" y="597"/>
                  </a:lnTo>
                  <a:lnTo>
                    <a:pt x="1728758" y="596"/>
                  </a:lnTo>
                  <a:lnTo>
                    <a:pt x="1736616" y="596"/>
                  </a:lnTo>
                  <a:lnTo>
                    <a:pt x="1744474" y="595"/>
                  </a:lnTo>
                  <a:lnTo>
                    <a:pt x="1752332" y="594"/>
                  </a:lnTo>
                  <a:lnTo>
                    <a:pt x="1760190" y="594"/>
                  </a:lnTo>
                  <a:lnTo>
                    <a:pt x="1768048" y="593"/>
                  </a:lnTo>
                  <a:lnTo>
                    <a:pt x="1775906" y="593"/>
                  </a:lnTo>
                  <a:lnTo>
                    <a:pt x="1783764" y="592"/>
                  </a:lnTo>
                  <a:lnTo>
                    <a:pt x="1791622" y="590"/>
                  </a:lnTo>
                  <a:lnTo>
                    <a:pt x="1799480" y="588"/>
                  </a:lnTo>
                  <a:lnTo>
                    <a:pt x="1807338" y="588"/>
                  </a:lnTo>
                  <a:lnTo>
                    <a:pt x="1815196" y="587"/>
                  </a:lnTo>
                  <a:lnTo>
                    <a:pt x="1823054" y="585"/>
                  </a:lnTo>
                  <a:lnTo>
                    <a:pt x="1830912" y="583"/>
                  </a:lnTo>
                  <a:lnTo>
                    <a:pt x="1838770" y="582"/>
                  </a:lnTo>
                  <a:lnTo>
                    <a:pt x="1846628" y="580"/>
                  </a:lnTo>
                  <a:lnTo>
                    <a:pt x="1854486" y="579"/>
                  </a:lnTo>
                  <a:lnTo>
                    <a:pt x="1862344" y="581"/>
                  </a:lnTo>
                  <a:lnTo>
                    <a:pt x="1870202" y="583"/>
                  </a:lnTo>
                  <a:lnTo>
                    <a:pt x="1878060" y="582"/>
                  </a:lnTo>
                  <a:lnTo>
                    <a:pt x="1885918" y="580"/>
                  </a:lnTo>
                  <a:lnTo>
                    <a:pt x="1893776" y="579"/>
                  </a:lnTo>
                  <a:lnTo>
                    <a:pt x="1901634" y="579"/>
                  </a:lnTo>
                  <a:lnTo>
                    <a:pt x="1909492" y="579"/>
                  </a:lnTo>
                  <a:lnTo>
                    <a:pt x="1917350" y="579"/>
                  </a:lnTo>
                  <a:lnTo>
                    <a:pt x="1925208" y="580"/>
                  </a:lnTo>
                  <a:lnTo>
                    <a:pt x="1933066" y="580"/>
                  </a:lnTo>
                  <a:lnTo>
                    <a:pt x="1940924" y="577"/>
                  </a:lnTo>
                  <a:lnTo>
                    <a:pt x="1948782" y="577"/>
                  </a:lnTo>
                  <a:lnTo>
                    <a:pt x="1956640" y="575"/>
                  </a:lnTo>
                  <a:lnTo>
                    <a:pt x="1964498" y="573"/>
                  </a:lnTo>
                  <a:lnTo>
                    <a:pt x="1972356" y="574"/>
                  </a:lnTo>
                  <a:lnTo>
                    <a:pt x="1980214" y="574"/>
                  </a:lnTo>
                  <a:lnTo>
                    <a:pt x="1988072" y="574"/>
                  </a:lnTo>
                  <a:lnTo>
                    <a:pt x="1995930" y="573"/>
                  </a:lnTo>
                  <a:lnTo>
                    <a:pt x="2003788" y="571"/>
                  </a:lnTo>
                  <a:lnTo>
                    <a:pt x="2011646" y="570"/>
                  </a:lnTo>
                  <a:lnTo>
                    <a:pt x="2019504" y="568"/>
                  </a:lnTo>
                  <a:lnTo>
                    <a:pt x="2027362" y="567"/>
                  </a:lnTo>
                  <a:lnTo>
                    <a:pt x="2035220" y="56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2" name="pl181"/>
            <p:cNvSpPr/>
            <p:nvPr/>
          </p:nvSpPr>
          <p:spPr>
            <a:xfrm>
              <a:off x="3608036" y="4956698"/>
              <a:ext cx="2035220" cy="146"/>
            </a:xfrm>
            <a:custGeom>
              <a:avLst/>
              <a:pathLst>
                <a:path w="2035220" h="146">
                  <a:moveTo>
                    <a:pt x="2035220" y="146"/>
                  </a:moveTo>
                  <a:lnTo>
                    <a:pt x="2027362" y="146"/>
                  </a:lnTo>
                  <a:lnTo>
                    <a:pt x="2019504" y="146"/>
                  </a:lnTo>
                  <a:lnTo>
                    <a:pt x="2011646" y="145"/>
                  </a:lnTo>
                  <a:lnTo>
                    <a:pt x="2003788" y="145"/>
                  </a:lnTo>
                  <a:lnTo>
                    <a:pt x="1995930" y="145"/>
                  </a:lnTo>
                  <a:lnTo>
                    <a:pt x="1988072" y="144"/>
                  </a:lnTo>
                  <a:lnTo>
                    <a:pt x="1980214" y="144"/>
                  </a:lnTo>
                  <a:lnTo>
                    <a:pt x="1972356" y="143"/>
                  </a:lnTo>
                  <a:lnTo>
                    <a:pt x="1964498" y="143"/>
                  </a:lnTo>
                  <a:lnTo>
                    <a:pt x="1956640" y="143"/>
                  </a:lnTo>
                  <a:lnTo>
                    <a:pt x="1948782" y="142"/>
                  </a:lnTo>
                  <a:lnTo>
                    <a:pt x="1940924" y="142"/>
                  </a:lnTo>
                  <a:lnTo>
                    <a:pt x="1933066" y="141"/>
                  </a:lnTo>
                  <a:lnTo>
                    <a:pt x="1925208" y="141"/>
                  </a:lnTo>
                  <a:lnTo>
                    <a:pt x="1917350" y="140"/>
                  </a:lnTo>
                  <a:lnTo>
                    <a:pt x="1909492" y="140"/>
                  </a:lnTo>
                  <a:lnTo>
                    <a:pt x="1901634" y="139"/>
                  </a:lnTo>
                  <a:lnTo>
                    <a:pt x="1893776" y="139"/>
                  </a:lnTo>
                  <a:lnTo>
                    <a:pt x="1885918" y="138"/>
                  </a:lnTo>
                  <a:lnTo>
                    <a:pt x="1878060" y="138"/>
                  </a:lnTo>
                  <a:lnTo>
                    <a:pt x="1870202" y="138"/>
                  </a:lnTo>
                  <a:lnTo>
                    <a:pt x="1862344" y="137"/>
                  </a:lnTo>
                  <a:lnTo>
                    <a:pt x="1854486" y="137"/>
                  </a:lnTo>
                  <a:lnTo>
                    <a:pt x="1846628" y="136"/>
                  </a:lnTo>
                  <a:lnTo>
                    <a:pt x="1838770" y="136"/>
                  </a:lnTo>
                  <a:lnTo>
                    <a:pt x="1830912" y="135"/>
                  </a:lnTo>
                  <a:lnTo>
                    <a:pt x="1823054" y="135"/>
                  </a:lnTo>
                  <a:lnTo>
                    <a:pt x="1815196" y="134"/>
                  </a:lnTo>
                  <a:lnTo>
                    <a:pt x="1807338" y="134"/>
                  </a:lnTo>
                  <a:lnTo>
                    <a:pt x="1799480" y="134"/>
                  </a:lnTo>
                  <a:lnTo>
                    <a:pt x="1791622" y="133"/>
                  </a:lnTo>
                  <a:lnTo>
                    <a:pt x="1783764" y="133"/>
                  </a:lnTo>
                  <a:lnTo>
                    <a:pt x="1775906" y="132"/>
                  </a:lnTo>
                  <a:lnTo>
                    <a:pt x="1768048" y="132"/>
                  </a:lnTo>
                  <a:lnTo>
                    <a:pt x="1760190" y="131"/>
                  </a:lnTo>
                  <a:lnTo>
                    <a:pt x="1752332" y="131"/>
                  </a:lnTo>
                  <a:lnTo>
                    <a:pt x="1744474" y="130"/>
                  </a:lnTo>
                  <a:lnTo>
                    <a:pt x="1736616" y="129"/>
                  </a:lnTo>
                  <a:lnTo>
                    <a:pt x="1728758" y="129"/>
                  </a:lnTo>
                  <a:lnTo>
                    <a:pt x="1720900" y="128"/>
                  </a:lnTo>
                  <a:lnTo>
                    <a:pt x="1713042" y="128"/>
                  </a:lnTo>
                  <a:lnTo>
                    <a:pt x="1705184" y="127"/>
                  </a:lnTo>
                  <a:lnTo>
                    <a:pt x="1697326" y="126"/>
                  </a:lnTo>
                  <a:lnTo>
                    <a:pt x="1689468" y="126"/>
                  </a:lnTo>
                  <a:lnTo>
                    <a:pt x="1681610" y="125"/>
                  </a:lnTo>
                  <a:lnTo>
                    <a:pt x="1673752" y="125"/>
                  </a:lnTo>
                  <a:lnTo>
                    <a:pt x="1665894" y="124"/>
                  </a:lnTo>
                  <a:lnTo>
                    <a:pt x="1658036" y="123"/>
                  </a:lnTo>
                  <a:lnTo>
                    <a:pt x="1650178" y="122"/>
                  </a:lnTo>
                  <a:lnTo>
                    <a:pt x="1642320" y="122"/>
                  </a:lnTo>
                  <a:lnTo>
                    <a:pt x="1634462" y="121"/>
                  </a:lnTo>
                  <a:lnTo>
                    <a:pt x="1626604" y="121"/>
                  </a:lnTo>
                  <a:lnTo>
                    <a:pt x="1618746" y="120"/>
                  </a:lnTo>
                  <a:lnTo>
                    <a:pt x="1610888" y="119"/>
                  </a:lnTo>
                  <a:lnTo>
                    <a:pt x="1603030" y="119"/>
                  </a:lnTo>
                  <a:lnTo>
                    <a:pt x="1595172" y="118"/>
                  </a:lnTo>
                  <a:lnTo>
                    <a:pt x="1587314" y="117"/>
                  </a:lnTo>
                  <a:lnTo>
                    <a:pt x="1579456" y="117"/>
                  </a:lnTo>
                  <a:lnTo>
                    <a:pt x="1571598" y="117"/>
                  </a:lnTo>
                  <a:lnTo>
                    <a:pt x="1563740" y="116"/>
                  </a:lnTo>
                  <a:lnTo>
                    <a:pt x="1555882" y="115"/>
                  </a:lnTo>
                  <a:lnTo>
                    <a:pt x="1548024" y="114"/>
                  </a:lnTo>
                  <a:lnTo>
                    <a:pt x="1540166" y="114"/>
                  </a:lnTo>
                  <a:lnTo>
                    <a:pt x="1532308" y="113"/>
                  </a:lnTo>
                  <a:lnTo>
                    <a:pt x="1524450" y="112"/>
                  </a:lnTo>
                  <a:lnTo>
                    <a:pt x="1516592" y="112"/>
                  </a:lnTo>
                  <a:lnTo>
                    <a:pt x="1508734" y="111"/>
                  </a:lnTo>
                  <a:lnTo>
                    <a:pt x="1500876" y="111"/>
                  </a:lnTo>
                  <a:lnTo>
                    <a:pt x="1493018" y="110"/>
                  </a:lnTo>
                  <a:lnTo>
                    <a:pt x="1485160" y="110"/>
                  </a:lnTo>
                  <a:lnTo>
                    <a:pt x="1477302" y="109"/>
                  </a:lnTo>
                  <a:lnTo>
                    <a:pt x="1469444" y="108"/>
                  </a:lnTo>
                  <a:lnTo>
                    <a:pt x="1461586" y="107"/>
                  </a:lnTo>
                  <a:lnTo>
                    <a:pt x="1453728" y="106"/>
                  </a:lnTo>
                  <a:lnTo>
                    <a:pt x="1445870" y="105"/>
                  </a:lnTo>
                  <a:lnTo>
                    <a:pt x="1438012" y="104"/>
                  </a:lnTo>
                  <a:lnTo>
                    <a:pt x="1430154" y="103"/>
                  </a:lnTo>
                  <a:lnTo>
                    <a:pt x="1422296" y="103"/>
                  </a:lnTo>
                  <a:lnTo>
                    <a:pt x="1414438" y="102"/>
                  </a:lnTo>
                  <a:lnTo>
                    <a:pt x="1406580" y="101"/>
                  </a:lnTo>
                  <a:lnTo>
                    <a:pt x="1398722" y="100"/>
                  </a:lnTo>
                  <a:lnTo>
                    <a:pt x="1390864" y="99"/>
                  </a:lnTo>
                  <a:lnTo>
                    <a:pt x="1383006" y="98"/>
                  </a:lnTo>
                  <a:lnTo>
                    <a:pt x="1375148" y="97"/>
                  </a:lnTo>
                  <a:lnTo>
                    <a:pt x="1367290" y="96"/>
                  </a:lnTo>
                  <a:lnTo>
                    <a:pt x="1359432" y="96"/>
                  </a:lnTo>
                  <a:lnTo>
                    <a:pt x="1351574" y="95"/>
                  </a:lnTo>
                  <a:lnTo>
                    <a:pt x="1343716" y="94"/>
                  </a:lnTo>
                  <a:lnTo>
                    <a:pt x="1335858" y="94"/>
                  </a:lnTo>
                  <a:lnTo>
                    <a:pt x="1328000" y="93"/>
                  </a:lnTo>
                  <a:lnTo>
                    <a:pt x="1320142" y="92"/>
                  </a:lnTo>
                  <a:lnTo>
                    <a:pt x="1312284" y="92"/>
                  </a:lnTo>
                  <a:lnTo>
                    <a:pt x="1304426" y="91"/>
                  </a:lnTo>
                  <a:lnTo>
                    <a:pt x="1296568" y="90"/>
                  </a:lnTo>
                  <a:lnTo>
                    <a:pt x="1288710" y="89"/>
                  </a:lnTo>
                  <a:lnTo>
                    <a:pt x="1280852" y="88"/>
                  </a:lnTo>
                  <a:lnTo>
                    <a:pt x="1272994" y="87"/>
                  </a:lnTo>
                  <a:lnTo>
                    <a:pt x="1265136" y="86"/>
                  </a:lnTo>
                  <a:lnTo>
                    <a:pt x="1257278" y="86"/>
                  </a:lnTo>
                  <a:lnTo>
                    <a:pt x="1249420" y="85"/>
                  </a:lnTo>
                  <a:lnTo>
                    <a:pt x="1241562" y="84"/>
                  </a:lnTo>
                  <a:lnTo>
                    <a:pt x="1233704" y="83"/>
                  </a:lnTo>
                  <a:lnTo>
                    <a:pt x="1225846" y="82"/>
                  </a:lnTo>
                  <a:lnTo>
                    <a:pt x="1217988" y="81"/>
                  </a:lnTo>
                  <a:lnTo>
                    <a:pt x="1210130" y="80"/>
                  </a:lnTo>
                  <a:lnTo>
                    <a:pt x="1202272" y="79"/>
                  </a:lnTo>
                  <a:lnTo>
                    <a:pt x="1194414" y="78"/>
                  </a:lnTo>
                  <a:lnTo>
                    <a:pt x="1186556" y="77"/>
                  </a:lnTo>
                  <a:lnTo>
                    <a:pt x="1178698" y="76"/>
                  </a:lnTo>
                  <a:lnTo>
                    <a:pt x="1170840" y="76"/>
                  </a:lnTo>
                  <a:lnTo>
                    <a:pt x="1162982" y="75"/>
                  </a:lnTo>
                  <a:lnTo>
                    <a:pt x="1155124" y="75"/>
                  </a:lnTo>
                  <a:lnTo>
                    <a:pt x="1147266" y="74"/>
                  </a:lnTo>
                  <a:lnTo>
                    <a:pt x="1139408" y="74"/>
                  </a:lnTo>
                  <a:lnTo>
                    <a:pt x="1131550" y="73"/>
                  </a:lnTo>
                  <a:lnTo>
                    <a:pt x="1123692" y="73"/>
                  </a:lnTo>
                  <a:lnTo>
                    <a:pt x="1115834" y="72"/>
                  </a:lnTo>
                  <a:lnTo>
                    <a:pt x="1107976" y="71"/>
                  </a:lnTo>
                  <a:lnTo>
                    <a:pt x="1100118" y="70"/>
                  </a:lnTo>
                  <a:lnTo>
                    <a:pt x="1092260" y="69"/>
                  </a:lnTo>
                  <a:lnTo>
                    <a:pt x="1084402" y="69"/>
                  </a:lnTo>
                  <a:lnTo>
                    <a:pt x="1076544" y="68"/>
                  </a:lnTo>
                  <a:lnTo>
                    <a:pt x="1068686" y="67"/>
                  </a:lnTo>
                  <a:lnTo>
                    <a:pt x="1060828" y="66"/>
                  </a:lnTo>
                  <a:lnTo>
                    <a:pt x="1052970" y="66"/>
                  </a:lnTo>
                  <a:lnTo>
                    <a:pt x="1045112" y="65"/>
                  </a:lnTo>
                  <a:lnTo>
                    <a:pt x="1037254" y="64"/>
                  </a:lnTo>
                  <a:lnTo>
                    <a:pt x="1029397" y="63"/>
                  </a:lnTo>
                  <a:lnTo>
                    <a:pt x="1021539" y="62"/>
                  </a:lnTo>
                  <a:lnTo>
                    <a:pt x="1013681" y="62"/>
                  </a:lnTo>
                  <a:lnTo>
                    <a:pt x="1005823" y="61"/>
                  </a:lnTo>
                  <a:lnTo>
                    <a:pt x="997965" y="60"/>
                  </a:lnTo>
                  <a:lnTo>
                    <a:pt x="990107" y="59"/>
                  </a:lnTo>
                  <a:lnTo>
                    <a:pt x="982249" y="59"/>
                  </a:lnTo>
                  <a:lnTo>
                    <a:pt x="974391" y="58"/>
                  </a:lnTo>
                  <a:lnTo>
                    <a:pt x="966533" y="57"/>
                  </a:lnTo>
                  <a:lnTo>
                    <a:pt x="958675" y="56"/>
                  </a:lnTo>
                  <a:lnTo>
                    <a:pt x="950817" y="55"/>
                  </a:lnTo>
                  <a:lnTo>
                    <a:pt x="942959" y="54"/>
                  </a:lnTo>
                  <a:lnTo>
                    <a:pt x="935101" y="53"/>
                  </a:lnTo>
                  <a:lnTo>
                    <a:pt x="927243" y="52"/>
                  </a:lnTo>
                  <a:lnTo>
                    <a:pt x="919385" y="51"/>
                  </a:lnTo>
                  <a:lnTo>
                    <a:pt x="911527" y="50"/>
                  </a:lnTo>
                  <a:lnTo>
                    <a:pt x="903669" y="50"/>
                  </a:lnTo>
                  <a:lnTo>
                    <a:pt x="895811" y="49"/>
                  </a:lnTo>
                  <a:lnTo>
                    <a:pt x="887953" y="48"/>
                  </a:lnTo>
                  <a:lnTo>
                    <a:pt x="880095" y="47"/>
                  </a:lnTo>
                  <a:lnTo>
                    <a:pt x="872237" y="46"/>
                  </a:lnTo>
                  <a:lnTo>
                    <a:pt x="864379" y="45"/>
                  </a:lnTo>
                  <a:lnTo>
                    <a:pt x="856521" y="44"/>
                  </a:lnTo>
                  <a:lnTo>
                    <a:pt x="848663" y="43"/>
                  </a:lnTo>
                  <a:lnTo>
                    <a:pt x="840805" y="42"/>
                  </a:lnTo>
                  <a:lnTo>
                    <a:pt x="832947" y="42"/>
                  </a:lnTo>
                  <a:lnTo>
                    <a:pt x="825089" y="40"/>
                  </a:lnTo>
                  <a:lnTo>
                    <a:pt x="817231" y="40"/>
                  </a:lnTo>
                  <a:lnTo>
                    <a:pt x="809373" y="39"/>
                  </a:lnTo>
                  <a:lnTo>
                    <a:pt x="801515" y="38"/>
                  </a:lnTo>
                  <a:lnTo>
                    <a:pt x="793657" y="38"/>
                  </a:lnTo>
                  <a:lnTo>
                    <a:pt x="785799" y="37"/>
                  </a:lnTo>
                  <a:lnTo>
                    <a:pt x="777941" y="35"/>
                  </a:lnTo>
                  <a:lnTo>
                    <a:pt x="770083" y="35"/>
                  </a:lnTo>
                  <a:lnTo>
                    <a:pt x="762225" y="34"/>
                  </a:lnTo>
                  <a:lnTo>
                    <a:pt x="754367" y="33"/>
                  </a:lnTo>
                  <a:lnTo>
                    <a:pt x="746509" y="32"/>
                  </a:lnTo>
                  <a:lnTo>
                    <a:pt x="738651" y="31"/>
                  </a:lnTo>
                  <a:lnTo>
                    <a:pt x="730793" y="31"/>
                  </a:lnTo>
                  <a:lnTo>
                    <a:pt x="722935" y="30"/>
                  </a:lnTo>
                  <a:lnTo>
                    <a:pt x="715077" y="29"/>
                  </a:lnTo>
                  <a:lnTo>
                    <a:pt x="707219" y="28"/>
                  </a:lnTo>
                  <a:lnTo>
                    <a:pt x="699361" y="27"/>
                  </a:lnTo>
                  <a:lnTo>
                    <a:pt x="691503" y="26"/>
                  </a:lnTo>
                  <a:lnTo>
                    <a:pt x="683645" y="25"/>
                  </a:lnTo>
                  <a:lnTo>
                    <a:pt x="675787" y="24"/>
                  </a:lnTo>
                  <a:lnTo>
                    <a:pt x="667929" y="23"/>
                  </a:lnTo>
                  <a:lnTo>
                    <a:pt x="660071" y="23"/>
                  </a:lnTo>
                  <a:lnTo>
                    <a:pt x="652213" y="22"/>
                  </a:lnTo>
                  <a:lnTo>
                    <a:pt x="644355" y="22"/>
                  </a:lnTo>
                  <a:lnTo>
                    <a:pt x="636497" y="21"/>
                  </a:lnTo>
                  <a:lnTo>
                    <a:pt x="628639" y="21"/>
                  </a:lnTo>
                  <a:lnTo>
                    <a:pt x="620781" y="20"/>
                  </a:lnTo>
                  <a:lnTo>
                    <a:pt x="612923" y="19"/>
                  </a:lnTo>
                  <a:lnTo>
                    <a:pt x="605065" y="18"/>
                  </a:lnTo>
                  <a:lnTo>
                    <a:pt x="597207" y="17"/>
                  </a:lnTo>
                  <a:lnTo>
                    <a:pt x="589349" y="17"/>
                  </a:lnTo>
                  <a:lnTo>
                    <a:pt x="581491" y="16"/>
                  </a:lnTo>
                  <a:lnTo>
                    <a:pt x="573633" y="15"/>
                  </a:lnTo>
                  <a:lnTo>
                    <a:pt x="565775" y="15"/>
                  </a:lnTo>
                  <a:lnTo>
                    <a:pt x="557917" y="14"/>
                  </a:lnTo>
                  <a:lnTo>
                    <a:pt x="550059" y="13"/>
                  </a:lnTo>
                  <a:lnTo>
                    <a:pt x="542201" y="12"/>
                  </a:lnTo>
                  <a:lnTo>
                    <a:pt x="534343" y="11"/>
                  </a:lnTo>
                  <a:lnTo>
                    <a:pt x="526485" y="11"/>
                  </a:lnTo>
                  <a:lnTo>
                    <a:pt x="518627" y="11"/>
                  </a:lnTo>
                  <a:lnTo>
                    <a:pt x="510769" y="10"/>
                  </a:lnTo>
                  <a:lnTo>
                    <a:pt x="502911" y="10"/>
                  </a:lnTo>
                  <a:lnTo>
                    <a:pt x="495053" y="10"/>
                  </a:lnTo>
                  <a:lnTo>
                    <a:pt x="487195" y="9"/>
                  </a:lnTo>
                  <a:lnTo>
                    <a:pt x="479337" y="9"/>
                  </a:lnTo>
                  <a:lnTo>
                    <a:pt x="471479" y="8"/>
                  </a:lnTo>
                  <a:lnTo>
                    <a:pt x="463621" y="8"/>
                  </a:lnTo>
                  <a:lnTo>
                    <a:pt x="455763" y="8"/>
                  </a:lnTo>
                  <a:lnTo>
                    <a:pt x="447905" y="8"/>
                  </a:lnTo>
                  <a:lnTo>
                    <a:pt x="440047" y="8"/>
                  </a:lnTo>
                  <a:lnTo>
                    <a:pt x="432189" y="7"/>
                  </a:lnTo>
                  <a:lnTo>
                    <a:pt x="424331" y="6"/>
                  </a:lnTo>
                  <a:lnTo>
                    <a:pt x="416473" y="6"/>
                  </a:lnTo>
                  <a:lnTo>
                    <a:pt x="408615" y="5"/>
                  </a:lnTo>
                  <a:lnTo>
                    <a:pt x="400757" y="5"/>
                  </a:lnTo>
                  <a:lnTo>
                    <a:pt x="392899" y="5"/>
                  </a:lnTo>
                  <a:lnTo>
                    <a:pt x="385041" y="5"/>
                  </a:lnTo>
                  <a:lnTo>
                    <a:pt x="377183" y="5"/>
                  </a:lnTo>
                  <a:lnTo>
                    <a:pt x="369325" y="5"/>
                  </a:lnTo>
                  <a:lnTo>
                    <a:pt x="361467" y="5"/>
                  </a:lnTo>
                  <a:lnTo>
                    <a:pt x="353609" y="4"/>
                  </a:lnTo>
                  <a:lnTo>
                    <a:pt x="345751" y="3"/>
                  </a:lnTo>
                  <a:lnTo>
                    <a:pt x="337893" y="3"/>
                  </a:lnTo>
                  <a:lnTo>
                    <a:pt x="330035" y="2"/>
                  </a:lnTo>
                  <a:lnTo>
                    <a:pt x="322177" y="2"/>
                  </a:lnTo>
                  <a:lnTo>
                    <a:pt x="314319" y="2"/>
                  </a:lnTo>
                  <a:lnTo>
                    <a:pt x="306461" y="1"/>
                  </a:lnTo>
                  <a:lnTo>
                    <a:pt x="298603" y="1"/>
                  </a:lnTo>
                  <a:lnTo>
                    <a:pt x="290745" y="1"/>
                  </a:lnTo>
                  <a:lnTo>
                    <a:pt x="282887" y="1"/>
                  </a:lnTo>
                  <a:lnTo>
                    <a:pt x="275029" y="1"/>
                  </a:lnTo>
                  <a:lnTo>
                    <a:pt x="267171" y="1"/>
                  </a:lnTo>
                  <a:lnTo>
                    <a:pt x="259313" y="1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1"/>
                  </a:lnTo>
                  <a:lnTo>
                    <a:pt x="212165" y="0"/>
                  </a:lnTo>
                  <a:lnTo>
                    <a:pt x="204307" y="1"/>
                  </a:lnTo>
                  <a:lnTo>
                    <a:pt x="196449" y="0"/>
                  </a:lnTo>
                  <a:lnTo>
                    <a:pt x="188591" y="1"/>
                  </a:lnTo>
                  <a:lnTo>
                    <a:pt x="180733" y="1"/>
                  </a:lnTo>
                  <a:lnTo>
                    <a:pt x="172875" y="1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1"/>
                  </a:lnTo>
                  <a:lnTo>
                    <a:pt x="86437" y="1"/>
                  </a:lnTo>
                  <a:lnTo>
                    <a:pt x="78579" y="1"/>
                  </a:lnTo>
                  <a:lnTo>
                    <a:pt x="70721" y="2"/>
                  </a:lnTo>
                  <a:lnTo>
                    <a:pt x="62863" y="2"/>
                  </a:lnTo>
                  <a:lnTo>
                    <a:pt x="55005" y="2"/>
                  </a:lnTo>
                  <a:lnTo>
                    <a:pt x="47147" y="2"/>
                  </a:lnTo>
                  <a:lnTo>
                    <a:pt x="39289" y="2"/>
                  </a:lnTo>
                  <a:lnTo>
                    <a:pt x="31431" y="2"/>
                  </a:lnTo>
                  <a:lnTo>
                    <a:pt x="23573" y="2"/>
                  </a:lnTo>
                  <a:lnTo>
                    <a:pt x="15715" y="3"/>
                  </a:lnTo>
                  <a:lnTo>
                    <a:pt x="7857" y="4"/>
                  </a:lnTo>
                  <a:lnTo>
                    <a:pt x="0" y="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3" name="pg182"/>
            <p:cNvSpPr/>
            <p:nvPr/>
          </p:nvSpPr>
          <p:spPr>
            <a:xfrm>
              <a:off x="3608036" y="4904751"/>
              <a:ext cx="2035220" cy="52129"/>
            </a:xfrm>
            <a:custGeom>
              <a:avLst/>
              <a:pathLst>
                <a:path w="2035220" h="52129">
                  <a:moveTo>
                    <a:pt x="0" y="51578"/>
                  </a:moveTo>
                  <a:lnTo>
                    <a:pt x="7857" y="51587"/>
                  </a:lnTo>
                  <a:lnTo>
                    <a:pt x="15715" y="51594"/>
                  </a:lnTo>
                  <a:lnTo>
                    <a:pt x="23573" y="51595"/>
                  </a:lnTo>
                  <a:lnTo>
                    <a:pt x="31431" y="51598"/>
                  </a:lnTo>
                  <a:lnTo>
                    <a:pt x="39289" y="51599"/>
                  </a:lnTo>
                  <a:lnTo>
                    <a:pt x="47147" y="51601"/>
                  </a:lnTo>
                  <a:lnTo>
                    <a:pt x="55005" y="51601"/>
                  </a:lnTo>
                  <a:lnTo>
                    <a:pt x="62863" y="51608"/>
                  </a:lnTo>
                  <a:lnTo>
                    <a:pt x="70721" y="51612"/>
                  </a:lnTo>
                  <a:lnTo>
                    <a:pt x="78579" y="51611"/>
                  </a:lnTo>
                  <a:lnTo>
                    <a:pt x="86437" y="51617"/>
                  </a:lnTo>
                  <a:lnTo>
                    <a:pt x="94295" y="51616"/>
                  </a:lnTo>
                  <a:lnTo>
                    <a:pt x="102153" y="51614"/>
                  </a:lnTo>
                  <a:lnTo>
                    <a:pt x="110011" y="51621"/>
                  </a:lnTo>
                  <a:lnTo>
                    <a:pt x="117869" y="51623"/>
                  </a:lnTo>
                  <a:lnTo>
                    <a:pt x="125727" y="51624"/>
                  </a:lnTo>
                  <a:lnTo>
                    <a:pt x="133585" y="51624"/>
                  </a:lnTo>
                  <a:lnTo>
                    <a:pt x="141443" y="51626"/>
                  </a:lnTo>
                  <a:lnTo>
                    <a:pt x="149301" y="51627"/>
                  </a:lnTo>
                  <a:lnTo>
                    <a:pt x="157159" y="51629"/>
                  </a:lnTo>
                  <a:lnTo>
                    <a:pt x="165017" y="51628"/>
                  </a:lnTo>
                  <a:lnTo>
                    <a:pt x="172875" y="51626"/>
                  </a:lnTo>
                  <a:lnTo>
                    <a:pt x="180733" y="51625"/>
                  </a:lnTo>
                  <a:lnTo>
                    <a:pt x="188591" y="51622"/>
                  </a:lnTo>
                  <a:lnTo>
                    <a:pt x="196449" y="51619"/>
                  </a:lnTo>
                  <a:lnTo>
                    <a:pt x="204307" y="51620"/>
                  </a:lnTo>
                  <a:lnTo>
                    <a:pt x="212165" y="51619"/>
                  </a:lnTo>
                  <a:lnTo>
                    <a:pt x="220023" y="51612"/>
                  </a:lnTo>
                  <a:lnTo>
                    <a:pt x="227881" y="51612"/>
                  </a:lnTo>
                  <a:lnTo>
                    <a:pt x="235739" y="51606"/>
                  </a:lnTo>
                  <a:lnTo>
                    <a:pt x="243597" y="51603"/>
                  </a:lnTo>
                  <a:lnTo>
                    <a:pt x="251455" y="51596"/>
                  </a:lnTo>
                  <a:lnTo>
                    <a:pt x="259313" y="51590"/>
                  </a:lnTo>
                  <a:lnTo>
                    <a:pt x="267171" y="51584"/>
                  </a:lnTo>
                  <a:lnTo>
                    <a:pt x="275029" y="51581"/>
                  </a:lnTo>
                  <a:lnTo>
                    <a:pt x="282887" y="51575"/>
                  </a:lnTo>
                  <a:lnTo>
                    <a:pt x="290745" y="51570"/>
                  </a:lnTo>
                  <a:lnTo>
                    <a:pt x="298603" y="51562"/>
                  </a:lnTo>
                  <a:lnTo>
                    <a:pt x="306461" y="51552"/>
                  </a:lnTo>
                  <a:lnTo>
                    <a:pt x="314319" y="51550"/>
                  </a:lnTo>
                  <a:lnTo>
                    <a:pt x="322177" y="51543"/>
                  </a:lnTo>
                  <a:lnTo>
                    <a:pt x="330035" y="51539"/>
                  </a:lnTo>
                  <a:lnTo>
                    <a:pt x="337893" y="51537"/>
                  </a:lnTo>
                  <a:lnTo>
                    <a:pt x="345751" y="51535"/>
                  </a:lnTo>
                  <a:lnTo>
                    <a:pt x="353609" y="51527"/>
                  </a:lnTo>
                  <a:lnTo>
                    <a:pt x="361467" y="51518"/>
                  </a:lnTo>
                  <a:lnTo>
                    <a:pt x="369325" y="51508"/>
                  </a:lnTo>
                  <a:lnTo>
                    <a:pt x="377183" y="51506"/>
                  </a:lnTo>
                  <a:lnTo>
                    <a:pt x="385041" y="51494"/>
                  </a:lnTo>
                  <a:lnTo>
                    <a:pt x="392899" y="51482"/>
                  </a:lnTo>
                  <a:lnTo>
                    <a:pt x="400757" y="51472"/>
                  </a:lnTo>
                  <a:lnTo>
                    <a:pt x="408615" y="51466"/>
                  </a:lnTo>
                  <a:lnTo>
                    <a:pt x="416473" y="51454"/>
                  </a:lnTo>
                  <a:lnTo>
                    <a:pt x="424331" y="51446"/>
                  </a:lnTo>
                  <a:lnTo>
                    <a:pt x="432189" y="51431"/>
                  </a:lnTo>
                  <a:lnTo>
                    <a:pt x="440047" y="51420"/>
                  </a:lnTo>
                  <a:lnTo>
                    <a:pt x="447905" y="51407"/>
                  </a:lnTo>
                  <a:lnTo>
                    <a:pt x="455763" y="51394"/>
                  </a:lnTo>
                  <a:lnTo>
                    <a:pt x="463621" y="51384"/>
                  </a:lnTo>
                  <a:lnTo>
                    <a:pt x="471479" y="51371"/>
                  </a:lnTo>
                  <a:lnTo>
                    <a:pt x="479337" y="51365"/>
                  </a:lnTo>
                  <a:lnTo>
                    <a:pt x="487195" y="51356"/>
                  </a:lnTo>
                  <a:lnTo>
                    <a:pt x="495053" y="51347"/>
                  </a:lnTo>
                  <a:lnTo>
                    <a:pt x="502911" y="51337"/>
                  </a:lnTo>
                  <a:lnTo>
                    <a:pt x="510769" y="51327"/>
                  </a:lnTo>
                  <a:lnTo>
                    <a:pt x="518627" y="51313"/>
                  </a:lnTo>
                  <a:lnTo>
                    <a:pt x="526485" y="51296"/>
                  </a:lnTo>
                  <a:lnTo>
                    <a:pt x="534343" y="51289"/>
                  </a:lnTo>
                  <a:lnTo>
                    <a:pt x="542201" y="51271"/>
                  </a:lnTo>
                  <a:lnTo>
                    <a:pt x="550059" y="51264"/>
                  </a:lnTo>
                  <a:lnTo>
                    <a:pt x="557917" y="51248"/>
                  </a:lnTo>
                  <a:lnTo>
                    <a:pt x="565775" y="51231"/>
                  </a:lnTo>
                  <a:lnTo>
                    <a:pt x="573633" y="51214"/>
                  </a:lnTo>
                  <a:lnTo>
                    <a:pt x="581491" y="51200"/>
                  </a:lnTo>
                  <a:lnTo>
                    <a:pt x="589349" y="51178"/>
                  </a:lnTo>
                  <a:lnTo>
                    <a:pt x="597207" y="51158"/>
                  </a:lnTo>
                  <a:lnTo>
                    <a:pt x="605065" y="51139"/>
                  </a:lnTo>
                  <a:lnTo>
                    <a:pt x="612923" y="51119"/>
                  </a:lnTo>
                  <a:lnTo>
                    <a:pt x="620781" y="51096"/>
                  </a:lnTo>
                  <a:lnTo>
                    <a:pt x="628639" y="51068"/>
                  </a:lnTo>
                  <a:lnTo>
                    <a:pt x="636497" y="51054"/>
                  </a:lnTo>
                  <a:lnTo>
                    <a:pt x="644355" y="51036"/>
                  </a:lnTo>
                  <a:lnTo>
                    <a:pt x="652213" y="51015"/>
                  </a:lnTo>
                  <a:lnTo>
                    <a:pt x="660071" y="50991"/>
                  </a:lnTo>
                  <a:lnTo>
                    <a:pt x="667929" y="50969"/>
                  </a:lnTo>
                  <a:lnTo>
                    <a:pt x="675787" y="50945"/>
                  </a:lnTo>
                  <a:lnTo>
                    <a:pt x="683645" y="50921"/>
                  </a:lnTo>
                  <a:lnTo>
                    <a:pt x="691503" y="50897"/>
                  </a:lnTo>
                  <a:lnTo>
                    <a:pt x="699361" y="50871"/>
                  </a:lnTo>
                  <a:lnTo>
                    <a:pt x="707219" y="50847"/>
                  </a:lnTo>
                  <a:lnTo>
                    <a:pt x="715077" y="50822"/>
                  </a:lnTo>
                  <a:lnTo>
                    <a:pt x="722935" y="50796"/>
                  </a:lnTo>
                  <a:lnTo>
                    <a:pt x="730793" y="50769"/>
                  </a:lnTo>
                  <a:lnTo>
                    <a:pt x="738651" y="50738"/>
                  </a:lnTo>
                  <a:lnTo>
                    <a:pt x="746509" y="50711"/>
                  </a:lnTo>
                  <a:lnTo>
                    <a:pt x="754367" y="50685"/>
                  </a:lnTo>
                  <a:lnTo>
                    <a:pt x="762225" y="50657"/>
                  </a:lnTo>
                  <a:lnTo>
                    <a:pt x="770083" y="50627"/>
                  </a:lnTo>
                  <a:lnTo>
                    <a:pt x="777941" y="50597"/>
                  </a:lnTo>
                  <a:lnTo>
                    <a:pt x="785799" y="50567"/>
                  </a:lnTo>
                  <a:lnTo>
                    <a:pt x="793657" y="50541"/>
                  </a:lnTo>
                  <a:lnTo>
                    <a:pt x="801515" y="50513"/>
                  </a:lnTo>
                  <a:lnTo>
                    <a:pt x="809373" y="50471"/>
                  </a:lnTo>
                  <a:lnTo>
                    <a:pt x="817231" y="50434"/>
                  </a:lnTo>
                  <a:lnTo>
                    <a:pt x="825089" y="50392"/>
                  </a:lnTo>
                  <a:lnTo>
                    <a:pt x="832947" y="50363"/>
                  </a:lnTo>
                  <a:lnTo>
                    <a:pt x="840805" y="50333"/>
                  </a:lnTo>
                  <a:lnTo>
                    <a:pt x="848663" y="50291"/>
                  </a:lnTo>
                  <a:lnTo>
                    <a:pt x="856521" y="50239"/>
                  </a:lnTo>
                  <a:lnTo>
                    <a:pt x="864379" y="50187"/>
                  </a:lnTo>
                  <a:lnTo>
                    <a:pt x="872237" y="50143"/>
                  </a:lnTo>
                  <a:lnTo>
                    <a:pt x="880095" y="50105"/>
                  </a:lnTo>
                  <a:lnTo>
                    <a:pt x="887953" y="50054"/>
                  </a:lnTo>
                  <a:lnTo>
                    <a:pt x="895811" y="50015"/>
                  </a:lnTo>
                  <a:lnTo>
                    <a:pt x="903669" y="49976"/>
                  </a:lnTo>
                  <a:lnTo>
                    <a:pt x="911527" y="49936"/>
                  </a:lnTo>
                  <a:lnTo>
                    <a:pt x="919385" y="49887"/>
                  </a:lnTo>
                  <a:lnTo>
                    <a:pt x="927243" y="49833"/>
                  </a:lnTo>
                  <a:lnTo>
                    <a:pt x="935101" y="49776"/>
                  </a:lnTo>
                  <a:lnTo>
                    <a:pt x="942959" y="49722"/>
                  </a:lnTo>
                  <a:lnTo>
                    <a:pt x="950817" y="49676"/>
                  </a:lnTo>
                  <a:lnTo>
                    <a:pt x="958675" y="49632"/>
                  </a:lnTo>
                  <a:lnTo>
                    <a:pt x="966533" y="49599"/>
                  </a:lnTo>
                  <a:lnTo>
                    <a:pt x="974391" y="49565"/>
                  </a:lnTo>
                  <a:lnTo>
                    <a:pt x="982249" y="49531"/>
                  </a:lnTo>
                  <a:lnTo>
                    <a:pt x="990107" y="49494"/>
                  </a:lnTo>
                  <a:lnTo>
                    <a:pt x="997965" y="49443"/>
                  </a:lnTo>
                  <a:lnTo>
                    <a:pt x="1005823" y="49388"/>
                  </a:lnTo>
                  <a:lnTo>
                    <a:pt x="1013681" y="49330"/>
                  </a:lnTo>
                  <a:lnTo>
                    <a:pt x="1021539" y="49272"/>
                  </a:lnTo>
                  <a:lnTo>
                    <a:pt x="1029397" y="49213"/>
                  </a:lnTo>
                  <a:lnTo>
                    <a:pt x="1037254" y="49152"/>
                  </a:lnTo>
                  <a:lnTo>
                    <a:pt x="1045112" y="49090"/>
                  </a:lnTo>
                  <a:lnTo>
                    <a:pt x="1052970" y="49027"/>
                  </a:lnTo>
                  <a:lnTo>
                    <a:pt x="1060828" y="48962"/>
                  </a:lnTo>
                  <a:lnTo>
                    <a:pt x="1068686" y="48896"/>
                  </a:lnTo>
                  <a:lnTo>
                    <a:pt x="1076544" y="48829"/>
                  </a:lnTo>
                  <a:lnTo>
                    <a:pt x="1084402" y="48760"/>
                  </a:lnTo>
                  <a:lnTo>
                    <a:pt x="1092260" y="48690"/>
                  </a:lnTo>
                  <a:lnTo>
                    <a:pt x="1100118" y="48619"/>
                  </a:lnTo>
                  <a:lnTo>
                    <a:pt x="1107976" y="48546"/>
                  </a:lnTo>
                  <a:lnTo>
                    <a:pt x="1115834" y="48471"/>
                  </a:lnTo>
                  <a:lnTo>
                    <a:pt x="1123692" y="48397"/>
                  </a:lnTo>
                  <a:lnTo>
                    <a:pt x="1131550" y="48325"/>
                  </a:lnTo>
                  <a:lnTo>
                    <a:pt x="1139408" y="48252"/>
                  </a:lnTo>
                  <a:lnTo>
                    <a:pt x="1147266" y="48177"/>
                  </a:lnTo>
                  <a:lnTo>
                    <a:pt x="1155124" y="48107"/>
                  </a:lnTo>
                  <a:lnTo>
                    <a:pt x="1162982" y="48032"/>
                  </a:lnTo>
                  <a:lnTo>
                    <a:pt x="1170840" y="47932"/>
                  </a:lnTo>
                  <a:lnTo>
                    <a:pt x="1178698" y="47840"/>
                  </a:lnTo>
                  <a:lnTo>
                    <a:pt x="1186556" y="47776"/>
                  </a:lnTo>
                  <a:lnTo>
                    <a:pt x="1194414" y="47697"/>
                  </a:lnTo>
                  <a:lnTo>
                    <a:pt x="1202272" y="47599"/>
                  </a:lnTo>
                  <a:lnTo>
                    <a:pt x="1210130" y="47486"/>
                  </a:lnTo>
                  <a:lnTo>
                    <a:pt x="1217988" y="47369"/>
                  </a:lnTo>
                  <a:lnTo>
                    <a:pt x="1225846" y="47250"/>
                  </a:lnTo>
                  <a:lnTo>
                    <a:pt x="1233704" y="47145"/>
                  </a:lnTo>
                  <a:lnTo>
                    <a:pt x="1241562" y="47041"/>
                  </a:lnTo>
                  <a:lnTo>
                    <a:pt x="1249420" y="46935"/>
                  </a:lnTo>
                  <a:lnTo>
                    <a:pt x="1257278" y="46826"/>
                  </a:lnTo>
                  <a:lnTo>
                    <a:pt x="1265136" y="46693"/>
                  </a:lnTo>
                  <a:lnTo>
                    <a:pt x="1272994" y="46547"/>
                  </a:lnTo>
                  <a:lnTo>
                    <a:pt x="1280852" y="46397"/>
                  </a:lnTo>
                  <a:lnTo>
                    <a:pt x="1288710" y="46243"/>
                  </a:lnTo>
                  <a:lnTo>
                    <a:pt x="1296568" y="46086"/>
                  </a:lnTo>
                  <a:lnTo>
                    <a:pt x="1304426" y="45960"/>
                  </a:lnTo>
                  <a:lnTo>
                    <a:pt x="1312284" y="45840"/>
                  </a:lnTo>
                  <a:lnTo>
                    <a:pt x="1320142" y="45724"/>
                  </a:lnTo>
                  <a:lnTo>
                    <a:pt x="1328000" y="45601"/>
                  </a:lnTo>
                  <a:lnTo>
                    <a:pt x="1335858" y="45476"/>
                  </a:lnTo>
                  <a:lnTo>
                    <a:pt x="1343716" y="45349"/>
                  </a:lnTo>
                  <a:lnTo>
                    <a:pt x="1351574" y="45219"/>
                  </a:lnTo>
                  <a:lnTo>
                    <a:pt x="1359432" y="45087"/>
                  </a:lnTo>
                  <a:lnTo>
                    <a:pt x="1367290" y="44952"/>
                  </a:lnTo>
                  <a:lnTo>
                    <a:pt x="1375148" y="44815"/>
                  </a:lnTo>
                  <a:lnTo>
                    <a:pt x="1383006" y="44675"/>
                  </a:lnTo>
                  <a:lnTo>
                    <a:pt x="1390864" y="44533"/>
                  </a:lnTo>
                  <a:lnTo>
                    <a:pt x="1398722" y="44387"/>
                  </a:lnTo>
                  <a:lnTo>
                    <a:pt x="1406580" y="44241"/>
                  </a:lnTo>
                  <a:lnTo>
                    <a:pt x="1414438" y="44092"/>
                  </a:lnTo>
                  <a:lnTo>
                    <a:pt x="1422296" y="43913"/>
                  </a:lnTo>
                  <a:lnTo>
                    <a:pt x="1430154" y="43691"/>
                  </a:lnTo>
                  <a:lnTo>
                    <a:pt x="1438012" y="43462"/>
                  </a:lnTo>
                  <a:lnTo>
                    <a:pt x="1445870" y="43227"/>
                  </a:lnTo>
                  <a:lnTo>
                    <a:pt x="1453728" y="42986"/>
                  </a:lnTo>
                  <a:lnTo>
                    <a:pt x="1461586" y="42738"/>
                  </a:lnTo>
                  <a:lnTo>
                    <a:pt x="1469444" y="42484"/>
                  </a:lnTo>
                  <a:lnTo>
                    <a:pt x="1477302" y="42223"/>
                  </a:lnTo>
                  <a:lnTo>
                    <a:pt x="1485160" y="41955"/>
                  </a:lnTo>
                  <a:lnTo>
                    <a:pt x="1493018" y="41679"/>
                  </a:lnTo>
                  <a:lnTo>
                    <a:pt x="1500876" y="41436"/>
                  </a:lnTo>
                  <a:lnTo>
                    <a:pt x="1508734" y="41235"/>
                  </a:lnTo>
                  <a:lnTo>
                    <a:pt x="1516592" y="41029"/>
                  </a:lnTo>
                  <a:lnTo>
                    <a:pt x="1524450" y="40820"/>
                  </a:lnTo>
                  <a:lnTo>
                    <a:pt x="1532308" y="40607"/>
                  </a:lnTo>
                  <a:lnTo>
                    <a:pt x="1540166" y="40385"/>
                  </a:lnTo>
                  <a:lnTo>
                    <a:pt x="1548024" y="40029"/>
                  </a:lnTo>
                  <a:lnTo>
                    <a:pt x="1555882" y="39662"/>
                  </a:lnTo>
                  <a:lnTo>
                    <a:pt x="1563740" y="39284"/>
                  </a:lnTo>
                  <a:lnTo>
                    <a:pt x="1571598" y="38895"/>
                  </a:lnTo>
                  <a:lnTo>
                    <a:pt x="1579456" y="38494"/>
                  </a:lnTo>
                  <a:lnTo>
                    <a:pt x="1587314" y="38081"/>
                  </a:lnTo>
                  <a:lnTo>
                    <a:pt x="1595172" y="37656"/>
                  </a:lnTo>
                  <a:lnTo>
                    <a:pt x="1603030" y="37218"/>
                  </a:lnTo>
                  <a:lnTo>
                    <a:pt x="1610888" y="36770"/>
                  </a:lnTo>
                  <a:lnTo>
                    <a:pt x="1618746" y="36308"/>
                  </a:lnTo>
                  <a:lnTo>
                    <a:pt x="1626604" y="35957"/>
                  </a:lnTo>
                  <a:lnTo>
                    <a:pt x="1634462" y="35626"/>
                  </a:lnTo>
                  <a:lnTo>
                    <a:pt x="1642320" y="35289"/>
                  </a:lnTo>
                  <a:lnTo>
                    <a:pt x="1650178" y="34945"/>
                  </a:lnTo>
                  <a:lnTo>
                    <a:pt x="1658036" y="34594"/>
                  </a:lnTo>
                  <a:lnTo>
                    <a:pt x="1665894" y="34237"/>
                  </a:lnTo>
                  <a:lnTo>
                    <a:pt x="1673752" y="33872"/>
                  </a:lnTo>
                  <a:lnTo>
                    <a:pt x="1681610" y="33500"/>
                  </a:lnTo>
                  <a:lnTo>
                    <a:pt x="1689468" y="33120"/>
                  </a:lnTo>
                  <a:lnTo>
                    <a:pt x="1697326" y="32733"/>
                  </a:lnTo>
                  <a:lnTo>
                    <a:pt x="1705184" y="32338"/>
                  </a:lnTo>
                  <a:lnTo>
                    <a:pt x="1713042" y="31935"/>
                  </a:lnTo>
                  <a:lnTo>
                    <a:pt x="1720900" y="31486"/>
                  </a:lnTo>
                  <a:lnTo>
                    <a:pt x="1728758" y="30973"/>
                  </a:lnTo>
                  <a:lnTo>
                    <a:pt x="1736616" y="30448"/>
                  </a:lnTo>
                  <a:lnTo>
                    <a:pt x="1744474" y="29911"/>
                  </a:lnTo>
                  <a:lnTo>
                    <a:pt x="1752332" y="29360"/>
                  </a:lnTo>
                  <a:lnTo>
                    <a:pt x="1760190" y="28796"/>
                  </a:lnTo>
                  <a:lnTo>
                    <a:pt x="1768048" y="28218"/>
                  </a:lnTo>
                  <a:lnTo>
                    <a:pt x="1775906" y="27626"/>
                  </a:lnTo>
                  <a:lnTo>
                    <a:pt x="1783764" y="27042"/>
                  </a:lnTo>
                  <a:lnTo>
                    <a:pt x="1791622" y="26499"/>
                  </a:lnTo>
                  <a:lnTo>
                    <a:pt x="1799480" y="25944"/>
                  </a:lnTo>
                  <a:lnTo>
                    <a:pt x="1807338" y="25379"/>
                  </a:lnTo>
                  <a:lnTo>
                    <a:pt x="1815196" y="24803"/>
                  </a:lnTo>
                  <a:lnTo>
                    <a:pt x="1823054" y="24215"/>
                  </a:lnTo>
                  <a:lnTo>
                    <a:pt x="1830912" y="23615"/>
                  </a:lnTo>
                  <a:lnTo>
                    <a:pt x="1838770" y="23002"/>
                  </a:lnTo>
                  <a:lnTo>
                    <a:pt x="1846628" y="22376"/>
                  </a:lnTo>
                  <a:lnTo>
                    <a:pt x="1854486" y="21571"/>
                  </a:lnTo>
                  <a:lnTo>
                    <a:pt x="1862344" y="20920"/>
                  </a:lnTo>
                  <a:lnTo>
                    <a:pt x="1870202" y="20256"/>
                  </a:lnTo>
                  <a:lnTo>
                    <a:pt x="1878060" y="19579"/>
                  </a:lnTo>
                  <a:lnTo>
                    <a:pt x="1885918" y="18887"/>
                  </a:lnTo>
                  <a:lnTo>
                    <a:pt x="1893776" y="18140"/>
                  </a:lnTo>
                  <a:lnTo>
                    <a:pt x="1901634" y="17289"/>
                  </a:lnTo>
                  <a:lnTo>
                    <a:pt x="1909492" y="16420"/>
                  </a:lnTo>
                  <a:lnTo>
                    <a:pt x="1917350" y="15533"/>
                  </a:lnTo>
                  <a:lnTo>
                    <a:pt x="1925208" y="14625"/>
                  </a:lnTo>
                  <a:lnTo>
                    <a:pt x="1933066" y="13695"/>
                  </a:lnTo>
                  <a:lnTo>
                    <a:pt x="1940924" y="12743"/>
                  </a:lnTo>
                  <a:lnTo>
                    <a:pt x="1948782" y="11768"/>
                  </a:lnTo>
                  <a:lnTo>
                    <a:pt x="1956640" y="10770"/>
                  </a:lnTo>
                  <a:lnTo>
                    <a:pt x="1964498" y="9748"/>
                  </a:lnTo>
                  <a:lnTo>
                    <a:pt x="1972356" y="8702"/>
                  </a:lnTo>
                  <a:lnTo>
                    <a:pt x="1980214" y="7631"/>
                  </a:lnTo>
                  <a:lnTo>
                    <a:pt x="1988072" y="6534"/>
                  </a:lnTo>
                  <a:lnTo>
                    <a:pt x="1995930" y="5412"/>
                  </a:lnTo>
                  <a:lnTo>
                    <a:pt x="2003788" y="4264"/>
                  </a:lnTo>
                  <a:lnTo>
                    <a:pt x="2011646" y="3200"/>
                  </a:lnTo>
                  <a:lnTo>
                    <a:pt x="2019504" y="2155"/>
                  </a:lnTo>
                  <a:lnTo>
                    <a:pt x="2027362" y="1088"/>
                  </a:lnTo>
                  <a:lnTo>
                    <a:pt x="2035220" y="0"/>
                  </a:lnTo>
                  <a:lnTo>
                    <a:pt x="2035220" y="52129"/>
                  </a:lnTo>
                  <a:lnTo>
                    <a:pt x="2027362" y="52129"/>
                  </a:lnTo>
                  <a:lnTo>
                    <a:pt x="2019504" y="52129"/>
                  </a:lnTo>
                  <a:lnTo>
                    <a:pt x="2011646" y="52129"/>
                  </a:lnTo>
                  <a:lnTo>
                    <a:pt x="2003788" y="52129"/>
                  </a:lnTo>
                  <a:lnTo>
                    <a:pt x="1995930" y="52129"/>
                  </a:lnTo>
                  <a:lnTo>
                    <a:pt x="1988072" y="52129"/>
                  </a:lnTo>
                  <a:lnTo>
                    <a:pt x="1980214" y="52129"/>
                  </a:lnTo>
                  <a:lnTo>
                    <a:pt x="1972356" y="52129"/>
                  </a:lnTo>
                  <a:lnTo>
                    <a:pt x="1964498" y="52129"/>
                  </a:lnTo>
                  <a:lnTo>
                    <a:pt x="1956640" y="52129"/>
                  </a:lnTo>
                  <a:lnTo>
                    <a:pt x="1948782" y="52129"/>
                  </a:lnTo>
                  <a:lnTo>
                    <a:pt x="1940924" y="52129"/>
                  </a:lnTo>
                  <a:lnTo>
                    <a:pt x="1933066" y="52129"/>
                  </a:lnTo>
                  <a:lnTo>
                    <a:pt x="1925208" y="52129"/>
                  </a:lnTo>
                  <a:lnTo>
                    <a:pt x="1917350" y="52128"/>
                  </a:lnTo>
                  <a:lnTo>
                    <a:pt x="1909492" y="52128"/>
                  </a:lnTo>
                  <a:lnTo>
                    <a:pt x="1901634" y="52128"/>
                  </a:lnTo>
                  <a:lnTo>
                    <a:pt x="1893776" y="52128"/>
                  </a:lnTo>
                  <a:lnTo>
                    <a:pt x="1885918" y="52128"/>
                  </a:lnTo>
                  <a:lnTo>
                    <a:pt x="1878060" y="52128"/>
                  </a:lnTo>
                  <a:lnTo>
                    <a:pt x="1870202" y="52128"/>
                  </a:lnTo>
                  <a:lnTo>
                    <a:pt x="1862344" y="52128"/>
                  </a:lnTo>
                  <a:lnTo>
                    <a:pt x="1854486" y="52128"/>
                  </a:lnTo>
                  <a:lnTo>
                    <a:pt x="1846628" y="52128"/>
                  </a:lnTo>
                  <a:lnTo>
                    <a:pt x="1838770" y="52128"/>
                  </a:lnTo>
                  <a:lnTo>
                    <a:pt x="1830912" y="52128"/>
                  </a:lnTo>
                  <a:lnTo>
                    <a:pt x="1823054" y="52128"/>
                  </a:lnTo>
                  <a:lnTo>
                    <a:pt x="1815196" y="52128"/>
                  </a:lnTo>
                  <a:lnTo>
                    <a:pt x="1807338" y="52128"/>
                  </a:lnTo>
                  <a:lnTo>
                    <a:pt x="1799480" y="52128"/>
                  </a:lnTo>
                  <a:lnTo>
                    <a:pt x="1791622" y="52128"/>
                  </a:lnTo>
                  <a:lnTo>
                    <a:pt x="1783764" y="52128"/>
                  </a:lnTo>
                  <a:lnTo>
                    <a:pt x="1775906" y="52128"/>
                  </a:lnTo>
                  <a:lnTo>
                    <a:pt x="1768048" y="52128"/>
                  </a:lnTo>
                  <a:lnTo>
                    <a:pt x="1760190" y="52128"/>
                  </a:lnTo>
                  <a:lnTo>
                    <a:pt x="1752332" y="52128"/>
                  </a:lnTo>
                  <a:lnTo>
                    <a:pt x="1744474" y="52128"/>
                  </a:lnTo>
                  <a:lnTo>
                    <a:pt x="1736616" y="52128"/>
                  </a:lnTo>
                  <a:lnTo>
                    <a:pt x="1728758" y="52128"/>
                  </a:lnTo>
                  <a:lnTo>
                    <a:pt x="1720900" y="52128"/>
                  </a:lnTo>
                  <a:lnTo>
                    <a:pt x="1713042" y="52128"/>
                  </a:lnTo>
                  <a:lnTo>
                    <a:pt x="1705184" y="52128"/>
                  </a:lnTo>
                  <a:lnTo>
                    <a:pt x="1697326" y="52128"/>
                  </a:lnTo>
                  <a:lnTo>
                    <a:pt x="1689468" y="52128"/>
                  </a:lnTo>
                  <a:lnTo>
                    <a:pt x="1681610" y="52127"/>
                  </a:lnTo>
                  <a:lnTo>
                    <a:pt x="1673752" y="52127"/>
                  </a:lnTo>
                  <a:lnTo>
                    <a:pt x="1665894" y="52127"/>
                  </a:lnTo>
                  <a:lnTo>
                    <a:pt x="1658036" y="52127"/>
                  </a:lnTo>
                  <a:lnTo>
                    <a:pt x="1650178" y="52127"/>
                  </a:lnTo>
                  <a:lnTo>
                    <a:pt x="1642320" y="52127"/>
                  </a:lnTo>
                  <a:lnTo>
                    <a:pt x="1634462" y="52127"/>
                  </a:lnTo>
                  <a:lnTo>
                    <a:pt x="1626604" y="52127"/>
                  </a:lnTo>
                  <a:lnTo>
                    <a:pt x="1618746" y="52127"/>
                  </a:lnTo>
                  <a:lnTo>
                    <a:pt x="1610888" y="52127"/>
                  </a:lnTo>
                  <a:lnTo>
                    <a:pt x="1603030" y="52127"/>
                  </a:lnTo>
                  <a:lnTo>
                    <a:pt x="1595172" y="52127"/>
                  </a:lnTo>
                  <a:lnTo>
                    <a:pt x="1587314" y="52127"/>
                  </a:lnTo>
                  <a:lnTo>
                    <a:pt x="1579456" y="52127"/>
                  </a:lnTo>
                  <a:lnTo>
                    <a:pt x="1571598" y="52127"/>
                  </a:lnTo>
                  <a:lnTo>
                    <a:pt x="1563740" y="52127"/>
                  </a:lnTo>
                  <a:lnTo>
                    <a:pt x="1555882" y="52127"/>
                  </a:lnTo>
                  <a:lnTo>
                    <a:pt x="1548024" y="52127"/>
                  </a:lnTo>
                  <a:lnTo>
                    <a:pt x="1540166" y="52126"/>
                  </a:lnTo>
                  <a:lnTo>
                    <a:pt x="1532308" y="52126"/>
                  </a:lnTo>
                  <a:lnTo>
                    <a:pt x="1524450" y="52126"/>
                  </a:lnTo>
                  <a:lnTo>
                    <a:pt x="1516592" y="52126"/>
                  </a:lnTo>
                  <a:lnTo>
                    <a:pt x="1508734" y="52126"/>
                  </a:lnTo>
                  <a:lnTo>
                    <a:pt x="1500876" y="52126"/>
                  </a:lnTo>
                  <a:lnTo>
                    <a:pt x="1493018" y="52126"/>
                  </a:lnTo>
                  <a:lnTo>
                    <a:pt x="1485160" y="52126"/>
                  </a:lnTo>
                  <a:lnTo>
                    <a:pt x="1477302" y="52126"/>
                  </a:lnTo>
                  <a:lnTo>
                    <a:pt x="1469444" y="52126"/>
                  </a:lnTo>
                  <a:lnTo>
                    <a:pt x="1461586" y="52126"/>
                  </a:lnTo>
                  <a:lnTo>
                    <a:pt x="1453728" y="52126"/>
                  </a:lnTo>
                  <a:lnTo>
                    <a:pt x="1445870" y="52125"/>
                  </a:lnTo>
                  <a:lnTo>
                    <a:pt x="1438012" y="52125"/>
                  </a:lnTo>
                  <a:lnTo>
                    <a:pt x="1430154" y="52125"/>
                  </a:lnTo>
                  <a:lnTo>
                    <a:pt x="1422296" y="52125"/>
                  </a:lnTo>
                  <a:lnTo>
                    <a:pt x="1414438" y="52125"/>
                  </a:lnTo>
                  <a:lnTo>
                    <a:pt x="1406580" y="52125"/>
                  </a:lnTo>
                  <a:lnTo>
                    <a:pt x="1398722" y="52125"/>
                  </a:lnTo>
                  <a:lnTo>
                    <a:pt x="1390864" y="52125"/>
                  </a:lnTo>
                  <a:lnTo>
                    <a:pt x="1383006" y="52125"/>
                  </a:lnTo>
                  <a:lnTo>
                    <a:pt x="1375148" y="52125"/>
                  </a:lnTo>
                  <a:lnTo>
                    <a:pt x="1367290" y="52125"/>
                  </a:lnTo>
                  <a:lnTo>
                    <a:pt x="1359432" y="52124"/>
                  </a:lnTo>
                  <a:lnTo>
                    <a:pt x="1351574" y="52124"/>
                  </a:lnTo>
                  <a:lnTo>
                    <a:pt x="1343716" y="52124"/>
                  </a:lnTo>
                  <a:lnTo>
                    <a:pt x="1335858" y="52124"/>
                  </a:lnTo>
                  <a:lnTo>
                    <a:pt x="1328000" y="52124"/>
                  </a:lnTo>
                  <a:lnTo>
                    <a:pt x="1320142" y="52124"/>
                  </a:lnTo>
                  <a:lnTo>
                    <a:pt x="1312284" y="52124"/>
                  </a:lnTo>
                  <a:lnTo>
                    <a:pt x="1304426" y="52124"/>
                  </a:lnTo>
                  <a:lnTo>
                    <a:pt x="1296568" y="52123"/>
                  </a:lnTo>
                  <a:lnTo>
                    <a:pt x="1288710" y="52123"/>
                  </a:lnTo>
                  <a:lnTo>
                    <a:pt x="1280852" y="52123"/>
                  </a:lnTo>
                  <a:lnTo>
                    <a:pt x="1272994" y="52123"/>
                  </a:lnTo>
                  <a:lnTo>
                    <a:pt x="1265136" y="52123"/>
                  </a:lnTo>
                  <a:lnTo>
                    <a:pt x="1257278" y="52123"/>
                  </a:lnTo>
                  <a:lnTo>
                    <a:pt x="1249420" y="52123"/>
                  </a:lnTo>
                  <a:lnTo>
                    <a:pt x="1241562" y="52122"/>
                  </a:lnTo>
                  <a:lnTo>
                    <a:pt x="1233704" y="52122"/>
                  </a:lnTo>
                  <a:lnTo>
                    <a:pt x="1225846" y="52122"/>
                  </a:lnTo>
                  <a:lnTo>
                    <a:pt x="1217988" y="52122"/>
                  </a:lnTo>
                  <a:lnTo>
                    <a:pt x="1210130" y="52122"/>
                  </a:lnTo>
                  <a:lnTo>
                    <a:pt x="1202272" y="52122"/>
                  </a:lnTo>
                  <a:lnTo>
                    <a:pt x="1194414" y="52121"/>
                  </a:lnTo>
                  <a:lnTo>
                    <a:pt x="1186556" y="52121"/>
                  </a:lnTo>
                  <a:lnTo>
                    <a:pt x="1178698" y="52121"/>
                  </a:lnTo>
                  <a:lnTo>
                    <a:pt x="1170840" y="52121"/>
                  </a:lnTo>
                  <a:lnTo>
                    <a:pt x="1162982" y="52121"/>
                  </a:lnTo>
                  <a:lnTo>
                    <a:pt x="1155124" y="52121"/>
                  </a:lnTo>
                  <a:lnTo>
                    <a:pt x="1147266" y="52120"/>
                  </a:lnTo>
                  <a:lnTo>
                    <a:pt x="1139408" y="52120"/>
                  </a:lnTo>
                  <a:lnTo>
                    <a:pt x="1131550" y="52120"/>
                  </a:lnTo>
                  <a:lnTo>
                    <a:pt x="1123692" y="52120"/>
                  </a:lnTo>
                  <a:lnTo>
                    <a:pt x="1115834" y="52120"/>
                  </a:lnTo>
                  <a:lnTo>
                    <a:pt x="1107976" y="52119"/>
                  </a:lnTo>
                  <a:lnTo>
                    <a:pt x="1100118" y="52119"/>
                  </a:lnTo>
                  <a:lnTo>
                    <a:pt x="1092260" y="52119"/>
                  </a:lnTo>
                  <a:lnTo>
                    <a:pt x="1084402" y="52119"/>
                  </a:lnTo>
                  <a:lnTo>
                    <a:pt x="1076544" y="52119"/>
                  </a:lnTo>
                  <a:lnTo>
                    <a:pt x="1068686" y="52118"/>
                  </a:lnTo>
                  <a:lnTo>
                    <a:pt x="1060828" y="52118"/>
                  </a:lnTo>
                  <a:lnTo>
                    <a:pt x="1052970" y="52118"/>
                  </a:lnTo>
                  <a:lnTo>
                    <a:pt x="1045112" y="52118"/>
                  </a:lnTo>
                  <a:lnTo>
                    <a:pt x="1037254" y="52117"/>
                  </a:lnTo>
                  <a:lnTo>
                    <a:pt x="1029397" y="52117"/>
                  </a:lnTo>
                  <a:lnTo>
                    <a:pt x="1021539" y="52117"/>
                  </a:lnTo>
                  <a:lnTo>
                    <a:pt x="1013681" y="52116"/>
                  </a:lnTo>
                  <a:lnTo>
                    <a:pt x="1005823" y="52116"/>
                  </a:lnTo>
                  <a:lnTo>
                    <a:pt x="997965" y="52116"/>
                  </a:lnTo>
                  <a:lnTo>
                    <a:pt x="990107" y="52115"/>
                  </a:lnTo>
                  <a:lnTo>
                    <a:pt x="982249" y="52115"/>
                  </a:lnTo>
                  <a:lnTo>
                    <a:pt x="974391" y="52115"/>
                  </a:lnTo>
                  <a:lnTo>
                    <a:pt x="966533" y="52114"/>
                  </a:lnTo>
                  <a:lnTo>
                    <a:pt x="958675" y="52114"/>
                  </a:lnTo>
                  <a:lnTo>
                    <a:pt x="950817" y="52114"/>
                  </a:lnTo>
                  <a:lnTo>
                    <a:pt x="942959" y="52113"/>
                  </a:lnTo>
                  <a:lnTo>
                    <a:pt x="935101" y="52113"/>
                  </a:lnTo>
                  <a:lnTo>
                    <a:pt x="927243" y="52113"/>
                  </a:lnTo>
                  <a:lnTo>
                    <a:pt x="919385" y="52112"/>
                  </a:lnTo>
                  <a:lnTo>
                    <a:pt x="911527" y="52112"/>
                  </a:lnTo>
                  <a:lnTo>
                    <a:pt x="903669" y="52112"/>
                  </a:lnTo>
                  <a:lnTo>
                    <a:pt x="895811" y="52111"/>
                  </a:lnTo>
                  <a:lnTo>
                    <a:pt x="887953" y="52111"/>
                  </a:lnTo>
                  <a:lnTo>
                    <a:pt x="880095" y="52111"/>
                  </a:lnTo>
                  <a:lnTo>
                    <a:pt x="872237" y="52110"/>
                  </a:lnTo>
                  <a:lnTo>
                    <a:pt x="864379" y="52110"/>
                  </a:lnTo>
                  <a:lnTo>
                    <a:pt x="856521" y="52109"/>
                  </a:lnTo>
                  <a:lnTo>
                    <a:pt x="848663" y="52109"/>
                  </a:lnTo>
                  <a:lnTo>
                    <a:pt x="840805" y="52109"/>
                  </a:lnTo>
                  <a:lnTo>
                    <a:pt x="832947" y="52108"/>
                  </a:lnTo>
                  <a:lnTo>
                    <a:pt x="825089" y="52108"/>
                  </a:lnTo>
                  <a:lnTo>
                    <a:pt x="817231" y="52107"/>
                  </a:lnTo>
                  <a:lnTo>
                    <a:pt x="809373" y="52107"/>
                  </a:lnTo>
                  <a:lnTo>
                    <a:pt x="801515" y="52106"/>
                  </a:lnTo>
                  <a:lnTo>
                    <a:pt x="793657" y="52106"/>
                  </a:lnTo>
                  <a:lnTo>
                    <a:pt x="785799" y="52105"/>
                  </a:lnTo>
                  <a:lnTo>
                    <a:pt x="777941" y="52105"/>
                  </a:lnTo>
                  <a:lnTo>
                    <a:pt x="770083" y="52104"/>
                  </a:lnTo>
                  <a:lnTo>
                    <a:pt x="762225" y="52104"/>
                  </a:lnTo>
                  <a:lnTo>
                    <a:pt x="754367" y="52103"/>
                  </a:lnTo>
                  <a:lnTo>
                    <a:pt x="746509" y="52103"/>
                  </a:lnTo>
                  <a:lnTo>
                    <a:pt x="738651" y="52102"/>
                  </a:lnTo>
                  <a:lnTo>
                    <a:pt x="730793" y="52102"/>
                  </a:lnTo>
                  <a:lnTo>
                    <a:pt x="722935" y="52101"/>
                  </a:lnTo>
                  <a:lnTo>
                    <a:pt x="715077" y="52101"/>
                  </a:lnTo>
                  <a:lnTo>
                    <a:pt x="707219" y="52100"/>
                  </a:lnTo>
                  <a:lnTo>
                    <a:pt x="699361" y="52099"/>
                  </a:lnTo>
                  <a:lnTo>
                    <a:pt x="691503" y="52099"/>
                  </a:lnTo>
                  <a:lnTo>
                    <a:pt x="683645" y="52098"/>
                  </a:lnTo>
                  <a:lnTo>
                    <a:pt x="675787" y="52098"/>
                  </a:lnTo>
                  <a:lnTo>
                    <a:pt x="667929" y="52097"/>
                  </a:lnTo>
                  <a:lnTo>
                    <a:pt x="660071" y="52097"/>
                  </a:lnTo>
                  <a:lnTo>
                    <a:pt x="652213" y="52096"/>
                  </a:lnTo>
                  <a:lnTo>
                    <a:pt x="644355" y="52096"/>
                  </a:lnTo>
                  <a:lnTo>
                    <a:pt x="636497" y="52095"/>
                  </a:lnTo>
                  <a:lnTo>
                    <a:pt x="628639" y="52094"/>
                  </a:lnTo>
                  <a:lnTo>
                    <a:pt x="620781" y="52094"/>
                  </a:lnTo>
                  <a:lnTo>
                    <a:pt x="612923" y="52093"/>
                  </a:lnTo>
                  <a:lnTo>
                    <a:pt x="605065" y="52093"/>
                  </a:lnTo>
                  <a:lnTo>
                    <a:pt x="597207" y="52092"/>
                  </a:lnTo>
                  <a:lnTo>
                    <a:pt x="589349" y="52091"/>
                  </a:lnTo>
                  <a:lnTo>
                    <a:pt x="581491" y="52090"/>
                  </a:lnTo>
                  <a:lnTo>
                    <a:pt x="573633" y="52089"/>
                  </a:lnTo>
                  <a:lnTo>
                    <a:pt x="565775" y="52088"/>
                  </a:lnTo>
                  <a:lnTo>
                    <a:pt x="557917" y="52087"/>
                  </a:lnTo>
                  <a:lnTo>
                    <a:pt x="550059" y="52086"/>
                  </a:lnTo>
                  <a:lnTo>
                    <a:pt x="542201" y="52086"/>
                  </a:lnTo>
                  <a:lnTo>
                    <a:pt x="534343" y="52085"/>
                  </a:lnTo>
                  <a:lnTo>
                    <a:pt x="526485" y="52085"/>
                  </a:lnTo>
                  <a:lnTo>
                    <a:pt x="518627" y="52084"/>
                  </a:lnTo>
                  <a:lnTo>
                    <a:pt x="510769" y="52084"/>
                  </a:lnTo>
                  <a:lnTo>
                    <a:pt x="502911" y="52083"/>
                  </a:lnTo>
                  <a:lnTo>
                    <a:pt x="495053" y="52082"/>
                  </a:lnTo>
                  <a:lnTo>
                    <a:pt x="487195" y="52081"/>
                  </a:lnTo>
                  <a:lnTo>
                    <a:pt x="479337" y="52080"/>
                  </a:lnTo>
                  <a:lnTo>
                    <a:pt x="471479" y="52079"/>
                  </a:lnTo>
                  <a:lnTo>
                    <a:pt x="463621" y="52078"/>
                  </a:lnTo>
                  <a:lnTo>
                    <a:pt x="455763" y="52078"/>
                  </a:lnTo>
                  <a:lnTo>
                    <a:pt x="447905" y="52077"/>
                  </a:lnTo>
                  <a:lnTo>
                    <a:pt x="440047" y="52076"/>
                  </a:lnTo>
                  <a:lnTo>
                    <a:pt x="432189" y="52074"/>
                  </a:lnTo>
                  <a:lnTo>
                    <a:pt x="424331" y="52073"/>
                  </a:lnTo>
                  <a:lnTo>
                    <a:pt x="416473" y="52073"/>
                  </a:lnTo>
                  <a:lnTo>
                    <a:pt x="408615" y="52072"/>
                  </a:lnTo>
                  <a:lnTo>
                    <a:pt x="400757" y="52071"/>
                  </a:lnTo>
                  <a:lnTo>
                    <a:pt x="392899" y="52071"/>
                  </a:lnTo>
                  <a:lnTo>
                    <a:pt x="385041" y="52070"/>
                  </a:lnTo>
                  <a:lnTo>
                    <a:pt x="377183" y="52069"/>
                  </a:lnTo>
                  <a:lnTo>
                    <a:pt x="369325" y="52068"/>
                  </a:lnTo>
                  <a:lnTo>
                    <a:pt x="361467" y="52068"/>
                  </a:lnTo>
                  <a:lnTo>
                    <a:pt x="353609" y="52067"/>
                  </a:lnTo>
                  <a:lnTo>
                    <a:pt x="345751" y="52067"/>
                  </a:lnTo>
                  <a:lnTo>
                    <a:pt x="337893" y="52066"/>
                  </a:lnTo>
                  <a:lnTo>
                    <a:pt x="330035" y="52066"/>
                  </a:lnTo>
                  <a:lnTo>
                    <a:pt x="322177" y="52065"/>
                  </a:lnTo>
                  <a:lnTo>
                    <a:pt x="314319" y="52064"/>
                  </a:lnTo>
                  <a:lnTo>
                    <a:pt x="306461" y="52063"/>
                  </a:lnTo>
                  <a:lnTo>
                    <a:pt x="298603" y="52063"/>
                  </a:lnTo>
                  <a:lnTo>
                    <a:pt x="290745" y="52062"/>
                  </a:lnTo>
                  <a:lnTo>
                    <a:pt x="282887" y="52062"/>
                  </a:lnTo>
                  <a:lnTo>
                    <a:pt x="275029" y="52062"/>
                  </a:lnTo>
                  <a:lnTo>
                    <a:pt x="267171" y="52061"/>
                  </a:lnTo>
                  <a:lnTo>
                    <a:pt x="259313" y="52061"/>
                  </a:lnTo>
                  <a:lnTo>
                    <a:pt x="251455" y="52061"/>
                  </a:lnTo>
                  <a:lnTo>
                    <a:pt x="243597" y="52060"/>
                  </a:lnTo>
                  <a:lnTo>
                    <a:pt x="235739" y="52060"/>
                  </a:lnTo>
                  <a:lnTo>
                    <a:pt x="227881" y="52060"/>
                  </a:lnTo>
                  <a:lnTo>
                    <a:pt x="220023" y="52059"/>
                  </a:lnTo>
                  <a:lnTo>
                    <a:pt x="212165" y="52059"/>
                  </a:lnTo>
                  <a:lnTo>
                    <a:pt x="204307" y="52059"/>
                  </a:lnTo>
                  <a:lnTo>
                    <a:pt x="196449" y="52058"/>
                  </a:lnTo>
                  <a:lnTo>
                    <a:pt x="188591" y="52058"/>
                  </a:lnTo>
                  <a:lnTo>
                    <a:pt x="180733" y="52058"/>
                  </a:lnTo>
                  <a:lnTo>
                    <a:pt x="172875" y="52058"/>
                  </a:lnTo>
                  <a:lnTo>
                    <a:pt x="165017" y="52059"/>
                  </a:lnTo>
                  <a:lnTo>
                    <a:pt x="157159" y="52059"/>
                  </a:lnTo>
                  <a:lnTo>
                    <a:pt x="149301" y="52059"/>
                  </a:lnTo>
                  <a:lnTo>
                    <a:pt x="141443" y="52059"/>
                  </a:lnTo>
                  <a:lnTo>
                    <a:pt x="133585" y="52060"/>
                  </a:lnTo>
                  <a:lnTo>
                    <a:pt x="125727" y="52060"/>
                  </a:lnTo>
                  <a:lnTo>
                    <a:pt x="117869" y="52060"/>
                  </a:lnTo>
                  <a:lnTo>
                    <a:pt x="110011" y="52060"/>
                  </a:lnTo>
                  <a:lnTo>
                    <a:pt x="102153" y="52061"/>
                  </a:lnTo>
                  <a:lnTo>
                    <a:pt x="94295" y="52061"/>
                  </a:lnTo>
                  <a:lnTo>
                    <a:pt x="86437" y="52062"/>
                  </a:lnTo>
                  <a:lnTo>
                    <a:pt x="78579" y="52062"/>
                  </a:lnTo>
                  <a:lnTo>
                    <a:pt x="70721" y="52062"/>
                  </a:lnTo>
                  <a:lnTo>
                    <a:pt x="62863" y="52063"/>
                  </a:lnTo>
                  <a:lnTo>
                    <a:pt x="55005" y="52064"/>
                  </a:lnTo>
                  <a:lnTo>
                    <a:pt x="47147" y="52065"/>
                  </a:lnTo>
                  <a:lnTo>
                    <a:pt x="39289" y="52065"/>
                  </a:lnTo>
                  <a:lnTo>
                    <a:pt x="31431" y="52066"/>
                  </a:lnTo>
                  <a:lnTo>
                    <a:pt x="23573" y="52066"/>
                  </a:lnTo>
                  <a:lnTo>
                    <a:pt x="15715" y="52067"/>
                  </a:lnTo>
                  <a:lnTo>
                    <a:pt x="7857" y="52067"/>
                  </a:lnTo>
                  <a:lnTo>
                    <a:pt x="0" y="52068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84" name="pl183"/>
            <p:cNvSpPr/>
            <p:nvPr/>
          </p:nvSpPr>
          <p:spPr>
            <a:xfrm>
              <a:off x="3608036" y="4904751"/>
              <a:ext cx="2035220" cy="51629"/>
            </a:xfrm>
            <a:custGeom>
              <a:avLst/>
              <a:pathLst>
                <a:path w="2035220" h="51629">
                  <a:moveTo>
                    <a:pt x="0" y="51578"/>
                  </a:moveTo>
                  <a:lnTo>
                    <a:pt x="7857" y="51587"/>
                  </a:lnTo>
                  <a:lnTo>
                    <a:pt x="15715" y="51594"/>
                  </a:lnTo>
                  <a:lnTo>
                    <a:pt x="23573" y="51595"/>
                  </a:lnTo>
                  <a:lnTo>
                    <a:pt x="31431" y="51598"/>
                  </a:lnTo>
                  <a:lnTo>
                    <a:pt x="39289" y="51599"/>
                  </a:lnTo>
                  <a:lnTo>
                    <a:pt x="47147" y="51601"/>
                  </a:lnTo>
                  <a:lnTo>
                    <a:pt x="55005" y="51601"/>
                  </a:lnTo>
                  <a:lnTo>
                    <a:pt x="62863" y="51608"/>
                  </a:lnTo>
                  <a:lnTo>
                    <a:pt x="70721" y="51612"/>
                  </a:lnTo>
                  <a:lnTo>
                    <a:pt x="78579" y="51611"/>
                  </a:lnTo>
                  <a:lnTo>
                    <a:pt x="86437" y="51617"/>
                  </a:lnTo>
                  <a:lnTo>
                    <a:pt x="94295" y="51616"/>
                  </a:lnTo>
                  <a:lnTo>
                    <a:pt x="102153" y="51614"/>
                  </a:lnTo>
                  <a:lnTo>
                    <a:pt x="110011" y="51621"/>
                  </a:lnTo>
                  <a:lnTo>
                    <a:pt x="117869" y="51623"/>
                  </a:lnTo>
                  <a:lnTo>
                    <a:pt x="125727" y="51624"/>
                  </a:lnTo>
                  <a:lnTo>
                    <a:pt x="133585" y="51624"/>
                  </a:lnTo>
                  <a:lnTo>
                    <a:pt x="141443" y="51626"/>
                  </a:lnTo>
                  <a:lnTo>
                    <a:pt x="149301" y="51627"/>
                  </a:lnTo>
                  <a:lnTo>
                    <a:pt x="157159" y="51629"/>
                  </a:lnTo>
                  <a:lnTo>
                    <a:pt x="165017" y="51628"/>
                  </a:lnTo>
                  <a:lnTo>
                    <a:pt x="172875" y="51626"/>
                  </a:lnTo>
                  <a:lnTo>
                    <a:pt x="180733" y="51625"/>
                  </a:lnTo>
                  <a:lnTo>
                    <a:pt x="188591" y="51622"/>
                  </a:lnTo>
                  <a:lnTo>
                    <a:pt x="196449" y="51619"/>
                  </a:lnTo>
                  <a:lnTo>
                    <a:pt x="204307" y="51620"/>
                  </a:lnTo>
                  <a:lnTo>
                    <a:pt x="212165" y="51619"/>
                  </a:lnTo>
                  <a:lnTo>
                    <a:pt x="220023" y="51612"/>
                  </a:lnTo>
                  <a:lnTo>
                    <a:pt x="227881" y="51612"/>
                  </a:lnTo>
                  <a:lnTo>
                    <a:pt x="235739" y="51606"/>
                  </a:lnTo>
                  <a:lnTo>
                    <a:pt x="243597" y="51603"/>
                  </a:lnTo>
                  <a:lnTo>
                    <a:pt x="251455" y="51596"/>
                  </a:lnTo>
                  <a:lnTo>
                    <a:pt x="259313" y="51590"/>
                  </a:lnTo>
                  <a:lnTo>
                    <a:pt x="267171" y="51584"/>
                  </a:lnTo>
                  <a:lnTo>
                    <a:pt x="275029" y="51581"/>
                  </a:lnTo>
                  <a:lnTo>
                    <a:pt x="282887" y="51575"/>
                  </a:lnTo>
                  <a:lnTo>
                    <a:pt x="290745" y="51570"/>
                  </a:lnTo>
                  <a:lnTo>
                    <a:pt x="298603" y="51562"/>
                  </a:lnTo>
                  <a:lnTo>
                    <a:pt x="306461" y="51552"/>
                  </a:lnTo>
                  <a:lnTo>
                    <a:pt x="314319" y="51550"/>
                  </a:lnTo>
                  <a:lnTo>
                    <a:pt x="322177" y="51543"/>
                  </a:lnTo>
                  <a:lnTo>
                    <a:pt x="330035" y="51539"/>
                  </a:lnTo>
                  <a:lnTo>
                    <a:pt x="337893" y="51537"/>
                  </a:lnTo>
                  <a:lnTo>
                    <a:pt x="345751" y="51535"/>
                  </a:lnTo>
                  <a:lnTo>
                    <a:pt x="353609" y="51527"/>
                  </a:lnTo>
                  <a:lnTo>
                    <a:pt x="361467" y="51518"/>
                  </a:lnTo>
                  <a:lnTo>
                    <a:pt x="369325" y="51508"/>
                  </a:lnTo>
                  <a:lnTo>
                    <a:pt x="377183" y="51506"/>
                  </a:lnTo>
                  <a:lnTo>
                    <a:pt x="385041" y="51494"/>
                  </a:lnTo>
                  <a:lnTo>
                    <a:pt x="392899" y="51482"/>
                  </a:lnTo>
                  <a:lnTo>
                    <a:pt x="400757" y="51472"/>
                  </a:lnTo>
                  <a:lnTo>
                    <a:pt x="408615" y="51466"/>
                  </a:lnTo>
                  <a:lnTo>
                    <a:pt x="416473" y="51454"/>
                  </a:lnTo>
                  <a:lnTo>
                    <a:pt x="424331" y="51446"/>
                  </a:lnTo>
                  <a:lnTo>
                    <a:pt x="432189" y="51431"/>
                  </a:lnTo>
                  <a:lnTo>
                    <a:pt x="440047" y="51420"/>
                  </a:lnTo>
                  <a:lnTo>
                    <a:pt x="447905" y="51407"/>
                  </a:lnTo>
                  <a:lnTo>
                    <a:pt x="455763" y="51394"/>
                  </a:lnTo>
                  <a:lnTo>
                    <a:pt x="463621" y="51384"/>
                  </a:lnTo>
                  <a:lnTo>
                    <a:pt x="471479" y="51371"/>
                  </a:lnTo>
                  <a:lnTo>
                    <a:pt x="479337" y="51365"/>
                  </a:lnTo>
                  <a:lnTo>
                    <a:pt x="487195" y="51356"/>
                  </a:lnTo>
                  <a:lnTo>
                    <a:pt x="495053" y="51347"/>
                  </a:lnTo>
                  <a:lnTo>
                    <a:pt x="502911" y="51337"/>
                  </a:lnTo>
                  <a:lnTo>
                    <a:pt x="510769" y="51327"/>
                  </a:lnTo>
                  <a:lnTo>
                    <a:pt x="518627" y="51313"/>
                  </a:lnTo>
                  <a:lnTo>
                    <a:pt x="526485" y="51296"/>
                  </a:lnTo>
                  <a:lnTo>
                    <a:pt x="534343" y="51289"/>
                  </a:lnTo>
                  <a:lnTo>
                    <a:pt x="542201" y="51271"/>
                  </a:lnTo>
                  <a:lnTo>
                    <a:pt x="550059" y="51264"/>
                  </a:lnTo>
                  <a:lnTo>
                    <a:pt x="557917" y="51248"/>
                  </a:lnTo>
                  <a:lnTo>
                    <a:pt x="565775" y="51231"/>
                  </a:lnTo>
                  <a:lnTo>
                    <a:pt x="573633" y="51214"/>
                  </a:lnTo>
                  <a:lnTo>
                    <a:pt x="581491" y="51200"/>
                  </a:lnTo>
                  <a:lnTo>
                    <a:pt x="589349" y="51178"/>
                  </a:lnTo>
                  <a:lnTo>
                    <a:pt x="597207" y="51158"/>
                  </a:lnTo>
                  <a:lnTo>
                    <a:pt x="605065" y="51139"/>
                  </a:lnTo>
                  <a:lnTo>
                    <a:pt x="612923" y="51119"/>
                  </a:lnTo>
                  <a:lnTo>
                    <a:pt x="620781" y="51096"/>
                  </a:lnTo>
                  <a:lnTo>
                    <a:pt x="628639" y="51068"/>
                  </a:lnTo>
                  <a:lnTo>
                    <a:pt x="636497" y="51054"/>
                  </a:lnTo>
                  <a:lnTo>
                    <a:pt x="644355" y="51036"/>
                  </a:lnTo>
                  <a:lnTo>
                    <a:pt x="652213" y="51015"/>
                  </a:lnTo>
                  <a:lnTo>
                    <a:pt x="660071" y="50991"/>
                  </a:lnTo>
                  <a:lnTo>
                    <a:pt x="667929" y="50969"/>
                  </a:lnTo>
                  <a:lnTo>
                    <a:pt x="675787" y="50945"/>
                  </a:lnTo>
                  <a:lnTo>
                    <a:pt x="683645" y="50921"/>
                  </a:lnTo>
                  <a:lnTo>
                    <a:pt x="691503" y="50897"/>
                  </a:lnTo>
                  <a:lnTo>
                    <a:pt x="699361" y="50871"/>
                  </a:lnTo>
                  <a:lnTo>
                    <a:pt x="707219" y="50847"/>
                  </a:lnTo>
                  <a:lnTo>
                    <a:pt x="715077" y="50822"/>
                  </a:lnTo>
                  <a:lnTo>
                    <a:pt x="722935" y="50796"/>
                  </a:lnTo>
                  <a:lnTo>
                    <a:pt x="730793" y="50769"/>
                  </a:lnTo>
                  <a:lnTo>
                    <a:pt x="738651" y="50738"/>
                  </a:lnTo>
                  <a:lnTo>
                    <a:pt x="746509" y="50711"/>
                  </a:lnTo>
                  <a:lnTo>
                    <a:pt x="754367" y="50685"/>
                  </a:lnTo>
                  <a:lnTo>
                    <a:pt x="762225" y="50657"/>
                  </a:lnTo>
                  <a:lnTo>
                    <a:pt x="770083" y="50627"/>
                  </a:lnTo>
                  <a:lnTo>
                    <a:pt x="777941" y="50597"/>
                  </a:lnTo>
                  <a:lnTo>
                    <a:pt x="785799" y="50567"/>
                  </a:lnTo>
                  <a:lnTo>
                    <a:pt x="793657" y="50541"/>
                  </a:lnTo>
                  <a:lnTo>
                    <a:pt x="801515" y="50513"/>
                  </a:lnTo>
                  <a:lnTo>
                    <a:pt x="809373" y="50471"/>
                  </a:lnTo>
                  <a:lnTo>
                    <a:pt x="817231" y="50434"/>
                  </a:lnTo>
                  <a:lnTo>
                    <a:pt x="825089" y="50392"/>
                  </a:lnTo>
                  <a:lnTo>
                    <a:pt x="832947" y="50363"/>
                  </a:lnTo>
                  <a:lnTo>
                    <a:pt x="840805" y="50333"/>
                  </a:lnTo>
                  <a:lnTo>
                    <a:pt x="848663" y="50291"/>
                  </a:lnTo>
                  <a:lnTo>
                    <a:pt x="856521" y="50239"/>
                  </a:lnTo>
                  <a:lnTo>
                    <a:pt x="864379" y="50187"/>
                  </a:lnTo>
                  <a:lnTo>
                    <a:pt x="872237" y="50143"/>
                  </a:lnTo>
                  <a:lnTo>
                    <a:pt x="880095" y="50105"/>
                  </a:lnTo>
                  <a:lnTo>
                    <a:pt x="887953" y="50054"/>
                  </a:lnTo>
                  <a:lnTo>
                    <a:pt x="895811" y="50015"/>
                  </a:lnTo>
                  <a:lnTo>
                    <a:pt x="903669" y="49976"/>
                  </a:lnTo>
                  <a:lnTo>
                    <a:pt x="911527" y="49936"/>
                  </a:lnTo>
                  <a:lnTo>
                    <a:pt x="919385" y="49887"/>
                  </a:lnTo>
                  <a:lnTo>
                    <a:pt x="927243" y="49833"/>
                  </a:lnTo>
                  <a:lnTo>
                    <a:pt x="935101" y="49776"/>
                  </a:lnTo>
                  <a:lnTo>
                    <a:pt x="942959" y="49722"/>
                  </a:lnTo>
                  <a:lnTo>
                    <a:pt x="950817" y="49676"/>
                  </a:lnTo>
                  <a:lnTo>
                    <a:pt x="958675" y="49632"/>
                  </a:lnTo>
                  <a:lnTo>
                    <a:pt x="966533" y="49599"/>
                  </a:lnTo>
                  <a:lnTo>
                    <a:pt x="974391" y="49565"/>
                  </a:lnTo>
                  <a:lnTo>
                    <a:pt x="982249" y="49531"/>
                  </a:lnTo>
                  <a:lnTo>
                    <a:pt x="990107" y="49494"/>
                  </a:lnTo>
                  <a:lnTo>
                    <a:pt x="997965" y="49443"/>
                  </a:lnTo>
                  <a:lnTo>
                    <a:pt x="1005823" y="49388"/>
                  </a:lnTo>
                  <a:lnTo>
                    <a:pt x="1013681" y="49330"/>
                  </a:lnTo>
                  <a:lnTo>
                    <a:pt x="1021539" y="49272"/>
                  </a:lnTo>
                  <a:lnTo>
                    <a:pt x="1029397" y="49213"/>
                  </a:lnTo>
                  <a:lnTo>
                    <a:pt x="1037254" y="49152"/>
                  </a:lnTo>
                  <a:lnTo>
                    <a:pt x="1045112" y="49090"/>
                  </a:lnTo>
                  <a:lnTo>
                    <a:pt x="1052970" y="49027"/>
                  </a:lnTo>
                  <a:lnTo>
                    <a:pt x="1060828" y="48962"/>
                  </a:lnTo>
                  <a:lnTo>
                    <a:pt x="1068686" y="48896"/>
                  </a:lnTo>
                  <a:lnTo>
                    <a:pt x="1076544" y="48829"/>
                  </a:lnTo>
                  <a:lnTo>
                    <a:pt x="1084402" y="48760"/>
                  </a:lnTo>
                  <a:lnTo>
                    <a:pt x="1092260" y="48690"/>
                  </a:lnTo>
                  <a:lnTo>
                    <a:pt x="1100118" y="48619"/>
                  </a:lnTo>
                  <a:lnTo>
                    <a:pt x="1107976" y="48546"/>
                  </a:lnTo>
                  <a:lnTo>
                    <a:pt x="1115834" y="48471"/>
                  </a:lnTo>
                  <a:lnTo>
                    <a:pt x="1123692" y="48397"/>
                  </a:lnTo>
                  <a:lnTo>
                    <a:pt x="1131550" y="48325"/>
                  </a:lnTo>
                  <a:lnTo>
                    <a:pt x="1139408" y="48252"/>
                  </a:lnTo>
                  <a:lnTo>
                    <a:pt x="1147266" y="48177"/>
                  </a:lnTo>
                  <a:lnTo>
                    <a:pt x="1155124" y="48107"/>
                  </a:lnTo>
                  <a:lnTo>
                    <a:pt x="1162982" y="48032"/>
                  </a:lnTo>
                  <a:lnTo>
                    <a:pt x="1170840" y="47932"/>
                  </a:lnTo>
                  <a:lnTo>
                    <a:pt x="1178698" y="47840"/>
                  </a:lnTo>
                  <a:lnTo>
                    <a:pt x="1186556" y="47776"/>
                  </a:lnTo>
                  <a:lnTo>
                    <a:pt x="1194414" y="47697"/>
                  </a:lnTo>
                  <a:lnTo>
                    <a:pt x="1202272" y="47599"/>
                  </a:lnTo>
                  <a:lnTo>
                    <a:pt x="1210130" y="47486"/>
                  </a:lnTo>
                  <a:lnTo>
                    <a:pt x="1217988" y="47369"/>
                  </a:lnTo>
                  <a:lnTo>
                    <a:pt x="1225846" y="47250"/>
                  </a:lnTo>
                  <a:lnTo>
                    <a:pt x="1233704" y="47145"/>
                  </a:lnTo>
                  <a:lnTo>
                    <a:pt x="1241562" y="47041"/>
                  </a:lnTo>
                  <a:lnTo>
                    <a:pt x="1249420" y="46935"/>
                  </a:lnTo>
                  <a:lnTo>
                    <a:pt x="1257278" y="46826"/>
                  </a:lnTo>
                  <a:lnTo>
                    <a:pt x="1265136" y="46693"/>
                  </a:lnTo>
                  <a:lnTo>
                    <a:pt x="1272994" y="46547"/>
                  </a:lnTo>
                  <a:lnTo>
                    <a:pt x="1280852" y="46397"/>
                  </a:lnTo>
                  <a:lnTo>
                    <a:pt x="1288710" y="46243"/>
                  </a:lnTo>
                  <a:lnTo>
                    <a:pt x="1296568" y="46086"/>
                  </a:lnTo>
                  <a:lnTo>
                    <a:pt x="1304426" y="45960"/>
                  </a:lnTo>
                  <a:lnTo>
                    <a:pt x="1312284" y="45840"/>
                  </a:lnTo>
                  <a:lnTo>
                    <a:pt x="1320142" y="45724"/>
                  </a:lnTo>
                  <a:lnTo>
                    <a:pt x="1328000" y="45601"/>
                  </a:lnTo>
                  <a:lnTo>
                    <a:pt x="1335858" y="45476"/>
                  </a:lnTo>
                  <a:lnTo>
                    <a:pt x="1343716" y="45349"/>
                  </a:lnTo>
                  <a:lnTo>
                    <a:pt x="1351574" y="45219"/>
                  </a:lnTo>
                  <a:lnTo>
                    <a:pt x="1359432" y="45087"/>
                  </a:lnTo>
                  <a:lnTo>
                    <a:pt x="1367290" y="44952"/>
                  </a:lnTo>
                  <a:lnTo>
                    <a:pt x="1375148" y="44815"/>
                  </a:lnTo>
                  <a:lnTo>
                    <a:pt x="1383006" y="44675"/>
                  </a:lnTo>
                  <a:lnTo>
                    <a:pt x="1390864" y="44533"/>
                  </a:lnTo>
                  <a:lnTo>
                    <a:pt x="1398722" y="44387"/>
                  </a:lnTo>
                  <a:lnTo>
                    <a:pt x="1406580" y="44241"/>
                  </a:lnTo>
                  <a:lnTo>
                    <a:pt x="1414438" y="44092"/>
                  </a:lnTo>
                  <a:lnTo>
                    <a:pt x="1422296" y="43913"/>
                  </a:lnTo>
                  <a:lnTo>
                    <a:pt x="1430154" y="43691"/>
                  </a:lnTo>
                  <a:lnTo>
                    <a:pt x="1438012" y="43462"/>
                  </a:lnTo>
                  <a:lnTo>
                    <a:pt x="1445870" y="43227"/>
                  </a:lnTo>
                  <a:lnTo>
                    <a:pt x="1453728" y="42986"/>
                  </a:lnTo>
                  <a:lnTo>
                    <a:pt x="1461586" y="42738"/>
                  </a:lnTo>
                  <a:lnTo>
                    <a:pt x="1469444" y="42484"/>
                  </a:lnTo>
                  <a:lnTo>
                    <a:pt x="1477302" y="42223"/>
                  </a:lnTo>
                  <a:lnTo>
                    <a:pt x="1485160" y="41955"/>
                  </a:lnTo>
                  <a:lnTo>
                    <a:pt x="1493018" y="41679"/>
                  </a:lnTo>
                  <a:lnTo>
                    <a:pt x="1500876" y="41436"/>
                  </a:lnTo>
                  <a:lnTo>
                    <a:pt x="1508734" y="41235"/>
                  </a:lnTo>
                  <a:lnTo>
                    <a:pt x="1516592" y="41029"/>
                  </a:lnTo>
                  <a:lnTo>
                    <a:pt x="1524450" y="40820"/>
                  </a:lnTo>
                  <a:lnTo>
                    <a:pt x="1532308" y="40607"/>
                  </a:lnTo>
                  <a:lnTo>
                    <a:pt x="1540166" y="40385"/>
                  </a:lnTo>
                  <a:lnTo>
                    <a:pt x="1548024" y="40029"/>
                  </a:lnTo>
                  <a:lnTo>
                    <a:pt x="1555882" y="39662"/>
                  </a:lnTo>
                  <a:lnTo>
                    <a:pt x="1563740" y="39284"/>
                  </a:lnTo>
                  <a:lnTo>
                    <a:pt x="1571598" y="38895"/>
                  </a:lnTo>
                  <a:lnTo>
                    <a:pt x="1579456" y="38494"/>
                  </a:lnTo>
                  <a:lnTo>
                    <a:pt x="1587314" y="38081"/>
                  </a:lnTo>
                  <a:lnTo>
                    <a:pt x="1595172" y="37656"/>
                  </a:lnTo>
                  <a:lnTo>
                    <a:pt x="1603030" y="37218"/>
                  </a:lnTo>
                  <a:lnTo>
                    <a:pt x="1610888" y="36770"/>
                  </a:lnTo>
                  <a:lnTo>
                    <a:pt x="1618746" y="36308"/>
                  </a:lnTo>
                  <a:lnTo>
                    <a:pt x="1626604" y="35957"/>
                  </a:lnTo>
                  <a:lnTo>
                    <a:pt x="1634462" y="35626"/>
                  </a:lnTo>
                  <a:lnTo>
                    <a:pt x="1642320" y="35289"/>
                  </a:lnTo>
                  <a:lnTo>
                    <a:pt x="1650178" y="34945"/>
                  </a:lnTo>
                  <a:lnTo>
                    <a:pt x="1658036" y="34594"/>
                  </a:lnTo>
                  <a:lnTo>
                    <a:pt x="1665894" y="34237"/>
                  </a:lnTo>
                  <a:lnTo>
                    <a:pt x="1673752" y="33872"/>
                  </a:lnTo>
                  <a:lnTo>
                    <a:pt x="1681610" y="33500"/>
                  </a:lnTo>
                  <a:lnTo>
                    <a:pt x="1689468" y="33120"/>
                  </a:lnTo>
                  <a:lnTo>
                    <a:pt x="1697326" y="32733"/>
                  </a:lnTo>
                  <a:lnTo>
                    <a:pt x="1705184" y="32338"/>
                  </a:lnTo>
                  <a:lnTo>
                    <a:pt x="1713042" y="31935"/>
                  </a:lnTo>
                  <a:lnTo>
                    <a:pt x="1720900" y="31486"/>
                  </a:lnTo>
                  <a:lnTo>
                    <a:pt x="1728758" y="30973"/>
                  </a:lnTo>
                  <a:lnTo>
                    <a:pt x="1736616" y="30448"/>
                  </a:lnTo>
                  <a:lnTo>
                    <a:pt x="1744474" y="29911"/>
                  </a:lnTo>
                  <a:lnTo>
                    <a:pt x="1752332" y="29360"/>
                  </a:lnTo>
                  <a:lnTo>
                    <a:pt x="1760190" y="28796"/>
                  </a:lnTo>
                  <a:lnTo>
                    <a:pt x="1768048" y="28218"/>
                  </a:lnTo>
                  <a:lnTo>
                    <a:pt x="1775906" y="27626"/>
                  </a:lnTo>
                  <a:lnTo>
                    <a:pt x="1783764" y="27042"/>
                  </a:lnTo>
                  <a:lnTo>
                    <a:pt x="1791622" y="26499"/>
                  </a:lnTo>
                  <a:lnTo>
                    <a:pt x="1799480" y="25944"/>
                  </a:lnTo>
                  <a:lnTo>
                    <a:pt x="1807338" y="25379"/>
                  </a:lnTo>
                  <a:lnTo>
                    <a:pt x="1815196" y="24803"/>
                  </a:lnTo>
                  <a:lnTo>
                    <a:pt x="1823054" y="24215"/>
                  </a:lnTo>
                  <a:lnTo>
                    <a:pt x="1830912" y="23615"/>
                  </a:lnTo>
                  <a:lnTo>
                    <a:pt x="1838770" y="23002"/>
                  </a:lnTo>
                  <a:lnTo>
                    <a:pt x="1846628" y="22376"/>
                  </a:lnTo>
                  <a:lnTo>
                    <a:pt x="1854486" y="21571"/>
                  </a:lnTo>
                  <a:lnTo>
                    <a:pt x="1862344" y="20920"/>
                  </a:lnTo>
                  <a:lnTo>
                    <a:pt x="1870202" y="20256"/>
                  </a:lnTo>
                  <a:lnTo>
                    <a:pt x="1878060" y="19579"/>
                  </a:lnTo>
                  <a:lnTo>
                    <a:pt x="1885918" y="18887"/>
                  </a:lnTo>
                  <a:lnTo>
                    <a:pt x="1893776" y="18140"/>
                  </a:lnTo>
                  <a:lnTo>
                    <a:pt x="1901634" y="17289"/>
                  </a:lnTo>
                  <a:lnTo>
                    <a:pt x="1909492" y="16420"/>
                  </a:lnTo>
                  <a:lnTo>
                    <a:pt x="1917350" y="15533"/>
                  </a:lnTo>
                  <a:lnTo>
                    <a:pt x="1925208" y="14625"/>
                  </a:lnTo>
                  <a:lnTo>
                    <a:pt x="1933066" y="13695"/>
                  </a:lnTo>
                  <a:lnTo>
                    <a:pt x="1940924" y="12743"/>
                  </a:lnTo>
                  <a:lnTo>
                    <a:pt x="1948782" y="11768"/>
                  </a:lnTo>
                  <a:lnTo>
                    <a:pt x="1956640" y="10770"/>
                  </a:lnTo>
                  <a:lnTo>
                    <a:pt x="1964498" y="9748"/>
                  </a:lnTo>
                  <a:lnTo>
                    <a:pt x="1972356" y="8702"/>
                  </a:lnTo>
                  <a:lnTo>
                    <a:pt x="1980214" y="7631"/>
                  </a:lnTo>
                  <a:lnTo>
                    <a:pt x="1988072" y="6534"/>
                  </a:lnTo>
                  <a:lnTo>
                    <a:pt x="1995930" y="5412"/>
                  </a:lnTo>
                  <a:lnTo>
                    <a:pt x="2003788" y="4264"/>
                  </a:lnTo>
                  <a:lnTo>
                    <a:pt x="2011646" y="3200"/>
                  </a:lnTo>
                  <a:lnTo>
                    <a:pt x="2019504" y="2155"/>
                  </a:lnTo>
                  <a:lnTo>
                    <a:pt x="2027362" y="1088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5" name="pl184"/>
            <p:cNvSpPr/>
            <p:nvPr/>
          </p:nvSpPr>
          <p:spPr>
            <a:xfrm>
              <a:off x="3608036" y="4956809"/>
              <a:ext cx="2035220" cy="71"/>
            </a:xfrm>
            <a:custGeom>
              <a:avLst/>
              <a:pathLst>
                <a:path w="2035220" h="71">
                  <a:moveTo>
                    <a:pt x="2035220" y="71"/>
                  </a:moveTo>
                  <a:lnTo>
                    <a:pt x="2027362" y="71"/>
                  </a:lnTo>
                  <a:lnTo>
                    <a:pt x="2019504" y="71"/>
                  </a:lnTo>
                  <a:lnTo>
                    <a:pt x="2011646" y="71"/>
                  </a:lnTo>
                  <a:lnTo>
                    <a:pt x="2003788" y="71"/>
                  </a:lnTo>
                  <a:lnTo>
                    <a:pt x="1995930" y="70"/>
                  </a:lnTo>
                  <a:lnTo>
                    <a:pt x="1988072" y="70"/>
                  </a:lnTo>
                  <a:lnTo>
                    <a:pt x="1980214" y="70"/>
                  </a:lnTo>
                  <a:lnTo>
                    <a:pt x="1972356" y="70"/>
                  </a:lnTo>
                  <a:lnTo>
                    <a:pt x="1964498" y="70"/>
                  </a:lnTo>
                  <a:lnTo>
                    <a:pt x="1956640" y="70"/>
                  </a:lnTo>
                  <a:lnTo>
                    <a:pt x="1948782" y="70"/>
                  </a:lnTo>
                  <a:lnTo>
                    <a:pt x="1940924" y="70"/>
                  </a:lnTo>
                  <a:lnTo>
                    <a:pt x="1933066" y="70"/>
                  </a:lnTo>
                  <a:lnTo>
                    <a:pt x="1925208" y="70"/>
                  </a:lnTo>
                  <a:lnTo>
                    <a:pt x="1917350" y="70"/>
                  </a:lnTo>
                  <a:lnTo>
                    <a:pt x="1909492" y="70"/>
                  </a:lnTo>
                  <a:lnTo>
                    <a:pt x="1901634" y="70"/>
                  </a:lnTo>
                  <a:lnTo>
                    <a:pt x="1893776" y="70"/>
                  </a:lnTo>
                  <a:lnTo>
                    <a:pt x="1885918" y="70"/>
                  </a:lnTo>
                  <a:lnTo>
                    <a:pt x="1878060" y="70"/>
                  </a:lnTo>
                  <a:lnTo>
                    <a:pt x="1870202" y="70"/>
                  </a:lnTo>
                  <a:lnTo>
                    <a:pt x="1862344" y="70"/>
                  </a:lnTo>
                  <a:lnTo>
                    <a:pt x="1854486" y="70"/>
                  </a:lnTo>
                  <a:lnTo>
                    <a:pt x="1846628" y="70"/>
                  </a:lnTo>
                  <a:lnTo>
                    <a:pt x="1838770" y="70"/>
                  </a:lnTo>
                  <a:lnTo>
                    <a:pt x="1830912" y="70"/>
                  </a:lnTo>
                  <a:lnTo>
                    <a:pt x="1823054" y="70"/>
                  </a:lnTo>
                  <a:lnTo>
                    <a:pt x="1815196" y="70"/>
                  </a:lnTo>
                  <a:lnTo>
                    <a:pt x="1807338" y="70"/>
                  </a:lnTo>
                  <a:lnTo>
                    <a:pt x="1799480" y="70"/>
                  </a:lnTo>
                  <a:lnTo>
                    <a:pt x="1791622" y="70"/>
                  </a:lnTo>
                  <a:lnTo>
                    <a:pt x="1783764" y="70"/>
                  </a:lnTo>
                  <a:lnTo>
                    <a:pt x="1775906" y="70"/>
                  </a:lnTo>
                  <a:lnTo>
                    <a:pt x="1768048" y="70"/>
                  </a:lnTo>
                  <a:lnTo>
                    <a:pt x="1760190" y="70"/>
                  </a:lnTo>
                  <a:lnTo>
                    <a:pt x="1752332" y="70"/>
                  </a:lnTo>
                  <a:lnTo>
                    <a:pt x="1744474" y="70"/>
                  </a:lnTo>
                  <a:lnTo>
                    <a:pt x="1736616" y="70"/>
                  </a:lnTo>
                  <a:lnTo>
                    <a:pt x="1728758" y="70"/>
                  </a:lnTo>
                  <a:lnTo>
                    <a:pt x="1720900" y="69"/>
                  </a:lnTo>
                  <a:lnTo>
                    <a:pt x="1713042" y="69"/>
                  </a:lnTo>
                  <a:lnTo>
                    <a:pt x="1705184" y="69"/>
                  </a:lnTo>
                  <a:lnTo>
                    <a:pt x="1697326" y="69"/>
                  </a:lnTo>
                  <a:lnTo>
                    <a:pt x="1689468" y="69"/>
                  </a:lnTo>
                  <a:lnTo>
                    <a:pt x="1681610" y="69"/>
                  </a:lnTo>
                  <a:lnTo>
                    <a:pt x="1673752" y="69"/>
                  </a:lnTo>
                  <a:lnTo>
                    <a:pt x="1665894" y="69"/>
                  </a:lnTo>
                  <a:lnTo>
                    <a:pt x="1658036" y="69"/>
                  </a:lnTo>
                  <a:lnTo>
                    <a:pt x="1650178" y="69"/>
                  </a:lnTo>
                  <a:lnTo>
                    <a:pt x="1642320" y="69"/>
                  </a:lnTo>
                  <a:lnTo>
                    <a:pt x="1634462" y="69"/>
                  </a:lnTo>
                  <a:lnTo>
                    <a:pt x="1626604" y="69"/>
                  </a:lnTo>
                  <a:lnTo>
                    <a:pt x="1618746" y="69"/>
                  </a:lnTo>
                  <a:lnTo>
                    <a:pt x="1610888" y="69"/>
                  </a:lnTo>
                  <a:lnTo>
                    <a:pt x="1603030" y="69"/>
                  </a:lnTo>
                  <a:lnTo>
                    <a:pt x="1595172" y="69"/>
                  </a:lnTo>
                  <a:lnTo>
                    <a:pt x="1587314" y="69"/>
                  </a:lnTo>
                  <a:lnTo>
                    <a:pt x="1579456" y="69"/>
                  </a:lnTo>
                  <a:lnTo>
                    <a:pt x="1571598" y="68"/>
                  </a:lnTo>
                  <a:lnTo>
                    <a:pt x="1563740" y="68"/>
                  </a:lnTo>
                  <a:lnTo>
                    <a:pt x="1555882" y="68"/>
                  </a:lnTo>
                  <a:lnTo>
                    <a:pt x="1548024" y="68"/>
                  </a:lnTo>
                  <a:lnTo>
                    <a:pt x="1540166" y="68"/>
                  </a:lnTo>
                  <a:lnTo>
                    <a:pt x="1532308" y="68"/>
                  </a:lnTo>
                  <a:lnTo>
                    <a:pt x="1524450" y="68"/>
                  </a:lnTo>
                  <a:lnTo>
                    <a:pt x="1516592" y="68"/>
                  </a:lnTo>
                  <a:lnTo>
                    <a:pt x="1508734" y="68"/>
                  </a:lnTo>
                  <a:lnTo>
                    <a:pt x="1500876" y="68"/>
                  </a:lnTo>
                  <a:lnTo>
                    <a:pt x="1493018" y="68"/>
                  </a:lnTo>
                  <a:lnTo>
                    <a:pt x="1485160" y="68"/>
                  </a:lnTo>
                  <a:lnTo>
                    <a:pt x="1477302" y="68"/>
                  </a:lnTo>
                  <a:lnTo>
                    <a:pt x="1469444" y="68"/>
                  </a:lnTo>
                  <a:lnTo>
                    <a:pt x="1461586" y="67"/>
                  </a:lnTo>
                  <a:lnTo>
                    <a:pt x="1453728" y="67"/>
                  </a:lnTo>
                  <a:lnTo>
                    <a:pt x="1445870" y="67"/>
                  </a:lnTo>
                  <a:lnTo>
                    <a:pt x="1438012" y="67"/>
                  </a:lnTo>
                  <a:lnTo>
                    <a:pt x="1430154" y="67"/>
                  </a:lnTo>
                  <a:lnTo>
                    <a:pt x="1422296" y="67"/>
                  </a:lnTo>
                  <a:lnTo>
                    <a:pt x="1414438" y="67"/>
                  </a:lnTo>
                  <a:lnTo>
                    <a:pt x="1406580" y="67"/>
                  </a:lnTo>
                  <a:lnTo>
                    <a:pt x="1398722" y="67"/>
                  </a:lnTo>
                  <a:lnTo>
                    <a:pt x="1390864" y="67"/>
                  </a:lnTo>
                  <a:lnTo>
                    <a:pt x="1383006" y="67"/>
                  </a:lnTo>
                  <a:lnTo>
                    <a:pt x="1375148" y="66"/>
                  </a:lnTo>
                  <a:lnTo>
                    <a:pt x="1367290" y="66"/>
                  </a:lnTo>
                  <a:lnTo>
                    <a:pt x="1359432" y="66"/>
                  </a:lnTo>
                  <a:lnTo>
                    <a:pt x="1351574" y="66"/>
                  </a:lnTo>
                  <a:lnTo>
                    <a:pt x="1343716" y="66"/>
                  </a:lnTo>
                  <a:lnTo>
                    <a:pt x="1335858" y="66"/>
                  </a:lnTo>
                  <a:lnTo>
                    <a:pt x="1328000" y="66"/>
                  </a:lnTo>
                  <a:lnTo>
                    <a:pt x="1320142" y="66"/>
                  </a:lnTo>
                  <a:lnTo>
                    <a:pt x="1312284" y="65"/>
                  </a:lnTo>
                  <a:lnTo>
                    <a:pt x="1304426" y="65"/>
                  </a:lnTo>
                  <a:lnTo>
                    <a:pt x="1296568" y="65"/>
                  </a:lnTo>
                  <a:lnTo>
                    <a:pt x="1288710" y="65"/>
                  </a:lnTo>
                  <a:lnTo>
                    <a:pt x="1280852" y="65"/>
                  </a:lnTo>
                  <a:lnTo>
                    <a:pt x="1272994" y="65"/>
                  </a:lnTo>
                  <a:lnTo>
                    <a:pt x="1265136" y="65"/>
                  </a:lnTo>
                  <a:lnTo>
                    <a:pt x="1257278" y="65"/>
                  </a:lnTo>
                  <a:lnTo>
                    <a:pt x="1249420" y="64"/>
                  </a:lnTo>
                  <a:lnTo>
                    <a:pt x="1241562" y="64"/>
                  </a:lnTo>
                  <a:lnTo>
                    <a:pt x="1233704" y="64"/>
                  </a:lnTo>
                  <a:lnTo>
                    <a:pt x="1225846" y="64"/>
                  </a:lnTo>
                  <a:lnTo>
                    <a:pt x="1217988" y="64"/>
                  </a:lnTo>
                  <a:lnTo>
                    <a:pt x="1210130" y="64"/>
                  </a:lnTo>
                  <a:lnTo>
                    <a:pt x="1202272" y="63"/>
                  </a:lnTo>
                  <a:lnTo>
                    <a:pt x="1194414" y="63"/>
                  </a:lnTo>
                  <a:lnTo>
                    <a:pt x="1186556" y="63"/>
                  </a:lnTo>
                  <a:lnTo>
                    <a:pt x="1178698" y="63"/>
                  </a:lnTo>
                  <a:lnTo>
                    <a:pt x="1170840" y="63"/>
                  </a:lnTo>
                  <a:lnTo>
                    <a:pt x="1162982" y="62"/>
                  </a:lnTo>
                  <a:lnTo>
                    <a:pt x="1155124" y="62"/>
                  </a:lnTo>
                  <a:lnTo>
                    <a:pt x="1147266" y="62"/>
                  </a:lnTo>
                  <a:lnTo>
                    <a:pt x="1139408" y="62"/>
                  </a:lnTo>
                  <a:lnTo>
                    <a:pt x="1131550" y="62"/>
                  </a:lnTo>
                  <a:lnTo>
                    <a:pt x="1123692" y="62"/>
                  </a:lnTo>
                  <a:lnTo>
                    <a:pt x="1115834" y="61"/>
                  </a:lnTo>
                  <a:lnTo>
                    <a:pt x="1107976" y="61"/>
                  </a:lnTo>
                  <a:lnTo>
                    <a:pt x="1100118" y="61"/>
                  </a:lnTo>
                  <a:lnTo>
                    <a:pt x="1092260" y="61"/>
                  </a:lnTo>
                  <a:lnTo>
                    <a:pt x="1084402" y="61"/>
                  </a:lnTo>
                  <a:lnTo>
                    <a:pt x="1076544" y="60"/>
                  </a:lnTo>
                  <a:lnTo>
                    <a:pt x="1068686" y="60"/>
                  </a:lnTo>
                  <a:lnTo>
                    <a:pt x="1060828" y="60"/>
                  </a:lnTo>
                  <a:lnTo>
                    <a:pt x="1052970" y="60"/>
                  </a:lnTo>
                  <a:lnTo>
                    <a:pt x="1045112" y="59"/>
                  </a:lnTo>
                  <a:lnTo>
                    <a:pt x="1037254" y="59"/>
                  </a:lnTo>
                  <a:lnTo>
                    <a:pt x="1029397" y="59"/>
                  </a:lnTo>
                  <a:lnTo>
                    <a:pt x="1021539" y="58"/>
                  </a:lnTo>
                  <a:lnTo>
                    <a:pt x="1013681" y="58"/>
                  </a:lnTo>
                  <a:lnTo>
                    <a:pt x="1005823" y="58"/>
                  </a:lnTo>
                  <a:lnTo>
                    <a:pt x="997965" y="58"/>
                  </a:lnTo>
                  <a:lnTo>
                    <a:pt x="990107" y="57"/>
                  </a:lnTo>
                  <a:lnTo>
                    <a:pt x="982249" y="57"/>
                  </a:lnTo>
                  <a:lnTo>
                    <a:pt x="974391" y="57"/>
                  </a:lnTo>
                  <a:lnTo>
                    <a:pt x="966533" y="56"/>
                  </a:lnTo>
                  <a:lnTo>
                    <a:pt x="958675" y="56"/>
                  </a:lnTo>
                  <a:lnTo>
                    <a:pt x="950817" y="55"/>
                  </a:lnTo>
                  <a:lnTo>
                    <a:pt x="942959" y="55"/>
                  </a:lnTo>
                  <a:lnTo>
                    <a:pt x="935101" y="55"/>
                  </a:lnTo>
                  <a:lnTo>
                    <a:pt x="927243" y="54"/>
                  </a:lnTo>
                  <a:lnTo>
                    <a:pt x="919385" y="54"/>
                  </a:lnTo>
                  <a:lnTo>
                    <a:pt x="911527" y="54"/>
                  </a:lnTo>
                  <a:lnTo>
                    <a:pt x="903669" y="53"/>
                  </a:lnTo>
                  <a:lnTo>
                    <a:pt x="895811" y="53"/>
                  </a:lnTo>
                  <a:lnTo>
                    <a:pt x="887953" y="53"/>
                  </a:lnTo>
                  <a:lnTo>
                    <a:pt x="880095" y="52"/>
                  </a:lnTo>
                  <a:lnTo>
                    <a:pt x="872237" y="52"/>
                  </a:lnTo>
                  <a:lnTo>
                    <a:pt x="864379" y="52"/>
                  </a:lnTo>
                  <a:lnTo>
                    <a:pt x="856521" y="51"/>
                  </a:lnTo>
                  <a:lnTo>
                    <a:pt x="848663" y="51"/>
                  </a:lnTo>
                  <a:lnTo>
                    <a:pt x="840805" y="51"/>
                  </a:lnTo>
                  <a:lnTo>
                    <a:pt x="832947" y="50"/>
                  </a:lnTo>
                  <a:lnTo>
                    <a:pt x="825089" y="50"/>
                  </a:lnTo>
                  <a:lnTo>
                    <a:pt x="817231" y="49"/>
                  </a:lnTo>
                  <a:lnTo>
                    <a:pt x="809373" y="49"/>
                  </a:lnTo>
                  <a:lnTo>
                    <a:pt x="801515" y="48"/>
                  </a:lnTo>
                  <a:lnTo>
                    <a:pt x="793657" y="47"/>
                  </a:lnTo>
                  <a:lnTo>
                    <a:pt x="785799" y="47"/>
                  </a:lnTo>
                  <a:lnTo>
                    <a:pt x="777941" y="46"/>
                  </a:lnTo>
                  <a:lnTo>
                    <a:pt x="770083" y="46"/>
                  </a:lnTo>
                  <a:lnTo>
                    <a:pt x="762225" y="46"/>
                  </a:lnTo>
                  <a:lnTo>
                    <a:pt x="754367" y="45"/>
                  </a:lnTo>
                  <a:lnTo>
                    <a:pt x="746509" y="45"/>
                  </a:lnTo>
                  <a:lnTo>
                    <a:pt x="738651" y="44"/>
                  </a:lnTo>
                  <a:lnTo>
                    <a:pt x="730793" y="44"/>
                  </a:lnTo>
                  <a:lnTo>
                    <a:pt x="722935" y="43"/>
                  </a:lnTo>
                  <a:lnTo>
                    <a:pt x="715077" y="42"/>
                  </a:lnTo>
                  <a:lnTo>
                    <a:pt x="707219" y="42"/>
                  </a:lnTo>
                  <a:lnTo>
                    <a:pt x="699361" y="41"/>
                  </a:lnTo>
                  <a:lnTo>
                    <a:pt x="691503" y="41"/>
                  </a:lnTo>
                  <a:lnTo>
                    <a:pt x="683645" y="40"/>
                  </a:lnTo>
                  <a:lnTo>
                    <a:pt x="675787" y="40"/>
                  </a:lnTo>
                  <a:lnTo>
                    <a:pt x="667929" y="39"/>
                  </a:lnTo>
                  <a:lnTo>
                    <a:pt x="660071" y="39"/>
                  </a:lnTo>
                  <a:lnTo>
                    <a:pt x="652213" y="38"/>
                  </a:lnTo>
                  <a:lnTo>
                    <a:pt x="644355" y="37"/>
                  </a:lnTo>
                  <a:lnTo>
                    <a:pt x="636497" y="37"/>
                  </a:lnTo>
                  <a:lnTo>
                    <a:pt x="628639" y="36"/>
                  </a:lnTo>
                  <a:lnTo>
                    <a:pt x="620781" y="36"/>
                  </a:lnTo>
                  <a:lnTo>
                    <a:pt x="612923" y="35"/>
                  </a:lnTo>
                  <a:lnTo>
                    <a:pt x="605065" y="34"/>
                  </a:lnTo>
                  <a:lnTo>
                    <a:pt x="597207" y="34"/>
                  </a:lnTo>
                  <a:lnTo>
                    <a:pt x="589349" y="33"/>
                  </a:lnTo>
                  <a:lnTo>
                    <a:pt x="581491" y="32"/>
                  </a:lnTo>
                  <a:lnTo>
                    <a:pt x="573633" y="31"/>
                  </a:lnTo>
                  <a:lnTo>
                    <a:pt x="565775" y="30"/>
                  </a:lnTo>
                  <a:lnTo>
                    <a:pt x="557917" y="29"/>
                  </a:lnTo>
                  <a:lnTo>
                    <a:pt x="550059" y="28"/>
                  </a:lnTo>
                  <a:lnTo>
                    <a:pt x="542201" y="27"/>
                  </a:lnTo>
                  <a:lnTo>
                    <a:pt x="534343" y="27"/>
                  </a:lnTo>
                  <a:lnTo>
                    <a:pt x="526485" y="26"/>
                  </a:lnTo>
                  <a:lnTo>
                    <a:pt x="518627" y="26"/>
                  </a:lnTo>
                  <a:lnTo>
                    <a:pt x="510769" y="25"/>
                  </a:lnTo>
                  <a:lnTo>
                    <a:pt x="502911" y="24"/>
                  </a:lnTo>
                  <a:lnTo>
                    <a:pt x="495053" y="24"/>
                  </a:lnTo>
                  <a:lnTo>
                    <a:pt x="487195" y="23"/>
                  </a:lnTo>
                  <a:lnTo>
                    <a:pt x="479337" y="22"/>
                  </a:lnTo>
                  <a:lnTo>
                    <a:pt x="471479" y="21"/>
                  </a:lnTo>
                  <a:lnTo>
                    <a:pt x="463621" y="20"/>
                  </a:lnTo>
                  <a:lnTo>
                    <a:pt x="455763" y="19"/>
                  </a:lnTo>
                  <a:lnTo>
                    <a:pt x="447905" y="19"/>
                  </a:lnTo>
                  <a:lnTo>
                    <a:pt x="440047" y="18"/>
                  </a:lnTo>
                  <a:lnTo>
                    <a:pt x="432189" y="16"/>
                  </a:lnTo>
                  <a:lnTo>
                    <a:pt x="424331" y="15"/>
                  </a:lnTo>
                  <a:lnTo>
                    <a:pt x="416473" y="15"/>
                  </a:lnTo>
                  <a:lnTo>
                    <a:pt x="408615" y="14"/>
                  </a:lnTo>
                  <a:lnTo>
                    <a:pt x="400757" y="13"/>
                  </a:lnTo>
                  <a:lnTo>
                    <a:pt x="392899" y="13"/>
                  </a:lnTo>
                  <a:lnTo>
                    <a:pt x="385041" y="12"/>
                  </a:lnTo>
                  <a:lnTo>
                    <a:pt x="377183" y="11"/>
                  </a:lnTo>
                  <a:lnTo>
                    <a:pt x="369325" y="10"/>
                  </a:lnTo>
                  <a:lnTo>
                    <a:pt x="361467" y="9"/>
                  </a:lnTo>
                  <a:lnTo>
                    <a:pt x="353609" y="9"/>
                  </a:lnTo>
                  <a:lnTo>
                    <a:pt x="345751" y="8"/>
                  </a:lnTo>
                  <a:lnTo>
                    <a:pt x="337893" y="8"/>
                  </a:lnTo>
                  <a:lnTo>
                    <a:pt x="330035" y="7"/>
                  </a:lnTo>
                  <a:lnTo>
                    <a:pt x="322177" y="7"/>
                  </a:lnTo>
                  <a:lnTo>
                    <a:pt x="314319" y="6"/>
                  </a:lnTo>
                  <a:lnTo>
                    <a:pt x="306461" y="5"/>
                  </a:lnTo>
                  <a:lnTo>
                    <a:pt x="298603" y="5"/>
                  </a:lnTo>
                  <a:lnTo>
                    <a:pt x="290745" y="4"/>
                  </a:lnTo>
                  <a:lnTo>
                    <a:pt x="282887" y="4"/>
                  </a:lnTo>
                  <a:lnTo>
                    <a:pt x="275029" y="3"/>
                  </a:lnTo>
                  <a:lnTo>
                    <a:pt x="267171" y="3"/>
                  </a:lnTo>
                  <a:lnTo>
                    <a:pt x="259313" y="3"/>
                  </a:lnTo>
                  <a:lnTo>
                    <a:pt x="251455" y="2"/>
                  </a:lnTo>
                  <a:lnTo>
                    <a:pt x="243597" y="2"/>
                  </a:lnTo>
                  <a:lnTo>
                    <a:pt x="235739" y="2"/>
                  </a:lnTo>
                  <a:lnTo>
                    <a:pt x="227881" y="2"/>
                  </a:lnTo>
                  <a:lnTo>
                    <a:pt x="220023" y="1"/>
                  </a:lnTo>
                  <a:lnTo>
                    <a:pt x="212165" y="1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1"/>
                  </a:lnTo>
                  <a:lnTo>
                    <a:pt x="149301" y="1"/>
                  </a:lnTo>
                  <a:lnTo>
                    <a:pt x="141443" y="1"/>
                  </a:lnTo>
                  <a:lnTo>
                    <a:pt x="133585" y="2"/>
                  </a:lnTo>
                  <a:lnTo>
                    <a:pt x="125727" y="1"/>
                  </a:lnTo>
                  <a:lnTo>
                    <a:pt x="117869" y="1"/>
                  </a:lnTo>
                  <a:lnTo>
                    <a:pt x="110011" y="2"/>
                  </a:lnTo>
                  <a:lnTo>
                    <a:pt x="102153" y="2"/>
                  </a:lnTo>
                  <a:lnTo>
                    <a:pt x="94295" y="3"/>
                  </a:lnTo>
                  <a:lnTo>
                    <a:pt x="86437" y="4"/>
                  </a:lnTo>
                  <a:lnTo>
                    <a:pt x="78579" y="4"/>
                  </a:lnTo>
                  <a:lnTo>
                    <a:pt x="70721" y="4"/>
                  </a:lnTo>
                  <a:lnTo>
                    <a:pt x="62863" y="5"/>
                  </a:lnTo>
                  <a:lnTo>
                    <a:pt x="55005" y="5"/>
                  </a:lnTo>
                  <a:lnTo>
                    <a:pt x="47147" y="7"/>
                  </a:lnTo>
                  <a:lnTo>
                    <a:pt x="39289" y="7"/>
                  </a:lnTo>
                  <a:lnTo>
                    <a:pt x="31431" y="8"/>
                  </a:lnTo>
                  <a:lnTo>
                    <a:pt x="23573" y="8"/>
                  </a:lnTo>
                  <a:lnTo>
                    <a:pt x="15715" y="9"/>
                  </a:lnTo>
                  <a:lnTo>
                    <a:pt x="7857" y="9"/>
                  </a:lnTo>
                  <a:lnTo>
                    <a:pt x="0" y="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6" name="pl185"/>
            <p:cNvSpPr/>
            <p:nvPr/>
          </p:nvSpPr>
          <p:spPr>
            <a:xfrm>
              <a:off x="3608036" y="4951630"/>
              <a:ext cx="2035220" cy="5052"/>
            </a:xfrm>
            <a:custGeom>
              <a:avLst/>
              <a:pathLst>
                <a:path w="2035220" h="5052">
                  <a:moveTo>
                    <a:pt x="0" y="5052"/>
                  </a:moveTo>
                  <a:lnTo>
                    <a:pt x="7857" y="5049"/>
                  </a:lnTo>
                  <a:lnTo>
                    <a:pt x="15715" y="5047"/>
                  </a:lnTo>
                  <a:lnTo>
                    <a:pt x="23573" y="5044"/>
                  </a:lnTo>
                  <a:lnTo>
                    <a:pt x="31431" y="5042"/>
                  </a:lnTo>
                  <a:lnTo>
                    <a:pt x="39289" y="5039"/>
                  </a:lnTo>
                  <a:lnTo>
                    <a:pt x="47147" y="5036"/>
                  </a:lnTo>
                  <a:lnTo>
                    <a:pt x="55005" y="5034"/>
                  </a:lnTo>
                  <a:lnTo>
                    <a:pt x="62863" y="5031"/>
                  </a:lnTo>
                  <a:lnTo>
                    <a:pt x="70721" y="5028"/>
                  </a:lnTo>
                  <a:lnTo>
                    <a:pt x="78579" y="5025"/>
                  </a:lnTo>
                  <a:lnTo>
                    <a:pt x="86437" y="5022"/>
                  </a:lnTo>
                  <a:lnTo>
                    <a:pt x="94295" y="5019"/>
                  </a:lnTo>
                  <a:lnTo>
                    <a:pt x="102153" y="5017"/>
                  </a:lnTo>
                  <a:lnTo>
                    <a:pt x="110011" y="5013"/>
                  </a:lnTo>
                  <a:lnTo>
                    <a:pt x="117869" y="5010"/>
                  </a:lnTo>
                  <a:lnTo>
                    <a:pt x="125727" y="5007"/>
                  </a:lnTo>
                  <a:lnTo>
                    <a:pt x="133585" y="5004"/>
                  </a:lnTo>
                  <a:lnTo>
                    <a:pt x="141443" y="5001"/>
                  </a:lnTo>
                  <a:lnTo>
                    <a:pt x="149301" y="4998"/>
                  </a:lnTo>
                  <a:lnTo>
                    <a:pt x="157159" y="4995"/>
                  </a:lnTo>
                  <a:lnTo>
                    <a:pt x="165017" y="4992"/>
                  </a:lnTo>
                  <a:lnTo>
                    <a:pt x="172875" y="4988"/>
                  </a:lnTo>
                  <a:lnTo>
                    <a:pt x="180733" y="4985"/>
                  </a:lnTo>
                  <a:lnTo>
                    <a:pt x="188591" y="4982"/>
                  </a:lnTo>
                  <a:lnTo>
                    <a:pt x="196449" y="4978"/>
                  </a:lnTo>
                  <a:lnTo>
                    <a:pt x="204307" y="4975"/>
                  </a:lnTo>
                  <a:lnTo>
                    <a:pt x="212165" y="4972"/>
                  </a:lnTo>
                  <a:lnTo>
                    <a:pt x="220023" y="4968"/>
                  </a:lnTo>
                  <a:lnTo>
                    <a:pt x="227881" y="4965"/>
                  </a:lnTo>
                  <a:lnTo>
                    <a:pt x="235739" y="4961"/>
                  </a:lnTo>
                  <a:lnTo>
                    <a:pt x="243597" y="4957"/>
                  </a:lnTo>
                  <a:lnTo>
                    <a:pt x="251455" y="4954"/>
                  </a:lnTo>
                  <a:lnTo>
                    <a:pt x="259313" y="4950"/>
                  </a:lnTo>
                  <a:lnTo>
                    <a:pt x="267171" y="4946"/>
                  </a:lnTo>
                  <a:lnTo>
                    <a:pt x="275029" y="4941"/>
                  </a:lnTo>
                  <a:lnTo>
                    <a:pt x="282887" y="4938"/>
                  </a:lnTo>
                  <a:lnTo>
                    <a:pt x="290745" y="4934"/>
                  </a:lnTo>
                  <a:lnTo>
                    <a:pt x="298603" y="4930"/>
                  </a:lnTo>
                  <a:lnTo>
                    <a:pt x="306461" y="4926"/>
                  </a:lnTo>
                  <a:lnTo>
                    <a:pt x="314319" y="4922"/>
                  </a:lnTo>
                  <a:lnTo>
                    <a:pt x="322177" y="4918"/>
                  </a:lnTo>
                  <a:lnTo>
                    <a:pt x="330035" y="4913"/>
                  </a:lnTo>
                  <a:lnTo>
                    <a:pt x="337893" y="4909"/>
                  </a:lnTo>
                  <a:lnTo>
                    <a:pt x="345751" y="4905"/>
                  </a:lnTo>
                  <a:lnTo>
                    <a:pt x="353609" y="4900"/>
                  </a:lnTo>
                  <a:lnTo>
                    <a:pt x="361467" y="4896"/>
                  </a:lnTo>
                  <a:lnTo>
                    <a:pt x="369325" y="4891"/>
                  </a:lnTo>
                  <a:lnTo>
                    <a:pt x="377183" y="4886"/>
                  </a:lnTo>
                  <a:lnTo>
                    <a:pt x="385041" y="4882"/>
                  </a:lnTo>
                  <a:lnTo>
                    <a:pt x="392899" y="4878"/>
                  </a:lnTo>
                  <a:lnTo>
                    <a:pt x="400757" y="4873"/>
                  </a:lnTo>
                  <a:lnTo>
                    <a:pt x="408615" y="4869"/>
                  </a:lnTo>
                  <a:lnTo>
                    <a:pt x="416473" y="4864"/>
                  </a:lnTo>
                  <a:lnTo>
                    <a:pt x="424331" y="4859"/>
                  </a:lnTo>
                  <a:lnTo>
                    <a:pt x="432189" y="4854"/>
                  </a:lnTo>
                  <a:lnTo>
                    <a:pt x="440047" y="4849"/>
                  </a:lnTo>
                  <a:lnTo>
                    <a:pt x="447905" y="4844"/>
                  </a:lnTo>
                  <a:lnTo>
                    <a:pt x="455763" y="4838"/>
                  </a:lnTo>
                  <a:lnTo>
                    <a:pt x="463621" y="4832"/>
                  </a:lnTo>
                  <a:lnTo>
                    <a:pt x="471479" y="4827"/>
                  </a:lnTo>
                  <a:lnTo>
                    <a:pt x="479337" y="4821"/>
                  </a:lnTo>
                  <a:lnTo>
                    <a:pt x="487195" y="4816"/>
                  </a:lnTo>
                  <a:lnTo>
                    <a:pt x="495053" y="4810"/>
                  </a:lnTo>
                  <a:lnTo>
                    <a:pt x="502911" y="4805"/>
                  </a:lnTo>
                  <a:lnTo>
                    <a:pt x="510769" y="4799"/>
                  </a:lnTo>
                  <a:lnTo>
                    <a:pt x="518627" y="4793"/>
                  </a:lnTo>
                  <a:lnTo>
                    <a:pt x="526485" y="4787"/>
                  </a:lnTo>
                  <a:lnTo>
                    <a:pt x="534343" y="4781"/>
                  </a:lnTo>
                  <a:lnTo>
                    <a:pt x="542201" y="4775"/>
                  </a:lnTo>
                  <a:lnTo>
                    <a:pt x="550059" y="4769"/>
                  </a:lnTo>
                  <a:lnTo>
                    <a:pt x="557917" y="4763"/>
                  </a:lnTo>
                  <a:lnTo>
                    <a:pt x="565775" y="4758"/>
                  </a:lnTo>
                  <a:lnTo>
                    <a:pt x="573633" y="4752"/>
                  </a:lnTo>
                  <a:lnTo>
                    <a:pt x="581491" y="4745"/>
                  </a:lnTo>
                  <a:lnTo>
                    <a:pt x="589349" y="4739"/>
                  </a:lnTo>
                  <a:lnTo>
                    <a:pt x="597207" y="4733"/>
                  </a:lnTo>
                  <a:lnTo>
                    <a:pt x="605065" y="4726"/>
                  </a:lnTo>
                  <a:lnTo>
                    <a:pt x="612923" y="4720"/>
                  </a:lnTo>
                  <a:lnTo>
                    <a:pt x="620781" y="4712"/>
                  </a:lnTo>
                  <a:lnTo>
                    <a:pt x="628639" y="4706"/>
                  </a:lnTo>
                  <a:lnTo>
                    <a:pt x="636497" y="4699"/>
                  </a:lnTo>
                  <a:lnTo>
                    <a:pt x="644355" y="4693"/>
                  </a:lnTo>
                  <a:lnTo>
                    <a:pt x="652213" y="4685"/>
                  </a:lnTo>
                  <a:lnTo>
                    <a:pt x="660071" y="4678"/>
                  </a:lnTo>
                  <a:lnTo>
                    <a:pt x="667929" y="4669"/>
                  </a:lnTo>
                  <a:lnTo>
                    <a:pt x="675787" y="4661"/>
                  </a:lnTo>
                  <a:lnTo>
                    <a:pt x="683645" y="4652"/>
                  </a:lnTo>
                  <a:lnTo>
                    <a:pt x="691503" y="4646"/>
                  </a:lnTo>
                  <a:lnTo>
                    <a:pt x="699361" y="4637"/>
                  </a:lnTo>
                  <a:lnTo>
                    <a:pt x="707219" y="4630"/>
                  </a:lnTo>
                  <a:lnTo>
                    <a:pt x="715077" y="4622"/>
                  </a:lnTo>
                  <a:lnTo>
                    <a:pt x="722935" y="4615"/>
                  </a:lnTo>
                  <a:lnTo>
                    <a:pt x="730793" y="4608"/>
                  </a:lnTo>
                  <a:lnTo>
                    <a:pt x="738651" y="4601"/>
                  </a:lnTo>
                  <a:lnTo>
                    <a:pt x="746509" y="4593"/>
                  </a:lnTo>
                  <a:lnTo>
                    <a:pt x="754367" y="4583"/>
                  </a:lnTo>
                  <a:lnTo>
                    <a:pt x="762225" y="4575"/>
                  </a:lnTo>
                  <a:lnTo>
                    <a:pt x="770083" y="4567"/>
                  </a:lnTo>
                  <a:lnTo>
                    <a:pt x="777941" y="4558"/>
                  </a:lnTo>
                  <a:lnTo>
                    <a:pt x="785799" y="4551"/>
                  </a:lnTo>
                  <a:lnTo>
                    <a:pt x="793657" y="4542"/>
                  </a:lnTo>
                  <a:lnTo>
                    <a:pt x="801515" y="4533"/>
                  </a:lnTo>
                  <a:lnTo>
                    <a:pt x="809373" y="4524"/>
                  </a:lnTo>
                  <a:lnTo>
                    <a:pt x="817231" y="4516"/>
                  </a:lnTo>
                  <a:lnTo>
                    <a:pt x="825089" y="4507"/>
                  </a:lnTo>
                  <a:lnTo>
                    <a:pt x="832947" y="4497"/>
                  </a:lnTo>
                  <a:lnTo>
                    <a:pt x="840805" y="4486"/>
                  </a:lnTo>
                  <a:lnTo>
                    <a:pt x="848663" y="4477"/>
                  </a:lnTo>
                  <a:lnTo>
                    <a:pt x="856521" y="4467"/>
                  </a:lnTo>
                  <a:lnTo>
                    <a:pt x="864379" y="4457"/>
                  </a:lnTo>
                  <a:lnTo>
                    <a:pt x="872237" y="4447"/>
                  </a:lnTo>
                  <a:lnTo>
                    <a:pt x="880095" y="4437"/>
                  </a:lnTo>
                  <a:lnTo>
                    <a:pt x="887953" y="4427"/>
                  </a:lnTo>
                  <a:lnTo>
                    <a:pt x="895811" y="4416"/>
                  </a:lnTo>
                  <a:lnTo>
                    <a:pt x="903669" y="4405"/>
                  </a:lnTo>
                  <a:lnTo>
                    <a:pt x="911527" y="4395"/>
                  </a:lnTo>
                  <a:lnTo>
                    <a:pt x="919385" y="4385"/>
                  </a:lnTo>
                  <a:lnTo>
                    <a:pt x="927243" y="4374"/>
                  </a:lnTo>
                  <a:lnTo>
                    <a:pt x="935101" y="4363"/>
                  </a:lnTo>
                  <a:lnTo>
                    <a:pt x="942959" y="4352"/>
                  </a:lnTo>
                  <a:lnTo>
                    <a:pt x="950817" y="4339"/>
                  </a:lnTo>
                  <a:lnTo>
                    <a:pt x="958675" y="4328"/>
                  </a:lnTo>
                  <a:lnTo>
                    <a:pt x="966533" y="4318"/>
                  </a:lnTo>
                  <a:lnTo>
                    <a:pt x="974391" y="4305"/>
                  </a:lnTo>
                  <a:lnTo>
                    <a:pt x="982249" y="4294"/>
                  </a:lnTo>
                  <a:lnTo>
                    <a:pt x="990107" y="4282"/>
                  </a:lnTo>
                  <a:lnTo>
                    <a:pt x="997965" y="4268"/>
                  </a:lnTo>
                  <a:lnTo>
                    <a:pt x="1005823" y="4256"/>
                  </a:lnTo>
                  <a:lnTo>
                    <a:pt x="1013681" y="4244"/>
                  </a:lnTo>
                  <a:lnTo>
                    <a:pt x="1021539" y="4231"/>
                  </a:lnTo>
                  <a:lnTo>
                    <a:pt x="1029397" y="4218"/>
                  </a:lnTo>
                  <a:lnTo>
                    <a:pt x="1037254" y="4204"/>
                  </a:lnTo>
                  <a:lnTo>
                    <a:pt x="1045112" y="4192"/>
                  </a:lnTo>
                  <a:lnTo>
                    <a:pt x="1052970" y="4181"/>
                  </a:lnTo>
                  <a:lnTo>
                    <a:pt x="1060828" y="4165"/>
                  </a:lnTo>
                  <a:lnTo>
                    <a:pt x="1068686" y="4153"/>
                  </a:lnTo>
                  <a:lnTo>
                    <a:pt x="1076544" y="4139"/>
                  </a:lnTo>
                  <a:lnTo>
                    <a:pt x="1084402" y="4124"/>
                  </a:lnTo>
                  <a:lnTo>
                    <a:pt x="1092260" y="4109"/>
                  </a:lnTo>
                  <a:lnTo>
                    <a:pt x="1100118" y="4095"/>
                  </a:lnTo>
                  <a:lnTo>
                    <a:pt x="1107976" y="4080"/>
                  </a:lnTo>
                  <a:lnTo>
                    <a:pt x="1115834" y="4065"/>
                  </a:lnTo>
                  <a:lnTo>
                    <a:pt x="1123692" y="4048"/>
                  </a:lnTo>
                  <a:lnTo>
                    <a:pt x="1131550" y="4033"/>
                  </a:lnTo>
                  <a:lnTo>
                    <a:pt x="1139408" y="4017"/>
                  </a:lnTo>
                  <a:lnTo>
                    <a:pt x="1147266" y="4002"/>
                  </a:lnTo>
                  <a:lnTo>
                    <a:pt x="1155124" y="3984"/>
                  </a:lnTo>
                  <a:lnTo>
                    <a:pt x="1162982" y="3967"/>
                  </a:lnTo>
                  <a:lnTo>
                    <a:pt x="1170840" y="3949"/>
                  </a:lnTo>
                  <a:lnTo>
                    <a:pt x="1178698" y="3932"/>
                  </a:lnTo>
                  <a:lnTo>
                    <a:pt x="1186556" y="3916"/>
                  </a:lnTo>
                  <a:lnTo>
                    <a:pt x="1194414" y="3896"/>
                  </a:lnTo>
                  <a:lnTo>
                    <a:pt x="1202272" y="3880"/>
                  </a:lnTo>
                  <a:lnTo>
                    <a:pt x="1210130" y="3863"/>
                  </a:lnTo>
                  <a:lnTo>
                    <a:pt x="1217988" y="3844"/>
                  </a:lnTo>
                  <a:lnTo>
                    <a:pt x="1225846" y="3829"/>
                  </a:lnTo>
                  <a:lnTo>
                    <a:pt x="1233704" y="3809"/>
                  </a:lnTo>
                  <a:lnTo>
                    <a:pt x="1241562" y="3791"/>
                  </a:lnTo>
                  <a:lnTo>
                    <a:pt x="1249420" y="3770"/>
                  </a:lnTo>
                  <a:lnTo>
                    <a:pt x="1257278" y="3749"/>
                  </a:lnTo>
                  <a:lnTo>
                    <a:pt x="1265136" y="3729"/>
                  </a:lnTo>
                  <a:lnTo>
                    <a:pt x="1272994" y="3709"/>
                  </a:lnTo>
                  <a:lnTo>
                    <a:pt x="1280852" y="3687"/>
                  </a:lnTo>
                  <a:lnTo>
                    <a:pt x="1288710" y="3667"/>
                  </a:lnTo>
                  <a:lnTo>
                    <a:pt x="1296568" y="3646"/>
                  </a:lnTo>
                  <a:lnTo>
                    <a:pt x="1304426" y="3627"/>
                  </a:lnTo>
                  <a:lnTo>
                    <a:pt x="1312284" y="3607"/>
                  </a:lnTo>
                  <a:lnTo>
                    <a:pt x="1320142" y="3586"/>
                  </a:lnTo>
                  <a:lnTo>
                    <a:pt x="1328000" y="3563"/>
                  </a:lnTo>
                  <a:lnTo>
                    <a:pt x="1335858" y="3542"/>
                  </a:lnTo>
                  <a:lnTo>
                    <a:pt x="1343716" y="3519"/>
                  </a:lnTo>
                  <a:lnTo>
                    <a:pt x="1351574" y="3496"/>
                  </a:lnTo>
                  <a:lnTo>
                    <a:pt x="1359432" y="3470"/>
                  </a:lnTo>
                  <a:lnTo>
                    <a:pt x="1367290" y="3451"/>
                  </a:lnTo>
                  <a:lnTo>
                    <a:pt x="1375148" y="3430"/>
                  </a:lnTo>
                  <a:lnTo>
                    <a:pt x="1383006" y="3411"/>
                  </a:lnTo>
                  <a:lnTo>
                    <a:pt x="1390864" y="3388"/>
                  </a:lnTo>
                  <a:lnTo>
                    <a:pt x="1398722" y="3364"/>
                  </a:lnTo>
                  <a:lnTo>
                    <a:pt x="1406580" y="3340"/>
                  </a:lnTo>
                  <a:lnTo>
                    <a:pt x="1414438" y="3319"/>
                  </a:lnTo>
                  <a:lnTo>
                    <a:pt x="1422296" y="3293"/>
                  </a:lnTo>
                  <a:lnTo>
                    <a:pt x="1430154" y="3265"/>
                  </a:lnTo>
                  <a:lnTo>
                    <a:pt x="1438012" y="3244"/>
                  </a:lnTo>
                  <a:lnTo>
                    <a:pt x="1445870" y="3218"/>
                  </a:lnTo>
                  <a:lnTo>
                    <a:pt x="1453728" y="3193"/>
                  </a:lnTo>
                  <a:lnTo>
                    <a:pt x="1461586" y="3166"/>
                  </a:lnTo>
                  <a:lnTo>
                    <a:pt x="1469444" y="3139"/>
                  </a:lnTo>
                  <a:lnTo>
                    <a:pt x="1477302" y="3112"/>
                  </a:lnTo>
                  <a:lnTo>
                    <a:pt x="1485160" y="3087"/>
                  </a:lnTo>
                  <a:lnTo>
                    <a:pt x="1493018" y="3060"/>
                  </a:lnTo>
                  <a:lnTo>
                    <a:pt x="1500876" y="3032"/>
                  </a:lnTo>
                  <a:lnTo>
                    <a:pt x="1508734" y="3004"/>
                  </a:lnTo>
                  <a:lnTo>
                    <a:pt x="1516592" y="2972"/>
                  </a:lnTo>
                  <a:lnTo>
                    <a:pt x="1524450" y="2942"/>
                  </a:lnTo>
                  <a:lnTo>
                    <a:pt x="1532308" y="2911"/>
                  </a:lnTo>
                  <a:lnTo>
                    <a:pt x="1540166" y="2883"/>
                  </a:lnTo>
                  <a:lnTo>
                    <a:pt x="1548024" y="2849"/>
                  </a:lnTo>
                  <a:lnTo>
                    <a:pt x="1555882" y="2818"/>
                  </a:lnTo>
                  <a:lnTo>
                    <a:pt x="1563740" y="2787"/>
                  </a:lnTo>
                  <a:lnTo>
                    <a:pt x="1571598" y="2757"/>
                  </a:lnTo>
                  <a:lnTo>
                    <a:pt x="1579456" y="2725"/>
                  </a:lnTo>
                  <a:lnTo>
                    <a:pt x="1587314" y="2694"/>
                  </a:lnTo>
                  <a:lnTo>
                    <a:pt x="1595172" y="2658"/>
                  </a:lnTo>
                  <a:lnTo>
                    <a:pt x="1603030" y="2625"/>
                  </a:lnTo>
                  <a:lnTo>
                    <a:pt x="1610888" y="2592"/>
                  </a:lnTo>
                  <a:lnTo>
                    <a:pt x="1618746" y="2554"/>
                  </a:lnTo>
                  <a:lnTo>
                    <a:pt x="1626604" y="2517"/>
                  </a:lnTo>
                  <a:lnTo>
                    <a:pt x="1634462" y="2480"/>
                  </a:lnTo>
                  <a:lnTo>
                    <a:pt x="1642320" y="2446"/>
                  </a:lnTo>
                  <a:lnTo>
                    <a:pt x="1650178" y="2411"/>
                  </a:lnTo>
                  <a:lnTo>
                    <a:pt x="1658036" y="2378"/>
                  </a:lnTo>
                  <a:lnTo>
                    <a:pt x="1665894" y="2341"/>
                  </a:lnTo>
                  <a:lnTo>
                    <a:pt x="1673752" y="2303"/>
                  </a:lnTo>
                  <a:lnTo>
                    <a:pt x="1681610" y="2265"/>
                  </a:lnTo>
                  <a:lnTo>
                    <a:pt x="1689468" y="2225"/>
                  </a:lnTo>
                  <a:lnTo>
                    <a:pt x="1697326" y="2187"/>
                  </a:lnTo>
                  <a:lnTo>
                    <a:pt x="1705184" y="2149"/>
                  </a:lnTo>
                  <a:lnTo>
                    <a:pt x="1713042" y="2110"/>
                  </a:lnTo>
                  <a:lnTo>
                    <a:pt x="1720900" y="2068"/>
                  </a:lnTo>
                  <a:lnTo>
                    <a:pt x="1728758" y="2027"/>
                  </a:lnTo>
                  <a:lnTo>
                    <a:pt x="1736616" y="1986"/>
                  </a:lnTo>
                  <a:lnTo>
                    <a:pt x="1744474" y="1945"/>
                  </a:lnTo>
                  <a:lnTo>
                    <a:pt x="1752332" y="1900"/>
                  </a:lnTo>
                  <a:lnTo>
                    <a:pt x="1760190" y="1854"/>
                  </a:lnTo>
                  <a:lnTo>
                    <a:pt x="1768048" y="1814"/>
                  </a:lnTo>
                  <a:lnTo>
                    <a:pt x="1775906" y="1775"/>
                  </a:lnTo>
                  <a:lnTo>
                    <a:pt x="1783764" y="1729"/>
                  </a:lnTo>
                  <a:lnTo>
                    <a:pt x="1791622" y="1690"/>
                  </a:lnTo>
                  <a:lnTo>
                    <a:pt x="1799480" y="1645"/>
                  </a:lnTo>
                  <a:lnTo>
                    <a:pt x="1807338" y="1596"/>
                  </a:lnTo>
                  <a:lnTo>
                    <a:pt x="1815196" y="1550"/>
                  </a:lnTo>
                  <a:lnTo>
                    <a:pt x="1823054" y="1500"/>
                  </a:lnTo>
                  <a:lnTo>
                    <a:pt x="1830912" y="1450"/>
                  </a:lnTo>
                  <a:lnTo>
                    <a:pt x="1838770" y="1402"/>
                  </a:lnTo>
                  <a:lnTo>
                    <a:pt x="1846628" y="1351"/>
                  </a:lnTo>
                  <a:lnTo>
                    <a:pt x="1854486" y="1301"/>
                  </a:lnTo>
                  <a:lnTo>
                    <a:pt x="1862344" y="1257"/>
                  </a:lnTo>
                  <a:lnTo>
                    <a:pt x="1870202" y="1206"/>
                  </a:lnTo>
                  <a:lnTo>
                    <a:pt x="1878060" y="1157"/>
                  </a:lnTo>
                  <a:lnTo>
                    <a:pt x="1885918" y="1110"/>
                  </a:lnTo>
                  <a:lnTo>
                    <a:pt x="1893776" y="1058"/>
                  </a:lnTo>
                  <a:lnTo>
                    <a:pt x="1901634" y="1009"/>
                  </a:lnTo>
                  <a:lnTo>
                    <a:pt x="1909492" y="956"/>
                  </a:lnTo>
                  <a:lnTo>
                    <a:pt x="1917350" y="903"/>
                  </a:lnTo>
                  <a:lnTo>
                    <a:pt x="1925208" y="848"/>
                  </a:lnTo>
                  <a:lnTo>
                    <a:pt x="1933066" y="797"/>
                  </a:lnTo>
                  <a:lnTo>
                    <a:pt x="1940924" y="736"/>
                  </a:lnTo>
                  <a:lnTo>
                    <a:pt x="1948782" y="683"/>
                  </a:lnTo>
                  <a:lnTo>
                    <a:pt x="1956640" y="630"/>
                  </a:lnTo>
                  <a:lnTo>
                    <a:pt x="1964498" y="570"/>
                  </a:lnTo>
                  <a:lnTo>
                    <a:pt x="1972356" y="513"/>
                  </a:lnTo>
                  <a:lnTo>
                    <a:pt x="1980214" y="455"/>
                  </a:lnTo>
                  <a:lnTo>
                    <a:pt x="1988072" y="394"/>
                  </a:lnTo>
                  <a:lnTo>
                    <a:pt x="1995930" y="336"/>
                  </a:lnTo>
                  <a:lnTo>
                    <a:pt x="2003788" y="272"/>
                  </a:lnTo>
                  <a:lnTo>
                    <a:pt x="2011646" y="204"/>
                  </a:lnTo>
                  <a:lnTo>
                    <a:pt x="2019504" y="136"/>
                  </a:lnTo>
                  <a:lnTo>
                    <a:pt x="2027362" y="72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6"/>
            <p:cNvSpPr/>
            <p:nvPr/>
          </p:nvSpPr>
          <p:spPr>
            <a:xfrm>
              <a:off x="3608036" y="4955887"/>
              <a:ext cx="2035220" cy="898"/>
            </a:xfrm>
            <a:custGeom>
              <a:avLst/>
              <a:pathLst>
                <a:path w="2035220" h="898">
                  <a:moveTo>
                    <a:pt x="0" y="898"/>
                  </a:moveTo>
                  <a:lnTo>
                    <a:pt x="7857" y="897"/>
                  </a:lnTo>
                  <a:lnTo>
                    <a:pt x="15715" y="896"/>
                  </a:lnTo>
                  <a:lnTo>
                    <a:pt x="23573" y="895"/>
                  </a:lnTo>
                  <a:lnTo>
                    <a:pt x="31431" y="894"/>
                  </a:lnTo>
                  <a:lnTo>
                    <a:pt x="39289" y="894"/>
                  </a:lnTo>
                  <a:lnTo>
                    <a:pt x="47147" y="892"/>
                  </a:lnTo>
                  <a:lnTo>
                    <a:pt x="55005" y="891"/>
                  </a:lnTo>
                  <a:lnTo>
                    <a:pt x="62863" y="891"/>
                  </a:lnTo>
                  <a:lnTo>
                    <a:pt x="70721" y="890"/>
                  </a:lnTo>
                  <a:lnTo>
                    <a:pt x="78579" y="889"/>
                  </a:lnTo>
                  <a:lnTo>
                    <a:pt x="86437" y="888"/>
                  </a:lnTo>
                  <a:lnTo>
                    <a:pt x="94295" y="887"/>
                  </a:lnTo>
                  <a:lnTo>
                    <a:pt x="102153" y="886"/>
                  </a:lnTo>
                  <a:lnTo>
                    <a:pt x="110011" y="885"/>
                  </a:lnTo>
                  <a:lnTo>
                    <a:pt x="117869" y="884"/>
                  </a:lnTo>
                  <a:lnTo>
                    <a:pt x="125727" y="883"/>
                  </a:lnTo>
                  <a:lnTo>
                    <a:pt x="133585" y="882"/>
                  </a:lnTo>
                  <a:lnTo>
                    <a:pt x="141443" y="881"/>
                  </a:lnTo>
                  <a:lnTo>
                    <a:pt x="149301" y="880"/>
                  </a:lnTo>
                  <a:lnTo>
                    <a:pt x="157159" y="879"/>
                  </a:lnTo>
                  <a:lnTo>
                    <a:pt x="165017" y="878"/>
                  </a:lnTo>
                  <a:lnTo>
                    <a:pt x="172875" y="877"/>
                  </a:lnTo>
                  <a:lnTo>
                    <a:pt x="180733" y="876"/>
                  </a:lnTo>
                  <a:lnTo>
                    <a:pt x="188591" y="875"/>
                  </a:lnTo>
                  <a:lnTo>
                    <a:pt x="196449" y="873"/>
                  </a:lnTo>
                  <a:lnTo>
                    <a:pt x="204307" y="872"/>
                  </a:lnTo>
                  <a:lnTo>
                    <a:pt x="212165" y="871"/>
                  </a:lnTo>
                  <a:lnTo>
                    <a:pt x="220023" y="870"/>
                  </a:lnTo>
                  <a:lnTo>
                    <a:pt x="227881" y="869"/>
                  </a:lnTo>
                  <a:lnTo>
                    <a:pt x="235739" y="868"/>
                  </a:lnTo>
                  <a:lnTo>
                    <a:pt x="243597" y="867"/>
                  </a:lnTo>
                  <a:lnTo>
                    <a:pt x="251455" y="866"/>
                  </a:lnTo>
                  <a:lnTo>
                    <a:pt x="259313" y="865"/>
                  </a:lnTo>
                  <a:lnTo>
                    <a:pt x="267171" y="864"/>
                  </a:lnTo>
                  <a:lnTo>
                    <a:pt x="275029" y="862"/>
                  </a:lnTo>
                  <a:lnTo>
                    <a:pt x="282887" y="861"/>
                  </a:lnTo>
                  <a:lnTo>
                    <a:pt x="290745" y="860"/>
                  </a:lnTo>
                  <a:lnTo>
                    <a:pt x="298603" y="859"/>
                  </a:lnTo>
                  <a:lnTo>
                    <a:pt x="306461" y="858"/>
                  </a:lnTo>
                  <a:lnTo>
                    <a:pt x="314319" y="857"/>
                  </a:lnTo>
                  <a:lnTo>
                    <a:pt x="322177" y="856"/>
                  </a:lnTo>
                  <a:lnTo>
                    <a:pt x="330035" y="854"/>
                  </a:lnTo>
                  <a:lnTo>
                    <a:pt x="337893" y="853"/>
                  </a:lnTo>
                  <a:lnTo>
                    <a:pt x="345751" y="851"/>
                  </a:lnTo>
                  <a:lnTo>
                    <a:pt x="353609" y="850"/>
                  </a:lnTo>
                  <a:lnTo>
                    <a:pt x="361467" y="849"/>
                  </a:lnTo>
                  <a:lnTo>
                    <a:pt x="369325" y="848"/>
                  </a:lnTo>
                  <a:lnTo>
                    <a:pt x="377183" y="847"/>
                  </a:lnTo>
                  <a:lnTo>
                    <a:pt x="385041" y="845"/>
                  </a:lnTo>
                  <a:lnTo>
                    <a:pt x="392899" y="844"/>
                  </a:lnTo>
                  <a:lnTo>
                    <a:pt x="400757" y="842"/>
                  </a:lnTo>
                  <a:lnTo>
                    <a:pt x="408615" y="841"/>
                  </a:lnTo>
                  <a:lnTo>
                    <a:pt x="416473" y="839"/>
                  </a:lnTo>
                  <a:lnTo>
                    <a:pt x="424331" y="838"/>
                  </a:lnTo>
                  <a:lnTo>
                    <a:pt x="432189" y="837"/>
                  </a:lnTo>
                  <a:lnTo>
                    <a:pt x="440047" y="836"/>
                  </a:lnTo>
                  <a:lnTo>
                    <a:pt x="447905" y="834"/>
                  </a:lnTo>
                  <a:lnTo>
                    <a:pt x="455763" y="832"/>
                  </a:lnTo>
                  <a:lnTo>
                    <a:pt x="463621" y="831"/>
                  </a:lnTo>
                  <a:lnTo>
                    <a:pt x="471479" y="829"/>
                  </a:lnTo>
                  <a:lnTo>
                    <a:pt x="479337" y="828"/>
                  </a:lnTo>
                  <a:lnTo>
                    <a:pt x="487195" y="826"/>
                  </a:lnTo>
                  <a:lnTo>
                    <a:pt x="495053" y="825"/>
                  </a:lnTo>
                  <a:lnTo>
                    <a:pt x="502911" y="824"/>
                  </a:lnTo>
                  <a:lnTo>
                    <a:pt x="510769" y="822"/>
                  </a:lnTo>
                  <a:lnTo>
                    <a:pt x="518627" y="820"/>
                  </a:lnTo>
                  <a:lnTo>
                    <a:pt x="526485" y="819"/>
                  </a:lnTo>
                  <a:lnTo>
                    <a:pt x="534343" y="817"/>
                  </a:lnTo>
                  <a:lnTo>
                    <a:pt x="542201" y="816"/>
                  </a:lnTo>
                  <a:lnTo>
                    <a:pt x="550059" y="814"/>
                  </a:lnTo>
                  <a:lnTo>
                    <a:pt x="557917" y="813"/>
                  </a:lnTo>
                  <a:lnTo>
                    <a:pt x="565775" y="811"/>
                  </a:lnTo>
                  <a:lnTo>
                    <a:pt x="573633" y="810"/>
                  </a:lnTo>
                  <a:lnTo>
                    <a:pt x="581491" y="808"/>
                  </a:lnTo>
                  <a:lnTo>
                    <a:pt x="589349" y="807"/>
                  </a:lnTo>
                  <a:lnTo>
                    <a:pt x="597207" y="805"/>
                  </a:lnTo>
                  <a:lnTo>
                    <a:pt x="605065" y="803"/>
                  </a:lnTo>
                  <a:lnTo>
                    <a:pt x="612923" y="801"/>
                  </a:lnTo>
                  <a:lnTo>
                    <a:pt x="620781" y="800"/>
                  </a:lnTo>
                  <a:lnTo>
                    <a:pt x="628639" y="798"/>
                  </a:lnTo>
                  <a:lnTo>
                    <a:pt x="636497" y="796"/>
                  </a:lnTo>
                  <a:lnTo>
                    <a:pt x="644355" y="794"/>
                  </a:lnTo>
                  <a:lnTo>
                    <a:pt x="652213" y="792"/>
                  </a:lnTo>
                  <a:lnTo>
                    <a:pt x="660071" y="790"/>
                  </a:lnTo>
                  <a:lnTo>
                    <a:pt x="667929" y="788"/>
                  </a:lnTo>
                  <a:lnTo>
                    <a:pt x="675787" y="786"/>
                  </a:lnTo>
                  <a:lnTo>
                    <a:pt x="683645" y="784"/>
                  </a:lnTo>
                  <a:lnTo>
                    <a:pt x="691503" y="782"/>
                  </a:lnTo>
                  <a:lnTo>
                    <a:pt x="699361" y="780"/>
                  </a:lnTo>
                  <a:lnTo>
                    <a:pt x="707219" y="778"/>
                  </a:lnTo>
                  <a:lnTo>
                    <a:pt x="715077" y="777"/>
                  </a:lnTo>
                  <a:lnTo>
                    <a:pt x="722935" y="775"/>
                  </a:lnTo>
                  <a:lnTo>
                    <a:pt x="730793" y="772"/>
                  </a:lnTo>
                  <a:lnTo>
                    <a:pt x="738651" y="769"/>
                  </a:lnTo>
                  <a:lnTo>
                    <a:pt x="746509" y="768"/>
                  </a:lnTo>
                  <a:lnTo>
                    <a:pt x="754367" y="766"/>
                  </a:lnTo>
                  <a:lnTo>
                    <a:pt x="762225" y="764"/>
                  </a:lnTo>
                  <a:lnTo>
                    <a:pt x="770083" y="761"/>
                  </a:lnTo>
                  <a:lnTo>
                    <a:pt x="777941" y="760"/>
                  </a:lnTo>
                  <a:lnTo>
                    <a:pt x="785799" y="758"/>
                  </a:lnTo>
                  <a:lnTo>
                    <a:pt x="793657" y="755"/>
                  </a:lnTo>
                  <a:lnTo>
                    <a:pt x="801515" y="753"/>
                  </a:lnTo>
                  <a:lnTo>
                    <a:pt x="809373" y="752"/>
                  </a:lnTo>
                  <a:lnTo>
                    <a:pt x="817231" y="750"/>
                  </a:lnTo>
                  <a:lnTo>
                    <a:pt x="825089" y="748"/>
                  </a:lnTo>
                  <a:lnTo>
                    <a:pt x="832947" y="746"/>
                  </a:lnTo>
                  <a:lnTo>
                    <a:pt x="840805" y="744"/>
                  </a:lnTo>
                  <a:lnTo>
                    <a:pt x="848663" y="741"/>
                  </a:lnTo>
                  <a:lnTo>
                    <a:pt x="856521" y="740"/>
                  </a:lnTo>
                  <a:lnTo>
                    <a:pt x="864379" y="737"/>
                  </a:lnTo>
                  <a:lnTo>
                    <a:pt x="872237" y="736"/>
                  </a:lnTo>
                  <a:lnTo>
                    <a:pt x="880095" y="733"/>
                  </a:lnTo>
                  <a:lnTo>
                    <a:pt x="887953" y="730"/>
                  </a:lnTo>
                  <a:lnTo>
                    <a:pt x="895811" y="727"/>
                  </a:lnTo>
                  <a:lnTo>
                    <a:pt x="903669" y="725"/>
                  </a:lnTo>
                  <a:lnTo>
                    <a:pt x="911527" y="722"/>
                  </a:lnTo>
                  <a:lnTo>
                    <a:pt x="919385" y="720"/>
                  </a:lnTo>
                  <a:lnTo>
                    <a:pt x="927243" y="717"/>
                  </a:lnTo>
                  <a:lnTo>
                    <a:pt x="935101" y="714"/>
                  </a:lnTo>
                  <a:lnTo>
                    <a:pt x="942959" y="711"/>
                  </a:lnTo>
                  <a:lnTo>
                    <a:pt x="950817" y="708"/>
                  </a:lnTo>
                  <a:lnTo>
                    <a:pt x="958675" y="706"/>
                  </a:lnTo>
                  <a:lnTo>
                    <a:pt x="966533" y="704"/>
                  </a:lnTo>
                  <a:lnTo>
                    <a:pt x="974391" y="701"/>
                  </a:lnTo>
                  <a:lnTo>
                    <a:pt x="982249" y="698"/>
                  </a:lnTo>
                  <a:lnTo>
                    <a:pt x="990107" y="695"/>
                  </a:lnTo>
                  <a:lnTo>
                    <a:pt x="997965" y="693"/>
                  </a:lnTo>
                  <a:lnTo>
                    <a:pt x="1005823" y="690"/>
                  </a:lnTo>
                  <a:lnTo>
                    <a:pt x="1013681" y="687"/>
                  </a:lnTo>
                  <a:lnTo>
                    <a:pt x="1021539" y="684"/>
                  </a:lnTo>
                  <a:lnTo>
                    <a:pt x="1029397" y="681"/>
                  </a:lnTo>
                  <a:lnTo>
                    <a:pt x="1037254" y="679"/>
                  </a:lnTo>
                  <a:lnTo>
                    <a:pt x="1045112" y="677"/>
                  </a:lnTo>
                  <a:lnTo>
                    <a:pt x="1052970" y="674"/>
                  </a:lnTo>
                  <a:lnTo>
                    <a:pt x="1060828" y="671"/>
                  </a:lnTo>
                  <a:lnTo>
                    <a:pt x="1068686" y="669"/>
                  </a:lnTo>
                  <a:lnTo>
                    <a:pt x="1076544" y="666"/>
                  </a:lnTo>
                  <a:lnTo>
                    <a:pt x="1084402" y="663"/>
                  </a:lnTo>
                  <a:lnTo>
                    <a:pt x="1092260" y="660"/>
                  </a:lnTo>
                  <a:lnTo>
                    <a:pt x="1100118" y="657"/>
                  </a:lnTo>
                  <a:lnTo>
                    <a:pt x="1107976" y="653"/>
                  </a:lnTo>
                  <a:lnTo>
                    <a:pt x="1115834" y="651"/>
                  </a:lnTo>
                  <a:lnTo>
                    <a:pt x="1123692" y="646"/>
                  </a:lnTo>
                  <a:lnTo>
                    <a:pt x="1131550" y="644"/>
                  </a:lnTo>
                  <a:lnTo>
                    <a:pt x="1139408" y="641"/>
                  </a:lnTo>
                  <a:lnTo>
                    <a:pt x="1147266" y="638"/>
                  </a:lnTo>
                  <a:lnTo>
                    <a:pt x="1155124" y="634"/>
                  </a:lnTo>
                  <a:lnTo>
                    <a:pt x="1162982" y="632"/>
                  </a:lnTo>
                  <a:lnTo>
                    <a:pt x="1170840" y="629"/>
                  </a:lnTo>
                  <a:lnTo>
                    <a:pt x="1178698" y="625"/>
                  </a:lnTo>
                  <a:lnTo>
                    <a:pt x="1186556" y="622"/>
                  </a:lnTo>
                  <a:lnTo>
                    <a:pt x="1194414" y="618"/>
                  </a:lnTo>
                  <a:lnTo>
                    <a:pt x="1202272" y="615"/>
                  </a:lnTo>
                  <a:lnTo>
                    <a:pt x="1210130" y="611"/>
                  </a:lnTo>
                  <a:lnTo>
                    <a:pt x="1217988" y="608"/>
                  </a:lnTo>
                  <a:lnTo>
                    <a:pt x="1225846" y="604"/>
                  </a:lnTo>
                  <a:lnTo>
                    <a:pt x="1233704" y="600"/>
                  </a:lnTo>
                  <a:lnTo>
                    <a:pt x="1241562" y="596"/>
                  </a:lnTo>
                  <a:lnTo>
                    <a:pt x="1249420" y="593"/>
                  </a:lnTo>
                  <a:lnTo>
                    <a:pt x="1257278" y="589"/>
                  </a:lnTo>
                  <a:lnTo>
                    <a:pt x="1265136" y="585"/>
                  </a:lnTo>
                  <a:lnTo>
                    <a:pt x="1272994" y="581"/>
                  </a:lnTo>
                  <a:lnTo>
                    <a:pt x="1280852" y="578"/>
                  </a:lnTo>
                  <a:lnTo>
                    <a:pt x="1288710" y="576"/>
                  </a:lnTo>
                  <a:lnTo>
                    <a:pt x="1296568" y="571"/>
                  </a:lnTo>
                  <a:lnTo>
                    <a:pt x="1304426" y="566"/>
                  </a:lnTo>
                  <a:lnTo>
                    <a:pt x="1312284" y="562"/>
                  </a:lnTo>
                  <a:lnTo>
                    <a:pt x="1320142" y="558"/>
                  </a:lnTo>
                  <a:lnTo>
                    <a:pt x="1328000" y="553"/>
                  </a:lnTo>
                  <a:lnTo>
                    <a:pt x="1335858" y="550"/>
                  </a:lnTo>
                  <a:lnTo>
                    <a:pt x="1343716" y="546"/>
                  </a:lnTo>
                  <a:lnTo>
                    <a:pt x="1351574" y="542"/>
                  </a:lnTo>
                  <a:lnTo>
                    <a:pt x="1359432" y="538"/>
                  </a:lnTo>
                  <a:lnTo>
                    <a:pt x="1367290" y="534"/>
                  </a:lnTo>
                  <a:lnTo>
                    <a:pt x="1375148" y="529"/>
                  </a:lnTo>
                  <a:lnTo>
                    <a:pt x="1383006" y="524"/>
                  </a:lnTo>
                  <a:lnTo>
                    <a:pt x="1390864" y="521"/>
                  </a:lnTo>
                  <a:lnTo>
                    <a:pt x="1398722" y="517"/>
                  </a:lnTo>
                  <a:lnTo>
                    <a:pt x="1406580" y="511"/>
                  </a:lnTo>
                  <a:lnTo>
                    <a:pt x="1414438" y="507"/>
                  </a:lnTo>
                  <a:lnTo>
                    <a:pt x="1422296" y="503"/>
                  </a:lnTo>
                  <a:lnTo>
                    <a:pt x="1430154" y="499"/>
                  </a:lnTo>
                  <a:lnTo>
                    <a:pt x="1438012" y="495"/>
                  </a:lnTo>
                  <a:lnTo>
                    <a:pt x="1445870" y="490"/>
                  </a:lnTo>
                  <a:lnTo>
                    <a:pt x="1453728" y="486"/>
                  </a:lnTo>
                  <a:lnTo>
                    <a:pt x="1461586" y="481"/>
                  </a:lnTo>
                  <a:lnTo>
                    <a:pt x="1469444" y="476"/>
                  </a:lnTo>
                  <a:lnTo>
                    <a:pt x="1477302" y="472"/>
                  </a:lnTo>
                  <a:lnTo>
                    <a:pt x="1485160" y="467"/>
                  </a:lnTo>
                  <a:lnTo>
                    <a:pt x="1493018" y="461"/>
                  </a:lnTo>
                  <a:lnTo>
                    <a:pt x="1500876" y="456"/>
                  </a:lnTo>
                  <a:lnTo>
                    <a:pt x="1508734" y="451"/>
                  </a:lnTo>
                  <a:lnTo>
                    <a:pt x="1516592" y="446"/>
                  </a:lnTo>
                  <a:lnTo>
                    <a:pt x="1524450" y="442"/>
                  </a:lnTo>
                  <a:lnTo>
                    <a:pt x="1532308" y="437"/>
                  </a:lnTo>
                  <a:lnTo>
                    <a:pt x="1540166" y="432"/>
                  </a:lnTo>
                  <a:lnTo>
                    <a:pt x="1548024" y="427"/>
                  </a:lnTo>
                  <a:lnTo>
                    <a:pt x="1555882" y="423"/>
                  </a:lnTo>
                  <a:lnTo>
                    <a:pt x="1563740" y="417"/>
                  </a:lnTo>
                  <a:lnTo>
                    <a:pt x="1571598" y="412"/>
                  </a:lnTo>
                  <a:lnTo>
                    <a:pt x="1579456" y="406"/>
                  </a:lnTo>
                  <a:lnTo>
                    <a:pt x="1587314" y="400"/>
                  </a:lnTo>
                  <a:lnTo>
                    <a:pt x="1595172" y="394"/>
                  </a:lnTo>
                  <a:lnTo>
                    <a:pt x="1603030" y="389"/>
                  </a:lnTo>
                  <a:lnTo>
                    <a:pt x="1610888" y="384"/>
                  </a:lnTo>
                  <a:lnTo>
                    <a:pt x="1618746" y="378"/>
                  </a:lnTo>
                  <a:lnTo>
                    <a:pt x="1626604" y="372"/>
                  </a:lnTo>
                  <a:lnTo>
                    <a:pt x="1634462" y="366"/>
                  </a:lnTo>
                  <a:lnTo>
                    <a:pt x="1642320" y="361"/>
                  </a:lnTo>
                  <a:lnTo>
                    <a:pt x="1650178" y="357"/>
                  </a:lnTo>
                  <a:lnTo>
                    <a:pt x="1658036" y="351"/>
                  </a:lnTo>
                  <a:lnTo>
                    <a:pt x="1665894" y="345"/>
                  </a:lnTo>
                  <a:lnTo>
                    <a:pt x="1673752" y="339"/>
                  </a:lnTo>
                  <a:lnTo>
                    <a:pt x="1681610" y="332"/>
                  </a:lnTo>
                  <a:lnTo>
                    <a:pt x="1689468" y="325"/>
                  </a:lnTo>
                  <a:lnTo>
                    <a:pt x="1697326" y="318"/>
                  </a:lnTo>
                  <a:lnTo>
                    <a:pt x="1705184" y="312"/>
                  </a:lnTo>
                  <a:lnTo>
                    <a:pt x="1713042" y="306"/>
                  </a:lnTo>
                  <a:lnTo>
                    <a:pt x="1720900" y="300"/>
                  </a:lnTo>
                  <a:lnTo>
                    <a:pt x="1728758" y="294"/>
                  </a:lnTo>
                  <a:lnTo>
                    <a:pt x="1736616" y="287"/>
                  </a:lnTo>
                  <a:lnTo>
                    <a:pt x="1744474" y="280"/>
                  </a:lnTo>
                  <a:lnTo>
                    <a:pt x="1752332" y="273"/>
                  </a:lnTo>
                  <a:lnTo>
                    <a:pt x="1760190" y="267"/>
                  </a:lnTo>
                  <a:lnTo>
                    <a:pt x="1768048" y="262"/>
                  </a:lnTo>
                  <a:lnTo>
                    <a:pt x="1775906" y="256"/>
                  </a:lnTo>
                  <a:lnTo>
                    <a:pt x="1783764" y="250"/>
                  </a:lnTo>
                  <a:lnTo>
                    <a:pt x="1791622" y="243"/>
                  </a:lnTo>
                  <a:lnTo>
                    <a:pt x="1799480" y="237"/>
                  </a:lnTo>
                  <a:lnTo>
                    <a:pt x="1807338" y="230"/>
                  </a:lnTo>
                  <a:lnTo>
                    <a:pt x="1815196" y="223"/>
                  </a:lnTo>
                  <a:lnTo>
                    <a:pt x="1823054" y="216"/>
                  </a:lnTo>
                  <a:lnTo>
                    <a:pt x="1830912" y="208"/>
                  </a:lnTo>
                  <a:lnTo>
                    <a:pt x="1838770" y="201"/>
                  </a:lnTo>
                  <a:lnTo>
                    <a:pt x="1846628" y="193"/>
                  </a:lnTo>
                  <a:lnTo>
                    <a:pt x="1854486" y="186"/>
                  </a:lnTo>
                  <a:lnTo>
                    <a:pt x="1862344" y="179"/>
                  </a:lnTo>
                  <a:lnTo>
                    <a:pt x="1870202" y="171"/>
                  </a:lnTo>
                  <a:lnTo>
                    <a:pt x="1878060" y="164"/>
                  </a:lnTo>
                  <a:lnTo>
                    <a:pt x="1885918" y="156"/>
                  </a:lnTo>
                  <a:lnTo>
                    <a:pt x="1893776" y="148"/>
                  </a:lnTo>
                  <a:lnTo>
                    <a:pt x="1901634" y="141"/>
                  </a:lnTo>
                  <a:lnTo>
                    <a:pt x="1909492" y="133"/>
                  </a:lnTo>
                  <a:lnTo>
                    <a:pt x="1917350" y="125"/>
                  </a:lnTo>
                  <a:lnTo>
                    <a:pt x="1925208" y="117"/>
                  </a:lnTo>
                  <a:lnTo>
                    <a:pt x="1933066" y="109"/>
                  </a:lnTo>
                  <a:lnTo>
                    <a:pt x="1940924" y="102"/>
                  </a:lnTo>
                  <a:lnTo>
                    <a:pt x="1948782" y="94"/>
                  </a:lnTo>
                  <a:lnTo>
                    <a:pt x="1956640" y="85"/>
                  </a:lnTo>
                  <a:lnTo>
                    <a:pt x="1964498" y="77"/>
                  </a:lnTo>
                  <a:lnTo>
                    <a:pt x="1972356" y="68"/>
                  </a:lnTo>
                  <a:lnTo>
                    <a:pt x="1980214" y="59"/>
                  </a:lnTo>
                  <a:lnTo>
                    <a:pt x="1988072" y="51"/>
                  </a:lnTo>
                  <a:lnTo>
                    <a:pt x="1995930" y="44"/>
                  </a:lnTo>
                  <a:lnTo>
                    <a:pt x="2003788" y="35"/>
                  </a:lnTo>
                  <a:lnTo>
                    <a:pt x="2011646" y="26"/>
                  </a:lnTo>
                  <a:lnTo>
                    <a:pt x="2019504" y="16"/>
                  </a:lnTo>
                  <a:lnTo>
                    <a:pt x="2027362" y="8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7"/>
            <p:cNvSpPr/>
            <p:nvPr/>
          </p:nvSpPr>
          <p:spPr>
            <a:xfrm>
              <a:off x="3608036" y="4956689"/>
              <a:ext cx="2035220" cy="180"/>
            </a:xfrm>
            <a:custGeom>
              <a:avLst/>
              <a:pathLst>
                <a:path w="2035220" h="180">
                  <a:moveTo>
                    <a:pt x="0" y="0"/>
                  </a:moveTo>
                  <a:lnTo>
                    <a:pt x="7857" y="2"/>
                  </a:lnTo>
                  <a:lnTo>
                    <a:pt x="15715" y="4"/>
                  </a:lnTo>
                  <a:lnTo>
                    <a:pt x="23573" y="6"/>
                  </a:lnTo>
                  <a:lnTo>
                    <a:pt x="31431" y="8"/>
                  </a:lnTo>
                  <a:lnTo>
                    <a:pt x="39289" y="10"/>
                  </a:lnTo>
                  <a:lnTo>
                    <a:pt x="47147" y="12"/>
                  </a:lnTo>
                  <a:lnTo>
                    <a:pt x="55005" y="14"/>
                  </a:lnTo>
                  <a:lnTo>
                    <a:pt x="62863" y="16"/>
                  </a:lnTo>
                  <a:lnTo>
                    <a:pt x="70721" y="18"/>
                  </a:lnTo>
                  <a:lnTo>
                    <a:pt x="78579" y="19"/>
                  </a:lnTo>
                  <a:lnTo>
                    <a:pt x="86437" y="21"/>
                  </a:lnTo>
                  <a:lnTo>
                    <a:pt x="94295" y="23"/>
                  </a:lnTo>
                  <a:lnTo>
                    <a:pt x="102153" y="25"/>
                  </a:lnTo>
                  <a:lnTo>
                    <a:pt x="110011" y="27"/>
                  </a:lnTo>
                  <a:lnTo>
                    <a:pt x="117869" y="28"/>
                  </a:lnTo>
                  <a:lnTo>
                    <a:pt x="125727" y="30"/>
                  </a:lnTo>
                  <a:lnTo>
                    <a:pt x="133585" y="32"/>
                  </a:lnTo>
                  <a:lnTo>
                    <a:pt x="141443" y="33"/>
                  </a:lnTo>
                  <a:lnTo>
                    <a:pt x="149301" y="35"/>
                  </a:lnTo>
                  <a:lnTo>
                    <a:pt x="157159" y="37"/>
                  </a:lnTo>
                  <a:lnTo>
                    <a:pt x="165017" y="38"/>
                  </a:lnTo>
                  <a:lnTo>
                    <a:pt x="172875" y="40"/>
                  </a:lnTo>
                  <a:lnTo>
                    <a:pt x="180733" y="42"/>
                  </a:lnTo>
                  <a:lnTo>
                    <a:pt x="188591" y="43"/>
                  </a:lnTo>
                  <a:lnTo>
                    <a:pt x="196449" y="45"/>
                  </a:lnTo>
                  <a:lnTo>
                    <a:pt x="204307" y="46"/>
                  </a:lnTo>
                  <a:lnTo>
                    <a:pt x="212165" y="48"/>
                  </a:lnTo>
                  <a:lnTo>
                    <a:pt x="220023" y="49"/>
                  </a:lnTo>
                  <a:lnTo>
                    <a:pt x="227881" y="51"/>
                  </a:lnTo>
                  <a:lnTo>
                    <a:pt x="235739" y="52"/>
                  </a:lnTo>
                  <a:lnTo>
                    <a:pt x="243597" y="54"/>
                  </a:lnTo>
                  <a:lnTo>
                    <a:pt x="251455" y="55"/>
                  </a:lnTo>
                  <a:lnTo>
                    <a:pt x="259313" y="57"/>
                  </a:lnTo>
                  <a:lnTo>
                    <a:pt x="267171" y="58"/>
                  </a:lnTo>
                  <a:lnTo>
                    <a:pt x="275029" y="60"/>
                  </a:lnTo>
                  <a:lnTo>
                    <a:pt x="282887" y="61"/>
                  </a:lnTo>
                  <a:lnTo>
                    <a:pt x="290745" y="63"/>
                  </a:lnTo>
                  <a:lnTo>
                    <a:pt x="298603" y="64"/>
                  </a:lnTo>
                  <a:lnTo>
                    <a:pt x="306461" y="66"/>
                  </a:lnTo>
                  <a:lnTo>
                    <a:pt x="314319" y="67"/>
                  </a:lnTo>
                  <a:lnTo>
                    <a:pt x="322177" y="68"/>
                  </a:lnTo>
                  <a:lnTo>
                    <a:pt x="330035" y="69"/>
                  </a:lnTo>
                  <a:lnTo>
                    <a:pt x="337893" y="71"/>
                  </a:lnTo>
                  <a:lnTo>
                    <a:pt x="345751" y="72"/>
                  </a:lnTo>
                  <a:lnTo>
                    <a:pt x="353609" y="73"/>
                  </a:lnTo>
                  <a:lnTo>
                    <a:pt x="361467" y="75"/>
                  </a:lnTo>
                  <a:lnTo>
                    <a:pt x="369325" y="76"/>
                  </a:lnTo>
                  <a:lnTo>
                    <a:pt x="377183" y="77"/>
                  </a:lnTo>
                  <a:lnTo>
                    <a:pt x="385041" y="78"/>
                  </a:lnTo>
                  <a:lnTo>
                    <a:pt x="392899" y="80"/>
                  </a:lnTo>
                  <a:lnTo>
                    <a:pt x="400757" y="81"/>
                  </a:lnTo>
                  <a:lnTo>
                    <a:pt x="408615" y="82"/>
                  </a:lnTo>
                  <a:lnTo>
                    <a:pt x="416473" y="83"/>
                  </a:lnTo>
                  <a:lnTo>
                    <a:pt x="424331" y="85"/>
                  </a:lnTo>
                  <a:lnTo>
                    <a:pt x="432189" y="86"/>
                  </a:lnTo>
                  <a:lnTo>
                    <a:pt x="440047" y="87"/>
                  </a:lnTo>
                  <a:lnTo>
                    <a:pt x="447905" y="88"/>
                  </a:lnTo>
                  <a:lnTo>
                    <a:pt x="455763" y="89"/>
                  </a:lnTo>
                  <a:lnTo>
                    <a:pt x="463621" y="90"/>
                  </a:lnTo>
                  <a:lnTo>
                    <a:pt x="471479" y="92"/>
                  </a:lnTo>
                  <a:lnTo>
                    <a:pt x="479337" y="92"/>
                  </a:lnTo>
                  <a:lnTo>
                    <a:pt x="487195" y="93"/>
                  </a:lnTo>
                  <a:lnTo>
                    <a:pt x="495053" y="94"/>
                  </a:lnTo>
                  <a:lnTo>
                    <a:pt x="502911" y="95"/>
                  </a:lnTo>
                  <a:lnTo>
                    <a:pt x="510769" y="96"/>
                  </a:lnTo>
                  <a:lnTo>
                    <a:pt x="518627" y="97"/>
                  </a:lnTo>
                  <a:lnTo>
                    <a:pt x="526485" y="98"/>
                  </a:lnTo>
                  <a:lnTo>
                    <a:pt x="534343" y="99"/>
                  </a:lnTo>
                  <a:lnTo>
                    <a:pt x="542201" y="100"/>
                  </a:lnTo>
                  <a:lnTo>
                    <a:pt x="550059" y="101"/>
                  </a:lnTo>
                  <a:lnTo>
                    <a:pt x="557917" y="102"/>
                  </a:lnTo>
                  <a:lnTo>
                    <a:pt x="565775" y="103"/>
                  </a:lnTo>
                  <a:lnTo>
                    <a:pt x="573633" y="104"/>
                  </a:lnTo>
                  <a:lnTo>
                    <a:pt x="581491" y="105"/>
                  </a:lnTo>
                  <a:lnTo>
                    <a:pt x="589349" y="106"/>
                  </a:lnTo>
                  <a:lnTo>
                    <a:pt x="597207" y="107"/>
                  </a:lnTo>
                  <a:lnTo>
                    <a:pt x="605065" y="108"/>
                  </a:lnTo>
                  <a:lnTo>
                    <a:pt x="612923" y="109"/>
                  </a:lnTo>
                  <a:lnTo>
                    <a:pt x="620781" y="110"/>
                  </a:lnTo>
                  <a:lnTo>
                    <a:pt x="628639" y="110"/>
                  </a:lnTo>
                  <a:lnTo>
                    <a:pt x="636497" y="111"/>
                  </a:lnTo>
                  <a:lnTo>
                    <a:pt x="644355" y="112"/>
                  </a:lnTo>
                  <a:lnTo>
                    <a:pt x="652213" y="113"/>
                  </a:lnTo>
                  <a:lnTo>
                    <a:pt x="660071" y="114"/>
                  </a:lnTo>
                  <a:lnTo>
                    <a:pt x="667929" y="114"/>
                  </a:lnTo>
                  <a:lnTo>
                    <a:pt x="675787" y="115"/>
                  </a:lnTo>
                  <a:lnTo>
                    <a:pt x="683645" y="116"/>
                  </a:lnTo>
                  <a:lnTo>
                    <a:pt x="691503" y="117"/>
                  </a:lnTo>
                  <a:lnTo>
                    <a:pt x="699361" y="118"/>
                  </a:lnTo>
                  <a:lnTo>
                    <a:pt x="707219" y="119"/>
                  </a:lnTo>
                  <a:lnTo>
                    <a:pt x="715077" y="119"/>
                  </a:lnTo>
                  <a:lnTo>
                    <a:pt x="722935" y="120"/>
                  </a:lnTo>
                  <a:lnTo>
                    <a:pt x="730793" y="121"/>
                  </a:lnTo>
                  <a:lnTo>
                    <a:pt x="738651" y="122"/>
                  </a:lnTo>
                  <a:lnTo>
                    <a:pt x="746509" y="123"/>
                  </a:lnTo>
                  <a:lnTo>
                    <a:pt x="754367" y="123"/>
                  </a:lnTo>
                  <a:lnTo>
                    <a:pt x="762225" y="124"/>
                  </a:lnTo>
                  <a:lnTo>
                    <a:pt x="770083" y="125"/>
                  </a:lnTo>
                  <a:lnTo>
                    <a:pt x="777941" y="125"/>
                  </a:lnTo>
                  <a:lnTo>
                    <a:pt x="785799" y="126"/>
                  </a:lnTo>
                  <a:lnTo>
                    <a:pt x="793657" y="127"/>
                  </a:lnTo>
                  <a:lnTo>
                    <a:pt x="801515" y="128"/>
                  </a:lnTo>
                  <a:lnTo>
                    <a:pt x="809373" y="128"/>
                  </a:lnTo>
                  <a:lnTo>
                    <a:pt x="817231" y="129"/>
                  </a:lnTo>
                  <a:lnTo>
                    <a:pt x="825089" y="130"/>
                  </a:lnTo>
                  <a:lnTo>
                    <a:pt x="832947" y="130"/>
                  </a:lnTo>
                  <a:lnTo>
                    <a:pt x="840805" y="131"/>
                  </a:lnTo>
                  <a:lnTo>
                    <a:pt x="848663" y="132"/>
                  </a:lnTo>
                  <a:lnTo>
                    <a:pt x="856521" y="132"/>
                  </a:lnTo>
                  <a:lnTo>
                    <a:pt x="864379" y="133"/>
                  </a:lnTo>
                  <a:lnTo>
                    <a:pt x="872237" y="134"/>
                  </a:lnTo>
                  <a:lnTo>
                    <a:pt x="880095" y="134"/>
                  </a:lnTo>
                  <a:lnTo>
                    <a:pt x="887953" y="135"/>
                  </a:lnTo>
                  <a:lnTo>
                    <a:pt x="895811" y="135"/>
                  </a:lnTo>
                  <a:lnTo>
                    <a:pt x="903669" y="136"/>
                  </a:lnTo>
                  <a:lnTo>
                    <a:pt x="911527" y="136"/>
                  </a:lnTo>
                  <a:lnTo>
                    <a:pt x="919385" y="137"/>
                  </a:lnTo>
                  <a:lnTo>
                    <a:pt x="927243" y="138"/>
                  </a:lnTo>
                  <a:lnTo>
                    <a:pt x="935101" y="138"/>
                  </a:lnTo>
                  <a:lnTo>
                    <a:pt x="942959" y="139"/>
                  </a:lnTo>
                  <a:lnTo>
                    <a:pt x="950817" y="139"/>
                  </a:lnTo>
                  <a:lnTo>
                    <a:pt x="958675" y="140"/>
                  </a:lnTo>
                  <a:lnTo>
                    <a:pt x="966533" y="140"/>
                  </a:lnTo>
                  <a:lnTo>
                    <a:pt x="974391" y="141"/>
                  </a:lnTo>
                  <a:lnTo>
                    <a:pt x="982249" y="141"/>
                  </a:lnTo>
                  <a:lnTo>
                    <a:pt x="990107" y="142"/>
                  </a:lnTo>
                  <a:lnTo>
                    <a:pt x="997965" y="142"/>
                  </a:lnTo>
                  <a:lnTo>
                    <a:pt x="1005823" y="143"/>
                  </a:lnTo>
                  <a:lnTo>
                    <a:pt x="1013681" y="144"/>
                  </a:lnTo>
                  <a:lnTo>
                    <a:pt x="1021539" y="144"/>
                  </a:lnTo>
                  <a:lnTo>
                    <a:pt x="1029397" y="145"/>
                  </a:lnTo>
                  <a:lnTo>
                    <a:pt x="1037254" y="145"/>
                  </a:lnTo>
                  <a:lnTo>
                    <a:pt x="1045112" y="146"/>
                  </a:lnTo>
                  <a:lnTo>
                    <a:pt x="1052970" y="146"/>
                  </a:lnTo>
                  <a:lnTo>
                    <a:pt x="1060828" y="147"/>
                  </a:lnTo>
                  <a:lnTo>
                    <a:pt x="1068686" y="147"/>
                  </a:lnTo>
                  <a:lnTo>
                    <a:pt x="1076544" y="148"/>
                  </a:lnTo>
                  <a:lnTo>
                    <a:pt x="1084402" y="148"/>
                  </a:lnTo>
                  <a:lnTo>
                    <a:pt x="1092260" y="148"/>
                  </a:lnTo>
                  <a:lnTo>
                    <a:pt x="1100118" y="149"/>
                  </a:lnTo>
                  <a:lnTo>
                    <a:pt x="1107976" y="149"/>
                  </a:lnTo>
                  <a:lnTo>
                    <a:pt x="1115834" y="150"/>
                  </a:lnTo>
                  <a:lnTo>
                    <a:pt x="1123692" y="150"/>
                  </a:lnTo>
                  <a:lnTo>
                    <a:pt x="1131550" y="151"/>
                  </a:lnTo>
                  <a:lnTo>
                    <a:pt x="1139408" y="151"/>
                  </a:lnTo>
                  <a:lnTo>
                    <a:pt x="1147266" y="151"/>
                  </a:lnTo>
                  <a:lnTo>
                    <a:pt x="1155124" y="152"/>
                  </a:lnTo>
                  <a:lnTo>
                    <a:pt x="1162982" y="152"/>
                  </a:lnTo>
                  <a:lnTo>
                    <a:pt x="1170840" y="153"/>
                  </a:lnTo>
                  <a:lnTo>
                    <a:pt x="1178698" y="153"/>
                  </a:lnTo>
                  <a:lnTo>
                    <a:pt x="1186556" y="154"/>
                  </a:lnTo>
                  <a:lnTo>
                    <a:pt x="1194414" y="154"/>
                  </a:lnTo>
                  <a:lnTo>
                    <a:pt x="1202272" y="155"/>
                  </a:lnTo>
                  <a:lnTo>
                    <a:pt x="1210130" y="155"/>
                  </a:lnTo>
                  <a:lnTo>
                    <a:pt x="1217988" y="155"/>
                  </a:lnTo>
                  <a:lnTo>
                    <a:pt x="1225846" y="156"/>
                  </a:lnTo>
                  <a:lnTo>
                    <a:pt x="1233704" y="156"/>
                  </a:lnTo>
                  <a:lnTo>
                    <a:pt x="1241562" y="157"/>
                  </a:lnTo>
                  <a:lnTo>
                    <a:pt x="1249420" y="157"/>
                  </a:lnTo>
                  <a:lnTo>
                    <a:pt x="1257278" y="157"/>
                  </a:lnTo>
                  <a:lnTo>
                    <a:pt x="1265136" y="158"/>
                  </a:lnTo>
                  <a:lnTo>
                    <a:pt x="1272994" y="158"/>
                  </a:lnTo>
                  <a:lnTo>
                    <a:pt x="1280852" y="158"/>
                  </a:lnTo>
                  <a:lnTo>
                    <a:pt x="1288710" y="159"/>
                  </a:lnTo>
                  <a:lnTo>
                    <a:pt x="1296568" y="159"/>
                  </a:lnTo>
                  <a:lnTo>
                    <a:pt x="1304426" y="159"/>
                  </a:lnTo>
                  <a:lnTo>
                    <a:pt x="1312284" y="160"/>
                  </a:lnTo>
                  <a:lnTo>
                    <a:pt x="1320142" y="160"/>
                  </a:lnTo>
                  <a:lnTo>
                    <a:pt x="1328000" y="160"/>
                  </a:lnTo>
                  <a:lnTo>
                    <a:pt x="1335858" y="161"/>
                  </a:lnTo>
                  <a:lnTo>
                    <a:pt x="1343716" y="161"/>
                  </a:lnTo>
                  <a:lnTo>
                    <a:pt x="1351574" y="161"/>
                  </a:lnTo>
                  <a:lnTo>
                    <a:pt x="1359432" y="162"/>
                  </a:lnTo>
                  <a:lnTo>
                    <a:pt x="1367290" y="162"/>
                  </a:lnTo>
                  <a:lnTo>
                    <a:pt x="1375148" y="162"/>
                  </a:lnTo>
                  <a:lnTo>
                    <a:pt x="1383006" y="163"/>
                  </a:lnTo>
                  <a:lnTo>
                    <a:pt x="1390864" y="163"/>
                  </a:lnTo>
                  <a:lnTo>
                    <a:pt x="1398722" y="163"/>
                  </a:lnTo>
                  <a:lnTo>
                    <a:pt x="1406580" y="164"/>
                  </a:lnTo>
                  <a:lnTo>
                    <a:pt x="1414438" y="164"/>
                  </a:lnTo>
                  <a:lnTo>
                    <a:pt x="1422296" y="164"/>
                  </a:lnTo>
                  <a:lnTo>
                    <a:pt x="1430154" y="164"/>
                  </a:lnTo>
                  <a:lnTo>
                    <a:pt x="1438012" y="165"/>
                  </a:lnTo>
                  <a:lnTo>
                    <a:pt x="1445870" y="165"/>
                  </a:lnTo>
                  <a:lnTo>
                    <a:pt x="1453728" y="165"/>
                  </a:lnTo>
                  <a:lnTo>
                    <a:pt x="1461586" y="166"/>
                  </a:lnTo>
                  <a:lnTo>
                    <a:pt x="1469444" y="166"/>
                  </a:lnTo>
                  <a:lnTo>
                    <a:pt x="1477302" y="166"/>
                  </a:lnTo>
                  <a:lnTo>
                    <a:pt x="1485160" y="166"/>
                  </a:lnTo>
                  <a:lnTo>
                    <a:pt x="1493018" y="167"/>
                  </a:lnTo>
                  <a:lnTo>
                    <a:pt x="1500876" y="167"/>
                  </a:lnTo>
                  <a:lnTo>
                    <a:pt x="1508734" y="167"/>
                  </a:lnTo>
                  <a:lnTo>
                    <a:pt x="1516592" y="167"/>
                  </a:lnTo>
                  <a:lnTo>
                    <a:pt x="1524450" y="168"/>
                  </a:lnTo>
                  <a:lnTo>
                    <a:pt x="1532308" y="168"/>
                  </a:lnTo>
                  <a:lnTo>
                    <a:pt x="1540166" y="168"/>
                  </a:lnTo>
                  <a:lnTo>
                    <a:pt x="1548024" y="168"/>
                  </a:lnTo>
                  <a:lnTo>
                    <a:pt x="1555882" y="169"/>
                  </a:lnTo>
                  <a:lnTo>
                    <a:pt x="1563740" y="169"/>
                  </a:lnTo>
                  <a:lnTo>
                    <a:pt x="1571598" y="169"/>
                  </a:lnTo>
                  <a:lnTo>
                    <a:pt x="1579456" y="169"/>
                  </a:lnTo>
                  <a:lnTo>
                    <a:pt x="1587314" y="170"/>
                  </a:lnTo>
                  <a:lnTo>
                    <a:pt x="1595172" y="170"/>
                  </a:lnTo>
                  <a:lnTo>
                    <a:pt x="1603030" y="170"/>
                  </a:lnTo>
                  <a:lnTo>
                    <a:pt x="1610888" y="170"/>
                  </a:lnTo>
                  <a:lnTo>
                    <a:pt x="1618746" y="170"/>
                  </a:lnTo>
                  <a:lnTo>
                    <a:pt x="1626604" y="171"/>
                  </a:lnTo>
                  <a:lnTo>
                    <a:pt x="1634462" y="171"/>
                  </a:lnTo>
                  <a:lnTo>
                    <a:pt x="1642320" y="171"/>
                  </a:lnTo>
                  <a:lnTo>
                    <a:pt x="1650178" y="171"/>
                  </a:lnTo>
                  <a:lnTo>
                    <a:pt x="1658036" y="172"/>
                  </a:lnTo>
                  <a:lnTo>
                    <a:pt x="1665894" y="172"/>
                  </a:lnTo>
                  <a:lnTo>
                    <a:pt x="1673752" y="172"/>
                  </a:lnTo>
                  <a:lnTo>
                    <a:pt x="1681610" y="172"/>
                  </a:lnTo>
                  <a:lnTo>
                    <a:pt x="1689468" y="172"/>
                  </a:lnTo>
                  <a:lnTo>
                    <a:pt x="1697326" y="173"/>
                  </a:lnTo>
                  <a:lnTo>
                    <a:pt x="1705184" y="173"/>
                  </a:lnTo>
                  <a:lnTo>
                    <a:pt x="1713042" y="173"/>
                  </a:lnTo>
                  <a:lnTo>
                    <a:pt x="1720900" y="173"/>
                  </a:lnTo>
                  <a:lnTo>
                    <a:pt x="1728758" y="173"/>
                  </a:lnTo>
                  <a:lnTo>
                    <a:pt x="1736616" y="174"/>
                  </a:lnTo>
                  <a:lnTo>
                    <a:pt x="1744474" y="174"/>
                  </a:lnTo>
                  <a:lnTo>
                    <a:pt x="1752332" y="174"/>
                  </a:lnTo>
                  <a:lnTo>
                    <a:pt x="1760190" y="174"/>
                  </a:lnTo>
                  <a:lnTo>
                    <a:pt x="1768048" y="174"/>
                  </a:lnTo>
                  <a:lnTo>
                    <a:pt x="1775906" y="175"/>
                  </a:lnTo>
                  <a:lnTo>
                    <a:pt x="1783764" y="175"/>
                  </a:lnTo>
                  <a:lnTo>
                    <a:pt x="1791622" y="175"/>
                  </a:lnTo>
                  <a:lnTo>
                    <a:pt x="1799480" y="175"/>
                  </a:lnTo>
                  <a:lnTo>
                    <a:pt x="1807338" y="175"/>
                  </a:lnTo>
                  <a:lnTo>
                    <a:pt x="1815196" y="175"/>
                  </a:lnTo>
                  <a:lnTo>
                    <a:pt x="1823054" y="176"/>
                  </a:lnTo>
                  <a:lnTo>
                    <a:pt x="1830912" y="176"/>
                  </a:lnTo>
                  <a:lnTo>
                    <a:pt x="1838770" y="176"/>
                  </a:lnTo>
                  <a:lnTo>
                    <a:pt x="1846628" y="176"/>
                  </a:lnTo>
                  <a:lnTo>
                    <a:pt x="1854486" y="176"/>
                  </a:lnTo>
                  <a:lnTo>
                    <a:pt x="1862344" y="176"/>
                  </a:lnTo>
                  <a:lnTo>
                    <a:pt x="1870202" y="177"/>
                  </a:lnTo>
                  <a:lnTo>
                    <a:pt x="1878060" y="177"/>
                  </a:lnTo>
                  <a:lnTo>
                    <a:pt x="1885918" y="177"/>
                  </a:lnTo>
                  <a:lnTo>
                    <a:pt x="1893776" y="177"/>
                  </a:lnTo>
                  <a:lnTo>
                    <a:pt x="1901634" y="177"/>
                  </a:lnTo>
                  <a:lnTo>
                    <a:pt x="1909492" y="177"/>
                  </a:lnTo>
                  <a:lnTo>
                    <a:pt x="1917350" y="178"/>
                  </a:lnTo>
                  <a:lnTo>
                    <a:pt x="1925208" y="178"/>
                  </a:lnTo>
                  <a:lnTo>
                    <a:pt x="1933066" y="178"/>
                  </a:lnTo>
                  <a:lnTo>
                    <a:pt x="1940924" y="178"/>
                  </a:lnTo>
                  <a:lnTo>
                    <a:pt x="1948782" y="178"/>
                  </a:lnTo>
                  <a:lnTo>
                    <a:pt x="1956640" y="178"/>
                  </a:lnTo>
                  <a:lnTo>
                    <a:pt x="1964498" y="178"/>
                  </a:lnTo>
                  <a:lnTo>
                    <a:pt x="1972356" y="179"/>
                  </a:lnTo>
                  <a:lnTo>
                    <a:pt x="1980214" y="179"/>
                  </a:lnTo>
                  <a:lnTo>
                    <a:pt x="1988072" y="179"/>
                  </a:lnTo>
                  <a:lnTo>
                    <a:pt x="1995930" y="179"/>
                  </a:lnTo>
                  <a:lnTo>
                    <a:pt x="2003788" y="179"/>
                  </a:lnTo>
                  <a:lnTo>
                    <a:pt x="2011646" y="179"/>
                  </a:lnTo>
                  <a:lnTo>
                    <a:pt x="2019504" y="179"/>
                  </a:lnTo>
                  <a:lnTo>
                    <a:pt x="2027362" y="179"/>
                  </a:lnTo>
                  <a:lnTo>
                    <a:pt x="2035220" y="18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8"/>
            <p:cNvSpPr/>
            <p:nvPr/>
          </p:nvSpPr>
          <p:spPr>
            <a:xfrm>
              <a:off x="3608036" y="4956431"/>
              <a:ext cx="2035220" cy="299"/>
            </a:xfrm>
            <a:custGeom>
              <a:avLst/>
              <a:pathLst>
                <a:path w="2035220" h="299">
                  <a:moveTo>
                    <a:pt x="0" y="0"/>
                  </a:moveTo>
                  <a:lnTo>
                    <a:pt x="7857" y="1"/>
                  </a:lnTo>
                  <a:lnTo>
                    <a:pt x="15715" y="3"/>
                  </a:lnTo>
                  <a:lnTo>
                    <a:pt x="23573" y="5"/>
                  </a:lnTo>
                  <a:lnTo>
                    <a:pt x="31431" y="6"/>
                  </a:lnTo>
                  <a:lnTo>
                    <a:pt x="39289" y="9"/>
                  </a:lnTo>
                  <a:lnTo>
                    <a:pt x="47147" y="11"/>
                  </a:lnTo>
                  <a:lnTo>
                    <a:pt x="55005" y="14"/>
                  </a:lnTo>
                  <a:lnTo>
                    <a:pt x="62863" y="16"/>
                  </a:lnTo>
                  <a:lnTo>
                    <a:pt x="70721" y="18"/>
                  </a:lnTo>
                  <a:lnTo>
                    <a:pt x="78579" y="20"/>
                  </a:lnTo>
                  <a:lnTo>
                    <a:pt x="86437" y="22"/>
                  </a:lnTo>
                  <a:lnTo>
                    <a:pt x="94295" y="23"/>
                  </a:lnTo>
                  <a:lnTo>
                    <a:pt x="102153" y="25"/>
                  </a:lnTo>
                  <a:lnTo>
                    <a:pt x="110011" y="27"/>
                  </a:lnTo>
                  <a:lnTo>
                    <a:pt x="117869" y="28"/>
                  </a:lnTo>
                  <a:lnTo>
                    <a:pt x="125727" y="30"/>
                  </a:lnTo>
                  <a:lnTo>
                    <a:pt x="133585" y="31"/>
                  </a:lnTo>
                  <a:lnTo>
                    <a:pt x="141443" y="33"/>
                  </a:lnTo>
                  <a:lnTo>
                    <a:pt x="149301" y="35"/>
                  </a:lnTo>
                  <a:lnTo>
                    <a:pt x="157159" y="36"/>
                  </a:lnTo>
                  <a:lnTo>
                    <a:pt x="165017" y="37"/>
                  </a:lnTo>
                  <a:lnTo>
                    <a:pt x="172875" y="38"/>
                  </a:lnTo>
                  <a:lnTo>
                    <a:pt x="180733" y="40"/>
                  </a:lnTo>
                  <a:lnTo>
                    <a:pt x="188591" y="42"/>
                  </a:lnTo>
                  <a:lnTo>
                    <a:pt x="196449" y="44"/>
                  </a:lnTo>
                  <a:lnTo>
                    <a:pt x="204307" y="46"/>
                  </a:lnTo>
                  <a:lnTo>
                    <a:pt x="212165" y="47"/>
                  </a:lnTo>
                  <a:lnTo>
                    <a:pt x="220023" y="49"/>
                  </a:lnTo>
                  <a:lnTo>
                    <a:pt x="227881" y="51"/>
                  </a:lnTo>
                  <a:lnTo>
                    <a:pt x="235739" y="53"/>
                  </a:lnTo>
                  <a:lnTo>
                    <a:pt x="243597" y="55"/>
                  </a:lnTo>
                  <a:lnTo>
                    <a:pt x="251455" y="56"/>
                  </a:lnTo>
                  <a:lnTo>
                    <a:pt x="259313" y="58"/>
                  </a:lnTo>
                  <a:lnTo>
                    <a:pt x="267171" y="59"/>
                  </a:lnTo>
                  <a:lnTo>
                    <a:pt x="275029" y="62"/>
                  </a:lnTo>
                  <a:lnTo>
                    <a:pt x="282887" y="64"/>
                  </a:lnTo>
                  <a:lnTo>
                    <a:pt x="290745" y="66"/>
                  </a:lnTo>
                  <a:lnTo>
                    <a:pt x="298603" y="68"/>
                  </a:lnTo>
                  <a:lnTo>
                    <a:pt x="306461" y="70"/>
                  </a:lnTo>
                  <a:lnTo>
                    <a:pt x="314319" y="72"/>
                  </a:lnTo>
                  <a:lnTo>
                    <a:pt x="322177" y="74"/>
                  </a:lnTo>
                  <a:lnTo>
                    <a:pt x="330035" y="76"/>
                  </a:lnTo>
                  <a:lnTo>
                    <a:pt x="337893" y="78"/>
                  </a:lnTo>
                  <a:lnTo>
                    <a:pt x="345751" y="80"/>
                  </a:lnTo>
                  <a:lnTo>
                    <a:pt x="353609" y="81"/>
                  </a:lnTo>
                  <a:lnTo>
                    <a:pt x="361467" y="82"/>
                  </a:lnTo>
                  <a:lnTo>
                    <a:pt x="369325" y="84"/>
                  </a:lnTo>
                  <a:lnTo>
                    <a:pt x="377183" y="86"/>
                  </a:lnTo>
                  <a:lnTo>
                    <a:pt x="385041" y="87"/>
                  </a:lnTo>
                  <a:lnTo>
                    <a:pt x="392899" y="90"/>
                  </a:lnTo>
                  <a:lnTo>
                    <a:pt x="400757" y="91"/>
                  </a:lnTo>
                  <a:lnTo>
                    <a:pt x="408615" y="93"/>
                  </a:lnTo>
                  <a:lnTo>
                    <a:pt x="416473" y="94"/>
                  </a:lnTo>
                  <a:lnTo>
                    <a:pt x="424331" y="96"/>
                  </a:lnTo>
                  <a:lnTo>
                    <a:pt x="432189" y="98"/>
                  </a:lnTo>
                  <a:lnTo>
                    <a:pt x="440047" y="99"/>
                  </a:lnTo>
                  <a:lnTo>
                    <a:pt x="447905" y="100"/>
                  </a:lnTo>
                  <a:lnTo>
                    <a:pt x="455763" y="102"/>
                  </a:lnTo>
                  <a:lnTo>
                    <a:pt x="463621" y="103"/>
                  </a:lnTo>
                  <a:lnTo>
                    <a:pt x="471479" y="104"/>
                  </a:lnTo>
                  <a:lnTo>
                    <a:pt x="479337" y="106"/>
                  </a:lnTo>
                  <a:lnTo>
                    <a:pt x="487195" y="108"/>
                  </a:lnTo>
                  <a:lnTo>
                    <a:pt x="495053" y="109"/>
                  </a:lnTo>
                  <a:lnTo>
                    <a:pt x="502911" y="110"/>
                  </a:lnTo>
                  <a:lnTo>
                    <a:pt x="510769" y="111"/>
                  </a:lnTo>
                  <a:lnTo>
                    <a:pt x="518627" y="113"/>
                  </a:lnTo>
                  <a:lnTo>
                    <a:pt x="526485" y="114"/>
                  </a:lnTo>
                  <a:lnTo>
                    <a:pt x="534343" y="115"/>
                  </a:lnTo>
                  <a:lnTo>
                    <a:pt x="542201" y="116"/>
                  </a:lnTo>
                  <a:lnTo>
                    <a:pt x="550059" y="117"/>
                  </a:lnTo>
                  <a:lnTo>
                    <a:pt x="557917" y="119"/>
                  </a:lnTo>
                  <a:lnTo>
                    <a:pt x="565775" y="120"/>
                  </a:lnTo>
                  <a:lnTo>
                    <a:pt x="573633" y="122"/>
                  </a:lnTo>
                  <a:lnTo>
                    <a:pt x="581491" y="124"/>
                  </a:lnTo>
                  <a:lnTo>
                    <a:pt x="589349" y="125"/>
                  </a:lnTo>
                  <a:lnTo>
                    <a:pt x="597207" y="126"/>
                  </a:lnTo>
                  <a:lnTo>
                    <a:pt x="605065" y="128"/>
                  </a:lnTo>
                  <a:lnTo>
                    <a:pt x="612923" y="129"/>
                  </a:lnTo>
                  <a:lnTo>
                    <a:pt x="620781" y="131"/>
                  </a:lnTo>
                  <a:lnTo>
                    <a:pt x="628639" y="132"/>
                  </a:lnTo>
                  <a:lnTo>
                    <a:pt x="636497" y="133"/>
                  </a:lnTo>
                  <a:lnTo>
                    <a:pt x="644355" y="135"/>
                  </a:lnTo>
                  <a:lnTo>
                    <a:pt x="652213" y="136"/>
                  </a:lnTo>
                  <a:lnTo>
                    <a:pt x="660071" y="138"/>
                  </a:lnTo>
                  <a:lnTo>
                    <a:pt x="667929" y="139"/>
                  </a:lnTo>
                  <a:lnTo>
                    <a:pt x="675787" y="140"/>
                  </a:lnTo>
                  <a:lnTo>
                    <a:pt x="683645" y="141"/>
                  </a:lnTo>
                  <a:lnTo>
                    <a:pt x="691503" y="143"/>
                  </a:lnTo>
                  <a:lnTo>
                    <a:pt x="699361" y="144"/>
                  </a:lnTo>
                  <a:lnTo>
                    <a:pt x="707219" y="145"/>
                  </a:lnTo>
                  <a:lnTo>
                    <a:pt x="715077" y="146"/>
                  </a:lnTo>
                  <a:lnTo>
                    <a:pt x="722935" y="148"/>
                  </a:lnTo>
                  <a:lnTo>
                    <a:pt x="730793" y="149"/>
                  </a:lnTo>
                  <a:lnTo>
                    <a:pt x="738651" y="151"/>
                  </a:lnTo>
                  <a:lnTo>
                    <a:pt x="746509" y="152"/>
                  </a:lnTo>
                  <a:lnTo>
                    <a:pt x="754367" y="153"/>
                  </a:lnTo>
                  <a:lnTo>
                    <a:pt x="762225" y="154"/>
                  </a:lnTo>
                  <a:lnTo>
                    <a:pt x="770083" y="155"/>
                  </a:lnTo>
                  <a:lnTo>
                    <a:pt x="777941" y="156"/>
                  </a:lnTo>
                  <a:lnTo>
                    <a:pt x="785799" y="158"/>
                  </a:lnTo>
                  <a:lnTo>
                    <a:pt x="793657" y="159"/>
                  </a:lnTo>
                  <a:lnTo>
                    <a:pt x="801515" y="161"/>
                  </a:lnTo>
                  <a:lnTo>
                    <a:pt x="809373" y="161"/>
                  </a:lnTo>
                  <a:lnTo>
                    <a:pt x="817231" y="162"/>
                  </a:lnTo>
                  <a:lnTo>
                    <a:pt x="825089" y="163"/>
                  </a:lnTo>
                  <a:lnTo>
                    <a:pt x="832947" y="165"/>
                  </a:lnTo>
                  <a:lnTo>
                    <a:pt x="840805" y="166"/>
                  </a:lnTo>
                  <a:lnTo>
                    <a:pt x="848663" y="167"/>
                  </a:lnTo>
                  <a:lnTo>
                    <a:pt x="856521" y="169"/>
                  </a:lnTo>
                  <a:lnTo>
                    <a:pt x="864379" y="170"/>
                  </a:lnTo>
                  <a:lnTo>
                    <a:pt x="872237" y="171"/>
                  </a:lnTo>
                  <a:lnTo>
                    <a:pt x="880095" y="172"/>
                  </a:lnTo>
                  <a:lnTo>
                    <a:pt x="887953" y="173"/>
                  </a:lnTo>
                  <a:lnTo>
                    <a:pt x="895811" y="175"/>
                  </a:lnTo>
                  <a:lnTo>
                    <a:pt x="903669" y="176"/>
                  </a:lnTo>
                  <a:lnTo>
                    <a:pt x="911527" y="177"/>
                  </a:lnTo>
                  <a:lnTo>
                    <a:pt x="919385" y="178"/>
                  </a:lnTo>
                  <a:lnTo>
                    <a:pt x="927243" y="179"/>
                  </a:lnTo>
                  <a:lnTo>
                    <a:pt x="935101" y="181"/>
                  </a:lnTo>
                  <a:lnTo>
                    <a:pt x="942959" y="181"/>
                  </a:lnTo>
                  <a:lnTo>
                    <a:pt x="950817" y="182"/>
                  </a:lnTo>
                  <a:lnTo>
                    <a:pt x="958675" y="183"/>
                  </a:lnTo>
                  <a:lnTo>
                    <a:pt x="966533" y="185"/>
                  </a:lnTo>
                  <a:lnTo>
                    <a:pt x="974391" y="186"/>
                  </a:lnTo>
                  <a:lnTo>
                    <a:pt x="982249" y="187"/>
                  </a:lnTo>
                  <a:lnTo>
                    <a:pt x="990107" y="188"/>
                  </a:lnTo>
                  <a:lnTo>
                    <a:pt x="997965" y="189"/>
                  </a:lnTo>
                  <a:lnTo>
                    <a:pt x="1005823" y="190"/>
                  </a:lnTo>
                  <a:lnTo>
                    <a:pt x="1013681" y="191"/>
                  </a:lnTo>
                  <a:lnTo>
                    <a:pt x="1021539" y="192"/>
                  </a:lnTo>
                  <a:lnTo>
                    <a:pt x="1029397" y="193"/>
                  </a:lnTo>
                  <a:lnTo>
                    <a:pt x="1037254" y="194"/>
                  </a:lnTo>
                  <a:lnTo>
                    <a:pt x="1045112" y="195"/>
                  </a:lnTo>
                  <a:lnTo>
                    <a:pt x="1052970" y="196"/>
                  </a:lnTo>
                  <a:lnTo>
                    <a:pt x="1060828" y="197"/>
                  </a:lnTo>
                  <a:lnTo>
                    <a:pt x="1068686" y="198"/>
                  </a:lnTo>
                  <a:lnTo>
                    <a:pt x="1076544" y="199"/>
                  </a:lnTo>
                  <a:lnTo>
                    <a:pt x="1084402" y="200"/>
                  </a:lnTo>
                  <a:lnTo>
                    <a:pt x="1092260" y="201"/>
                  </a:lnTo>
                  <a:lnTo>
                    <a:pt x="1100118" y="203"/>
                  </a:lnTo>
                  <a:lnTo>
                    <a:pt x="1107976" y="204"/>
                  </a:lnTo>
                  <a:lnTo>
                    <a:pt x="1115834" y="205"/>
                  </a:lnTo>
                  <a:lnTo>
                    <a:pt x="1123692" y="205"/>
                  </a:lnTo>
                  <a:lnTo>
                    <a:pt x="1131550" y="206"/>
                  </a:lnTo>
                  <a:lnTo>
                    <a:pt x="1139408" y="207"/>
                  </a:lnTo>
                  <a:lnTo>
                    <a:pt x="1147266" y="208"/>
                  </a:lnTo>
                  <a:lnTo>
                    <a:pt x="1155124" y="210"/>
                  </a:lnTo>
                  <a:lnTo>
                    <a:pt x="1162982" y="211"/>
                  </a:lnTo>
                  <a:lnTo>
                    <a:pt x="1170840" y="212"/>
                  </a:lnTo>
                  <a:lnTo>
                    <a:pt x="1178698" y="213"/>
                  </a:lnTo>
                  <a:lnTo>
                    <a:pt x="1186556" y="214"/>
                  </a:lnTo>
                  <a:lnTo>
                    <a:pt x="1194414" y="215"/>
                  </a:lnTo>
                  <a:lnTo>
                    <a:pt x="1202272" y="216"/>
                  </a:lnTo>
                  <a:lnTo>
                    <a:pt x="1210130" y="217"/>
                  </a:lnTo>
                  <a:lnTo>
                    <a:pt x="1217988" y="218"/>
                  </a:lnTo>
                  <a:lnTo>
                    <a:pt x="1225846" y="219"/>
                  </a:lnTo>
                  <a:lnTo>
                    <a:pt x="1233704" y="220"/>
                  </a:lnTo>
                  <a:lnTo>
                    <a:pt x="1241562" y="221"/>
                  </a:lnTo>
                  <a:lnTo>
                    <a:pt x="1249420" y="222"/>
                  </a:lnTo>
                  <a:lnTo>
                    <a:pt x="1257278" y="223"/>
                  </a:lnTo>
                  <a:lnTo>
                    <a:pt x="1265136" y="224"/>
                  </a:lnTo>
                  <a:lnTo>
                    <a:pt x="1272994" y="224"/>
                  </a:lnTo>
                  <a:lnTo>
                    <a:pt x="1280852" y="225"/>
                  </a:lnTo>
                  <a:lnTo>
                    <a:pt x="1288710" y="227"/>
                  </a:lnTo>
                  <a:lnTo>
                    <a:pt x="1296568" y="228"/>
                  </a:lnTo>
                  <a:lnTo>
                    <a:pt x="1304426" y="228"/>
                  </a:lnTo>
                  <a:lnTo>
                    <a:pt x="1312284" y="230"/>
                  </a:lnTo>
                  <a:lnTo>
                    <a:pt x="1320142" y="230"/>
                  </a:lnTo>
                  <a:lnTo>
                    <a:pt x="1328000" y="231"/>
                  </a:lnTo>
                  <a:lnTo>
                    <a:pt x="1335858" y="232"/>
                  </a:lnTo>
                  <a:lnTo>
                    <a:pt x="1343716" y="233"/>
                  </a:lnTo>
                  <a:lnTo>
                    <a:pt x="1351574" y="234"/>
                  </a:lnTo>
                  <a:lnTo>
                    <a:pt x="1359432" y="235"/>
                  </a:lnTo>
                  <a:lnTo>
                    <a:pt x="1367290" y="236"/>
                  </a:lnTo>
                  <a:lnTo>
                    <a:pt x="1375148" y="237"/>
                  </a:lnTo>
                  <a:lnTo>
                    <a:pt x="1383006" y="238"/>
                  </a:lnTo>
                  <a:lnTo>
                    <a:pt x="1390864" y="239"/>
                  </a:lnTo>
                  <a:lnTo>
                    <a:pt x="1398722" y="240"/>
                  </a:lnTo>
                  <a:lnTo>
                    <a:pt x="1406580" y="241"/>
                  </a:lnTo>
                  <a:lnTo>
                    <a:pt x="1414438" y="242"/>
                  </a:lnTo>
                  <a:lnTo>
                    <a:pt x="1422296" y="243"/>
                  </a:lnTo>
                  <a:lnTo>
                    <a:pt x="1430154" y="244"/>
                  </a:lnTo>
                  <a:lnTo>
                    <a:pt x="1438012" y="245"/>
                  </a:lnTo>
                  <a:lnTo>
                    <a:pt x="1445870" y="246"/>
                  </a:lnTo>
                  <a:lnTo>
                    <a:pt x="1453728" y="246"/>
                  </a:lnTo>
                  <a:lnTo>
                    <a:pt x="1461586" y="247"/>
                  </a:lnTo>
                  <a:lnTo>
                    <a:pt x="1469444" y="248"/>
                  </a:lnTo>
                  <a:lnTo>
                    <a:pt x="1477302" y="249"/>
                  </a:lnTo>
                  <a:lnTo>
                    <a:pt x="1485160" y="250"/>
                  </a:lnTo>
                  <a:lnTo>
                    <a:pt x="1493018" y="251"/>
                  </a:lnTo>
                  <a:lnTo>
                    <a:pt x="1500876" y="251"/>
                  </a:lnTo>
                  <a:lnTo>
                    <a:pt x="1508734" y="252"/>
                  </a:lnTo>
                  <a:lnTo>
                    <a:pt x="1516592" y="253"/>
                  </a:lnTo>
                  <a:lnTo>
                    <a:pt x="1524450" y="254"/>
                  </a:lnTo>
                  <a:lnTo>
                    <a:pt x="1532308" y="255"/>
                  </a:lnTo>
                  <a:lnTo>
                    <a:pt x="1540166" y="255"/>
                  </a:lnTo>
                  <a:lnTo>
                    <a:pt x="1548024" y="256"/>
                  </a:lnTo>
                  <a:lnTo>
                    <a:pt x="1555882" y="257"/>
                  </a:lnTo>
                  <a:lnTo>
                    <a:pt x="1563740" y="258"/>
                  </a:lnTo>
                  <a:lnTo>
                    <a:pt x="1571598" y="258"/>
                  </a:lnTo>
                  <a:lnTo>
                    <a:pt x="1579456" y="259"/>
                  </a:lnTo>
                  <a:lnTo>
                    <a:pt x="1587314" y="260"/>
                  </a:lnTo>
                  <a:lnTo>
                    <a:pt x="1595172" y="261"/>
                  </a:lnTo>
                  <a:lnTo>
                    <a:pt x="1603030" y="262"/>
                  </a:lnTo>
                  <a:lnTo>
                    <a:pt x="1610888" y="262"/>
                  </a:lnTo>
                  <a:lnTo>
                    <a:pt x="1618746" y="263"/>
                  </a:lnTo>
                  <a:lnTo>
                    <a:pt x="1626604" y="264"/>
                  </a:lnTo>
                  <a:lnTo>
                    <a:pt x="1634462" y="264"/>
                  </a:lnTo>
                  <a:lnTo>
                    <a:pt x="1642320" y="265"/>
                  </a:lnTo>
                  <a:lnTo>
                    <a:pt x="1650178" y="265"/>
                  </a:lnTo>
                  <a:lnTo>
                    <a:pt x="1658036" y="266"/>
                  </a:lnTo>
                  <a:lnTo>
                    <a:pt x="1665894" y="267"/>
                  </a:lnTo>
                  <a:lnTo>
                    <a:pt x="1673752" y="268"/>
                  </a:lnTo>
                  <a:lnTo>
                    <a:pt x="1681610" y="269"/>
                  </a:lnTo>
                  <a:lnTo>
                    <a:pt x="1689468" y="269"/>
                  </a:lnTo>
                  <a:lnTo>
                    <a:pt x="1697326" y="270"/>
                  </a:lnTo>
                  <a:lnTo>
                    <a:pt x="1705184" y="271"/>
                  </a:lnTo>
                  <a:lnTo>
                    <a:pt x="1713042" y="272"/>
                  </a:lnTo>
                  <a:lnTo>
                    <a:pt x="1720900" y="273"/>
                  </a:lnTo>
                  <a:lnTo>
                    <a:pt x="1728758" y="273"/>
                  </a:lnTo>
                  <a:lnTo>
                    <a:pt x="1736616" y="274"/>
                  </a:lnTo>
                  <a:lnTo>
                    <a:pt x="1744474" y="275"/>
                  </a:lnTo>
                  <a:lnTo>
                    <a:pt x="1752332" y="276"/>
                  </a:lnTo>
                  <a:lnTo>
                    <a:pt x="1760190" y="276"/>
                  </a:lnTo>
                  <a:lnTo>
                    <a:pt x="1768048" y="277"/>
                  </a:lnTo>
                  <a:lnTo>
                    <a:pt x="1775906" y="278"/>
                  </a:lnTo>
                  <a:lnTo>
                    <a:pt x="1783764" y="279"/>
                  </a:lnTo>
                  <a:lnTo>
                    <a:pt x="1791622" y="280"/>
                  </a:lnTo>
                  <a:lnTo>
                    <a:pt x="1799480" y="280"/>
                  </a:lnTo>
                  <a:lnTo>
                    <a:pt x="1807338" y="281"/>
                  </a:lnTo>
                  <a:lnTo>
                    <a:pt x="1815196" y="282"/>
                  </a:lnTo>
                  <a:lnTo>
                    <a:pt x="1823054" y="283"/>
                  </a:lnTo>
                  <a:lnTo>
                    <a:pt x="1830912" y="283"/>
                  </a:lnTo>
                  <a:lnTo>
                    <a:pt x="1838770" y="284"/>
                  </a:lnTo>
                  <a:lnTo>
                    <a:pt x="1846628" y="284"/>
                  </a:lnTo>
                  <a:lnTo>
                    <a:pt x="1854486" y="285"/>
                  </a:lnTo>
                  <a:lnTo>
                    <a:pt x="1862344" y="286"/>
                  </a:lnTo>
                  <a:lnTo>
                    <a:pt x="1870202" y="286"/>
                  </a:lnTo>
                  <a:lnTo>
                    <a:pt x="1878060" y="287"/>
                  </a:lnTo>
                  <a:lnTo>
                    <a:pt x="1885918" y="287"/>
                  </a:lnTo>
                  <a:lnTo>
                    <a:pt x="1893776" y="288"/>
                  </a:lnTo>
                  <a:lnTo>
                    <a:pt x="1901634" y="289"/>
                  </a:lnTo>
                  <a:lnTo>
                    <a:pt x="1909492" y="289"/>
                  </a:lnTo>
                  <a:lnTo>
                    <a:pt x="1917350" y="290"/>
                  </a:lnTo>
                  <a:lnTo>
                    <a:pt x="1925208" y="290"/>
                  </a:lnTo>
                  <a:lnTo>
                    <a:pt x="1933066" y="291"/>
                  </a:lnTo>
                  <a:lnTo>
                    <a:pt x="1940924" y="292"/>
                  </a:lnTo>
                  <a:lnTo>
                    <a:pt x="1948782" y="292"/>
                  </a:lnTo>
                  <a:lnTo>
                    <a:pt x="1956640" y="293"/>
                  </a:lnTo>
                  <a:lnTo>
                    <a:pt x="1964498" y="293"/>
                  </a:lnTo>
                  <a:lnTo>
                    <a:pt x="1972356" y="294"/>
                  </a:lnTo>
                  <a:lnTo>
                    <a:pt x="1980214" y="294"/>
                  </a:lnTo>
                  <a:lnTo>
                    <a:pt x="1988072" y="295"/>
                  </a:lnTo>
                  <a:lnTo>
                    <a:pt x="1995930" y="296"/>
                  </a:lnTo>
                  <a:lnTo>
                    <a:pt x="2003788" y="296"/>
                  </a:lnTo>
                  <a:lnTo>
                    <a:pt x="2011646" y="297"/>
                  </a:lnTo>
                  <a:lnTo>
                    <a:pt x="2019504" y="298"/>
                  </a:lnTo>
                  <a:lnTo>
                    <a:pt x="2027362" y="298"/>
                  </a:lnTo>
                  <a:lnTo>
                    <a:pt x="2035220" y="299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89"/>
            <p:cNvSpPr/>
            <p:nvPr/>
          </p:nvSpPr>
          <p:spPr>
            <a:xfrm>
              <a:off x="3608036" y="4956666"/>
              <a:ext cx="2035220" cy="27"/>
            </a:xfrm>
            <a:custGeom>
              <a:avLst/>
              <a:pathLst>
                <a:path w="2035220" h="27">
                  <a:moveTo>
                    <a:pt x="0" y="24"/>
                  </a:moveTo>
                  <a:lnTo>
                    <a:pt x="7857" y="24"/>
                  </a:lnTo>
                  <a:lnTo>
                    <a:pt x="15715" y="23"/>
                  </a:lnTo>
                  <a:lnTo>
                    <a:pt x="23573" y="23"/>
                  </a:lnTo>
                  <a:lnTo>
                    <a:pt x="31431" y="22"/>
                  </a:lnTo>
                  <a:lnTo>
                    <a:pt x="39289" y="22"/>
                  </a:lnTo>
                  <a:lnTo>
                    <a:pt x="47147" y="22"/>
                  </a:lnTo>
                  <a:lnTo>
                    <a:pt x="55005" y="22"/>
                  </a:lnTo>
                  <a:lnTo>
                    <a:pt x="62863" y="22"/>
                  </a:lnTo>
                  <a:lnTo>
                    <a:pt x="70721" y="23"/>
                  </a:lnTo>
                  <a:lnTo>
                    <a:pt x="78579" y="22"/>
                  </a:lnTo>
                  <a:lnTo>
                    <a:pt x="86437" y="22"/>
                  </a:lnTo>
                  <a:lnTo>
                    <a:pt x="94295" y="23"/>
                  </a:lnTo>
                  <a:lnTo>
                    <a:pt x="102153" y="23"/>
                  </a:lnTo>
                  <a:lnTo>
                    <a:pt x="110011" y="23"/>
                  </a:lnTo>
                  <a:lnTo>
                    <a:pt x="117869" y="23"/>
                  </a:lnTo>
                  <a:lnTo>
                    <a:pt x="125727" y="23"/>
                  </a:lnTo>
                  <a:lnTo>
                    <a:pt x="133585" y="23"/>
                  </a:lnTo>
                  <a:lnTo>
                    <a:pt x="141443" y="23"/>
                  </a:lnTo>
                  <a:lnTo>
                    <a:pt x="149301" y="22"/>
                  </a:lnTo>
                  <a:lnTo>
                    <a:pt x="157159" y="22"/>
                  </a:lnTo>
                  <a:lnTo>
                    <a:pt x="165017" y="22"/>
                  </a:lnTo>
                  <a:lnTo>
                    <a:pt x="172875" y="22"/>
                  </a:lnTo>
                  <a:lnTo>
                    <a:pt x="180733" y="22"/>
                  </a:lnTo>
                  <a:lnTo>
                    <a:pt x="188591" y="23"/>
                  </a:lnTo>
                  <a:lnTo>
                    <a:pt x="196449" y="24"/>
                  </a:lnTo>
                  <a:lnTo>
                    <a:pt x="204307" y="24"/>
                  </a:lnTo>
                  <a:lnTo>
                    <a:pt x="212165" y="25"/>
                  </a:lnTo>
                  <a:lnTo>
                    <a:pt x="220023" y="25"/>
                  </a:lnTo>
                  <a:lnTo>
                    <a:pt x="227881" y="26"/>
                  </a:lnTo>
                  <a:lnTo>
                    <a:pt x="235739" y="26"/>
                  </a:lnTo>
                  <a:lnTo>
                    <a:pt x="243597" y="26"/>
                  </a:lnTo>
                  <a:lnTo>
                    <a:pt x="251455" y="26"/>
                  </a:lnTo>
                  <a:lnTo>
                    <a:pt x="259313" y="26"/>
                  </a:lnTo>
                  <a:lnTo>
                    <a:pt x="267171" y="27"/>
                  </a:lnTo>
                  <a:lnTo>
                    <a:pt x="275029" y="26"/>
                  </a:lnTo>
                  <a:lnTo>
                    <a:pt x="282887" y="27"/>
                  </a:lnTo>
                  <a:lnTo>
                    <a:pt x="290745" y="26"/>
                  </a:lnTo>
                  <a:lnTo>
                    <a:pt x="298603" y="26"/>
                  </a:lnTo>
                  <a:lnTo>
                    <a:pt x="306461" y="26"/>
                  </a:lnTo>
                  <a:lnTo>
                    <a:pt x="314319" y="25"/>
                  </a:lnTo>
                  <a:lnTo>
                    <a:pt x="322177" y="25"/>
                  </a:lnTo>
                  <a:lnTo>
                    <a:pt x="330035" y="25"/>
                  </a:lnTo>
                  <a:lnTo>
                    <a:pt x="337893" y="26"/>
                  </a:lnTo>
                  <a:lnTo>
                    <a:pt x="345751" y="26"/>
                  </a:lnTo>
                  <a:lnTo>
                    <a:pt x="353609" y="25"/>
                  </a:lnTo>
                  <a:lnTo>
                    <a:pt x="361467" y="25"/>
                  </a:lnTo>
                  <a:lnTo>
                    <a:pt x="369325" y="25"/>
                  </a:lnTo>
                  <a:lnTo>
                    <a:pt x="377183" y="25"/>
                  </a:lnTo>
                  <a:lnTo>
                    <a:pt x="385041" y="24"/>
                  </a:lnTo>
                  <a:lnTo>
                    <a:pt x="392899" y="24"/>
                  </a:lnTo>
                  <a:lnTo>
                    <a:pt x="400757" y="25"/>
                  </a:lnTo>
                  <a:lnTo>
                    <a:pt x="408615" y="24"/>
                  </a:lnTo>
                  <a:lnTo>
                    <a:pt x="416473" y="24"/>
                  </a:lnTo>
                  <a:lnTo>
                    <a:pt x="424331" y="23"/>
                  </a:lnTo>
                  <a:lnTo>
                    <a:pt x="432189" y="23"/>
                  </a:lnTo>
                  <a:lnTo>
                    <a:pt x="440047" y="22"/>
                  </a:lnTo>
                  <a:lnTo>
                    <a:pt x="447905" y="23"/>
                  </a:lnTo>
                  <a:lnTo>
                    <a:pt x="455763" y="23"/>
                  </a:lnTo>
                  <a:lnTo>
                    <a:pt x="463621" y="23"/>
                  </a:lnTo>
                  <a:lnTo>
                    <a:pt x="471479" y="22"/>
                  </a:lnTo>
                  <a:lnTo>
                    <a:pt x="479337" y="23"/>
                  </a:lnTo>
                  <a:lnTo>
                    <a:pt x="487195" y="22"/>
                  </a:lnTo>
                  <a:lnTo>
                    <a:pt x="495053" y="22"/>
                  </a:lnTo>
                  <a:lnTo>
                    <a:pt x="502911" y="21"/>
                  </a:lnTo>
                  <a:lnTo>
                    <a:pt x="510769" y="21"/>
                  </a:lnTo>
                  <a:lnTo>
                    <a:pt x="518627" y="22"/>
                  </a:lnTo>
                  <a:lnTo>
                    <a:pt x="526485" y="22"/>
                  </a:lnTo>
                  <a:lnTo>
                    <a:pt x="534343" y="22"/>
                  </a:lnTo>
                  <a:lnTo>
                    <a:pt x="542201" y="22"/>
                  </a:lnTo>
                  <a:lnTo>
                    <a:pt x="550059" y="22"/>
                  </a:lnTo>
                  <a:lnTo>
                    <a:pt x="557917" y="21"/>
                  </a:lnTo>
                  <a:lnTo>
                    <a:pt x="565775" y="21"/>
                  </a:lnTo>
                  <a:lnTo>
                    <a:pt x="573633" y="20"/>
                  </a:lnTo>
                  <a:lnTo>
                    <a:pt x="581491" y="20"/>
                  </a:lnTo>
                  <a:lnTo>
                    <a:pt x="589349" y="19"/>
                  </a:lnTo>
                  <a:lnTo>
                    <a:pt x="597207" y="19"/>
                  </a:lnTo>
                  <a:lnTo>
                    <a:pt x="605065" y="20"/>
                  </a:lnTo>
                  <a:lnTo>
                    <a:pt x="612923" y="19"/>
                  </a:lnTo>
                  <a:lnTo>
                    <a:pt x="620781" y="19"/>
                  </a:lnTo>
                  <a:lnTo>
                    <a:pt x="628639" y="20"/>
                  </a:lnTo>
                  <a:lnTo>
                    <a:pt x="636497" y="20"/>
                  </a:lnTo>
                  <a:lnTo>
                    <a:pt x="644355" y="20"/>
                  </a:lnTo>
                  <a:lnTo>
                    <a:pt x="652213" y="20"/>
                  </a:lnTo>
                  <a:lnTo>
                    <a:pt x="660071" y="20"/>
                  </a:lnTo>
                  <a:lnTo>
                    <a:pt x="667929" y="19"/>
                  </a:lnTo>
                  <a:lnTo>
                    <a:pt x="675787" y="19"/>
                  </a:lnTo>
                  <a:lnTo>
                    <a:pt x="683645" y="19"/>
                  </a:lnTo>
                  <a:lnTo>
                    <a:pt x="691503" y="19"/>
                  </a:lnTo>
                  <a:lnTo>
                    <a:pt x="699361" y="19"/>
                  </a:lnTo>
                  <a:lnTo>
                    <a:pt x="707219" y="20"/>
                  </a:lnTo>
                  <a:lnTo>
                    <a:pt x="715077" y="20"/>
                  </a:lnTo>
                  <a:lnTo>
                    <a:pt x="722935" y="19"/>
                  </a:lnTo>
                  <a:lnTo>
                    <a:pt x="730793" y="20"/>
                  </a:lnTo>
                  <a:lnTo>
                    <a:pt x="738651" y="20"/>
                  </a:lnTo>
                  <a:lnTo>
                    <a:pt x="746509" y="19"/>
                  </a:lnTo>
                  <a:lnTo>
                    <a:pt x="754367" y="18"/>
                  </a:lnTo>
                  <a:lnTo>
                    <a:pt x="762225" y="18"/>
                  </a:lnTo>
                  <a:lnTo>
                    <a:pt x="770083" y="18"/>
                  </a:lnTo>
                  <a:lnTo>
                    <a:pt x="777941" y="18"/>
                  </a:lnTo>
                  <a:lnTo>
                    <a:pt x="785799" y="17"/>
                  </a:lnTo>
                  <a:lnTo>
                    <a:pt x="793657" y="18"/>
                  </a:lnTo>
                  <a:lnTo>
                    <a:pt x="801515" y="18"/>
                  </a:lnTo>
                  <a:lnTo>
                    <a:pt x="809373" y="17"/>
                  </a:lnTo>
                  <a:lnTo>
                    <a:pt x="817231" y="17"/>
                  </a:lnTo>
                  <a:lnTo>
                    <a:pt x="825089" y="17"/>
                  </a:lnTo>
                  <a:lnTo>
                    <a:pt x="832947" y="18"/>
                  </a:lnTo>
                  <a:lnTo>
                    <a:pt x="840805" y="17"/>
                  </a:lnTo>
                  <a:lnTo>
                    <a:pt x="848663" y="18"/>
                  </a:lnTo>
                  <a:lnTo>
                    <a:pt x="856521" y="18"/>
                  </a:lnTo>
                  <a:lnTo>
                    <a:pt x="864379" y="18"/>
                  </a:lnTo>
                  <a:lnTo>
                    <a:pt x="872237" y="19"/>
                  </a:lnTo>
                  <a:lnTo>
                    <a:pt x="880095" y="19"/>
                  </a:lnTo>
                  <a:lnTo>
                    <a:pt x="887953" y="20"/>
                  </a:lnTo>
                  <a:lnTo>
                    <a:pt x="895811" y="21"/>
                  </a:lnTo>
                  <a:lnTo>
                    <a:pt x="903669" y="21"/>
                  </a:lnTo>
                  <a:lnTo>
                    <a:pt x="911527" y="21"/>
                  </a:lnTo>
                  <a:lnTo>
                    <a:pt x="919385" y="20"/>
                  </a:lnTo>
                  <a:lnTo>
                    <a:pt x="927243" y="20"/>
                  </a:lnTo>
                  <a:lnTo>
                    <a:pt x="935101" y="20"/>
                  </a:lnTo>
                  <a:lnTo>
                    <a:pt x="942959" y="20"/>
                  </a:lnTo>
                  <a:lnTo>
                    <a:pt x="950817" y="19"/>
                  </a:lnTo>
                  <a:lnTo>
                    <a:pt x="958675" y="19"/>
                  </a:lnTo>
                  <a:lnTo>
                    <a:pt x="966533" y="19"/>
                  </a:lnTo>
                  <a:lnTo>
                    <a:pt x="974391" y="18"/>
                  </a:lnTo>
                  <a:lnTo>
                    <a:pt x="982249" y="18"/>
                  </a:lnTo>
                  <a:lnTo>
                    <a:pt x="990107" y="17"/>
                  </a:lnTo>
                  <a:lnTo>
                    <a:pt x="997965" y="17"/>
                  </a:lnTo>
                  <a:lnTo>
                    <a:pt x="1005823" y="17"/>
                  </a:lnTo>
                  <a:lnTo>
                    <a:pt x="1013681" y="17"/>
                  </a:lnTo>
                  <a:lnTo>
                    <a:pt x="1021539" y="17"/>
                  </a:lnTo>
                  <a:lnTo>
                    <a:pt x="1029397" y="16"/>
                  </a:lnTo>
                  <a:lnTo>
                    <a:pt x="1037254" y="17"/>
                  </a:lnTo>
                  <a:lnTo>
                    <a:pt x="1045112" y="17"/>
                  </a:lnTo>
                  <a:lnTo>
                    <a:pt x="1052970" y="16"/>
                  </a:lnTo>
                  <a:lnTo>
                    <a:pt x="1060828" y="16"/>
                  </a:lnTo>
                  <a:lnTo>
                    <a:pt x="1068686" y="16"/>
                  </a:lnTo>
                  <a:lnTo>
                    <a:pt x="1076544" y="15"/>
                  </a:lnTo>
                  <a:lnTo>
                    <a:pt x="1084402" y="15"/>
                  </a:lnTo>
                  <a:lnTo>
                    <a:pt x="1092260" y="15"/>
                  </a:lnTo>
                  <a:lnTo>
                    <a:pt x="1100118" y="15"/>
                  </a:lnTo>
                  <a:lnTo>
                    <a:pt x="1107976" y="15"/>
                  </a:lnTo>
                  <a:lnTo>
                    <a:pt x="1115834" y="14"/>
                  </a:lnTo>
                  <a:lnTo>
                    <a:pt x="1123692" y="14"/>
                  </a:lnTo>
                  <a:lnTo>
                    <a:pt x="1131550" y="14"/>
                  </a:lnTo>
                  <a:lnTo>
                    <a:pt x="1139408" y="13"/>
                  </a:lnTo>
                  <a:lnTo>
                    <a:pt x="1147266" y="13"/>
                  </a:lnTo>
                  <a:lnTo>
                    <a:pt x="1155124" y="13"/>
                  </a:lnTo>
                  <a:lnTo>
                    <a:pt x="1162982" y="12"/>
                  </a:lnTo>
                  <a:lnTo>
                    <a:pt x="1170840" y="12"/>
                  </a:lnTo>
                  <a:lnTo>
                    <a:pt x="1178698" y="12"/>
                  </a:lnTo>
                  <a:lnTo>
                    <a:pt x="1186556" y="12"/>
                  </a:lnTo>
                  <a:lnTo>
                    <a:pt x="1194414" y="12"/>
                  </a:lnTo>
                  <a:lnTo>
                    <a:pt x="1202272" y="11"/>
                  </a:lnTo>
                  <a:lnTo>
                    <a:pt x="1210130" y="11"/>
                  </a:lnTo>
                  <a:lnTo>
                    <a:pt x="1217988" y="11"/>
                  </a:lnTo>
                  <a:lnTo>
                    <a:pt x="1225846" y="11"/>
                  </a:lnTo>
                  <a:lnTo>
                    <a:pt x="1233704" y="10"/>
                  </a:lnTo>
                  <a:lnTo>
                    <a:pt x="1241562" y="10"/>
                  </a:lnTo>
                  <a:lnTo>
                    <a:pt x="1249420" y="10"/>
                  </a:lnTo>
                  <a:lnTo>
                    <a:pt x="1257278" y="10"/>
                  </a:lnTo>
                  <a:lnTo>
                    <a:pt x="1265136" y="10"/>
                  </a:lnTo>
                  <a:lnTo>
                    <a:pt x="1272994" y="10"/>
                  </a:lnTo>
                  <a:lnTo>
                    <a:pt x="1280852" y="10"/>
                  </a:lnTo>
                  <a:lnTo>
                    <a:pt x="1288710" y="10"/>
                  </a:lnTo>
                  <a:lnTo>
                    <a:pt x="1296568" y="10"/>
                  </a:lnTo>
                  <a:lnTo>
                    <a:pt x="1304426" y="10"/>
                  </a:lnTo>
                  <a:lnTo>
                    <a:pt x="1312284" y="11"/>
                  </a:lnTo>
                  <a:lnTo>
                    <a:pt x="1320142" y="11"/>
                  </a:lnTo>
                  <a:lnTo>
                    <a:pt x="1328000" y="11"/>
                  </a:lnTo>
                  <a:lnTo>
                    <a:pt x="1335858" y="11"/>
                  </a:lnTo>
                  <a:lnTo>
                    <a:pt x="1343716" y="11"/>
                  </a:lnTo>
                  <a:lnTo>
                    <a:pt x="1351574" y="11"/>
                  </a:lnTo>
                  <a:lnTo>
                    <a:pt x="1359432" y="11"/>
                  </a:lnTo>
                  <a:lnTo>
                    <a:pt x="1367290" y="11"/>
                  </a:lnTo>
                  <a:lnTo>
                    <a:pt x="1375148" y="11"/>
                  </a:lnTo>
                  <a:lnTo>
                    <a:pt x="1383006" y="11"/>
                  </a:lnTo>
                  <a:lnTo>
                    <a:pt x="1390864" y="11"/>
                  </a:lnTo>
                  <a:lnTo>
                    <a:pt x="1398722" y="10"/>
                  </a:lnTo>
                  <a:lnTo>
                    <a:pt x="1406580" y="11"/>
                  </a:lnTo>
                  <a:lnTo>
                    <a:pt x="1414438" y="10"/>
                  </a:lnTo>
                  <a:lnTo>
                    <a:pt x="1422296" y="11"/>
                  </a:lnTo>
                  <a:lnTo>
                    <a:pt x="1430154" y="11"/>
                  </a:lnTo>
                  <a:lnTo>
                    <a:pt x="1438012" y="10"/>
                  </a:lnTo>
                  <a:lnTo>
                    <a:pt x="1445870" y="11"/>
                  </a:lnTo>
                  <a:lnTo>
                    <a:pt x="1453728" y="11"/>
                  </a:lnTo>
                  <a:lnTo>
                    <a:pt x="1461586" y="11"/>
                  </a:lnTo>
                  <a:lnTo>
                    <a:pt x="1469444" y="11"/>
                  </a:lnTo>
                  <a:lnTo>
                    <a:pt x="1477302" y="11"/>
                  </a:lnTo>
                  <a:lnTo>
                    <a:pt x="1485160" y="9"/>
                  </a:lnTo>
                  <a:lnTo>
                    <a:pt x="1493018" y="9"/>
                  </a:lnTo>
                  <a:lnTo>
                    <a:pt x="1500876" y="9"/>
                  </a:lnTo>
                  <a:lnTo>
                    <a:pt x="1508734" y="8"/>
                  </a:lnTo>
                  <a:lnTo>
                    <a:pt x="1516592" y="8"/>
                  </a:lnTo>
                  <a:lnTo>
                    <a:pt x="1524450" y="7"/>
                  </a:lnTo>
                  <a:lnTo>
                    <a:pt x="1532308" y="7"/>
                  </a:lnTo>
                  <a:lnTo>
                    <a:pt x="1540166" y="7"/>
                  </a:lnTo>
                  <a:lnTo>
                    <a:pt x="1548024" y="7"/>
                  </a:lnTo>
                  <a:lnTo>
                    <a:pt x="1555882" y="7"/>
                  </a:lnTo>
                  <a:lnTo>
                    <a:pt x="1563740" y="7"/>
                  </a:lnTo>
                  <a:lnTo>
                    <a:pt x="1571598" y="7"/>
                  </a:lnTo>
                  <a:lnTo>
                    <a:pt x="1579456" y="7"/>
                  </a:lnTo>
                  <a:lnTo>
                    <a:pt x="1587314" y="7"/>
                  </a:lnTo>
                  <a:lnTo>
                    <a:pt x="1595172" y="8"/>
                  </a:lnTo>
                  <a:lnTo>
                    <a:pt x="1603030" y="8"/>
                  </a:lnTo>
                  <a:lnTo>
                    <a:pt x="1610888" y="8"/>
                  </a:lnTo>
                  <a:lnTo>
                    <a:pt x="1618746" y="8"/>
                  </a:lnTo>
                  <a:lnTo>
                    <a:pt x="1626604" y="8"/>
                  </a:lnTo>
                  <a:lnTo>
                    <a:pt x="1634462" y="8"/>
                  </a:lnTo>
                  <a:lnTo>
                    <a:pt x="1642320" y="8"/>
                  </a:lnTo>
                  <a:lnTo>
                    <a:pt x="1650178" y="8"/>
                  </a:lnTo>
                  <a:lnTo>
                    <a:pt x="1658036" y="8"/>
                  </a:lnTo>
                  <a:lnTo>
                    <a:pt x="1665894" y="8"/>
                  </a:lnTo>
                  <a:lnTo>
                    <a:pt x="1673752" y="8"/>
                  </a:lnTo>
                  <a:lnTo>
                    <a:pt x="1681610" y="8"/>
                  </a:lnTo>
                  <a:lnTo>
                    <a:pt x="1689468" y="8"/>
                  </a:lnTo>
                  <a:lnTo>
                    <a:pt x="1697326" y="8"/>
                  </a:lnTo>
                  <a:lnTo>
                    <a:pt x="1705184" y="8"/>
                  </a:lnTo>
                  <a:lnTo>
                    <a:pt x="1713042" y="8"/>
                  </a:lnTo>
                  <a:lnTo>
                    <a:pt x="1720900" y="8"/>
                  </a:lnTo>
                  <a:lnTo>
                    <a:pt x="1728758" y="8"/>
                  </a:lnTo>
                  <a:lnTo>
                    <a:pt x="1736616" y="7"/>
                  </a:lnTo>
                  <a:lnTo>
                    <a:pt x="1744474" y="7"/>
                  </a:lnTo>
                  <a:lnTo>
                    <a:pt x="1752332" y="6"/>
                  </a:lnTo>
                  <a:lnTo>
                    <a:pt x="1760190" y="6"/>
                  </a:lnTo>
                  <a:lnTo>
                    <a:pt x="1768048" y="6"/>
                  </a:lnTo>
                  <a:lnTo>
                    <a:pt x="1775906" y="6"/>
                  </a:lnTo>
                  <a:lnTo>
                    <a:pt x="1783764" y="5"/>
                  </a:lnTo>
                  <a:lnTo>
                    <a:pt x="1791622" y="5"/>
                  </a:lnTo>
                  <a:lnTo>
                    <a:pt x="1799480" y="5"/>
                  </a:lnTo>
                  <a:lnTo>
                    <a:pt x="1807338" y="5"/>
                  </a:lnTo>
                  <a:lnTo>
                    <a:pt x="1815196" y="4"/>
                  </a:lnTo>
                  <a:lnTo>
                    <a:pt x="1823054" y="4"/>
                  </a:lnTo>
                  <a:lnTo>
                    <a:pt x="1830912" y="3"/>
                  </a:lnTo>
                  <a:lnTo>
                    <a:pt x="1838770" y="3"/>
                  </a:lnTo>
                  <a:lnTo>
                    <a:pt x="1846628" y="3"/>
                  </a:lnTo>
                  <a:lnTo>
                    <a:pt x="1854486" y="4"/>
                  </a:lnTo>
                  <a:lnTo>
                    <a:pt x="1862344" y="4"/>
                  </a:lnTo>
                  <a:lnTo>
                    <a:pt x="1870202" y="4"/>
                  </a:lnTo>
                  <a:lnTo>
                    <a:pt x="1878060" y="4"/>
                  </a:lnTo>
                  <a:lnTo>
                    <a:pt x="1885918" y="4"/>
                  </a:lnTo>
                  <a:lnTo>
                    <a:pt x="1893776" y="4"/>
                  </a:lnTo>
                  <a:lnTo>
                    <a:pt x="1901634" y="4"/>
                  </a:lnTo>
                  <a:lnTo>
                    <a:pt x="1909492" y="4"/>
                  </a:lnTo>
                  <a:lnTo>
                    <a:pt x="1917350" y="4"/>
                  </a:lnTo>
                  <a:lnTo>
                    <a:pt x="1925208" y="4"/>
                  </a:lnTo>
                  <a:lnTo>
                    <a:pt x="1933066" y="3"/>
                  </a:lnTo>
                  <a:lnTo>
                    <a:pt x="1940924" y="3"/>
                  </a:lnTo>
                  <a:lnTo>
                    <a:pt x="1948782" y="3"/>
                  </a:lnTo>
                  <a:lnTo>
                    <a:pt x="1956640" y="3"/>
                  </a:lnTo>
                  <a:lnTo>
                    <a:pt x="1964498" y="2"/>
                  </a:lnTo>
                  <a:lnTo>
                    <a:pt x="1972356" y="2"/>
                  </a:lnTo>
                  <a:lnTo>
                    <a:pt x="1980214" y="2"/>
                  </a:lnTo>
                  <a:lnTo>
                    <a:pt x="1988072" y="2"/>
                  </a:lnTo>
                  <a:lnTo>
                    <a:pt x="1995930" y="1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rc190"/>
            <p:cNvSpPr/>
            <p:nvPr/>
          </p:nvSpPr>
          <p:spPr>
            <a:xfrm>
              <a:off x="3506275" y="4247864"/>
              <a:ext cx="2238742" cy="742778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rc191"/>
            <p:cNvSpPr/>
            <p:nvPr/>
          </p:nvSpPr>
          <p:spPr>
            <a:xfrm>
              <a:off x="5927897" y="2396548"/>
              <a:ext cx="2238742" cy="7427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pl192"/>
            <p:cNvSpPr/>
            <p:nvPr/>
          </p:nvSpPr>
          <p:spPr>
            <a:xfrm>
              <a:off x="5927897" y="3105564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3"/>
            <p:cNvSpPr/>
            <p:nvPr/>
          </p:nvSpPr>
          <p:spPr>
            <a:xfrm>
              <a:off x="5927897" y="2880989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4"/>
            <p:cNvSpPr/>
            <p:nvPr/>
          </p:nvSpPr>
          <p:spPr>
            <a:xfrm>
              <a:off x="5927897" y="2656413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5"/>
            <p:cNvSpPr/>
            <p:nvPr/>
          </p:nvSpPr>
          <p:spPr>
            <a:xfrm>
              <a:off x="5927897" y="2431837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6"/>
            <p:cNvSpPr/>
            <p:nvPr/>
          </p:nvSpPr>
          <p:spPr>
            <a:xfrm>
              <a:off x="5946228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7"/>
            <p:cNvSpPr/>
            <p:nvPr/>
          </p:nvSpPr>
          <p:spPr>
            <a:xfrm>
              <a:off x="6466071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8"/>
            <p:cNvSpPr/>
            <p:nvPr/>
          </p:nvSpPr>
          <p:spPr>
            <a:xfrm>
              <a:off x="6985915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199"/>
            <p:cNvSpPr/>
            <p:nvPr/>
          </p:nvSpPr>
          <p:spPr>
            <a:xfrm>
              <a:off x="7505759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0"/>
            <p:cNvSpPr/>
            <p:nvPr/>
          </p:nvSpPr>
          <p:spPr>
            <a:xfrm>
              <a:off x="8025603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1"/>
            <p:cNvSpPr/>
            <p:nvPr/>
          </p:nvSpPr>
          <p:spPr>
            <a:xfrm>
              <a:off x="6029658" y="3081027"/>
              <a:ext cx="2035220" cy="24447"/>
            </a:xfrm>
            <a:custGeom>
              <a:avLst/>
              <a:pathLst>
                <a:path w="2035220" h="24447">
                  <a:moveTo>
                    <a:pt x="0" y="24114"/>
                  </a:moveTo>
                  <a:lnTo>
                    <a:pt x="7857" y="24109"/>
                  </a:lnTo>
                  <a:lnTo>
                    <a:pt x="15715" y="24106"/>
                  </a:lnTo>
                  <a:lnTo>
                    <a:pt x="23573" y="24103"/>
                  </a:lnTo>
                  <a:lnTo>
                    <a:pt x="31431" y="24100"/>
                  </a:lnTo>
                  <a:lnTo>
                    <a:pt x="39289" y="24096"/>
                  </a:lnTo>
                  <a:lnTo>
                    <a:pt x="47147" y="24091"/>
                  </a:lnTo>
                  <a:lnTo>
                    <a:pt x="55005" y="24087"/>
                  </a:lnTo>
                  <a:lnTo>
                    <a:pt x="62863" y="24083"/>
                  </a:lnTo>
                  <a:lnTo>
                    <a:pt x="70721" y="24077"/>
                  </a:lnTo>
                  <a:lnTo>
                    <a:pt x="78579" y="24075"/>
                  </a:lnTo>
                  <a:lnTo>
                    <a:pt x="86437" y="24070"/>
                  </a:lnTo>
                  <a:lnTo>
                    <a:pt x="94295" y="24066"/>
                  </a:lnTo>
                  <a:lnTo>
                    <a:pt x="102153" y="24062"/>
                  </a:lnTo>
                  <a:lnTo>
                    <a:pt x="110011" y="24057"/>
                  </a:lnTo>
                  <a:lnTo>
                    <a:pt x="117869" y="24053"/>
                  </a:lnTo>
                  <a:lnTo>
                    <a:pt x="125727" y="24048"/>
                  </a:lnTo>
                  <a:lnTo>
                    <a:pt x="133585" y="24042"/>
                  </a:lnTo>
                  <a:lnTo>
                    <a:pt x="141443" y="24038"/>
                  </a:lnTo>
                  <a:lnTo>
                    <a:pt x="149301" y="24034"/>
                  </a:lnTo>
                  <a:lnTo>
                    <a:pt x="157159" y="24030"/>
                  </a:lnTo>
                  <a:lnTo>
                    <a:pt x="165017" y="24025"/>
                  </a:lnTo>
                  <a:lnTo>
                    <a:pt x="172875" y="24018"/>
                  </a:lnTo>
                  <a:lnTo>
                    <a:pt x="180733" y="24011"/>
                  </a:lnTo>
                  <a:lnTo>
                    <a:pt x="188591" y="24003"/>
                  </a:lnTo>
                  <a:lnTo>
                    <a:pt x="196449" y="23999"/>
                  </a:lnTo>
                  <a:lnTo>
                    <a:pt x="204307" y="23994"/>
                  </a:lnTo>
                  <a:lnTo>
                    <a:pt x="212165" y="23989"/>
                  </a:lnTo>
                  <a:lnTo>
                    <a:pt x="220023" y="23981"/>
                  </a:lnTo>
                  <a:lnTo>
                    <a:pt x="227881" y="23977"/>
                  </a:lnTo>
                  <a:lnTo>
                    <a:pt x="235739" y="23971"/>
                  </a:lnTo>
                  <a:lnTo>
                    <a:pt x="243597" y="23964"/>
                  </a:lnTo>
                  <a:lnTo>
                    <a:pt x="251455" y="23957"/>
                  </a:lnTo>
                  <a:lnTo>
                    <a:pt x="259313" y="23953"/>
                  </a:lnTo>
                  <a:lnTo>
                    <a:pt x="267171" y="23949"/>
                  </a:lnTo>
                  <a:lnTo>
                    <a:pt x="275029" y="23941"/>
                  </a:lnTo>
                  <a:lnTo>
                    <a:pt x="282887" y="23936"/>
                  </a:lnTo>
                  <a:lnTo>
                    <a:pt x="290745" y="23931"/>
                  </a:lnTo>
                  <a:lnTo>
                    <a:pt x="298603" y="23924"/>
                  </a:lnTo>
                  <a:lnTo>
                    <a:pt x="306461" y="23916"/>
                  </a:lnTo>
                  <a:lnTo>
                    <a:pt x="314319" y="23906"/>
                  </a:lnTo>
                  <a:lnTo>
                    <a:pt x="322177" y="23895"/>
                  </a:lnTo>
                  <a:lnTo>
                    <a:pt x="330035" y="23889"/>
                  </a:lnTo>
                  <a:lnTo>
                    <a:pt x="337893" y="23886"/>
                  </a:lnTo>
                  <a:lnTo>
                    <a:pt x="345751" y="23880"/>
                  </a:lnTo>
                  <a:lnTo>
                    <a:pt x="353609" y="23872"/>
                  </a:lnTo>
                  <a:lnTo>
                    <a:pt x="361467" y="23860"/>
                  </a:lnTo>
                  <a:lnTo>
                    <a:pt x="369325" y="23848"/>
                  </a:lnTo>
                  <a:lnTo>
                    <a:pt x="377183" y="23841"/>
                  </a:lnTo>
                  <a:lnTo>
                    <a:pt x="385041" y="23833"/>
                  </a:lnTo>
                  <a:lnTo>
                    <a:pt x="392899" y="23822"/>
                  </a:lnTo>
                  <a:lnTo>
                    <a:pt x="400757" y="23815"/>
                  </a:lnTo>
                  <a:lnTo>
                    <a:pt x="408615" y="23809"/>
                  </a:lnTo>
                  <a:lnTo>
                    <a:pt x="416473" y="23803"/>
                  </a:lnTo>
                  <a:lnTo>
                    <a:pt x="424331" y="23795"/>
                  </a:lnTo>
                  <a:lnTo>
                    <a:pt x="432189" y="23785"/>
                  </a:lnTo>
                  <a:lnTo>
                    <a:pt x="440047" y="23778"/>
                  </a:lnTo>
                  <a:lnTo>
                    <a:pt x="447905" y="23769"/>
                  </a:lnTo>
                  <a:lnTo>
                    <a:pt x="455763" y="23762"/>
                  </a:lnTo>
                  <a:lnTo>
                    <a:pt x="463621" y="23753"/>
                  </a:lnTo>
                  <a:lnTo>
                    <a:pt x="471479" y="23741"/>
                  </a:lnTo>
                  <a:lnTo>
                    <a:pt x="479337" y="23732"/>
                  </a:lnTo>
                  <a:lnTo>
                    <a:pt x="487195" y="23723"/>
                  </a:lnTo>
                  <a:lnTo>
                    <a:pt x="495053" y="23716"/>
                  </a:lnTo>
                  <a:lnTo>
                    <a:pt x="502911" y="23706"/>
                  </a:lnTo>
                  <a:lnTo>
                    <a:pt x="510769" y="23696"/>
                  </a:lnTo>
                  <a:lnTo>
                    <a:pt x="518627" y="23683"/>
                  </a:lnTo>
                  <a:lnTo>
                    <a:pt x="526485" y="23671"/>
                  </a:lnTo>
                  <a:lnTo>
                    <a:pt x="534343" y="23661"/>
                  </a:lnTo>
                  <a:lnTo>
                    <a:pt x="542201" y="23650"/>
                  </a:lnTo>
                  <a:lnTo>
                    <a:pt x="550059" y="23640"/>
                  </a:lnTo>
                  <a:lnTo>
                    <a:pt x="557917" y="23627"/>
                  </a:lnTo>
                  <a:lnTo>
                    <a:pt x="565775" y="23613"/>
                  </a:lnTo>
                  <a:lnTo>
                    <a:pt x="573633" y="23597"/>
                  </a:lnTo>
                  <a:lnTo>
                    <a:pt x="581491" y="23584"/>
                  </a:lnTo>
                  <a:lnTo>
                    <a:pt x="589349" y="23573"/>
                  </a:lnTo>
                  <a:lnTo>
                    <a:pt x="597207" y="23561"/>
                  </a:lnTo>
                  <a:lnTo>
                    <a:pt x="605065" y="23546"/>
                  </a:lnTo>
                  <a:lnTo>
                    <a:pt x="612923" y="23532"/>
                  </a:lnTo>
                  <a:lnTo>
                    <a:pt x="620781" y="23519"/>
                  </a:lnTo>
                  <a:lnTo>
                    <a:pt x="628639" y="23508"/>
                  </a:lnTo>
                  <a:lnTo>
                    <a:pt x="636497" y="23493"/>
                  </a:lnTo>
                  <a:lnTo>
                    <a:pt x="644355" y="23480"/>
                  </a:lnTo>
                  <a:lnTo>
                    <a:pt x="652213" y="23467"/>
                  </a:lnTo>
                  <a:lnTo>
                    <a:pt x="660071" y="23452"/>
                  </a:lnTo>
                  <a:lnTo>
                    <a:pt x="667929" y="23435"/>
                  </a:lnTo>
                  <a:lnTo>
                    <a:pt x="675787" y="23422"/>
                  </a:lnTo>
                  <a:lnTo>
                    <a:pt x="683645" y="23406"/>
                  </a:lnTo>
                  <a:lnTo>
                    <a:pt x="691503" y="23388"/>
                  </a:lnTo>
                  <a:lnTo>
                    <a:pt x="699361" y="23368"/>
                  </a:lnTo>
                  <a:lnTo>
                    <a:pt x="707219" y="23349"/>
                  </a:lnTo>
                  <a:lnTo>
                    <a:pt x="715077" y="23335"/>
                  </a:lnTo>
                  <a:lnTo>
                    <a:pt x="722935" y="23319"/>
                  </a:lnTo>
                  <a:lnTo>
                    <a:pt x="730793" y="23301"/>
                  </a:lnTo>
                  <a:lnTo>
                    <a:pt x="738651" y="23280"/>
                  </a:lnTo>
                  <a:lnTo>
                    <a:pt x="746509" y="23260"/>
                  </a:lnTo>
                  <a:lnTo>
                    <a:pt x="754367" y="23245"/>
                  </a:lnTo>
                  <a:lnTo>
                    <a:pt x="762225" y="23226"/>
                  </a:lnTo>
                  <a:lnTo>
                    <a:pt x="770083" y="23206"/>
                  </a:lnTo>
                  <a:lnTo>
                    <a:pt x="777941" y="23182"/>
                  </a:lnTo>
                  <a:lnTo>
                    <a:pt x="785799" y="23156"/>
                  </a:lnTo>
                  <a:lnTo>
                    <a:pt x="793657" y="23132"/>
                  </a:lnTo>
                  <a:lnTo>
                    <a:pt x="801515" y="23115"/>
                  </a:lnTo>
                  <a:lnTo>
                    <a:pt x="809373" y="23098"/>
                  </a:lnTo>
                  <a:lnTo>
                    <a:pt x="817231" y="23073"/>
                  </a:lnTo>
                  <a:lnTo>
                    <a:pt x="825089" y="23040"/>
                  </a:lnTo>
                  <a:lnTo>
                    <a:pt x="832947" y="23013"/>
                  </a:lnTo>
                  <a:lnTo>
                    <a:pt x="840805" y="22995"/>
                  </a:lnTo>
                  <a:lnTo>
                    <a:pt x="848663" y="22968"/>
                  </a:lnTo>
                  <a:lnTo>
                    <a:pt x="856521" y="22945"/>
                  </a:lnTo>
                  <a:lnTo>
                    <a:pt x="864379" y="22922"/>
                  </a:lnTo>
                  <a:lnTo>
                    <a:pt x="872237" y="22898"/>
                  </a:lnTo>
                  <a:lnTo>
                    <a:pt x="880095" y="22874"/>
                  </a:lnTo>
                  <a:lnTo>
                    <a:pt x="887953" y="22845"/>
                  </a:lnTo>
                  <a:lnTo>
                    <a:pt x="895811" y="22818"/>
                  </a:lnTo>
                  <a:lnTo>
                    <a:pt x="903669" y="22787"/>
                  </a:lnTo>
                  <a:lnTo>
                    <a:pt x="911527" y="22764"/>
                  </a:lnTo>
                  <a:lnTo>
                    <a:pt x="919385" y="22737"/>
                  </a:lnTo>
                  <a:lnTo>
                    <a:pt x="927243" y="22706"/>
                  </a:lnTo>
                  <a:lnTo>
                    <a:pt x="935101" y="22680"/>
                  </a:lnTo>
                  <a:lnTo>
                    <a:pt x="942959" y="22655"/>
                  </a:lnTo>
                  <a:lnTo>
                    <a:pt x="950817" y="22621"/>
                  </a:lnTo>
                  <a:lnTo>
                    <a:pt x="958675" y="22592"/>
                  </a:lnTo>
                  <a:lnTo>
                    <a:pt x="966533" y="22552"/>
                  </a:lnTo>
                  <a:lnTo>
                    <a:pt x="974391" y="22512"/>
                  </a:lnTo>
                  <a:lnTo>
                    <a:pt x="982249" y="22480"/>
                  </a:lnTo>
                  <a:lnTo>
                    <a:pt x="990107" y="22442"/>
                  </a:lnTo>
                  <a:lnTo>
                    <a:pt x="997965" y="22402"/>
                  </a:lnTo>
                  <a:lnTo>
                    <a:pt x="1005823" y="22362"/>
                  </a:lnTo>
                  <a:lnTo>
                    <a:pt x="1013681" y="22322"/>
                  </a:lnTo>
                  <a:lnTo>
                    <a:pt x="1021539" y="22280"/>
                  </a:lnTo>
                  <a:lnTo>
                    <a:pt x="1029397" y="22238"/>
                  </a:lnTo>
                  <a:lnTo>
                    <a:pt x="1037254" y="22194"/>
                  </a:lnTo>
                  <a:lnTo>
                    <a:pt x="1045112" y="22152"/>
                  </a:lnTo>
                  <a:lnTo>
                    <a:pt x="1052970" y="22108"/>
                  </a:lnTo>
                  <a:lnTo>
                    <a:pt x="1060828" y="22065"/>
                  </a:lnTo>
                  <a:lnTo>
                    <a:pt x="1068686" y="22025"/>
                  </a:lnTo>
                  <a:lnTo>
                    <a:pt x="1076544" y="21983"/>
                  </a:lnTo>
                  <a:lnTo>
                    <a:pt x="1084402" y="21943"/>
                  </a:lnTo>
                  <a:lnTo>
                    <a:pt x="1092260" y="21898"/>
                  </a:lnTo>
                  <a:lnTo>
                    <a:pt x="1100118" y="21852"/>
                  </a:lnTo>
                  <a:lnTo>
                    <a:pt x="1107976" y="21805"/>
                  </a:lnTo>
                  <a:lnTo>
                    <a:pt x="1115834" y="21757"/>
                  </a:lnTo>
                  <a:lnTo>
                    <a:pt x="1123692" y="21709"/>
                  </a:lnTo>
                  <a:lnTo>
                    <a:pt x="1131550" y="21659"/>
                  </a:lnTo>
                  <a:lnTo>
                    <a:pt x="1139408" y="21609"/>
                  </a:lnTo>
                  <a:lnTo>
                    <a:pt x="1147266" y="21558"/>
                  </a:lnTo>
                  <a:lnTo>
                    <a:pt x="1155124" y="21506"/>
                  </a:lnTo>
                  <a:lnTo>
                    <a:pt x="1162982" y="21448"/>
                  </a:lnTo>
                  <a:lnTo>
                    <a:pt x="1170840" y="21399"/>
                  </a:lnTo>
                  <a:lnTo>
                    <a:pt x="1178698" y="21338"/>
                  </a:lnTo>
                  <a:lnTo>
                    <a:pt x="1186556" y="21283"/>
                  </a:lnTo>
                  <a:lnTo>
                    <a:pt x="1194414" y="21231"/>
                  </a:lnTo>
                  <a:lnTo>
                    <a:pt x="1202272" y="21173"/>
                  </a:lnTo>
                  <a:lnTo>
                    <a:pt x="1210130" y="21114"/>
                  </a:lnTo>
                  <a:lnTo>
                    <a:pt x="1217988" y="21055"/>
                  </a:lnTo>
                  <a:lnTo>
                    <a:pt x="1225846" y="20985"/>
                  </a:lnTo>
                  <a:lnTo>
                    <a:pt x="1233704" y="20910"/>
                  </a:lnTo>
                  <a:lnTo>
                    <a:pt x="1241562" y="20847"/>
                  </a:lnTo>
                  <a:lnTo>
                    <a:pt x="1249420" y="20783"/>
                  </a:lnTo>
                  <a:lnTo>
                    <a:pt x="1257278" y="20718"/>
                  </a:lnTo>
                  <a:lnTo>
                    <a:pt x="1265136" y="20637"/>
                  </a:lnTo>
                  <a:lnTo>
                    <a:pt x="1272994" y="20561"/>
                  </a:lnTo>
                  <a:lnTo>
                    <a:pt x="1280852" y="20489"/>
                  </a:lnTo>
                  <a:lnTo>
                    <a:pt x="1288710" y="20408"/>
                  </a:lnTo>
                  <a:lnTo>
                    <a:pt x="1296568" y="20327"/>
                  </a:lnTo>
                  <a:lnTo>
                    <a:pt x="1304426" y="20240"/>
                  </a:lnTo>
                  <a:lnTo>
                    <a:pt x="1312284" y="20149"/>
                  </a:lnTo>
                  <a:lnTo>
                    <a:pt x="1320142" y="20063"/>
                  </a:lnTo>
                  <a:lnTo>
                    <a:pt x="1328000" y="19963"/>
                  </a:lnTo>
                  <a:lnTo>
                    <a:pt x="1335858" y="19869"/>
                  </a:lnTo>
                  <a:lnTo>
                    <a:pt x="1343716" y="19781"/>
                  </a:lnTo>
                  <a:lnTo>
                    <a:pt x="1351574" y="19696"/>
                  </a:lnTo>
                  <a:lnTo>
                    <a:pt x="1359432" y="19610"/>
                  </a:lnTo>
                  <a:lnTo>
                    <a:pt x="1367290" y="19521"/>
                  </a:lnTo>
                  <a:lnTo>
                    <a:pt x="1375148" y="19431"/>
                  </a:lnTo>
                  <a:lnTo>
                    <a:pt x="1383006" y="19347"/>
                  </a:lnTo>
                  <a:lnTo>
                    <a:pt x="1390864" y="19255"/>
                  </a:lnTo>
                  <a:lnTo>
                    <a:pt x="1398722" y="19151"/>
                  </a:lnTo>
                  <a:lnTo>
                    <a:pt x="1406580" y="19044"/>
                  </a:lnTo>
                  <a:lnTo>
                    <a:pt x="1414438" y="18935"/>
                  </a:lnTo>
                  <a:lnTo>
                    <a:pt x="1422296" y="18825"/>
                  </a:lnTo>
                  <a:lnTo>
                    <a:pt x="1430154" y="18725"/>
                  </a:lnTo>
                  <a:lnTo>
                    <a:pt x="1438012" y="18624"/>
                  </a:lnTo>
                  <a:lnTo>
                    <a:pt x="1445870" y="18521"/>
                  </a:lnTo>
                  <a:lnTo>
                    <a:pt x="1453728" y="18416"/>
                  </a:lnTo>
                  <a:lnTo>
                    <a:pt x="1461586" y="18286"/>
                  </a:lnTo>
                  <a:lnTo>
                    <a:pt x="1469444" y="18157"/>
                  </a:lnTo>
                  <a:lnTo>
                    <a:pt x="1477302" y="18028"/>
                  </a:lnTo>
                  <a:lnTo>
                    <a:pt x="1485160" y="17865"/>
                  </a:lnTo>
                  <a:lnTo>
                    <a:pt x="1493018" y="17725"/>
                  </a:lnTo>
                  <a:lnTo>
                    <a:pt x="1500876" y="17590"/>
                  </a:lnTo>
                  <a:lnTo>
                    <a:pt x="1508734" y="17453"/>
                  </a:lnTo>
                  <a:lnTo>
                    <a:pt x="1516592" y="17313"/>
                  </a:lnTo>
                  <a:lnTo>
                    <a:pt x="1524450" y="17183"/>
                  </a:lnTo>
                  <a:lnTo>
                    <a:pt x="1532308" y="17059"/>
                  </a:lnTo>
                  <a:lnTo>
                    <a:pt x="1540166" y="16932"/>
                  </a:lnTo>
                  <a:lnTo>
                    <a:pt x="1548024" y="16804"/>
                  </a:lnTo>
                  <a:lnTo>
                    <a:pt x="1555882" y="16674"/>
                  </a:lnTo>
                  <a:lnTo>
                    <a:pt x="1563740" y="16541"/>
                  </a:lnTo>
                  <a:lnTo>
                    <a:pt x="1571598" y="16407"/>
                  </a:lnTo>
                  <a:lnTo>
                    <a:pt x="1579456" y="16251"/>
                  </a:lnTo>
                  <a:lnTo>
                    <a:pt x="1587314" y="16057"/>
                  </a:lnTo>
                  <a:lnTo>
                    <a:pt x="1595172" y="15914"/>
                  </a:lnTo>
                  <a:lnTo>
                    <a:pt x="1603030" y="15769"/>
                  </a:lnTo>
                  <a:lnTo>
                    <a:pt x="1610888" y="15619"/>
                  </a:lnTo>
                  <a:lnTo>
                    <a:pt x="1618746" y="15454"/>
                  </a:lnTo>
                  <a:lnTo>
                    <a:pt x="1626604" y="15326"/>
                  </a:lnTo>
                  <a:lnTo>
                    <a:pt x="1634462" y="15145"/>
                  </a:lnTo>
                  <a:lnTo>
                    <a:pt x="1642320" y="14959"/>
                  </a:lnTo>
                  <a:lnTo>
                    <a:pt x="1650178" y="14769"/>
                  </a:lnTo>
                  <a:lnTo>
                    <a:pt x="1658036" y="14575"/>
                  </a:lnTo>
                  <a:lnTo>
                    <a:pt x="1665894" y="14378"/>
                  </a:lnTo>
                  <a:lnTo>
                    <a:pt x="1673752" y="14176"/>
                  </a:lnTo>
                  <a:lnTo>
                    <a:pt x="1681610" y="13971"/>
                  </a:lnTo>
                  <a:lnTo>
                    <a:pt x="1689468" y="13762"/>
                  </a:lnTo>
                  <a:lnTo>
                    <a:pt x="1697326" y="13540"/>
                  </a:lnTo>
                  <a:lnTo>
                    <a:pt x="1705184" y="13303"/>
                  </a:lnTo>
                  <a:lnTo>
                    <a:pt x="1713042" y="13064"/>
                  </a:lnTo>
                  <a:lnTo>
                    <a:pt x="1720900" y="12839"/>
                  </a:lnTo>
                  <a:lnTo>
                    <a:pt x="1728758" y="12610"/>
                  </a:lnTo>
                  <a:lnTo>
                    <a:pt x="1736616" y="12377"/>
                  </a:lnTo>
                  <a:lnTo>
                    <a:pt x="1744474" y="12139"/>
                  </a:lnTo>
                  <a:lnTo>
                    <a:pt x="1752332" y="11898"/>
                  </a:lnTo>
                  <a:lnTo>
                    <a:pt x="1760190" y="11651"/>
                  </a:lnTo>
                  <a:lnTo>
                    <a:pt x="1768048" y="11408"/>
                  </a:lnTo>
                  <a:lnTo>
                    <a:pt x="1775906" y="11167"/>
                  </a:lnTo>
                  <a:lnTo>
                    <a:pt x="1783764" y="10909"/>
                  </a:lnTo>
                  <a:lnTo>
                    <a:pt x="1791622" y="10651"/>
                  </a:lnTo>
                  <a:lnTo>
                    <a:pt x="1799480" y="10365"/>
                  </a:lnTo>
                  <a:lnTo>
                    <a:pt x="1807338" y="10133"/>
                  </a:lnTo>
                  <a:lnTo>
                    <a:pt x="1815196" y="9866"/>
                  </a:lnTo>
                  <a:lnTo>
                    <a:pt x="1823054" y="9593"/>
                  </a:lnTo>
                  <a:lnTo>
                    <a:pt x="1830912" y="9315"/>
                  </a:lnTo>
                  <a:lnTo>
                    <a:pt x="1838770" y="9016"/>
                  </a:lnTo>
                  <a:lnTo>
                    <a:pt x="1846628" y="8703"/>
                  </a:lnTo>
                  <a:lnTo>
                    <a:pt x="1854486" y="8383"/>
                  </a:lnTo>
                  <a:lnTo>
                    <a:pt x="1862344" y="8058"/>
                  </a:lnTo>
                  <a:lnTo>
                    <a:pt x="1870202" y="7725"/>
                  </a:lnTo>
                  <a:lnTo>
                    <a:pt x="1878060" y="7387"/>
                  </a:lnTo>
                  <a:lnTo>
                    <a:pt x="1885918" y="7041"/>
                  </a:lnTo>
                  <a:lnTo>
                    <a:pt x="1893776" y="6689"/>
                  </a:lnTo>
                  <a:lnTo>
                    <a:pt x="1901634" y="6330"/>
                  </a:lnTo>
                  <a:lnTo>
                    <a:pt x="1909492" y="5963"/>
                  </a:lnTo>
                  <a:lnTo>
                    <a:pt x="1917350" y="5590"/>
                  </a:lnTo>
                  <a:lnTo>
                    <a:pt x="1925208" y="5215"/>
                  </a:lnTo>
                  <a:lnTo>
                    <a:pt x="1933066" y="4839"/>
                  </a:lnTo>
                  <a:lnTo>
                    <a:pt x="1940924" y="4457"/>
                  </a:lnTo>
                  <a:lnTo>
                    <a:pt x="1948782" y="4067"/>
                  </a:lnTo>
                  <a:lnTo>
                    <a:pt x="1956640" y="3669"/>
                  </a:lnTo>
                  <a:lnTo>
                    <a:pt x="1964498" y="3264"/>
                  </a:lnTo>
                  <a:lnTo>
                    <a:pt x="1972356" y="2854"/>
                  </a:lnTo>
                  <a:lnTo>
                    <a:pt x="1980214" y="2512"/>
                  </a:lnTo>
                  <a:lnTo>
                    <a:pt x="1988072" y="2169"/>
                  </a:lnTo>
                  <a:lnTo>
                    <a:pt x="1995930" y="1821"/>
                  </a:lnTo>
                  <a:lnTo>
                    <a:pt x="2003788" y="1468"/>
                  </a:lnTo>
                  <a:lnTo>
                    <a:pt x="2011646" y="1109"/>
                  </a:lnTo>
                  <a:lnTo>
                    <a:pt x="2019504" y="745"/>
                  </a:lnTo>
                  <a:lnTo>
                    <a:pt x="2027362" y="375"/>
                  </a:lnTo>
                  <a:lnTo>
                    <a:pt x="2035220" y="0"/>
                  </a:lnTo>
                  <a:lnTo>
                    <a:pt x="2035220" y="23346"/>
                  </a:lnTo>
                  <a:lnTo>
                    <a:pt x="2027362" y="23353"/>
                  </a:lnTo>
                  <a:lnTo>
                    <a:pt x="2019504" y="23360"/>
                  </a:lnTo>
                  <a:lnTo>
                    <a:pt x="2011646" y="23366"/>
                  </a:lnTo>
                  <a:lnTo>
                    <a:pt x="2003788" y="23374"/>
                  </a:lnTo>
                  <a:lnTo>
                    <a:pt x="1995930" y="23383"/>
                  </a:lnTo>
                  <a:lnTo>
                    <a:pt x="1988072" y="23392"/>
                  </a:lnTo>
                  <a:lnTo>
                    <a:pt x="1980214" y="23401"/>
                  </a:lnTo>
                  <a:lnTo>
                    <a:pt x="1972356" y="23410"/>
                  </a:lnTo>
                  <a:lnTo>
                    <a:pt x="1964498" y="23419"/>
                  </a:lnTo>
                  <a:lnTo>
                    <a:pt x="1956640" y="23428"/>
                  </a:lnTo>
                  <a:lnTo>
                    <a:pt x="1948782" y="23437"/>
                  </a:lnTo>
                  <a:lnTo>
                    <a:pt x="1940924" y="23446"/>
                  </a:lnTo>
                  <a:lnTo>
                    <a:pt x="1933066" y="23456"/>
                  </a:lnTo>
                  <a:lnTo>
                    <a:pt x="1925208" y="23464"/>
                  </a:lnTo>
                  <a:lnTo>
                    <a:pt x="1917350" y="23471"/>
                  </a:lnTo>
                  <a:lnTo>
                    <a:pt x="1909492" y="23480"/>
                  </a:lnTo>
                  <a:lnTo>
                    <a:pt x="1901634" y="23488"/>
                  </a:lnTo>
                  <a:lnTo>
                    <a:pt x="1893776" y="23496"/>
                  </a:lnTo>
                  <a:lnTo>
                    <a:pt x="1885918" y="23505"/>
                  </a:lnTo>
                  <a:lnTo>
                    <a:pt x="1878060" y="23513"/>
                  </a:lnTo>
                  <a:lnTo>
                    <a:pt x="1870202" y="23521"/>
                  </a:lnTo>
                  <a:lnTo>
                    <a:pt x="1862344" y="23529"/>
                  </a:lnTo>
                  <a:lnTo>
                    <a:pt x="1854486" y="23537"/>
                  </a:lnTo>
                  <a:lnTo>
                    <a:pt x="1846628" y="23541"/>
                  </a:lnTo>
                  <a:lnTo>
                    <a:pt x="1838770" y="23544"/>
                  </a:lnTo>
                  <a:lnTo>
                    <a:pt x="1830912" y="23547"/>
                  </a:lnTo>
                  <a:lnTo>
                    <a:pt x="1823054" y="23550"/>
                  </a:lnTo>
                  <a:lnTo>
                    <a:pt x="1815196" y="23553"/>
                  </a:lnTo>
                  <a:lnTo>
                    <a:pt x="1807338" y="23559"/>
                  </a:lnTo>
                  <a:lnTo>
                    <a:pt x="1799480" y="23566"/>
                  </a:lnTo>
                  <a:lnTo>
                    <a:pt x="1791622" y="23573"/>
                  </a:lnTo>
                  <a:lnTo>
                    <a:pt x="1783764" y="23580"/>
                  </a:lnTo>
                  <a:lnTo>
                    <a:pt x="1775906" y="23587"/>
                  </a:lnTo>
                  <a:lnTo>
                    <a:pt x="1768048" y="23594"/>
                  </a:lnTo>
                  <a:lnTo>
                    <a:pt x="1760190" y="23602"/>
                  </a:lnTo>
                  <a:lnTo>
                    <a:pt x="1752332" y="23610"/>
                  </a:lnTo>
                  <a:lnTo>
                    <a:pt x="1744474" y="23617"/>
                  </a:lnTo>
                  <a:lnTo>
                    <a:pt x="1736616" y="23624"/>
                  </a:lnTo>
                  <a:lnTo>
                    <a:pt x="1728758" y="23629"/>
                  </a:lnTo>
                  <a:lnTo>
                    <a:pt x="1720900" y="23634"/>
                  </a:lnTo>
                  <a:lnTo>
                    <a:pt x="1713042" y="23640"/>
                  </a:lnTo>
                  <a:lnTo>
                    <a:pt x="1705184" y="23647"/>
                  </a:lnTo>
                  <a:lnTo>
                    <a:pt x="1697326" y="23653"/>
                  </a:lnTo>
                  <a:lnTo>
                    <a:pt x="1689468" y="23657"/>
                  </a:lnTo>
                  <a:lnTo>
                    <a:pt x="1681610" y="23664"/>
                  </a:lnTo>
                  <a:lnTo>
                    <a:pt x="1673752" y="23671"/>
                  </a:lnTo>
                  <a:lnTo>
                    <a:pt x="1665894" y="23678"/>
                  </a:lnTo>
                  <a:lnTo>
                    <a:pt x="1658036" y="23684"/>
                  </a:lnTo>
                  <a:lnTo>
                    <a:pt x="1650178" y="23691"/>
                  </a:lnTo>
                  <a:lnTo>
                    <a:pt x="1642320" y="23697"/>
                  </a:lnTo>
                  <a:lnTo>
                    <a:pt x="1634462" y="23703"/>
                  </a:lnTo>
                  <a:lnTo>
                    <a:pt x="1626604" y="23709"/>
                  </a:lnTo>
                  <a:lnTo>
                    <a:pt x="1618746" y="23715"/>
                  </a:lnTo>
                  <a:lnTo>
                    <a:pt x="1610888" y="23717"/>
                  </a:lnTo>
                  <a:lnTo>
                    <a:pt x="1603030" y="23719"/>
                  </a:lnTo>
                  <a:lnTo>
                    <a:pt x="1595172" y="23723"/>
                  </a:lnTo>
                  <a:lnTo>
                    <a:pt x="1587314" y="23727"/>
                  </a:lnTo>
                  <a:lnTo>
                    <a:pt x="1579456" y="23731"/>
                  </a:lnTo>
                  <a:lnTo>
                    <a:pt x="1571598" y="23735"/>
                  </a:lnTo>
                  <a:lnTo>
                    <a:pt x="1563740" y="23742"/>
                  </a:lnTo>
                  <a:lnTo>
                    <a:pt x="1555882" y="23748"/>
                  </a:lnTo>
                  <a:lnTo>
                    <a:pt x="1548024" y="23754"/>
                  </a:lnTo>
                  <a:lnTo>
                    <a:pt x="1540166" y="23760"/>
                  </a:lnTo>
                  <a:lnTo>
                    <a:pt x="1532308" y="23766"/>
                  </a:lnTo>
                  <a:lnTo>
                    <a:pt x="1524450" y="23769"/>
                  </a:lnTo>
                  <a:lnTo>
                    <a:pt x="1516592" y="23772"/>
                  </a:lnTo>
                  <a:lnTo>
                    <a:pt x="1508734" y="23776"/>
                  </a:lnTo>
                  <a:lnTo>
                    <a:pt x="1500876" y="23782"/>
                  </a:lnTo>
                  <a:lnTo>
                    <a:pt x="1493018" y="23788"/>
                  </a:lnTo>
                  <a:lnTo>
                    <a:pt x="1485160" y="23795"/>
                  </a:lnTo>
                  <a:lnTo>
                    <a:pt x="1477302" y="23801"/>
                  </a:lnTo>
                  <a:lnTo>
                    <a:pt x="1469444" y="23805"/>
                  </a:lnTo>
                  <a:lnTo>
                    <a:pt x="1461586" y="23810"/>
                  </a:lnTo>
                  <a:lnTo>
                    <a:pt x="1453728" y="23816"/>
                  </a:lnTo>
                  <a:lnTo>
                    <a:pt x="1445870" y="23822"/>
                  </a:lnTo>
                  <a:lnTo>
                    <a:pt x="1438012" y="23827"/>
                  </a:lnTo>
                  <a:lnTo>
                    <a:pt x="1430154" y="23833"/>
                  </a:lnTo>
                  <a:lnTo>
                    <a:pt x="1422296" y="23839"/>
                  </a:lnTo>
                  <a:lnTo>
                    <a:pt x="1414438" y="23844"/>
                  </a:lnTo>
                  <a:lnTo>
                    <a:pt x="1406580" y="23850"/>
                  </a:lnTo>
                  <a:lnTo>
                    <a:pt x="1398722" y="23855"/>
                  </a:lnTo>
                  <a:lnTo>
                    <a:pt x="1390864" y="23860"/>
                  </a:lnTo>
                  <a:lnTo>
                    <a:pt x="1383006" y="23863"/>
                  </a:lnTo>
                  <a:lnTo>
                    <a:pt x="1375148" y="23868"/>
                  </a:lnTo>
                  <a:lnTo>
                    <a:pt x="1367290" y="23871"/>
                  </a:lnTo>
                  <a:lnTo>
                    <a:pt x="1359432" y="23875"/>
                  </a:lnTo>
                  <a:lnTo>
                    <a:pt x="1351574" y="23879"/>
                  </a:lnTo>
                  <a:lnTo>
                    <a:pt x="1343716" y="23882"/>
                  </a:lnTo>
                  <a:lnTo>
                    <a:pt x="1335858" y="23887"/>
                  </a:lnTo>
                  <a:lnTo>
                    <a:pt x="1328000" y="23893"/>
                  </a:lnTo>
                  <a:lnTo>
                    <a:pt x="1320142" y="23897"/>
                  </a:lnTo>
                  <a:lnTo>
                    <a:pt x="1312284" y="23903"/>
                  </a:lnTo>
                  <a:lnTo>
                    <a:pt x="1304426" y="23907"/>
                  </a:lnTo>
                  <a:lnTo>
                    <a:pt x="1296568" y="23910"/>
                  </a:lnTo>
                  <a:lnTo>
                    <a:pt x="1288710" y="23912"/>
                  </a:lnTo>
                  <a:lnTo>
                    <a:pt x="1280852" y="23916"/>
                  </a:lnTo>
                  <a:lnTo>
                    <a:pt x="1272994" y="23920"/>
                  </a:lnTo>
                  <a:lnTo>
                    <a:pt x="1265136" y="23924"/>
                  </a:lnTo>
                  <a:lnTo>
                    <a:pt x="1257278" y="23927"/>
                  </a:lnTo>
                  <a:lnTo>
                    <a:pt x="1249420" y="23931"/>
                  </a:lnTo>
                  <a:lnTo>
                    <a:pt x="1241562" y="23936"/>
                  </a:lnTo>
                  <a:lnTo>
                    <a:pt x="1233704" y="23942"/>
                  </a:lnTo>
                  <a:lnTo>
                    <a:pt x="1225846" y="23945"/>
                  </a:lnTo>
                  <a:lnTo>
                    <a:pt x="1217988" y="23948"/>
                  </a:lnTo>
                  <a:lnTo>
                    <a:pt x="1210130" y="23951"/>
                  </a:lnTo>
                  <a:lnTo>
                    <a:pt x="1202272" y="23957"/>
                  </a:lnTo>
                  <a:lnTo>
                    <a:pt x="1194414" y="23960"/>
                  </a:lnTo>
                  <a:lnTo>
                    <a:pt x="1186556" y="23964"/>
                  </a:lnTo>
                  <a:lnTo>
                    <a:pt x="1178698" y="23967"/>
                  </a:lnTo>
                  <a:lnTo>
                    <a:pt x="1170840" y="23970"/>
                  </a:lnTo>
                  <a:lnTo>
                    <a:pt x="1162982" y="23975"/>
                  </a:lnTo>
                  <a:lnTo>
                    <a:pt x="1155124" y="23979"/>
                  </a:lnTo>
                  <a:lnTo>
                    <a:pt x="1147266" y="23983"/>
                  </a:lnTo>
                  <a:lnTo>
                    <a:pt x="1139408" y="23988"/>
                  </a:lnTo>
                  <a:lnTo>
                    <a:pt x="1131550" y="23993"/>
                  </a:lnTo>
                  <a:lnTo>
                    <a:pt x="1123692" y="23997"/>
                  </a:lnTo>
                  <a:lnTo>
                    <a:pt x="1115834" y="24003"/>
                  </a:lnTo>
                  <a:lnTo>
                    <a:pt x="1107976" y="24009"/>
                  </a:lnTo>
                  <a:lnTo>
                    <a:pt x="1100118" y="24014"/>
                  </a:lnTo>
                  <a:lnTo>
                    <a:pt x="1092260" y="24018"/>
                  </a:lnTo>
                  <a:lnTo>
                    <a:pt x="1084402" y="24023"/>
                  </a:lnTo>
                  <a:lnTo>
                    <a:pt x="1076544" y="24028"/>
                  </a:lnTo>
                  <a:lnTo>
                    <a:pt x="1068686" y="24033"/>
                  </a:lnTo>
                  <a:lnTo>
                    <a:pt x="1060828" y="24037"/>
                  </a:lnTo>
                  <a:lnTo>
                    <a:pt x="1052970" y="24041"/>
                  </a:lnTo>
                  <a:lnTo>
                    <a:pt x="1045112" y="24046"/>
                  </a:lnTo>
                  <a:lnTo>
                    <a:pt x="1037254" y="24051"/>
                  </a:lnTo>
                  <a:lnTo>
                    <a:pt x="1029397" y="24055"/>
                  </a:lnTo>
                  <a:lnTo>
                    <a:pt x="1021539" y="24060"/>
                  </a:lnTo>
                  <a:lnTo>
                    <a:pt x="1013681" y="24066"/>
                  </a:lnTo>
                  <a:lnTo>
                    <a:pt x="1005823" y="24069"/>
                  </a:lnTo>
                  <a:lnTo>
                    <a:pt x="997965" y="24073"/>
                  </a:lnTo>
                  <a:lnTo>
                    <a:pt x="990107" y="24077"/>
                  </a:lnTo>
                  <a:lnTo>
                    <a:pt x="982249" y="24082"/>
                  </a:lnTo>
                  <a:lnTo>
                    <a:pt x="974391" y="24088"/>
                  </a:lnTo>
                  <a:lnTo>
                    <a:pt x="966533" y="24091"/>
                  </a:lnTo>
                  <a:lnTo>
                    <a:pt x="958675" y="24094"/>
                  </a:lnTo>
                  <a:lnTo>
                    <a:pt x="950817" y="24098"/>
                  </a:lnTo>
                  <a:lnTo>
                    <a:pt x="942959" y="24103"/>
                  </a:lnTo>
                  <a:lnTo>
                    <a:pt x="935101" y="24108"/>
                  </a:lnTo>
                  <a:lnTo>
                    <a:pt x="927243" y="24113"/>
                  </a:lnTo>
                  <a:lnTo>
                    <a:pt x="919385" y="24119"/>
                  </a:lnTo>
                  <a:lnTo>
                    <a:pt x="911527" y="24123"/>
                  </a:lnTo>
                  <a:lnTo>
                    <a:pt x="903669" y="24126"/>
                  </a:lnTo>
                  <a:lnTo>
                    <a:pt x="895811" y="24130"/>
                  </a:lnTo>
                  <a:lnTo>
                    <a:pt x="887953" y="24133"/>
                  </a:lnTo>
                  <a:lnTo>
                    <a:pt x="880095" y="24136"/>
                  </a:lnTo>
                  <a:lnTo>
                    <a:pt x="872237" y="24141"/>
                  </a:lnTo>
                  <a:lnTo>
                    <a:pt x="864379" y="24145"/>
                  </a:lnTo>
                  <a:lnTo>
                    <a:pt x="856521" y="24147"/>
                  </a:lnTo>
                  <a:lnTo>
                    <a:pt x="848663" y="24153"/>
                  </a:lnTo>
                  <a:lnTo>
                    <a:pt x="840805" y="24159"/>
                  </a:lnTo>
                  <a:lnTo>
                    <a:pt x="832947" y="24164"/>
                  </a:lnTo>
                  <a:lnTo>
                    <a:pt x="825089" y="24166"/>
                  </a:lnTo>
                  <a:lnTo>
                    <a:pt x="817231" y="24169"/>
                  </a:lnTo>
                  <a:lnTo>
                    <a:pt x="809373" y="24173"/>
                  </a:lnTo>
                  <a:lnTo>
                    <a:pt x="801515" y="24176"/>
                  </a:lnTo>
                  <a:lnTo>
                    <a:pt x="793657" y="24180"/>
                  </a:lnTo>
                  <a:lnTo>
                    <a:pt x="785799" y="24184"/>
                  </a:lnTo>
                  <a:lnTo>
                    <a:pt x="777941" y="24187"/>
                  </a:lnTo>
                  <a:lnTo>
                    <a:pt x="770083" y="24192"/>
                  </a:lnTo>
                  <a:lnTo>
                    <a:pt x="762225" y="24196"/>
                  </a:lnTo>
                  <a:lnTo>
                    <a:pt x="754367" y="24200"/>
                  </a:lnTo>
                  <a:lnTo>
                    <a:pt x="746509" y="24203"/>
                  </a:lnTo>
                  <a:lnTo>
                    <a:pt x="738651" y="24206"/>
                  </a:lnTo>
                  <a:lnTo>
                    <a:pt x="730793" y="24210"/>
                  </a:lnTo>
                  <a:lnTo>
                    <a:pt x="722935" y="24213"/>
                  </a:lnTo>
                  <a:lnTo>
                    <a:pt x="715077" y="24216"/>
                  </a:lnTo>
                  <a:lnTo>
                    <a:pt x="707219" y="24220"/>
                  </a:lnTo>
                  <a:lnTo>
                    <a:pt x="699361" y="24224"/>
                  </a:lnTo>
                  <a:lnTo>
                    <a:pt x="691503" y="24227"/>
                  </a:lnTo>
                  <a:lnTo>
                    <a:pt x="683645" y="24229"/>
                  </a:lnTo>
                  <a:lnTo>
                    <a:pt x="675787" y="24232"/>
                  </a:lnTo>
                  <a:lnTo>
                    <a:pt x="667929" y="24235"/>
                  </a:lnTo>
                  <a:lnTo>
                    <a:pt x="660071" y="24239"/>
                  </a:lnTo>
                  <a:lnTo>
                    <a:pt x="652213" y="24241"/>
                  </a:lnTo>
                  <a:lnTo>
                    <a:pt x="644355" y="24245"/>
                  </a:lnTo>
                  <a:lnTo>
                    <a:pt x="636497" y="24249"/>
                  </a:lnTo>
                  <a:lnTo>
                    <a:pt x="628639" y="24253"/>
                  </a:lnTo>
                  <a:lnTo>
                    <a:pt x="620781" y="24256"/>
                  </a:lnTo>
                  <a:lnTo>
                    <a:pt x="612923" y="24260"/>
                  </a:lnTo>
                  <a:lnTo>
                    <a:pt x="605065" y="24262"/>
                  </a:lnTo>
                  <a:lnTo>
                    <a:pt x="597207" y="24265"/>
                  </a:lnTo>
                  <a:lnTo>
                    <a:pt x="589349" y="24268"/>
                  </a:lnTo>
                  <a:lnTo>
                    <a:pt x="581491" y="24271"/>
                  </a:lnTo>
                  <a:lnTo>
                    <a:pt x="573633" y="24275"/>
                  </a:lnTo>
                  <a:lnTo>
                    <a:pt x="565775" y="24277"/>
                  </a:lnTo>
                  <a:lnTo>
                    <a:pt x="557917" y="24281"/>
                  </a:lnTo>
                  <a:lnTo>
                    <a:pt x="550059" y="24284"/>
                  </a:lnTo>
                  <a:lnTo>
                    <a:pt x="542201" y="24287"/>
                  </a:lnTo>
                  <a:lnTo>
                    <a:pt x="534343" y="24291"/>
                  </a:lnTo>
                  <a:lnTo>
                    <a:pt x="526485" y="24295"/>
                  </a:lnTo>
                  <a:lnTo>
                    <a:pt x="518627" y="24297"/>
                  </a:lnTo>
                  <a:lnTo>
                    <a:pt x="510769" y="24300"/>
                  </a:lnTo>
                  <a:lnTo>
                    <a:pt x="502911" y="24303"/>
                  </a:lnTo>
                  <a:lnTo>
                    <a:pt x="495053" y="24305"/>
                  </a:lnTo>
                  <a:lnTo>
                    <a:pt x="487195" y="24308"/>
                  </a:lnTo>
                  <a:lnTo>
                    <a:pt x="479337" y="24310"/>
                  </a:lnTo>
                  <a:lnTo>
                    <a:pt x="471479" y="24314"/>
                  </a:lnTo>
                  <a:lnTo>
                    <a:pt x="463621" y="24317"/>
                  </a:lnTo>
                  <a:lnTo>
                    <a:pt x="455763" y="24320"/>
                  </a:lnTo>
                  <a:lnTo>
                    <a:pt x="447905" y="24322"/>
                  </a:lnTo>
                  <a:lnTo>
                    <a:pt x="440047" y="24324"/>
                  </a:lnTo>
                  <a:lnTo>
                    <a:pt x="432189" y="24328"/>
                  </a:lnTo>
                  <a:lnTo>
                    <a:pt x="424331" y="24330"/>
                  </a:lnTo>
                  <a:lnTo>
                    <a:pt x="416473" y="24333"/>
                  </a:lnTo>
                  <a:lnTo>
                    <a:pt x="408615" y="24336"/>
                  </a:lnTo>
                  <a:lnTo>
                    <a:pt x="400757" y="24339"/>
                  </a:lnTo>
                  <a:lnTo>
                    <a:pt x="392899" y="24342"/>
                  </a:lnTo>
                  <a:lnTo>
                    <a:pt x="385041" y="24345"/>
                  </a:lnTo>
                  <a:lnTo>
                    <a:pt x="377183" y="24348"/>
                  </a:lnTo>
                  <a:lnTo>
                    <a:pt x="369325" y="24350"/>
                  </a:lnTo>
                  <a:lnTo>
                    <a:pt x="361467" y="24353"/>
                  </a:lnTo>
                  <a:lnTo>
                    <a:pt x="353609" y="24356"/>
                  </a:lnTo>
                  <a:lnTo>
                    <a:pt x="345751" y="24358"/>
                  </a:lnTo>
                  <a:lnTo>
                    <a:pt x="337893" y="24360"/>
                  </a:lnTo>
                  <a:lnTo>
                    <a:pt x="330035" y="24363"/>
                  </a:lnTo>
                  <a:lnTo>
                    <a:pt x="322177" y="24365"/>
                  </a:lnTo>
                  <a:lnTo>
                    <a:pt x="314319" y="24368"/>
                  </a:lnTo>
                  <a:lnTo>
                    <a:pt x="306461" y="24370"/>
                  </a:lnTo>
                  <a:lnTo>
                    <a:pt x="298603" y="24372"/>
                  </a:lnTo>
                  <a:lnTo>
                    <a:pt x="290745" y="24374"/>
                  </a:lnTo>
                  <a:lnTo>
                    <a:pt x="282887" y="24376"/>
                  </a:lnTo>
                  <a:lnTo>
                    <a:pt x="275029" y="24379"/>
                  </a:lnTo>
                  <a:lnTo>
                    <a:pt x="267171" y="24381"/>
                  </a:lnTo>
                  <a:lnTo>
                    <a:pt x="259313" y="24383"/>
                  </a:lnTo>
                  <a:lnTo>
                    <a:pt x="251455" y="24385"/>
                  </a:lnTo>
                  <a:lnTo>
                    <a:pt x="243597" y="24387"/>
                  </a:lnTo>
                  <a:lnTo>
                    <a:pt x="235739" y="24390"/>
                  </a:lnTo>
                  <a:lnTo>
                    <a:pt x="227881" y="24392"/>
                  </a:lnTo>
                  <a:lnTo>
                    <a:pt x="220023" y="24395"/>
                  </a:lnTo>
                  <a:lnTo>
                    <a:pt x="212165" y="24397"/>
                  </a:lnTo>
                  <a:lnTo>
                    <a:pt x="204307" y="24399"/>
                  </a:lnTo>
                  <a:lnTo>
                    <a:pt x="196449" y="24402"/>
                  </a:lnTo>
                  <a:lnTo>
                    <a:pt x="188591" y="24404"/>
                  </a:lnTo>
                  <a:lnTo>
                    <a:pt x="180733" y="24406"/>
                  </a:lnTo>
                  <a:lnTo>
                    <a:pt x="172875" y="24408"/>
                  </a:lnTo>
                  <a:lnTo>
                    <a:pt x="165017" y="24409"/>
                  </a:lnTo>
                  <a:lnTo>
                    <a:pt x="157159" y="24411"/>
                  </a:lnTo>
                  <a:lnTo>
                    <a:pt x="149301" y="24413"/>
                  </a:lnTo>
                  <a:lnTo>
                    <a:pt x="141443" y="24414"/>
                  </a:lnTo>
                  <a:lnTo>
                    <a:pt x="133585" y="24416"/>
                  </a:lnTo>
                  <a:lnTo>
                    <a:pt x="125727" y="24418"/>
                  </a:lnTo>
                  <a:lnTo>
                    <a:pt x="117869" y="24420"/>
                  </a:lnTo>
                  <a:lnTo>
                    <a:pt x="110011" y="24422"/>
                  </a:lnTo>
                  <a:lnTo>
                    <a:pt x="102153" y="24424"/>
                  </a:lnTo>
                  <a:lnTo>
                    <a:pt x="94295" y="24426"/>
                  </a:lnTo>
                  <a:lnTo>
                    <a:pt x="86437" y="24427"/>
                  </a:lnTo>
                  <a:lnTo>
                    <a:pt x="78579" y="24430"/>
                  </a:lnTo>
                  <a:lnTo>
                    <a:pt x="70721" y="24431"/>
                  </a:lnTo>
                  <a:lnTo>
                    <a:pt x="62863" y="24433"/>
                  </a:lnTo>
                  <a:lnTo>
                    <a:pt x="55005" y="24435"/>
                  </a:lnTo>
                  <a:lnTo>
                    <a:pt x="47147" y="24437"/>
                  </a:lnTo>
                  <a:lnTo>
                    <a:pt x="39289" y="24438"/>
                  </a:lnTo>
                  <a:lnTo>
                    <a:pt x="31431" y="24440"/>
                  </a:lnTo>
                  <a:lnTo>
                    <a:pt x="23573" y="24442"/>
                  </a:lnTo>
                  <a:lnTo>
                    <a:pt x="15715" y="24444"/>
                  </a:lnTo>
                  <a:lnTo>
                    <a:pt x="7857" y="24445"/>
                  </a:lnTo>
                  <a:lnTo>
                    <a:pt x="0" y="24447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03" name="pl202"/>
            <p:cNvSpPr/>
            <p:nvPr/>
          </p:nvSpPr>
          <p:spPr>
            <a:xfrm>
              <a:off x="6029658" y="3081027"/>
              <a:ext cx="2035220" cy="24114"/>
            </a:xfrm>
            <a:custGeom>
              <a:avLst/>
              <a:pathLst>
                <a:path w="2035220" h="24114">
                  <a:moveTo>
                    <a:pt x="0" y="24114"/>
                  </a:moveTo>
                  <a:lnTo>
                    <a:pt x="7857" y="24109"/>
                  </a:lnTo>
                  <a:lnTo>
                    <a:pt x="15715" y="24106"/>
                  </a:lnTo>
                  <a:lnTo>
                    <a:pt x="23573" y="24103"/>
                  </a:lnTo>
                  <a:lnTo>
                    <a:pt x="31431" y="24100"/>
                  </a:lnTo>
                  <a:lnTo>
                    <a:pt x="39289" y="24096"/>
                  </a:lnTo>
                  <a:lnTo>
                    <a:pt x="47147" y="24091"/>
                  </a:lnTo>
                  <a:lnTo>
                    <a:pt x="55005" y="24087"/>
                  </a:lnTo>
                  <a:lnTo>
                    <a:pt x="62863" y="24083"/>
                  </a:lnTo>
                  <a:lnTo>
                    <a:pt x="70721" y="24077"/>
                  </a:lnTo>
                  <a:lnTo>
                    <a:pt x="78579" y="24075"/>
                  </a:lnTo>
                  <a:lnTo>
                    <a:pt x="86437" y="24070"/>
                  </a:lnTo>
                  <a:lnTo>
                    <a:pt x="94295" y="24066"/>
                  </a:lnTo>
                  <a:lnTo>
                    <a:pt x="102153" y="24062"/>
                  </a:lnTo>
                  <a:lnTo>
                    <a:pt x="110011" y="24057"/>
                  </a:lnTo>
                  <a:lnTo>
                    <a:pt x="117869" y="24053"/>
                  </a:lnTo>
                  <a:lnTo>
                    <a:pt x="125727" y="24048"/>
                  </a:lnTo>
                  <a:lnTo>
                    <a:pt x="133585" y="24042"/>
                  </a:lnTo>
                  <a:lnTo>
                    <a:pt x="141443" y="24038"/>
                  </a:lnTo>
                  <a:lnTo>
                    <a:pt x="149301" y="24034"/>
                  </a:lnTo>
                  <a:lnTo>
                    <a:pt x="157159" y="24030"/>
                  </a:lnTo>
                  <a:lnTo>
                    <a:pt x="165017" y="24025"/>
                  </a:lnTo>
                  <a:lnTo>
                    <a:pt x="172875" y="24018"/>
                  </a:lnTo>
                  <a:lnTo>
                    <a:pt x="180733" y="24011"/>
                  </a:lnTo>
                  <a:lnTo>
                    <a:pt x="188591" y="24003"/>
                  </a:lnTo>
                  <a:lnTo>
                    <a:pt x="196449" y="23999"/>
                  </a:lnTo>
                  <a:lnTo>
                    <a:pt x="204307" y="23994"/>
                  </a:lnTo>
                  <a:lnTo>
                    <a:pt x="212165" y="23989"/>
                  </a:lnTo>
                  <a:lnTo>
                    <a:pt x="220023" y="23981"/>
                  </a:lnTo>
                  <a:lnTo>
                    <a:pt x="227881" y="23977"/>
                  </a:lnTo>
                  <a:lnTo>
                    <a:pt x="235739" y="23971"/>
                  </a:lnTo>
                  <a:lnTo>
                    <a:pt x="243597" y="23964"/>
                  </a:lnTo>
                  <a:lnTo>
                    <a:pt x="251455" y="23957"/>
                  </a:lnTo>
                  <a:lnTo>
                    <a:pt x="259313" y="23953"/>
                  </a:lnTo>
                  <a:lnTo>
                    <a:pt x="267171" y="23949"/>
                  </a:lnTo>
                  <a:lnTo>
                    <a:pt x="275029" y="23941"/>
                  </a:lnTo>
                  <a:lnTo>
                    <a:pt x="282887" y="23936"/>
                  </a:lnTo>
                  <a:lnTo>
                    <a:pt x="290745" y="23931"/>
                  </a:lnTo>
                  <a:lnTo>
                    <a:pt x="298603" y="23924"/>
                  </a:lnTo>
                  <a:lnTo>
                    <a:pt x="306461" y="23916"/>
                  </a:lnTo>
                  <a:lnTo>
                    <a:pt x="314319" y="23906"/>
                  </a:lnTo>
                  <a:lnTo>
                    <a:pt x="322177" y="23895"/>
                  </a:lnTo>
                  <a:lnTo>
                    <a:pt x="330035" y="23889"/>
                  </a:lnTo>
                  <a:lnTo>
                    <a:pt x="337893" y="23886"/>
                  </a:lnTo>
                  <a:lnTo>
                    <a:pt x="345751" y="23880"/>
                  </a:lnTo>
                  <a:lnTo>
                    <a:pt x="353609" y="23872"/>
                  </a:lnTo>
                  <a:lnTo>
                    <a:pt x="361467" y="23860"/>
                  </a:lnTo>
                  <a:lnTo>
                    <a:pt x="369325" y="23848"/>
                  </a:lnTo>
                  <a:lnTo>
                    <a:pt x="377183" y="23841"/>
                  </a:lnTo>
                  <a:lnTo>
                    <a:pt x="385041" y="23833"/>
                  </a:lnTo>
                  <a:lnTo>
                    <a:pt x="392899" y="23822"/>
                  </a:lnTo>
                  <a:lnTo>
                    <a:pt x="400757" y="23815"/>
                  </a:lnTo>
                  <a:lnTo>
                    <a:pt x="408615" y="23809"/>
                  </a:lnTo>
                  <a:lnTo>
                    <a:pt x="416473" y="23803"/>
                  </a:lnTo>
                  <a:lnTo>
                    <a:pt x="424331" y="23795"/>
                  </a:lnTo>
                  <a:lnTo>
                    <a:pt x="432189" y="23785"/>
                  </a:lnTo>
                  <a:lnTo>
                    <a:pt x="440047" y="23778"/>
                  </a:lnTo>
                  <a:lnTo>
                    <a:pt x="447905" y="23769"/>
                  </a:lnTo>
                  <a:lnTo>
                    <a:pt x="455763" y="23762"/>
                  </a:lnTo>
                  <a:lnTo>
                    <a:pt x="463621" y="23753"/>
                  </a:lnTo>
                  <a:lnTo>
                    <a:pt x="471479" y="23741"/>
                  </a:lnTo>
                  <a:lnTo>
                    <a:pt x="479337" y="23732"/>
                  </a:lnTo>
                  <a:lnTo>
                    <a:pt x="487195" y="23723"/>
                  </a:lnTo>
                  <a:lnTo>
                    <a:pt x="495053" y="23716"/>
                  </a:lnTo>
                  <a:lnTo>
                    <a:pt x="502911" y="23706"/>
                  </a:lnTo>
                  <a:lnTo>
                    <a:pt x="510769" y="23696"/>
                  </a:lnTo>
                  <a:lnTo>
                    <a:pt x="518627" y="23683"/>
                  </a:lnTo>
                  <a:lnTo>
                    <a:pt x="526485" y="23671"/>
                  </a:lnTo>
                  <a:lnTo>
                    <a:pt x="534343" y="23661"/>
                  </a:lnTo>
                  <a:lnTo>
                    <a:pt x="542201" y="23650"/>
                  </a:lnTo>
                  <a:lnTo>
                    <a:pt x="550059" y="23640"/>
                  </a:lnTo>
                  <a:lnTo>
                    <a:pt x="557917" y="23627"/>
                  </a:lnTo>
                  <a:lnTo>
                    <a:pt x="565775" y="23613"/>
                  </a:lnTo>
                  <a:lnTo>
                    <a:pt x="573633" y="23597"/>
                  </a:lnTo>
                  <a:lnTo>
                    <a:pt x="581491" y="23584"/>
                  </a:lnTo>
                  <a:lnTo>
                    <a:pt x="589349" y="23573"/>
                  </a:lnTo>
                  <a:lnTo>
                    <a:pt x="597207" y="23561"/>
                  </a:lnTo>
                  <a:lnTo>
                    <a:pt x="605065" y="23546"/>
                  </a:lnTo>
                  <a:lnTo>
                    <a:pt x="612923" y="23532"/>
                  </a:lnTo>
                  <a:lnTo>
                    <a:pt x="620781" y="23519"/>
                  </a:lnTo>
                  <a:lnTo>
                    <a:pt x="628639" y="23508"/>
                  </a:lnTo>
                  <a:lnTo>
                    <a:pt x="636497" y="23493"/>
                  </a:lnTo>
                  <a:lnTo>
                    <a:pt x="644355" y="23480"/>
                  </a:lnTo>
                  <a:lnTo>
                    <a:pt x="652213" y="23467"/>
                  </a:lnTo>
                  <a:lnTo>
                    <a:pt x="660071" y="23452"/>
                  </a:lnTo>
                  <a:lnTo>
                    <a:pt x="667929" y="23435"/>
                  </a:lnTo>
                  <a:lnTo>
                    <a:pt x="675787" y="23422"/>
                  </a:lnTo>
                  <a:lnTo>
                    <a:pt x="683645" y="23406"/>
                  </a:lnTo>
                  <a:lnTo>
                    <a:pt x="691503" y="23388"/>
                  </a:lnTo>
                  <a:lnTo>
                    <a:pt x="699361" y="23368"/>
                  </a:lnTo>
                  <a:lnTo>
                    <a:pt x="707219" y="23349"/>
                  </a:lnTo>
                  <a:lnTo>
                    <a:pt x="715077" y="23335"/>
                  </a:lnTo>
                  <a:lnTo>
                    <a:pt x="722935" y="23319"/>
                  </a:lnTo>
                  <a:lnTo>
                    <a:pt x="730793" y="23301"/>
                  </a:lnTo>
                  <a:lnTo>
                    <a:pt x="738651" y="23280"/>
                  </a:lnTo>
                  <a:lnTo>
                    <a:pt x="746509" y="23260"/>
                  </a:lnTo>
                  <a:lnTo>
                    <a:pt x="754367" y="23245"/>
                  </a:lnTo>
                  <a:lnTo>
                    <a:pt x="762225" y="23226"/>
                  </a:lnTo>
                  <a:lnTo>
                    <a:pt x="770083" y="23206"/>
                  </a:lnTo>
                  <a:lnTo>
                    <a:pt x="777941" y="23182"/>
                  </a:lnTo>
                  <a:lnTo>
                    <a:pt x="785799" y="23156"/>
                  </a:lnTo>
                  <a:lnTo>
                    <a:pt x="793657" y="23132"/>
                  </a:lnTo>
                  <a:lnTo>
                    <a:pt x="801515" y="23115"/>
                  </a:lnTo>
                  <a:lnTo>
                    <a:pt x="809373" y="23098"/>
                  </a:lnTo>
                  <a:lnTo>
                    <a:pt x="817231" y="23073"/>
                  </a:lnTo>
                  <a:lnTo>
                    <a:pt x="825089" y="23040"/>
                  </a:lnTo>
                  <a:lnTo>
                    <a:pt x="832947" y="23013"/>
                  </a:lnTo>
                  <a:lnTo>
                    <a:pt x="840805" y="22995"/>
                  </a:lnTo>
                  <a:lnTo>
                    <a:pt x="848663" y="22968"/>
                  </a:lnTo>
                  <a:lnTo>
                    <a:pt x="856521" y="22945"/>
                  </a:lnTo>
                  <a:lnTo>
                    <a:pt x="864379" y="22922"/>
                  </a:lnTo>
                  <a:lnTo>
                    <a:pt x="872237" y="22898"/>
                  </a:lnTo>
                  <a:lnTo>
                    <a:pt x="880095" y="22874"/>
                  </a:lnTo>
                  <a:lnTo>
                    <a:pt x="887953" y="22845"/>
                  </a:lnTo>
                  <a:lnTo>
                    <a:pt x="895811" y="22818"/>
                  </a:lnTo>
                  <a:lnTo>
                    <a:pt x="903669" y="22787"/>
                  </a:lnTo>
                  <a:lnTo>
                    <a:pt x="911527" y="22764"/>
                  </a:lnTo>
                  <a:lnTo>
                    <a:pt x="919385" y="22737"/>
                  </a:lnTo>
                  <a:lnTo>
                    <a:pt x="927243" y="22706"/>
                  </a:lnTo>
                  <a:lnTo>
                    <a:pt x="935101" y="22680"/>
                  </a:lnTo>
                  <a:lnTo>
                    <a:pt x="942959" y="22655"/>
                  </a:lnTo>
                  <a:lnTo>
                    <a:pt x="950817" y="22621"/>
                  </a:lnTo>
                  <a:lnTo>
                    <a:pt x="958675" y="22592"/>
                  </a:lnTo>
                  <a:lnTo>
                    <a:pt x="966533" y="22552"/>
                  </a:lnTo>
                  <a:lnTo>
                    <a:pt x="974391" y="22512"/>
                  </a:lnTo>
                  <a:lnTo>
                    <a:pt x="982249" y="22480"/>
                  </a:lnTo>
                  <a:lnTo>
                    <a:pt x="990107" y="22442"/>
                  </a:lnTo>
                  <a:lnTo>
                    <a:pt x="997965" y="22402"/>
                  </a:lnTo>
                  <a:lnTo>
                    <a:pt x="1005823" y="22362"/>
                  </a:lnTo>
                  <a:lnTo>
                    <a:pt x="1013681" y="22322"/>
                  </a:lnTo>
                  <a:lnTo>
                    <a:pt x="1021539" y="22280"/>
                  </a:lnTo>
                  <a:lnTo>
                    <a:pt x="1029397" y="22238"/>
                  </a:lnTo>
                  <a:lnTo>
                    <a:pt x="1037254" y="22194"/>
                  </a:lnTo>
                  <a:lnTo>
                    <a:pt x="1045112" y="22152"/>
                  </a:lnTo>
                  <a:lnTo>
                    <a:pt x="1052970" y="22108"/>
                  </a:lnTo>
                  <a:lnTo>
                    <a:pt x="1060828" y="22065"/>
                  </a:lnTo>
                  <a:lnTo>
                    <a:pt x="1068686" y="22025"/>
                  </a:lnTo>
                  <a:lnTo>
                    <a:pt x="1076544" y="21983"/>
                  </a:lnTo>
                  <a:lnTo>
                    <a:pt x="1084402" y="21943"/>
                  </a:lnTo>
                  <a:lnTo>
                    <a:pt x="1092260" y="21898"/>
                  </a:lnTo>
                  <a:lnTo>
                    <a:pt x="1100118" y="21852"/>
                  </a:lnTo>
                  <a:lnTo>
                    <a:pt x="1107976" y="21805"/>
                  </a:lnTo>
                  <a:lnTo>
                    <a:pt x="1115834" y="21757"/>
                  </a:lnTo>
                  <a:lnTo>
                    <a:pt x="1123692" y="21709"/>
                  </a:lnTo>
                  <a:lnTo>
                    <a:pt x="1131550" y="21659"/>
                  </a:lnTo>
                  <a:lnTo>
                    <a:pt x="1139408" y="21609"/>
                  </a:lnTo>
                  <a:lnTo>
                    <a:pt x="1147266" y="21558"/>
                  </a:lnTo>
                  <a:lnTo>
                    <a:pt x="1155124" y="21506"/>
                  </a:lnTo>
                  <a:lnTo>
                    <a:pt x="1162982" y="21448"/>
                  </a:lnTo>
                  <a:lnTo>
                    <a:pt x="1170840" y="21399"/>
                  </a:lnTo>
                  <a:lnTo>
                    <a:pt x="1178698" y="21338"/>
                  </a:lnTo>
                  <a:lnTo>
                    <a:pt x="1186556" y="21283"/>
                  </a:lnTo>
                  <a:lnTo>
                    <a:pt x="1194414" y="21231"/>
                  </a:lnTo>
                  <a:lnTo>
                    <a:pt x="1202272" y="21173"/>
                  </a:lnTo>
                  <a:lnTo>
                    <a:pt x="1210130" y="21114"/>
                  </a:lnTo>
                  <a:lnTo>
                    <a:pt x="1217988" y="21055"/>
                  </a:lnTo>
                  <a:lnTo>
                    <a:pt x="1225846" y="20985"/>
                  </a:lnTo>
                  <a:lnTo>
                    <a:pt x="1233704" y="20910"/>
                  </a:lnTo>
                  <a:lnTo>
                    <a:pt x="1241562" y="20847"/>
                  </a:lnTo>
                  <a:lnTo>
                    <a:pt x="1249420" y="20783"/>
                  </a:lnTo>
                  <a:lnTo>
                    <a:pt x="1257278" y="20718"/>
                  </a:lnTo>
                  <a:lnTo>
                    <a:pt x="1265136" y="20637"/>
                  </a:lnTo>
                  <a:lnTo>
                    <a:pt x="1272994" y="20561"/>
                  </a:lnTo>
                  <a:lnTo>
                    <a:pt x="1280852" y="20489"/>
                  </a:lnTo>
                  <a:lnTo>
                    <a:pt x="1288710" y="20408"/>
                  </a:lnTo>
                  <a:lnTo>
                    <a:pt x="1296568" y="20327"/>
                  </a:lnTo>
                  <a:lnTo>
                    <a:pt x="1304426" y="20240"/>
                  </a:lnTo>
                  <a:lnTo>
                    <a:pt x="1312284" y="20149"/>
                  </a:lnTo>
                  <a:lnTo>
                    <a:pt x="1320142" y="20063"/>
                  </a:lnTo>
                  <a:lnTo>
                    <a:pt x="1328000" y="19963"/>
                  </a:lnTo>
                  <a:lnTo>
                    <a:pt x="1335858" y="19869"/>
                  </a:lnTo>
                  <a:lnTo>
                    <a:pt x="1343716" y="19781"/>
                  </a:lnTo>
                  <a:lnTo>
                    <a:pt x="1351574" y="19696"/>
                  </a:lnTo>
                  <a:lnTo>
                    <a:pt x="1359432" y="19610"/>
                  </a:lnTo>
                  <a:lnTo>
                    <a:pt x="1367290" y="19521"/>
                  </a:lnTo>
                  <a:lnTo>
                    <a:pt x="1375148" y="19431"/>
                  </a:lnTo>
                  <a:lnTo>
                    <a:pt x="1383006" y="19347"/>
                  </a:lnTo>
                  <a:lnTo>
                    <a:pt x="1390864" y="19255"/>
                  </a:lnTo>
                  <a:lnTo>
                    <a:pt x="1398722" y="19151"/>
                  </a:lnTo>
                  <a:lnTo>
                    <a:pt x="1406580" y="19044"/>
                  </a:lnTo>
                  <a:lnTo>
                    <a:pt x="1414438" y="18935"/>
                  </a:lnTo>
                  <a:lnTo>
                    <a:pt x="1422296" y="18825"/>
                  </a:lnTo>
                  <a:lnTo>
                    <a:pt x="1430154" y="18725"/>
                  </a:lnTo>
                  <a:lnTo>
                    <a:pt x="1438012" y="18624"/>
                  </a:lnTo>
                  <a:lnTo>
                    <a:pt x="1445870" y="18521"/>
                  </a:lnTo>
                  <a:lnTo>
                    <a:pt x="1453728" y="18416"/>
                  </a:lnTo>
                  <a:lnTo>
                    <a:pt x="1461586" y="18286"/>
                  </a:lnTo>
                  <a:lnTo>
                    <a:pt x="1469444" y="18157"/>
                  </a:lnTo>
                  <a:lnTo>
                    <a:pt x="1477302" y="18028"/>
                  </a:lnTo>
                  <a:lnTo>
                    <a:pt x="1485160" y="17865"/>
                  </a:lnTo>
                  <a:lnTo>
                    <a:pt x="1493018" y="17725"/>
                  </a:lnTo>
                  <a:lnTo>
                    <a:pt x="1500876" y="17590"/>
                  </a:lnTo>
                  <a:lnTo>
                    <a:pt x="1508734" y="17453"/>
                  </a:lnTo>
                  <a:lnTo>
                    <a:pt x="1516592" y="17313"/>
                  </a:lnTo>
                  <a:lnTo>
                    <a:pt x="1524450" y="17183"/>
                  </a:lnTo>
                  <a:lnTo>
                    <a:pt x="1532308" y="17059"/>
                  </a:lnTo>
                  <a:lnTo>
                    <a:pt x="1540166" y="16932"/>
                  </a:lnTo>
                  <a:lnTo>
                    <a:pt x="1548024" y="16804"/>
                  </a:lnTo>
                  <a:lnTo>
                    <a:pt x="1555882" y="16674"/>
                  </a:lnTo>
                  <a:lnTo>
                    <a:pt x="1563740" y="16541"/>
                  </a:lnTo>
                  <a:lnTo>
                    <a:pt x="1571598" y="16407"/>
                  </a:lnTo>
                  <a:lnTo>
                    <a:pt x="1579456" y="16251"/>
                  </a:lnTo>
                  <a:lnTo>
                    <a:pt x="1587314" y="16057"/>
                  </a:lnTo>
                  <a:lnTo>
                    <a:pt x="1595172" y="15914"/>
                  </a:lnTo>
                  <a:lnTo>
                    <a:pt x="1603030" y="15769"/>
                  </a:lnTo>
                  <a:lnTo>
                    <a:pt x="1610888" y="15619"/>
                  </a:lnTo>
                  <a:lnTo>
                    <a:pt x="1618746" y="15454"/>
                  </a:lnTo>
                  <a:lnTo>
                    <a:pt x="1626604" y="15326"/>
                  </a:lnTo>
                  <a:lnTo>
                    <a:pt x="1634462" y="15145"/>
                  </a:lnTo>
                  <a:lnTo>
                    <a:pt x="1642320" y="14959"/>
                  </a:lnTo>
                  <a:lnTo>
                    <a:pt x="1650178" y="14769"/>
                  </a:lnTo>
                  <a:lnTo>
                    <a:pt x="1658036" y="14575"/>
                  </a:lnTo>
                  <a:lnTo>
                    <a:pt x="1665894" y="14378"/>
                  </a:lnTo>
                  <a:lnTo>
                    <a:pt x="1673752" y="14176"/>
                  </a:lnTo>
                  <a:lnTo>
                    <a:pt x="1681610" y="13971"/>
                  </a:lnTo>
                  <a:lnTo>
                    <a:pt x="1689468" y="13762"/>
                  </a:lnTo>
                  <a:lnTo>
                    <a:pt x="1697326" y="13540"/>
                  </a:lnTo>
                  <a:lnTo>
                    <a:pt x="1705184" y="13303"/>
                  </a:lnTo>
                  <a:lnTo>
                    <a:pt x="1713042" y="13064"/>
                  </a:lnTo>
                  <a:lnTo>
                    <a:pt x="1720900" y="12839"/>
                  </a:lnTo>
                  <a:lnTo>
                    <a:pt x="1728758" y="12610"/>
                  </a:lnTo>
                  <a:lnTo>
                    <a:pt x="1736616" y="12377"/>
                  </a:lnTo>
                  <a:lnTo>
                    <a:pt x="1744474" y="12139"/>
                  </a:lnTo>
                  <a:lnTo>
                    <a:pt x="1752332" y="11898"/>
                  </a:lnTo>
                  <a:lnTo>
                    <a:pt x="1760190" y="11651"/>
                  </a:lnTo>
                  <a:lnTo>
                    <a:pt x="1768048" y="11408"/>
                  </a:lnTo>
                  <a:lnTo>
                    <a:pt x="1775906" y="11167"/>
                  </a:lnTo>
                  <a:lnTo>
                    <a:pt x="1783764" y="10909"/>
                  </a:lnTo>
                  <a:lnTo>
                    <a:pt x="1791622" y="10651"/>
                  </a:lnTo>
                  <a:lnTo>
                    <a:pt x="1799480" y="10365"/>
                  </a:lnTo>
                  <a:lnTo>
                    <a:pt x="1807338" y="10133"/>
                  </a:lnTo>
                  <a:lnTo>
                    <a:pt x="1815196" y="9866"/>
                  </a:lnTo>
                  <a:lnTo>
                    <a:pt x="1823054" y="9593"/>
                  </a:lnTo>
                  <a:lnTo>
                    <a:pt x="1830912" y="9315"/>
                  </a:lnTo>
                  <a:lnTo>
                    <a:pt x="1838770" y="9016"/>
                  </a:lnTo>
                  <a:lnTo>
                    <a:pt x="1846628" y="8703"/>
                  </a:lnTo>
                  <a:lnTo>
                    <a:pt x="1854486" y="8383"/>
                  </a:lnTo>
                  <a:lnTo>
                    <a:pt x="1862344" y="8058"/>
                  </a:lnTo>
                  <a:lnTo>
                    <a:pt x="1870202" y="7725"/>
                  </a:lnTo>
                  <a:lnTo>
                    <a:pt x="1878060" y="7387"/>
                  </a:lnTo>
                  <a:lnTo>
                    <a:pt x="1885918" y="7041"/>
                  </a:lnTo>
                  <a:lnTo>
                    <a:pt x="1893776" y="6689"/>
                  </a:lnTo>
                  <a:lnTo>
                    <a:pt x="1901634" y="6330"/>
                  </a:lnTo>
                  <a:lnTo>
                    <a:pt x="1909492" y="5963"/>
                  </a:lnTo>
                  <a:lnTo>
                    <a:pt x="1917350" y="5590"/>
                  </a:lnTo>
                  <a:lnTo>
                    <a:pt x="1925208" y="5215"/>
                  </a:lnTo>
                  <a:lnTo>
                    <a:pt x="1933066" y="4839"/>
                  </a:lnTo>
                  <a:lnTo>
                    <a:pt x="1940924" y="4457"/>
                  </a:lnTo>
                  <a:lnTo>
                    <a:pt x="1948782" y="4067"/>
                  </a:lnTo>
                  <a:lnTo>
                    <a:pt x="1956640" y="3669"/>
                  </a:lnTo>
                  <a:lnTo>
                    <a:pt x="1964498" y="3264"/>
                  </a:lnTo>
                  <a:lnTo>
                    <a:pt x="1972356" y="2854"/>
                  </a:lnTo>
                  <a:lnTo>
                    <a:pt x="1980214" y="2512"/>
                  </a:lnTo>
                  <a:lnTo>
                    <a:pt x="1988072" y="2169"/>
                  </a:lnTo>
                  <a:lnTo>
                    <a:pt x="1995930" y="1821"/>
                  </a:lnTo>
                  <a:lnTo>
                    <a:pt x="2003788" y="1468"/>
                  </a:lnTo>
                  <a:lnTo>
                    <a:pt x="2011646" y="1109"/>
                  </a:lnTo>
                  <a:lnTo>
                    <a:pt x="2019504" y="745"/>
                  </a:lnTo>
                  <a:lnTo>
                    <a:pt x="2027362" y="375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4" name="pl203"/>
            <p:cNvSpPr/>
            <p:nvPr/>
          </p:nvSpPr>
          <p:spPr>
            <a:xfrm>
              <a:off x="6029658" y="3104373"/>
              <a:ext cx="2035220" cy="1100"/>
            </a:xfrm>
            <a:custGeom>
              <a:avLst/>
              <a:pathLst>
                <a:path w="2035220" h="1100">
                  <a:moveTo>
                    <a:pt x="2035220" y="0"/>
                  </a:moveTo>
                  <a:lnTo>
                    <a:pt x="2027362" y="6"/>
                  </a:lnTo>
                  <a:lnTo>
                    <a:pt x="2019504" y="13"/>
                  </a:lnTo>
                  <a:lnTo>
                    <a:pt x="2011646" y="20"/>
                  </a:lnTo>
                  <a:lnTo>
                    <a:pt x="2003788" y="27"/>
                  </a:lnTo>
                  <a:lnTo>
                    <a:pt x="1995930" y="36"/>
                  </a:lnTo>
                  <a:lnTo>
                    <a:pt x="1988072" y="46"/>
                  </a:lnTo>
                  <a:lnTo>
                    <a:pt x="1980214" y="55"/>
                  </a:lnTo>
                  <a:lnTo>
                    <a:pt x="1972356" y="64"/>
                  </a:lnTo>
                  <a:lnTo>
                    <a:pt x="1964498" y="73"/>
                  </a:lnTo>
                  <a:lnTo>
                    <a:pt x="1956640" y="81"/>
                  </a:lnTo>
                  <a:lnTo>
                    <a:pt x="1948782" y="90"/>
                  </a:lnTo>
                  <a:lnTo>
                    <a:pt x="1940924" y="99"/>
                  </a:lnTo>
                  <a:lnTo>
                    <a:pt x="1933066" y="109"/>
                  </a:lnTo>
                  <a:lnTo>
                    <a:pt x="1925208" y="117"/>
                  </a:lnTo>
                  <a:lnTo>
                    <a:pt x="1917350" y="124"/>
                  </a:lnTo>
                  <a:lnTo>
                    <a:pt x="1909492" y="133"/>
                  </a:lnTo>
                  <a:lnTo>
                    <a:pt x="1901634" y="141"/>
                  </a:lnTo>
                  <a:lnTo>
                    <a:pt x="1893776" y="150"/>
                  </a:lnTo>
                  <a:lnTo>
                    <a:pt x="1885918" y="158"/>
                  </a:lnTo>
                  <a:lnTo>
                    <a:pt x="1878060" y="166"/>
                  </a:lnTo>
                  <a:lnTo>
                    <a:pt x="1870202" y="174"/>
                  </a:lnTo>
                  <a:lnTo>
                    <a:pt x="1862344" y="182"/>
                  </a:lnTo>
                  <a:lnTo>
                    <a:pt x="1854486" y="190"/>
                  </a:lnTo>
                  <a:lnTo>
                    <a:pt x="1846628" y="194"/>
                  </a:lnTo>
                  <a:lnTo>
                    <a:pt x="1838770" y="197"/>
                  </a:lnTo>
                  <a:lnTo>
                    <a:pt x="1830912" y="200"/>
                  </a:lnTo>
                  <a:lnTo>
                    <a:pt x="1823054" y="204"/>
                  </a:lnTo>
                  <a:lnTo>
                    <a:pt x="1815196" y="207"/>
                  </a:lnTo>
                  <a:lnTo>
                    <a:pt x="1807338" y="212"/>
                  </a:lnTo>
                  <a:lnTo>
                    <a:pt x="1799480" y="219"/>
                  </a:lnTo>
                  <a:lnTo>
                    <a:pt x="1791622" y="226"/>
                  </a:lnTo>
                  <a:lnTo>
                    <a:pt x="1783764" y="233"/>
                  </a:lnTo>
                  <a:lnTo>
                    <a:pt x="1775906" y="240"/>
                  </a:lnTo>
                  <a:lnTo>
                    <a:pt x="1768048" y="248"/>
                  </a:lnTo>
                  <a:lnTo>
                    <a:pt x="1760190" y="255"/>
                  </a:lnTo>
                  <a:lnTo>
                    <a:pt x="1752332" y="263"/>
                  </a:lnTo>
                  <a:lnTo>
                    <a:pt x="1744474" y="270"/>
                  </a:lnTo>
                  <a:lnTo>
                    <a:pt x="1736616" y="278"/>
                  </a:lnTo>
                  <a:lnTo>
                    <a:pt x="1728758" y="282"/>
                  </a:lnTo>
                  <a:lnTo>
                    <a:pt x="1720900" y="287"/>
                  </a:lnTo>
                  <a:lnTo>
                    <a:pt x="1713042" y="294"/>
                  </a:lnTo>
                  <a:lnTo>
                    <a:pt x="1705184" y="300"/>
                  </a:lnTo>
                  <a:lnTo>
                    <a:pt x="1697326" y="307"/>
                  </a:lnTo>
                  <a:lnTo>
                    <a:pt x="1689468" y="311"/>
                  </a:lnTo>
                  <a:lnTo>
                    <a:pt x="1681610" y="317"/>
                  </a:lnTo>
                  <a:lnTo>
                    <a:pt x="1673752" y="324"/>
                  </a:lnTo>
                  <a:lnTo>
                    <a:pt x="1665894" y="331"/>
                  </a:lnTo>
                  <a:lnTo>
                    <a:pt x="1658036" y="338"/>
                  </a:lnTo>
                  <a:lnTo>
                    <a:pt x="1650178" y="344"/>
                  </a:lnTo>
                  <a:lnTo>
                    <a:pt x="1642320" y="350"/>
                  </a:lnTo>
                  <a:lnTo>
                    <a:pt x="1634462" y="356"/>
                  </a:lnTo>
                  <a:lnTo>
                    <a:pt x="1626604" y="362"/>
                  </a:lnTo>
                  <a:lnTo>
                    <a:pt x="1618746" y="368"/>
                  </a:lnTo>
                  <a:lnTo>
                    <a:pt x="1610888" y="370"/>
                  </a:lnTo>
                  <a:lnTo>
                    <a:pt x="1603030" y="373"/>
                  </a:lnTo>
                  <a:lnTo>
                    <a:pt x="1595172" y="376"/>
                  </a:lnTo>
                  <a:lnTo>
                    <a:pt x="1587314" y="380"/>
                  </a:lnTo>
                  <a:lnTo>
                    <a:pt x="1579456" y="384"/>
                  </a:lnTo>
                  <a:lnTo>
                    <a:pt x="1571598" y="389"/>
                  </a:lnTo>
                  <a:lnTo>
                    <a:pt x="1563740" y="395"/>
                  </a:lnTo>
                  <a:lnTo>
                    <a:pt x="1555882" y="401"/>
                  </a:lnTo>
                  <a:lnTo>
                    <a:pt x="1548024" y="407"/>
                  </a:lnTo>
                  <a:lnTo>
                    <a:pt x="1540166" y="413"/>
                  </a:lnTo>
                  <a:lnTo>
                    <a:pt x="1532308" y="419"/>
                  </a:lnTo>
                  <a:lnTo>
                    <a:pt x="1524450" y="422"/>
                  </a:lnTo>
                  <a:lnTo>
                    <a:pt x="1516592" y="425"/>
                  </a:lnTo>
                  <a:lnTo>
                    <a:pt x="1508734" y="430"/>
                  </a:lnTo>
                  <a:lnTo>
                    <a:pt x="1500876" y="436"/>
                  </a:lnTo>
                  <a:lnTo>
                    <a:pt x="1493018" y="442"/>
                  </a:lnTo>
                  <a:lnTo>
                    <a:pt x="1485160" y="448"/>
                  </a:lnTo>
                  <a:lnTo>
                    <a:pt x="1477302" y="454"/>
                  </a:lnTo>
                  <a:lnTo>
                    <a:pt x="1469444" y="458"/>
                  </a:lnTo>
                  <a:lnTo>
                    <a:pt x="1461586" y="464"/>
                  </a:lnTo>
                  <a:lnTo>
                    <a:pt x="1453728" y="469"/>
                  </a:lnTo>
                  <a:lnTo>
                    <a:pt x="1445870" y="475"/>
                  </a:lnTo>
                  <a:lnTo>
                    <a:pt x="1438012" y="481"/>
                  </a:lnTo>
                  <a:lnTo>
                    <a:pt x="1430154" y="487"/>
                  </a:lnTo>
                  <a:lnTo>
                    <a:pt x="1422296" y="492"/>
                  </a:lnTo>
                  <a:lnTo>
                    <a:pt x="1414438" y="498"/>
                  </a:lnTo>
                  <a:lnTo>
                    <a:pt x="1406580" y="503"/>
                  </a:lnTo>
                  <a:lnTo>
                    <a:pt x="1398722" y="509"/>
                  </a:lnTo>
                  <a:lnTo>
                    <a:pt x="1390864" y="513"/>
                  </a:lnTo>
                  <a:lnTo>
                    <a:pt x="1383006" y="517"/>
                  </a:lnTo>
                  <a:lnTo>
                    <a:pt x="1375148" y="521"/>
                  </a:lnTo>
                  <a:lnTo>
                    <a:pt x="1367290" y="525"/>
                  </a:lnTo>
                  <a:lnTo>
                    <a:pt x="1359432" y="528"/>
                  </a:lnTo>
                  <a:lnTo>
                    <a:pt x="1351574" y="532"/>
                  </a:lnTo>
                  <a:lnTo>
                    <a:pt x="1343716" y="536"/>
                  </a:lnTo>
                  <a:lnTo>
                    <a:pt x="1335858" y="540"/>
                  </a:lnTo>
                  <a:lnTo>
                    <a:pt x="1328000" y="546"/>
                  </a:lnTo>
                  <a:lnTo>
                    <a:pt x="1320142" y="550"/>
                  </a:lnTo>
                  <a:lnTo>
                    <a:pt x="1312284" y="556"/>
                  </a:lnTo>
                  <a:lnTo>
                    <a:pt x="1304426" y="560"/>
                  </a:lnTo>
                  <a:lnTo>
                    <a:pt x="1296568" y="563"/>
                  </a:lnTo>
                  <a:lnTo>
                    <a:pt x="1288710" y="566"/>
                  </a:lnTo>
                  <a:lnTo>
                    <a:pt x="1280852" y="570"/>
                  </a:lnTo>
                  <a:lnTo>
                    <a:pt x="1272994" y="573"/>
                  </a:lnTo>
                  <a:lnTo>
                    <a:pt x="1265136" y="577"/>
                  </a:lnTo>
                  <a:lnTo>
                    <a:pt x="1257278" y="581"/>
                  </a:lnTo>
                  <a:lnTo>
                    <a:pt x="1249420" y="584"/>
                  </a:lnTo>
                  <a:lnTo>
                    <a:pt x="1241562" y="589"/>
                  </a:lnTo>
                  <a:lnTo>
                    <a:pt x="1233704" y="595"/>
                  </a:lnTo>
                  <a:lnTo>
                    <a:pt x="1225846" y="598"/>
                  </a:lnTo>
                  <a:lnTo>
                    <a:pt x="1217988" y="601"/>
                  </a:lnTo>
                  <a:lnTo>
                    <a:pt x="1210130" y="604"/>
                  </a:lnTo>
                  <a:lnTo>
                    <a:pt x="1202272" y="610"/>
                  </a:lnTo>
                  <a:lnTo>
                    <a:pt x="1194414" y="614"/>
                  </a:lnTo>
                  <a:lnTo>
                    <a:pt x="1186556" y="617"/>
                  </a:lnTo>
                  <a:lnTo>
                    <a:pt x="1178698" y="620"/>
                  </a:lnTo>
                  <a:lnTo>
                    <a:pt x="1170840" y="624"/>
                  </a:lnTo>
                  <a:lnTo>
                    <a:pt x="1162982" y="628"/>
                  </a:lnTo>
                  <a:lnTo>
                    <a:pt x="1155124" y="633"/>
                  </a:lnTo>
                  <a:lnTo>
                    <a:pt x="1147266" y="636"/>
                  </a:lnTo>
                  <a:lnTo>
                    <a:pt x="1139408" y="641"/>
                  </a:lnTo>
                  <a:lnTo>
                    <a:pt x="1131550" y="646"/>
                  </a:lnTo>
                  <a:lnTo>
                    <a:pt x="1123692" y="651"/>
                  </a:lnTo>
                  <a:lnTo>
                    <a:pt x="1115834" y="657"/>
                  </a:lnTo>
                  <a:lnTo>
                    <a:pt x="1107976" y="662"/>
                  </a:lnTo>
                  <a:lnTo>
                    <a:pt x="1100118" y="668"/>
                  </a:lnTo>
                  <a:lnTo>
                    <a:pt x="1092260" y="671"/>
                  </a:lnTo>
                  <a:lnTo>
                    <a:pt x="1084402" y="677"/>
                  </a:lnTo>
                  <a:lnTo>
                    <a:pt x="1076544" y="682"/>
                  </a:lnTo>
                  <a:lnTo>
                    <a:pt x="1068686" y="686"/>
                  </a:lnTo>
                  <a:lnTo>
                    <a:pt x="1060828" y="690"/>
                  </a:lnTo>
                  <a:lnTo>
                    <a:pt x="1052970" y="694"/>
                  </a:lnTo>
                  <a:lnTo>
                    <a:pt x="1045112" y="699"/>
                  </a:lnTo>
                  <a:lnTo>
                    <a:pt x="1037254" y="704"/>
                  </a:lnTo>
                  <a:lnTo>
                    <a:pt x="1029397" y="708"/>
                  </a:lnTo>
                  <a:lnTo>
                    <a:pt x="1021539" y="714"/>
                  </a:lnTo>
                  <a:lnTo>
                    <a:pt x="1013681" y="719"/>
                  </a:lnTo>
                  <a:lnTo>
                    <a:pt x="1005823" y="723"/>
                  </a:lnTo>
                  <a:lnTo>
                    <a:pt x="997965" y="727"/>
                  </a:lnTo>
                  <a:lnTo>
                    <a:pt x="990107" y="730"/>
                  </a:lnTo>
                  <a:lnTo>
                    <a:pt x="982249" y="736"/>
                  </a:lnTo>
                  <a:lnTo>
                    <a:pt x="974391" y="741"/>
                  </a:lnTo>
                  <a:lnTo>
                    <a:pt x="966533" y="744"/>
                  </a:lnTo>
                  <a:lnTo>
                    <a:pt x="958675" y="747"/>
                  </a:lnTo>
                  <a:lnTo>
                    <a:pt x="950817" y="752"/>
                  </a:lnTo>
                  <a:lnTo>
                    <a:pt x="942959" y="757"/>
                  </a:lnTo>
                  <a:lnTo>
                    <a:pt x="935101" y="761"/>
                  </a:lnTo>
                  <a:lnTo>
                    <a:pt x="927243" y="767"/>
                  </a:lnTo>
                  <a:lnTo>
                    <a:pt x="919385" y="773"/>
                  </a:lnTo>
                  <a:lnTo>
                    <a:pt x="911527" y="776"/>
                  </a:lnTo>
                  <a:lnTo>
                    <a:pt x="903669" y="780"/>
                  </a:lnTo>
                  <a:lnTo>
                    <a:pt x="895811" y="784"/>
                  </a:lnTo>
                  <a:lnTo>
                    <a:pt x="887953" y="787"/>
                  </a:lnTo>
                  <a:lnTo>
                    <a:pt x="880095" y="790"/>
                  </a:lnTo>
                  <a:lnTo>
                    <a:pt x="872237" y="795"/>
                  </a:lnTo>
                  <a:lnTo>
                    <a:pt x="864379" y="798"/>
                  </a:lnTo>
                  <a:lnTo>
                    <a:pt x="856521" y="801"/>
                  </a:lnTo>
                  <a:lnTo>
                    <a:pt x="848663" y="806"/>
                  </a:lnTo>
                  <a:lnTo>
                    <a:pt x="840805" y="812"/>
                  </a:lnTo>
                  <a:lnTo>
                    <a:pt x="832947" y="817"/>
                  </a:lnTo>
                  <a:lnTo>
                    <a:pt x="825089" y="819"/>
                  </a:lnTo>
                  <a:lnTo>
                    <a:pt x="817231" y="823"/>
                  </a:lnTo>
                  <a:lnTo>
                    <a:pt x="809373" y="826"/>
                  </a:lnTo>
                  <a:lnTo>
                    <a:pt x="801515" y="829"/>
                  </a:lnTo>
                  <a:lnTo>
                    <a:pt x="793657" y="834"/>
                  </a:lnTo>
                  <a:lnTo>
                    <a:pt x="785799" y="838"/>
                  </a:lnTo>
                  <a:lnTo>
                    <a:pt x="777941" y="841"/>
                  </a:lnTo>
                  <a:lnTo>
                    <a:pt x="770083" y="845"/>
                  </a:lnTo>
                  <a:lnTo>
                    <a:pt x="762225" y="850"/>
                  </a:lnTo>
                  <a:lnTo>
                    <a:pt x="754367" y="853"/>
                  </a:lnTo>
                  <a:lnTo>
                    <a:pt x="746509" y="856"/>
                  </a:lnTo>
                  <a:lnTo>
                    <a:pt x="738651" y="860"/>
                  </a:lnTo>
                  <a:lnTo>
                    <a:pt x="730793" y="863"/>
                  </a:lnTo>
                  <a:lnTo>
                    <a:pt x="722935" y="866"/>
                  </a:lnTo>
                  <a:lnTo>
                    <a:pt x="715077" y="870"/>
                  </a:lnTo>
                  <a:lnTo>
                    <a:pt x="707219" y="874"/>
                  </a:lnTo>
                  <a:lnTo>
                    <a:pt x="699361" y="877"/>
                  </a:lnTo>
                  <a:lnTo>
                    <a:pt x="691503" y="880"/>
                  </a:lnTo>
                  <a:lnTo>
                    <a:pt x="683645" y="883"/>
                  </a:lnTo>
                  <a:lnTo>
                    <a:pt x="675787" y="885"/>
                  </a:lnTo>
                  <a:lnTo>
                    <a:pt x="667929" y="888"/>
                  </a:lnTo>
                  <a:lnTo>
                    <a:pt x="660071" y="892"/>
                  </a:lnTo>
                  <a:lnTo>
                    <a:pt x="652213" y="894"/>
                  </a:lnTo>
                  <a:lnTo>
                    <a:pt x="644355" y="898"/>
                  </a:lnTo>
                  <a:lnTo>
                    <a:pt x="636497" y="903"/>
                  </a:lnTo>
                  <a:lnTo>
                    <a:pt x="628639" y="907"/>
                  </a:lnTo>
                  <a:lnTo>
                    <a:pt x="620781" y="910"/>
                  </a:lnTo>
                  <a:lnTo>
                    <a:pt x="612923" y="913"/>
                  </a:lnTo>
                  <a:lnTo>
                    <a:pt x="605065" y="916"/>
                  </a:lnTo>
                  <a:lnTo>
                    <a:pt x="597207" y="918"/>
                  </a:lnTo>
                  <a:lnTo>
                    <a:pt x="589349" y="921"/>
                  </a:lnTo>
                  <a:lnTo>
                    <a:pt x="581491" y="925"/>
                  </a:lnTo>
                  <a:lnTo>
                    <a:pt x="573633" y="928"/>
                  </a:lnTo>
                  <a:lnTo>
                    <a:pt x="565775" y="931"/>
                  </a:lnTo>
                  <a:lnTo>
                    <a:pt x="557917" y="934"/>
                  </a:lnTo>
                  <a:lnTo>
                    <a:pt x="550059" y="938"/>
                  </a:lnTo>
                  <a:lnTo>
                    <a:pt x="542201" y="941"/>
                  </a:lnTo>
                  <a:lnTo>
                    <a:pt x="534343" y="944"/>
                  </a:lnTo>
                  <a:lnTo>
                    <a:pt x="526485" y="948"/>
                  </a:lnTo>
                  <a:lnTo>
                    <a:pt x="518627" y="950"/>
                  </a:lnTo>
                  <a:lnTo>
                    <a:pt x="510769" y="953"/>
                  </a:lnTo>
                  <a:lnTo>
                    <a:pt x="502911" y="956"/>
                  </a:lnTo>
                  <a:lnTo>
                    <a:pt x="495053" y="959"/>
                  </a:lnTo>
                  <a:lnTo>
                    <a:pt x="487195" y="961"/>
                  </a:lnTo>
                  <a:lnTo>
                    <a:pt x="479337" y="964"/>
                  </a:lnTo>
                  <a:lnTo>
                    <a:pt x="471479" y="967"/>
                  </a:lnTo>
                  <a:lnTo>
                    <a:pt x="463621" y="970"/>
                  </a:lnTo>
                  <a:lnTo>
                    <a:pt x="455763" y="973"/>
                  </a:lnTo>
                  <a:lnTo>
                    <a:pt x="447905" y="976"/>
                  </a:lnTo>
                  <a:lnTo>
                    <a:pt x="440047" y="978"/>
                  </a:lnTo>
                  <a:lnTo>
                    <a:pt x="432189" y="981"/>
                  </a:lnTo>
                  <a:lnTo>
                    <a:pt x="424331" y="983"/>
                  </a:lnTo>
                  <a:lnTo>
                    <a:pt x="416473" y="986"/>
                  </a:lnTo>
                  <a:lnTo>
                    <a:pt x="408615" y="990"/>
                  </a:lnTo>
                  <a:lnTo>
                    <a:pt x="400757" y="993"/>
                  </a:lnTo>
                  <a:lnTo>
                    <a:pt x="392899" y="996"/>
                  </a:lnTo>
                  <a:lnTo>
                    <a:pt x="385041" y="999"/>
                  </a:lnTo>
                  <a:lnTo>
                    <a:pt x="377183" y="1002"/>
                  </a:lnTo>
                  <a:lnTo>
                    <a:pt x="369325" y="1004"/>
                  </a:lnTo>
                  <a:lnTo>
                    <a:pt x="361467" y="1007"/>
                  </a:lnTo>
                  <a:lnTo>
                    <a:pt x="353609" y="1009"/>
                  </a:lnTo>
                  <a:lnTo>
                    <a:pt x="345751" y="1011"/>
                  </a:lnTo>
                  <a:lnTo>
                    <a:pt x="337893" y="1013"/>
                  </a:lnTo>
                  <a:lnTo>
                    <a:pt x="330035" y="1016"/>
                  </a:lnTo>
                  <a:lnTo>
                    <a:pt x="322177" y="1018"/>
                  </a:lnTo>
                  <a:lnTo>
                    <a:pt x="314319" y="1021"/>
                  </a:lnTo>
                  <a:lnTo>
                    <a:pt x="306461" y="1024"/>
                  </a:lnTo>
                  <a:lnTo>
                    <a:pt x="298603" y="1026"/>
                  </a:lnTo>
                  <a:lnTo>
                    <a:pt x="290745" y="1028"/>
                  </a:lnTo>
                  <a:lnTo>
                    <a:pt x="282887" y="1030"/>
                  </a:lnTo>
                  <a:lnTo>
                    <a:pt x="275029" y="1032"/>
                  </a:lnTo>
                  <a:lnTo>
                    <a:pt x="267171" y="1034"/>
                  </a:lnTo>
                  <a:lnTo>
                    <a:pt x="259313" y="1036"/>
                  </a:lnTo>
                  <a:lnTo>
                    <a:pt x="251455" y="1039"/>
                  </a:lnTo>
                  <a:lnTo>
                    <a:pt x="243597" y="1041"/>
                  </a:lnTo>
                  <a:lnTo>
                    <a:pt x="235739" y="1043"/>
                  </a:lnTo>
                  <a:lnTo>
                    <a:pt x="227881" y="1045"/>
                  </a:lnTo>
                  <a:lnTo>
                    <a:pt x="220023" y="1048"/>
                  </a:lnTo>
                  <a:lnTo>
                    <a:pt x="212165" y="1051"/>
                  </a:lnTo>
                  <a:lnTo>
                    <a:pt x="204307" y="1053"/>
                  </a:lnTo>
                  <a:lnTo>
                    <a:pt x="196449" y="1055"/>
                  </a:lnTo>
                  <a:lnTo>
                    <a:pt x="188591" y="1057"/>
                  </a:lnTo>
                  <a:lnTo>
                    <a:pt x="180733" y="1059"/>
                  </a:lnTo>
                  <a:lnTo>
                    <a:pt x="172875" y="1061"/>
                  </a:lnTo>
                  <a:lnTo>
                    <a:pt x="165017" y="1063"/>
                  </a:lnTo>
                  <a:lnTo>
                    <a:pt x="157159" y="1065"/>
                  </a:lnTo>
                  <a:lnTo>
                    <a:pt x="149301" y="1066"/>
                  </a:lnTo>
                  <a:lnTo>
                    <a:pt x="141443" y="1068"/>
                  </a:lnTo>
                  <a:lnTo>
                    <a:pt x="133585" y="1070"/>
                  </a:lnTo>
                  <a:lnTo>
                    <a:pt x="125727" y="1072"/>
                  </a:lnTo>
                  <a:lnTo>
                    <a:pt x="117869" y="1074"/>
                  </a:lnTo>
                  <a:lnTo>
                    <a:pt x="110011" y="1075"/>
                  </a:lnTo>
                  <a:lnTo>
                    <a:pt x="102153" y="1077"/>
                  </a:lnTo>
                  <a:lnTo>
                    <a:pt x="94295" y="1079"/>
                  </a:lnTo>
                  <a:lnTo>
                    <a:pt x="86437" y="1081"/>
                  </a:lnTo>
                  <a:lnTo>
                    <a:pt x="78579" y="1083"/>
                  </a:lnTo>
                  <a:lnTo>
                    <a:pt x="70721" y="1085"/>
                  </a:lnTo>
                  <a:lnTo>
                    <a:pt x="62863" y="1087"/>
                  </a:lnTo>
                  <a:lnTo>
                    <a:pt x="55005" y="1089"/>
                  </a:lnTo>
                  <a:lnTo>
                    <a:pt x="47147" y="1090"/>
                  </a:lnTo>
                  <a:lnTo>
                    <a:pt x="39289" y="1092"/>
                  </a:lnTo>
                  <a:lnTo>
                    <a:pt x="31431" y="1094"/>
                  </a:lnTo>
                  <a:lnTo>
                    <a:pt x="23573" y="1096"/>
                  </a:lnTo>
                  <a:lnTo>
                    <a:pt x="15715" y="1097"/>
                  </a:lnTo>
                  <a:lnTo>
                    <a:pt x="7857" y="1099"/>
                  </a:lnTo>
                  <a:lnTo>
                    <a:pt x="0" y="11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5" name="pg204"/>
            <p:cNvSpPr/>
            <p:nvPr/>
          </p:nvSpPr>
          <p:spPr>
            <a:xfrm>
              <a:off x="6029658" y="3097583"/>
              <a:ext cx="2035220" cy="7943"/>
            </a:xfrm>
            <a:custGeom>
              <a:avLst/>
              <a:pathLst>
                <a:path w="2035220" h="7943">
                  <a:moveTo>
                    <a:pt x="0" y="7755"/>
                  </a:moveTo>
                  <a:lnTo>
                    <a:pt x="7857" y="7754"/>
                  </a:lnTo>
                  <a:lnTo>
                    <a:pt x="15715" y="7753"/>
                  </a:lnTo>
                  <a:lnTo>
                    <a:pt x="23573" y="7752"/>
                  </a:lnTo>
                  <a:lnTo>
                    <a:pt x="31431" y="7752"/>
                  </a:lnTo>
                  <a:lnTo>
                    <a:pt x="39289" y="7750"/>
                  </a:lnTo>
                  <a:lnTo>
                    <a:pt x="47147" y="7751"/>
                  </a:lnTo>
                  <a:lnTo>
                    <a:pt x="55005" y="7749"/>
                  </a:lnTo>
                  <a:lnTo>
                    <a:pt x="62863" y="7747"/>
                  </a:lnTo>
                  <a:lnTo>
                    <a:pt x="70721" y="7747"/>
                  </a:lnTo>
                  <a:lnTo>
                    <a:pt x="78579" y="7746"/>
                  </a:lnTo>
                  <a:lnTo>
                    <a:pt x="86437" y="7745"/>
                  </a:lnTo>
                  <a:lnTo>
                    <a:pt x="94295" y="7743"/>
                  </a:lnTo>
                  <a:lnTo>
                    <a:pt x="102153" y="7741"/>
                  </a:lnTo>
                  <a:lnTo>
                    <a:pt x="110011" y="7740"/>
                  </a:lnTo>
                  <a:lnTo>
                    <a:pt x="117869" y="7740"/>
                  </a:lnTo>
                  <a:lnTo>
                    <a:pt x="125727" y="7739"/>
                  </a:lnTo>
                  <a:lnTo>
                    <a:pt x="133585" y="7738"/>
                  </a:lnTo>
                  <a:lnTo>
                    <a:pt x="141443" y="7737"/>
                  </a:lnTo>
                  <a:lnTo>
                    <a:pt x="149301" y="7736"/>
                  </a:lnTo>
                  <a:lnTo>
                    <a:pt x="157159" y="7735"/>
                  </a:lnTo>
                  <a:lnTo>
                    <a:pt x="165017" y="7733"/>
                  </a:lnTo>
                  <a:lnTo>
                    <a:pt x="172875" y="7731"/>
                  </a:lnTo>
                  <a:lnTo>
                    <a:pt x="180733" y="7730"/>
                  </a:lnTo>
                  <a:lnTo>
                    <a:pt x="188591" y="7728"/>
                  </a:lnTo>
                  <a:lnTo>
                    <a:pt x="196449" y="7726"/>
                  </a:lnTo>
                  <a:lnTo>
                    <a:pt x="204307" y="7724"/>
                  </a:lnTo>
                  <a:lnTo>
                    <a:pt x="212165" y="7723"/>
                  </a:lnTo>
                  <a:lnTo>
                    <a:pt x="220023" y="7722"/>
                  </a:lnTo>
                  <a:lnTo>
                    <a:pt x="227881" y="7721"/>
                  </a:lnTo>
                  <a:lnTo>
                    <a:pt x="235739" y="7719"/>
                  </a:lnTo>
                  <a:lnTo>
                    <a:pt x="243597" y="7718"/>
                  </a:lnTo>
                  <a:lnTo>
                    <a:pt x="251455" y="7716"/>
                  </a:lnTo>
                  <a:lnTo>
                    <a:pt x="259313" y="7714"/>
                  </a:lnTo>
                  <a:lnTo>
                    <a:pt x="267171" y="7712"/>
                  </a:lnTo>
                  <a:lnTo>
                    <a:pt x="275029" y="7709"/>
                  </a:lnTo>
                  <a:lnTo>
                    <a:pt x="282887" y="7708"/>
                  </a:lnTo>
                  <a:lnTo>
                    <a:pt x="290745" y="7707"/>
                  </a:lnTo>
                  <a:lnTo>
                    <a:pt x="298603" y="7706"/>
                  </a:lnTo>
                  <a:lnTo>
                    <a:pt x="306461" y="7705"/>
                  </a:lnTo>
                  <a:lnTo>
                    <a:pt x="314319" y="7704"/>
                  </a:lnTo>
                  <a:lnTo>
                    <a:pt x="322177" y="7701"/>
                  </a:lnTo>
                  <a:lnTo>
                    <a:pt x="330035" y="7701"/>
                  </a:lnTo>
                  <a:lnTo>
                    <a:pt x="337893" y="7697"/>
                  </a:lnTo>
                  <a:lnTo>
                    <a:pt x="345751" y="7694"/>
                  </a:lnTo>
                  <a:lnTo>
                    <a:pt x="353609" y="7691"/>
                  </a:lnTo>
                  <a:lnTo>
                    <a:pt x="361467" y="7688"/>
                  </a:lnTo>
                  <a:lnTo>
                    <a:pt x="369325" y="7687"/>
                  </a:lnTo>
                  <a:lnTo>
                    <a:pt x="377183" y="7684"/>
                  </a:lnTo>
                  <a:lnTo>
                    <a:pt x="385041" y="7680"/>
                  </a:lnTo>
                  <a:lnTo>
                    <a:pt x="392899" y="7677"/>
                  </a:lnTo>
                  <a:lnTo>
                    <a:pt x="400757" y="7675"/>
                  </a:lnTo>
                  <a:lnTo>
                    <a:pt x="408615" y="7672"/>
                  </a:lnTo>
                  <a:lnTo>
                    <a:pt x="416473" y="7669"/>
                  </a:lnTo>
                  <a:lnTo>
                    <a:pt x="424331" y="7668"/>
                  </a:lnTo>
                  <a:lnTo>
                    <a:pt x="432189" y="7667"/>
                  </a:lnTo>
                  <a:lnTo>
                    <a:pt x="440047" y="7664"/>
                  </a:lnTo>
                  <a:lnTo>
                    <a:pt x="447905" y="7662"/>
                  </a:lnTo>
                  <a:lnTo>
                    <a:pt x="455763" y="7661"/>
                  </a:lnTo>
                  <a:lnTo>
                    <a:pt x="463621" y="7659"/>
                  </a:lnTo>
                  <a:lnTo>
                    <a:pt x="471479" y="7657"/>
                  </a:lnTo>
                  <a:lnTo>
                    <a:pt x="479337" y="7655"/>
                  </a:lnTo>
                  <a:lnTo>
                    <a:pt x="487195" y="7651"/>
                  </a:lnTo>
                  <a:lnTo>
                    <a:pt x="495053" y="7646"/>
                  </a:lnTo>
                  <a:lnTo>
                    <a:pt x="502911" y="7645"/>
                  </a:lnTo>
                  <a:lnTo>
                    <a:pt x="510769" y="7641"/>
                  </a:lnTo>
                  <a:lnTo>
                    <a:pt x="518627" y="7637"/>
                  </a:lnTo>
                  <a:lnTo>
                    <a:pt x="526485" y="7633"/>
                  </a:lnTo>
                  <a:lnTo>
                    <a:pt x="534343" y="7629"/>
                  </a:lnTo>
                  <a:lnTo>
                    <a:pt x="542201" y="7625"/>
                  </a:lnTo>
                  <a:lnTo>
                    <a:pt x="550059" y="7619"/>
                  </a:lnTo>
                  <a:lnTo>
                    <a:pt x="557917" y="7615"/>
                  </a:lnTo>
                  <a:lnTo>
                    <a:pt x="565775" y="7612"/>
                  </a:lnTo>
                  <a:lnTo>
                    <a:pt x="573633" y="7609"/>
                  </a:lnTo>
                  <a:lnTo>
                    <a:pt x="581491" y="7604"/>
                  </a:lnTo>
                  <a:lnTo>
                    <a:pt x="589349" y="7601"/>
                  </a:lnTo>
                  <a:lnTo>
                    <a:pt x="597207" y="7597"/>
                  </a:lnTo>
                  <a:lnTo>
                    <a:pt x="605065" y="7593"/>
                  </a:lnTo>
                  <a:lnTo>
                    <a:pt x="612923" y="7590"/>
                  </a:lnTo>
                  <a:lnTo>
                    <a:pt x="620781" y="7586"/>
                  </a:lnTo>
                  <a:lnTo>
                    <a:pt x="628639" y="7580"/>
                  </a:lnTo>
                  <a:lnTo>
                    <a:pt x="636497" y="7571"/>
                  </a:lnTo>
                  <a:lnTo>
                    <a:pt x="644355" y="7567"/>
                  </a:lnTo>
                  <a:lnTo>
                    <a:pt x="652213" y="7564"/>
                  </a:lnTo>
                  <a:lnTo>
                    <a:pt x="660071" y="7558"/>
                  </a:lnTo>
                  <a:lnTo>
                    <a:pt x="667929" y="7551"/>
                  </a:lnTo>
                  <a:lnTo>
                    <a:pt x="675787" y="7549"/>
                  </a:lnTo>
                  <a:lnTo>
                    <a:pt x="683645" y="7545"/>
                  </a:lnTo>
                  <a:lnTo>
                    <a:pt x="691503" y="7540"/>
                  </a:lnTo>
                  <a:lnTo>
                    <a:pt x="699361" y="7534"/>
                  </a:lnTo>
                  <a:lnTo>
                    <a:pt x="707219" y="7528"/>
                  </a:lnTo>
                  <a:lnTo>
                    <a:pt x="715077" y="7522"/>
                  </a:lnTo>
                  <a:lnTo>
                    <a:pt x="722935" y="7516"/>
                  </a:lnTo>
                  <a:lnTo>
                    <a:pt x="730793" y="7507"/>
                  </a:lnTo>
                  <a:lnTo>
                    <a:pt x="738651" y="7502"/>
                  </a:lnTo>
                  <a:lnTo>
                    <a:pt x="746509" y="7496"/>
                  </a:lnTo>
                  <a:lnTo>
                    <a:pt x="754367" y="7489"/>
                  </a:lnTo>
                  <a:lnTo>
                    <a:pt x="762225" y="7480"/>
                  </a:lnTo>
                  <a:lnTo>
                    <a:pt x="770083" y="7472"/>
                  </a:lnTo>
                  <a:lnTo>
                    <a:pt x="777941" y="7465"/>
                  </a:lnTo>
                  <a:lnTo>
                    <a:pt x="785799" y="7460"/>
                  </a:lnTo>
                  <a:lnTo>
                    <a:pt x="793657" y="7456"/>
                  </a:lnTo>
                  <a:lnTo>
                    <a:pt x="801515" y="7447"/>
                  </a:lnTo>
                  <a:lnTo>
                    <a:pt x="809373" y="7438"/>
                  </a:lnTo>
                  <a:lnTo>
                    <a:pt x="817231" y="7428"/>
                  </a:lnTo>
                  <a:lnTo>
                    <a:pt x="825089" y="7420"/>
                  </a:lnTo>
                  <a:lnTo>
                    <a:pt x="832947" y="7412"/>
                  </a:lnTo>
                  <a:lnTo>
                    <a:pt x="840805" y="7402"/>
                  </a:lnTo>
                  <a:lnTo>
                    <a:pt x="848663" y="7389"/>
                  </a:lnTo>
                  <a:lnTo>
                    <a:pt x="856521" y="7381"/>
                  </a:lnTo>
                  <a:lnTo>
                    <a:pt x="864379" y="7372"/>
                  </a:lnTo>
                  <a:lnTo>
                    <a:pt x="872237" y="7362"/>
                  </a:lnTo>
                  <a:lnTo>
                    <a:pt x="880095" y="7352"/>
                  </a:lnTo>
                  <a:lnTo>
                    <a:pt x="887953" y="7342"/>
                  </a:lnTo>
                  <a:lnTo>
                    <a:pt x="895811" y="7332"/>
                  </a:lnTo>
                  <a:lnTo>
                    <a:pt x="903669" y="7322"/>
                  </a:lnTo>
                  <a:lnTo>
                    <a:pt x="911527" y="7312"/>
                  </a:lnTo>
                  <a:lnTo>
                    <a:pt x="919385" y="7302"/>
                  </a:lnTo>
                  <a:lnTo>
                    <a:pt x="927243" y="7291"/>
                  </a:lnTo>
                  <a:lnTo>
                    <a:pt x="935101" y="7281"/>
                  </a:lnTo>
                  <a:lnTo>
                    <a:pt x="942959" y="7274"/>
                  </a:lnTo>
                  <a:lnTo>
                    <a:pt x="950817" y="7261"/>
                  </a:lnTo>
                  <a:lnTo>
                    <a:pt x="958675" y="7248"/>
                  </a:lnTo>
                  <a:lnTo>
                    <a:pt x="966533" y="7237"/>
                  </a:lnTo>
                  <a:lnTo>
                    <a:pt x="974391" y="7226"/>
                  </a:lnTo>
                  <a:lnTo>
                    <a:pt x="982249" y="7214"/>
                  </a:lnTo>
                  <a:lnTo>
                    <a:pt x="990107" y="7197"/>
                  </a:lnTo>
                  <a:lnTo>
                    <a:pt x="997965" y="7181"/>
                  </a:lnTo>
                  <a:lnTo>
                    <a:pt x="1005823" y="7165"/>
                  </a:lnTo>
                  <a:lnTo>
                    <a:pt x="1013681" y="7149"/>
                  </a:lnTo>
                  <a:lnTo>
                    <a:pt x="1021539" y="7136"/>
                  </a:lnTo>
                  <a:lnTo>
                    <a:pt x="1029397" y="7124"/>
                  </a:lnTo>
                  <a:lnTo>
                    <a:pt x="1037254" y="7111"/>
                  </a:lnTo>
                  <a:lnTo>
                    <a:pt x="1045112" y="7096"/>
                  </a:lnTo>
                  <a:lnTo>
                    <a:pt x="1052970" y="7080"/>
                  </a:lnTo>
                  <a:lnTo>
                    <a:pt x="1060828" y="7063"/>
                  </a:lnTo>
                  <a:lnTo>
                    <a:pt x="1068686" y="7046"/>
                  </a:lnTo>
                  <a:lnTo>
                    <a:pt x="1076544" y="7028"/>
                  </a:lnTo>
                  <a:lnTo>
                    <a:pt x="1084402" y="7011"/>
                  </a:lnTo>
                  <a:lnTo>
                    <a:pt x="1092260" y="6996"/>
                  </a:lnTo>
                  <a:lnTo>
                    <a:pt x="1100118" y="6984"/>
                  </a:lnTo>
                  <a:lnTo>
                    <a:pt x="1107976" y="6973"/>
                  </a:lnTo>
                  <a:lnTo>
                    <a:pt x="1115834" y="6957"/>
                  </a:lnTo>
                  <a:lnTo>
                    <a:pt x="1123692" y="6936"/>
                  </a:lnTo>
                  <a:lnTo>
                    <a:pt x="1131550" y="6915"/>
                  </a:lnTo>
                  <a:lnTo>
                    <a:pt x="1139408" y="6893"/>
                  </a:lnTo>
                  <a:lnTo>
                    <a:pt x="1147266" y="6871"/>
                  </a:lnTo>
                  <a:lnTo>
                    <a:pt x="1155124" y="6853"/>
                  </a:lnTo>
                  <a:lnTo>
                    <a:pt x="1162982" y="6835"/>
                  </a:lnTo>
                  <a:lnTo>
                    <a:pt x="1170840" y="6816"/>
                  </a:lnTo>
                  <a:lnTo>
                    <a:pt x="1178698" y="6798"/>
                  </a:lnTo>
                  <a:lnTo>
                    <a:pt x="1186556" y="6779"/>
                  </a:lnTo>
                  <a:lnTo>
                    <a:pt x="1194414" y="6759"/>
                  </a:lnTo>
                  <a:lnTo>
                    <a:pt x="1202272" y="6740"/>
                  </a:lnTo>
                  <a:lnTo>
                    <a:pt x="1210130" y="6720"/>
                  </a:lnTo>
                  <a:lnTo>
                    <a:pt x="1217988" y="6699"/>
                  </a:lnTo>
                  <a:lnTo>
                    <a:pt x="1225846" y="6679"/>
                  </a:lnTo>
                  <a:lnTo>
                    <a:pt x="1233704" y="6658"/>
                  </a:lnTo>
                  <a:lnTo>
                    <a:pt x="1241562" y="6634"/>
                  </a:lnTo>
                  <a:lnTo>
                    <a:pt x="1249420" y="6612"/>
                  </a:lnTo>
                  <a:lnTo>
                    <a:pt x="1257278" y="6584"/>
                  </a:lnTo>
                  <a:lnTo>
                    <a:pt x="1265136" y="6549"/>
                  </a:lnTo>
                  <a:lnTo>
                    <a:pt x="1272994" y="6518"/>
                  </a:lnTo>
                  <a:lnTo>
                    <a:pt x="1280852" y="6497"/>
                  </a:lnTo>
                  <a:lnTo>
                    <a:pt x="1288710" y="6475"/>
                  </a:lnTo>
                  <a:lnTo>
                    <a:pt x="1296568" y="6455"/>
                  </a:lnTo>
                  <a:lnTo>
                    <a:pt x="1304426" y="6433"/>
                  </a:lnTo>
                  <a:lnTo>
                    <a:pt x="1312284" y="6411"/>
                  </a:lnTo>
                  <a:lnTo>
                    <a:pt x="1320142" y="6388"/>
                  </a:lnTo>
                  <a:lnTo>
                    <a:pt x="1328000" y="6362"/>
                  </a:lnTo>
                  <a:lnTo>
                    <a:pt x="1335858" y="6331"/>
                  </a:lnTo>
                  <a:lnTo>
                    <a:pt x="1343716" y="6300"/>
                  </a:lnTo>
                  <a:lnTo>
                    <a:pt x="1351574" y="6262"/>
                  </a:lnTo>
                  <a:lnTo>
                    <a:pt x="1359432" y="6232"/>
                  </a:lnTo>
                  <a:lnTo>
                    <a:pt x="1367290" y="6200"/>
                  </a:lnTo>
                  <a:lnTo>
                    <a:pt x="1375148" y="6166"/>
                  </a:lnTo>
                  <a:lnTo>
                    <a:pt x="1383006" y="6131"/>
                  </a:lnTo>
                  <a:lnTo>
                    <a:pt x="1390864" y="6095"/>
                  </a:lnTo>
                  <a:lnTo>
                    <a:pt x="1398722" y="6059"/>
                  </a:lnTo>
                  <a:lnTo>
                    <a:pt x="1406580" y="6023"/>
                  </a:lnTo>
                  <a:lnTo>
                    <a:pt x="1414438" y="5987"/>
                  </a:lnTo>
                  <a:lnTo>
                    <a:pt x="1422296" y="5958"/>
                  </a:lnTo>
                  <a:lnTo>
                    <a:pt x="1430154" y="5929"/>
                  </a:lnTo>
                  <a:lnTo>
                    <a:pt x="1438012" y="5899"/>
                  </a:lnTo>
                  <a:lnTo>
                    <a:pt x="1445870" y="5869"/>
                  </a:lnTo>
                  <a:lnTo>
                    <a:pt x="1453728" y="5839"/>
                  </a:lnTo>
                  <a:lnTo>
                    <a:pt x="1461586" y="5808"/>
                  </a:lnTo>
                  <a:lnTo>
                    <a:pt x="1469444" y="5777"/>
                  </a:lnTo>
                  <a:lnTo>
                    <a:pt x="1477302" y="5738"/>
                  </a:lnTo>
                  <a:lnTo>
                    <a:pt x="1485160" y="5696"/>
                  </a:lnTo>
                  <a:lnTo>
                    <a:pt x="1493018" y="5653"/>
                  </a:lnTo>
                  <a:lnTo>
                    <a:pt x="1500876" y="5609"/>
                  </a:lnTo>
                  <a:lnTo>
                    <a:pt x="1508734" y="5564"/>
                  </a:lnTo>
                  <a:lnTo>
                    <a:pt x="1516592" y="5519"/>
                  </a:lnTo>
                  <a:lnTo>
                    <a:pt x="1524450" y="5476"/>
                  </a:lnTo>
                  <a:lnTo>
                    <a:pt x="1532308" y="5437"/>
                  </a:lnTo>
                  <a:lnTo>
                    <a:pt x="1540166" y="5397"/>
                  </a:lnTo>
                  <a:lnTo>
                    <a:pt x="1548024" y="5350"/>
                  </a:lnTo>
                  <a:lnTo>
                    <a:pt x="1555882" y="5297"/>
                  </a:lnTo>
                  <a:lnTo>
                    <a:pt x="1563740" y="5243"/>
                  </a:lnTo>
                  <a:lnTo>
                    <a:pt x="1571598" y="5188"/>
                  </a:lnTo>
                  <a:lnTo>
                    <a:pt x="1579456" y="5132"/>
                  </a:lnTo>
                  <a:lnTo>
                    <a:pt x="1587314" y="5074"/>
                  </a:lnTo>
                  <a:lnTo>
                    <a:pt x="1595172" y="5016"/>
                  </a:lnTo>
                  <a:lnTo>
                    <a:pt x="1603030" y="4957"/>
                  </a:lnTo>
                  <a:lnTo>
                    <a:pt x="1610888" y="4911"/>
                  </a:lnTo>
                  <a:lnTo>
                    <a:pt x="1618746" y="4864"/>
                  </a:lnTo>
                  <a:lnTo>
                    <a:pt x="1626604" y="4804"/>
                  </a:lnTo>
                  <a:lnTo>
                    <a:pt x="1634462" y="4742"/>
                  </a:lnTo>
                  <a:lnTo>
                    <a:pt x="1642320" y="4692"/>
                  </a:lnTo>
                  <a:lnTo>
                    <a:pt x="1650178" y="4643"/>
                  </a:lnTo>
                  <a:lnTo>
                    <a:pt x="1658036" y="4593"/>
                  </a:lnTo>
                  <a:lnTo>
                    <a:pt x="1665894" y="4539"/>
                  </a:lnTo>
                  <a:lnTo>
                    <a:pt x="1673752" y="4477"/>
                  </a:lnTo>
                  <a:lnTo>
                    <a:pt x="1681610" y="4431"/>
                  </a:lnTo>
                  <a:lnTo>
                    <a:pt x="1689468" y="4385"/>
                  </a:lnTo>
                  <a:lnTo>
                    <a:pt x="1697326" y="4337"/>
                  </a:lnTo>
                  <a:lnTo>
                    <a:pt x="1705184" y="4289"/>
                  </a:lnTo>
                  <a:lnTo>
                    <a:pt x="1713042" y="4240"/>
                  </a:lnTo>
                  <a:lnTo>
                    <a:pt x="1720900" y="4170"/>
                  </a:lnTo>
                  <a:lnTo>
                    <a:pt x="1728758" y="4114"/>
                  </a:lnTo>
                  <a:lnTo>
                    <a:pt x="1736616" y="4056"/>
                  </a:lnTo>
                  <a:lnTo>
                    <a:pt x="1744474" y="3983"/>
                  </a:lnTo>
                  <a:lnTo>
                    <a:pt x="1752332" y="3899"/>
                  </a:lnTo>
                  <a:lnTo>
                    <a:pt x="1760190" y="3813"/>
                  </a:lnTo>
                  <a:lnTo>
                    <a:pt x="1768048" y="3726"/>
                  </a:lnTo>
                  <a:lnTo>
                    <a:pt x="1775906" y="3636"/>
                  </a:lnTo>
                  <a:lnTo>
                    <a:pt x="1783764" y="3553"/>
                  </a:lnTo>
                  <a:lnTo>
                    <a:pt x="1791622" y="3469"/>
                  </a:lnTo>
                  <a:lnTo>
                    <a:pt x="1799480" y="3384"/>
                  </a:lnTo>
                  <a:lnTo>
                    <a:pt x="1807338" y="3297"/>
                  </a:lnTo>
                  <a:lnTo>
                    <a:pt x="1815196" y="3208"/>
                  </a:lnTo>
                  <a:lnTo>
                    <a:pt x="1823054" y="3117"/>
                  </a:lnTo>
                  <a:lnTo>
                    <a:pt x="1830912" y="3025"/>
                  </a:lnTo>
                  <a:lnTo>
                    <a:pt x="1838770" y="2931"/>
                  </a:lnTo>
                  <a:lnTo>
                    <a:pt x="1846628" y="2836"/>
                  </a:lnTo>
                  <a:lnTo>
                    <a:pt x="1854486" y="2738"/>
                  </a:lnTo>
                  <a:lnTo>
                    <a:pt x="1862344" y="2639"/>
                  </a:lnTo>
                  <a:lnTo>
                    <a:pt x="1870202" y="2538"/>
                  </a:lnTo>
                  <a:lnTo>
                    <a:pt x="1878060" y="2436"/>
                  </a:lnTo>
                  <a:lnTo>
                    <a:pt x="1885918" y="2331"/>
                  </a:lnTo>
                  <a:lnTo>
                    <a:pt x="1893776" y="2224"/>
                  </a:lnTo>
                  <a:lnTo>
                    <a:pt x="1901634" y="2116"/>
                  </a:lnTo>
                  <a:lnTo>
                    <a:pt x="1909492" y="2005"/>
                  </a:lnTo>
                  <a:lnTo>
                    <a:pt x="1917350" y="1892"/>
                  </a:lnTo>
                  <a:lnTo>
                    <a:pt x="1925208" y="1777"/>
                  </a:lnTo>
                  <a:lnTo>
                    <a:pt x="1933066" y="1660"/>
                  </a:lnTo>
                  <a:lnTo>
                    <a:pt x="1940924" y="1541"/>
                  </a:lnTo>
                  <a:lnTo>
                    <a:pt x="1948782" y="1420"/>
                  </a:lnTo>
                  <a:lnTo>
                    <a:pt x="1956640" y="1296"/>
                  </a:lnTo>
                  <a:lnTo>
                    <a:pt x="1964498" y="1170"/>
                  </a:lnTo>
                  <a:lnTo>
                    <a:pt x="1972356" y="1042"/>
                  </a:lnTo>
                  <a:lnTo>
                    <a:pt x="1980214" y="911"/>
                  </a:lnTo>
                  <a:lnTo>
                    <a:pt x="1988072" y="779"/>
                  </a:lnTo>
                  <a:lnTo>
                    <a:pt x="1995930" y="644"/>
                  </a:lnTo>
                  <a:lnTo>
                    <a:pt x="2003788" y="507"/>
                  </a:lnTo>
                  <a:lnTo>
                    <a:pt x="2011646" y="385"/>
                  </a:lnTo>
                  <a:lnTo>
                    <a:pt x="2019504" y="275"/>
                  </a:lnTo>
                  <a:lnTo>
                    <a:pt x="2027362" y="156"/>
                  </a:lnTo>
                  <a:lnTo>
                    <a:pt x="2035220" y="0"/>
                  </a:lnTo>
                  <a:lnTo>
                    <a:pt x="2035220" y="7868"/>
                  </a:lnTo>
                  <a:lnTo>
                    <a:pt x="2027362" y="7868"/>
                  </a:lnTo>
                  <a:lnTo>
                    <a:pt x="2019504" y="7868"/>
                  </a:lnTo>
                  <a:lnTo>
                    <a:pt x="2011646" y="7868"/>
                  </a:lnTo>
                  <a:lnTo>
                    <a:pt x="2003788" y="7868"/>
                  </a:lnTo>
                  <a:lnTo>
                    <a:pt x="1995930" y="7868"/>
                  </a:lnTo>
                  <a:lnTo>
                    <a:pt x="1988072" y="7868"/>
                  </a:lnTo>
                  <a:lnTo>
                    <a:pt x="1980214" y="7868"/>
                  </a:lnTo>
                  <a:lnTo>
                    <a:pt x="1972356" y="7868"/>
                  </a:lnTo>
                  <a:lnTo>
                    <a:pt x="1964498" y="7868"/>
                  </a:lnTo>
                  <a:lnTo>
                    <a:pt x="1956640" y="7868"/>
                  </a:lnTo>
                  <a:lnTo>
                    <a:pt x="1948782" y="7868"/>
                  </a:lnTo>
                  <a:lnTo>
                    <a:pt x="1940924" y="7868"/>
                  </a:lnTo>
                  <a:lnTo>
                    <a:pt x="1933066" y="7868"/>
                  </a:lnTo>
                  <a:lnTo>
                    <a:pt x="1925208" y="7868"/>
                  </a:lnTo>
                  <a:lnTo>
                    <a:pt x="1917350" y="7868"/>
                  </a:lnTo>
                  <a:lnTo>
                    <a:pt x="1909492" y="7868"/>
                  </a:lnTo>
                  <a:lnTo>
                    <a:pt x="1901634" y="7868"/>
                  </a:lnTo>
                  <a:lnTo>
                    <a:pt x="1893776" y="7869"/>
                  </a:lnTo>
                  <a:lnTo>
                    <a:pt x="1885918" y="7869"/>
                  </a:lnTo>
                  <a:lnTo>
                    <a:pt x="1878060" y="7869"/>
                  </a:lnTo>
                  <a:lnTo>
                    <a:pt x="1870202" y="7869"/>
                  </a:lnTo>
                  <a:lnTo>
                    <a:pt x="1862344" y="7869"/>
                  </a:lnTo>
                  <a:lnTo>
                    <a:pt x="1854486" y="7869"/>
                  </a:lnTo>
                  <a:lnTo>
                    <a:pt x="1846628" y="7869"/>
                  </a:lnTo>
                  <a:lnTo>
                    <a:pt x="1838770" y="7869"/>
                  </a:lnTo>
                  <a:lnTo>
                    <a:pt x="1830912" y="7869"/>
                  </a:lnTo>
                  <a:lnTo>
                    <a:pt x="1823054" y="7869"/>
                  </a:lnTo>
                  <a:lnTo>
                    <a:pt x="1815196" y="7868"/>
                  </a:lnTo>
                  <a:lnTo>
                    <a:pt x="1807338" y="7868"/>
                  </a:lnTo>
                  <a:lnTo>
                    <a:pt x="1799480" y="7869"/>
                  </a:lnTo>
                  <a:lnTo>
                    <a:pt x="1791622" y="7869"/>
                  </a:lnTo>
                  <a:lnTo>
                    <a:pt x="1783764" y="7869"/>
                  </a:lnTo>
                  <a:lnTo>
                    <a:pt x="1775906" y="7869"/>
                  </a:lnTo>
                  <a:lnTo>
                    <a:pt x="1768048" y="7869"/>
                  </a:lnTo>
                  <a:lnTo>
                    <a:pt x="1760190" y="7868"/>
                  </a:lnTo>
                  <a:lnTo>
                    <a:pt x="1752332" y="7868"/>
                  </a:lnTo>
                  <a:lnTo>
                    <a:pt x="1744474" y="7868"/>
                  </a:lnTo>
                  <a:lnTo>
                    <a:pt x="1736616" y="7868"/>
                  </a:lnTo>
                  <a:lnTo>
                    <a:pt x="1728758" y="7868"/>
                  </a:lnTo>
                  <a:lnTo>
                    <a:pt x="1720900" y="7868"/>
                  </a:lnTo>
                  <a:lnTo>
                    <a:pt x="1713042" y="7868"/>
                  </a:lnTo>
                  <a:lnTo>
                    <a:pt x="1705184" y="7867"/>
                  </a:lnTo>
                  <a:lnTo>
                    <a:pt x="1697326" y="7868"/>
                  </a:lnTo>
                  <a:lnTo>
                    <a:pt x="1689468" y="7868"/>
                  </a:lnTo>
                  <a:lnTo>
                    <a:pt x="1681610" y="7868"/>
                  </a:lnTo>
                  <a:lnTo>
                    <a:pt x="1673752" y="7868"/>
                  </a:lnTo>
                  <a:lnTo>
                    <a:pt x="1665894" y="7868"/>
                  </a:lnTo>
                  <a:lnTo>
                    <a:pt x="1658036" y="7868"/>
                  </a:lnTo>
                  <a:lnTo>
                    <a:pt x="1650178" y="7868"/>
                  </a:lnTo>
                  <a:lnTo>
                    <a:pt x="1642320" y="7869"/>
                  </a:lnTo>
                  <a:lnTo>
                    <a:pt x="1634462" y="7869"/>
                  </a:lnTo>
                  <a:lnTo>
                    <a:pt x="1626604" y="7869"/>
                  </a:lnTo>
                  <a:lnTo>
                    <a:pt x="1618746" y="7869"/>
                  </a:lnTo>
                  <a:lnTo>
                    <a:pt x="1610888" y="7869"/>
                  </a:lnTo>
                  <a:lnTo>
                    <a:pt x="1603030" y="7869"/>
                  </a:lnTo>
                  <a:lnTo>
                    <a:pt x="1595172" y="7869"/>
                  </a:lnTo>
                  <a:lnTo>
                    <a:pt x="1587314" y="7869"/>
                  </a:lnTo>
                  <a:lnTo>
                    <a:pt x="1579456" y="7869"/>
                  </a:lnTo>
                  <a:lnTo>
                    <a:pt x="1571598" y="7869"/>
                  </a:lnTo>
                  <a:lnTo>
                    <a:pt x="1563740" y="7869"/>
                  </a:lnTo>
                  <a:lnTo>
                    <a:pt x="1555882" y="7868"/>
                  </a:lnTo>
                  <a:lnTo>
                    <a:pt x="1548024" y="7868"/>
                  </a:lnTo>
                  <a:lnTo>
                    <a:pt x="1540166" y="7869"/>
                  </a:lnTo>
                  <a:lnTo>
                    <a:pt x="1532308" y="7869"/>
                  </a:lnTo>
                  <a:lnTo>
                    <a:pt x="1524450" y="7869"/>
                  </a:lnTo>
                  <a:lnTo>
                    <a:pt x="1516592" y="7869"/>
                  </a:lnTo>
                  <a:lnTo>
                    <a:pt x="1508734" y="7869"/>
                  </a:lnTo>
                  <a:lnTo>
                    <a:pt x="1500876" y="7869"/>
                  </a:lnTo>
                  <a:lnTo>
                    <a:pt x="1493018" y="7869"/>
                  </a:lnTo>
                  <a:lnTo>
                    <a:pt x="1485160" y="7869"/>
                  </a:lnTo>
                  <a:lnTo>
                    <a:pt x="1477302" y="7869"/>
                  </a:lnTo>
                  <a:lnTo>
                    <a:pt x="1469444" y="7869"/>
                  </a:lnTo>
                  <a:lnTo>
                    <a:pt x="1461586" y="7868"/>
                  </a:lnTo>
                  <a:lnTo>
                    <a:pt x="1453728" y="7868"/>
                  </a:lnTo>
                  <a:lnTo>
                    <a:pt x="1445870" y="7868"/>
                  </a:lnTo>
                  <a:lnTo>
                    <a:pt x="1438012" y="7868"/>
                  </a:lnTo>
                  <a:lnTo>
                    <a:pt x="1430154" y="7868"/>
                  </a:lnTo>
                  <a:lnTo>
                    <a:pt x="1422296" y="7868"/>
                  </a:lnTo>
                  <a:lnTo>
                    <a:pt x="1414438" y="7867"/>
                  </a:lnTo>
                  <a:lnTo>
                    <a:pt x="1406580" y="7867"/>
                  </a:lnTo>
                  <a:lnTo>
                    <a:pt x="1398722" y="7867"/>
                  </a:lnTo>
                  <a:lnTo>
                    <a:pt x="1390864" y="7866"/>
                  </a:lnTo>
                  <a:lnTo>
                    <a:pt x="1383006" y="7866"/>
                  </a:lnTo>
                  <a:lnTo>
                    <a:pt x="1375148" y="7866"/>
                  </a:lnTo>
                  <a:lnTo>
                    <a:pt x="1367290" y="7866"/>
                  </a:lnTo>
                  <a:lnTo>
                    <a:pt x="1359432" y="7865"/>
                  </a:lnTo>
                  <a:lnTo>
                    <a:pt x="1351574" y="7865"/>
                  </a:lnTo>
                  <a:lnTo>
                    <a:pt x="1343716" y="7865"/>
                  </a:lnTo>
                  <a:lnTo>
                    <a:pt x="1335858" y="7864"/>
                  </a:lnTo>
                  <a:lnTo>
                    <a:pt x="1328000" y="7864"/>
                  </a:lnTo>
                  <a:lnTo>
                    <a:pt x="1320142" y="7864"/>
                  </a:lnTo>
                  <a:lnTo>
                    <a:pt x="1312284" y="7864"/>
                  </a:lnTo>
                  <a:lnTo>
                    <a:pt x="1304426" y="7864"/>
                  </a:lnTo>
                  <a:lnTo>
                    <a:pt x="1296568" y="7863"/>
                  </a:lnTo>
                  <a:lnTo>
                    <a:pt x="1288710" y="7863"/>
                  </a:lnTo>
                  <a:lnTo>
                    <a:pt x="1280852" y="7863"/>
                  </a:lnTo>
                  <a:lnTo>
                    <a:pt x="1272994" y="7864"/>
                  </a:lnTo>
                  <a:lnTo>
                    <a:pt x="1265136" y="7864"/>
                  </a:lnTo>
                  <a:lnTo>
                    <a:pt x="1257278" y="7864"/>
                  </a:lnTo>
                  <a:lnTo>
                    <a:pt x="1249420" y="7864"/>
                  </a:lnTo>
                  <a:lnTo>
                    <a:pt x="1241562" y="7864"/>
                  </a:lnTo>
                  <a:lnTo>
                    <a:pt x="1233704" y="7864"/>
                  </a:lnTo>
                  <a:lnTo>
                    <a:pt x="1225846" y="7864"/>
                  </a:lnTo>
                  <a:lnTo>
                    <a:pt x="1217988" y="7864"/>
                  </a:lnTo>
                  <a:lnTo>
                    <a:pt x="1210130" y="7864"/>
                  </a:lnTo>
                  <a:lnTo>
                    <a:pt x="1202272" y="7865"/>
                  </a:lnTo>
                  <a:lnTo>
                    <a:pt x="1194414" y="7865"/>
                  </a:lnTo>
                  <a:lnTo>
                    <a:pt x="1186556" y="7866"/>
                  </a:lnTo>
                  <a:lnTo>
                    <a:pt x="1178698" y="7865"/>
                  </a:lnTo>
                  <a:lnTo>
                    <a:pt x="1170840" y="7866"/>
                  </a:lnTo>
                  <a:lnTo>
                    <a:pt x="1162982" y="7867"/>
                  </a:lnTo>
                  <a:lnTo>
                    <a:pt x="1155124" y="7867"/>
                  </a:lnTo>
                  <a:lnTo>
                    <a:pt x="1147266" y="7867"/>
                  </a:lnTo>
                  <a:lnTo>
                    <a:pt x="1139408" y="7867"/>
                  </a:lnTo>
                  <a:lnTo>
                    <a:pt x="1131550" y="7868"/>
                  </a:lnTo>
                  <a:lnTo>
                    <a:pt x="1123692" y="7868"/>
                  </a:lnTo>
                  <a:lnTo>
                    <a:pt x="1115834" y="7869"/>
                  </a:lnTo>
                  <a:lnTo>
                    <a:pt x="1107976" y="7869"/>
                  </a:lnTo>
                  <a:lnTo>
                    <a:pt x="1100118" y="7869"/>
                  </a:lnTo>
                  <a:lnTo>
                    <a:pt x="1092260" y="7870"/>
                  </a:lnTo>
                  <a:lnTo>
                    <a:pt x="1084402" y="7869"/>
                  </a:lnTo>
                  <a:lnTo>
                    <a:pt x="1076544" y="7869"/>
                  </a:lnTo>
                  <a:lnTo>
                    <a:pt x="1068686" y="7868"/>
                  </a:lnTo>
                  <a:lnTo>
                    <a:pt x="1060828" y="7868"/>
                  </a:lnTo>
                  <a:lnTo>
                    <a:pt x="1052970" y="7869"/>
                  </a:lnTo>
                  <a:lnTo>
                    <a:pt x="1045112" y="7869"/>
                  </a:lnTo>
                  <a:lnTo>
                    <a:pt x="1037254" y="7869"/>
                  </a:lnTo>
                  <a:lnTo>
                    <a:pt x="1029397" y="7869"/>
                  </a:lnTo>
                  <a:lnTo>
                    <a:pt x="1021539" y="7869"/>
                  </a:lnTo>
                  <a:lnTo>
                    <a:pt x="1013681" y="7869"/>
                  </a:lnTo>
                  <a:lnTo>
                    <a:pt x="1005823" y="7869"/>
                  </a:lnTo>
                  <a:lnTo>
                    <a:pt x="997965" y="7869"/>
                  </a:lnTo>
                  <a:lnTo>
                    <a:pt x="990107" y="7869"/>
                  </a:lnTo>
                  <a:lnTo>
                    <a:pt x="982249" y="7869"/>
                  </a:lnTo>
                  <a:lnTo>
                    <a:pt x="974391" y="7870"/>
                  </a:lnTo>
                  <a:lnTo>
                    <a:pt x="966533" y="7869"/>
                  </a:lnTo>
                  <a:lnTo>
                    <a:pt x="958675" y="7869"/>
                  </a:lnTo>
                  <a:lnTo>
                    <a:pt x="950817" y="7869"/>
                  </a:lnTo>
                  <a:lnTo>
                    <a:pt x="942959" y="7869"/>
                  </a:lnTo>
                  <a:lnTo>
                    <a:pt x="935101" y="7869"/>
                  </a:lnTo>
                  <a:lnTo>
                    <a:pt x="927243" y="7869"/>
                  </a:lnTo>
                  <a:lnTo>
                    <a:pt x="919385" y="7869"/>
                  </a:lnTo>
                  <a:lnTo>
                    <a:pt x="911527" y="7869"/>
                  </a:lnTo>
                  <a:lnTo>
                    <a:pt x="903669" y="7870"/>
                  </a:lnTo>
                  <a:lnTo>
                    <a:pt x="895811" y="7870"/>
                  </a:lnTo>
                  <a:lnTo>
                    <a:pt x="887953" y="7870"/>
                  </a:lnTo>
                  <a:lnTo>
                    <a:pt x="880095" y="7871"/>
                  </a:lnTo>
                  <a:lnTo>
                    <a:pt x="872237" y="7871"/>
                  </a:lnTo>
                  <a:lnTo>
                    <a:pt x="864379" y="7870"/>
                  </a:lnTo>
                  <a:lnTo>
                    <a:pt x="856521" y="7871"/>
                  </a:lnTo>
                  <a:lnTo>
                    <a:pt x="848663" y="7871"/>
                  </a:lnTo>
                  <a:lnTo>
                    <a:pt x="840805" y="7872"/>
                  </a:lnTo>
                  <a:lnTo>
                    <a:pt x="832947" y="7872"/>
                  </a:lnTo>
                  <a:lnTo>
                    <a:pt x="825089" y="7872"/>
                  </a:lnTo>
                  <a:lnTo>
                    <a:pt x="817231" y="7873"/>
                  </a:lnTo>
                  <a:lnTo>
                    <a:pt x="809373" y="7874"/>
                  </a:lnTo>
                  <a:lnTo>
                    <a:pt x="801515" y="7874"/>
                  </a:lnTo>
                  <a:lnTo>
                    <a:pt x="793657" y="7875"/>
                  </a:lnTo>
                  <a:lnTo>
                    <a:pt x="785799" y="7876"/>
                  </a:lnTo>
                  <a:lnTo>
                    <a:pt x="777941" y="7876"/>
                  </a:lnTo>
                  <a:lnTo>
                    <a:pt x="770083" y="7877"/>
                  </a:lnTo>
                  <a:lnTo>
                    <a:pt x="762225" y="7877"/>
                  </a:lnTo>
                  <a:lnTo>
                    <a:pt x="754367" y="7877"/>
                  </a:lnTo>
                  <a:lnTo>
                    <a:pt x="746509" y="7878"/>
                  </a:lnTo>
                  <a:lnTo>
                    <a:pt x="738651" y="7878"/>
                  </a:lnTo>
                  <a:lnTo>
                    <a:pt x="730793" y="7878"/>
                  </a:lnTo>
                  <a:lnTo>
                    <a:pt x="722935" y="7878"/>
                  </a:lnTo>
                  <a:lnTo>
                    <a:pt x="715077" y="7878"/>
                  </a:lnTo>
                  <a:lnTo>
                    <a:pt x="707219" y="7878"/>
                  </a:lnTo>
                  <a:lnTo>
                    <a:pt x="699361" y="7878"/>
                  </a:lnTo>
                  <a:lnTo>
                    <a:pt x="691503" y="7879"/>
                  </a:lnTo>
                  <a:lnTo>
                    <a:pt x="683645" y="7879"/>
                  </a:lnTo>
                  <a:lnTo>
                    <a:pt x="675787" y="7880"/>
                  </a:lnTo>
                  <a:lnTo>
                    <a:pt x="667929" y="7881"/>
                  </a:lnTo>
                  <a:lnTo>
                    <a:pt x="660071" y="7881"/>
                  </a:lnTo>
                  <a:lnTo>
                    <a:pt x="652213" y="7882"/>
                  </a:lnTo>
                  <a:lnTo>
                    <a:pt x="644355" y="7883"/>
                  </a:lnTo>
                  <a:lnTo>
                    <a:pt x="636497" y="7885"/>
                  </a:lnTo>
                  <a:lnTo>
                    <a:pt x="628639" y="7885"/>
                  </a:lnTo>
                  <a:lnTo>
                    <a:pt x="620781" y="7886"/>
                  </a:lnTo>
                  <a:lnTo>
                    <a:pt x="612923" y="7886"/>
                  </a:lnTo>
                  <a:lnTo>
                    <a:pt x="605065" y="7887"/>
                  </a:lnTo>
                  <a:lnTo>
                    <a:pt x="597207" y="7888"/>
                  </a:lnTo>
                  <a:lnTo>
                    <a:pt x="589349" y="7888"/>
                  </a:lnTo>
                  <a:lnTo>
                    <a:pt x="581491" y="7888"/>
                  </a:lnTo>
                  <a:lnTo>
                    <a:pt x="573633" y="7889"/>
                  </a:lnTo>
                  <a:lnTo>
                    <a:pt x="565775" y="7890"/>
                  </a:lnTo>
                  <a:lnTo>
                    <a:pt x="557917" y="7891"/>
                  </a:lnTo>
                  <a:lnTo>
                    <a:pt x="550059" y="7891"/>
                  </a:lnTo>
                  <a:lnTo>
                    <a:pt x="542201" y="7892"/>
                  </a:lnTo>
                  <a:lnTo>
                    <a:pt x="534343" y="7892"/>
                  </a:lnTo>
                  <a:lnTo>
                    <a:pt x="526485" y="7892"/>
                  </a:lnTo>
                  <a:lnTo>
                    <a:pt x="518627" y="7893"/>
                  </a:lnTo>
                  <a:lnTo>
                    <a:pt x="510769" y="7894"/>
                  </a:lnTo>
                  <a:lnTo>
                    <a:pt x="502911" y="7895"/>
                  </a:lnTo>
                  <a:lnTo>
                    <a:pt x="495053" y="7896"/>
                  </a:lnTo>
                  <a:lnTo>
                    <a:pt x="487195" y="7897"/>
                  </a:lnTo>
                  <a:lnTo>
                    <a:pt x="479337" y="7897"/>
                  </a:lnTo>
                  <a:lnTo>
                    <a:pt x="471479" y="7898"/>
                  </a:lnTo>
                  <a:lnTo>
                    <a:pt x="463621" y="7899"/>
                  </a:lnTo>
                  <a:lnTo>
                    <a:pt x="455763" y="7900"/>
                  </a:lnTo>
                  <a:lnTo>
                    <a:pt x="447905" y="7901"/>
                  </a:lnTo>
                  <a:lnTo>
                    <a:pt x="440047" y="7902"/>
                  </a:lnTo>
                  <a:lnTo>
                    <a:pt x="432189" y="7902"/>
                  </a:lnTo>
                  <a:lnTo>
                    <a:pt x="424331" y="7903"/>
                  </a:lnTo>
                  <a:lnTo>
                    <a:pt x="416473" y="7904"/>
                  </a:lnTo>
                  <a:lnTo>
                    <a:pt x="408615" y="7905"/>
                  </a:lnTo>
                  <a:lnTo>
                    <a:pt x="400757" y="7905"/>
                  </a:lnTo>
                  <a:lnTo>
                    <a:pt x="392899" y="7906"/>
                  </a:lnTo>
                  <a:lnTo>
                    <a:pt x="385041" y="7907"/>
                  </a:lnTo>
                  <a:lnTo>
                    <a:pt x="377183" y="7908"/>
                  </a:lnTo>
                  <a:lnTo>
                    <a:pt x="369325" y="7909"/>
                  </a:lnTo>
                  <a:lnTo>
                    <a:pt x="361467" y="7909"/>
                  </a:lnTo>
                  <a:lnTo>
                    <a:pt x="353609" y="7910"/>
                  </a:lnTo>
                  <a:lnTo>
                    <a:pt x="345751" y="7911"/>
                  </a:lnTo>
                  <a:lnTo>
                    <a:pt x="337893" y="7912"/>
                  </a:lnTo>
                  <a:lnTo>
                    <a:pt x="330035" y="7912"/>
                  </a:lnTo>
                  <a:lnTo>
                    <a:pt x="322177" y="7913"/>
                  </a:lnTo>
                  <a:lnTo>
                    <a:pt x="314319" y="7914"/>
                  </a:lnTo>
                  <a:lnTo>
                    <a:pt x="306461" y="7915"/>
                  </a:lnTo>
                  <a:lnTo>
                    <a:pt x="298603" y="7915"/>
                  </a:lnTo>
                  <a:lnTo>
                    <a:pt x="290745" y="7916"/>
                  </a:lnTo>
                  <a:lnTo>
                    <a:pt x="282887" y="7917"/>
                  </a:lnTo>
                  <a:lnTo>
                    <a:pt x="275029" y="7918"/>
                  </a:lnTo>
                  <a:lnTo>
                    <a:pt x="267171" y="7919"/>
                  </a:lnTo>
                  <a:lnTo>
                    <a:pt x="259313" y="7920"/>
                  </a:lnTo>
                  <a:lnTo>
                    <a:pt x="251455" y="7921"/>
                  </a:lnTo>
                  <a:lnTo>
                    <a:pt x="243597" y="7922"/>
                  </a:lnTo>
                  <a:lnTo>
                    <a:pt x="235739" y="7923"/>
                  </a:lnTo>
                  <a:lnTo>
                    <a:pt x="227881" y="7923"/>
                  </a:lnTo>
                  <a:lnTo>
                    <a:pt x="220023" y="7924"/>
                  </a:lnTo>
                  <a:lnTo>
                    <a:pt x="212165" y="7925"/>
                  </a:lnTo>
                  <a:lnTo>
                    <a:pt x="204307" y="7925"/>
                  </a:lnTo>
                  <a:lnTo>
                    <a:pt x="196449" y="7926"/>
                  </a:lnTo>
                  <a:lnTo>
                    <a:pt x="188591" y="7927"/>
                  </a:lnTo>
                  <a:lnTo>
                    <a:pt x="180733" y="7927"/>
                  </a:lnTo>
                  <a:lnTo>
                    <a:pt x="172875" y="7928"/>
                  </a:lnTo>
                  <a:lnTo>
                    <a:pt x="165017" y="7928"/>
                  </a:lnTo>
                  <a:lnTo>
                    <a:pt x="157159" y="7929"/>
                  </a:lnTo>
                  <a:lnTo>
                    <a:pt x="149301" y="7930"/>
                  </a:lnTo>
                  <a:lnTo>
                    <a:pt x="141443" y="7930"/>
                  </a:lnTo>
                  <a:lnTo>
                    <a:pt x="133585" y="7931"/>
                  </a:lnTo>
                  <a:lnTo>
                    <a:pt x="125727" y="7932"/>
                  </a:lnTo>
                  <a:lnTo>
                    <a:pt x="117869" y="7932"/>
                  </a:lnTo>
                  <a:lnTo>
                    <a:pt x="110011" y="7933"/>
                  </a:lnTo>
                  <a:lnTo>
                    <a:pt x="102153" y="7934"/>
                  </a:lnTo>
                  <a:lnTo>
                    <a:pt x="94295" y="7935"/>
                  </a:lnTo>
                  <a:lnTo>
                    <a:pt x="86437" y="7935"/>
                  </a:lnTo>
                  <a:lnTo>
                    <a:pt x="78579" y="7936"/>
                  </a:lnTo>
                  <a:lnTo>
                    <a:pt x="70721" y="7937"/>
                  </a:lnTo>
                  <a:lnTo>
                    <a:pt x="62863" y="7937"/>
                  </a:lnTo>
                  <a:lnTo>
                    <a:pt x="55005" y="7938"/>
                  </a:lnTo>
                  <a:lnTo>
                    <a:pt x="47147" y="7938"/>
                  </a:lnTo>
                  <a:lnTo>
                    <a:pt x="39289" y="7939"/>
                  </a:lnTo>
                  <a:lnTo>
                    <a:pt x="31431" y="7940"/>
                  </a:lnTo>
                  <a:lnTo>
                    <a:pt x="23573" y="7941"/>
                  </a:lnTo>
                  <a:lnTo>
                    <a:pt x="15715" y="7941"/>
                  </a:lnTo>
                  <a:lnTo>
                    <a:pt x="7857" y="7942"/>
                  </a:lnTo>
                  <a:lnTo>
                    <a:pt x="0" y="7943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06" name="pl205"/>
            <p:cNvSpPr/>
            <p:nvPr/>
          </p:nvSpPr>
          <p:spPr>
            <a:xfrm>
              <a:off x="6029658" y="3097583"/>
              <a:ext cx="2035220" cy="7755"/>
            </a:xfrm>
            <a:custGeom>
              <a:avLst/>
              <a:pathLst>
                <a:path w="2035220" h="7755">
                  <a:moveTo>
                    <a:pt x="0" y="7755"/>
                  </a:moveTo>
                  <a:lnTo>
                    <a:pt x="7857" y="7754"/>
                  </a:lnTo>
                  <a:lnTo>
                    <a:pt x="15715" y="7753"/>
                  </a:lnTo>
                  <a:lnTo>
                    <a:pt x="23573" y="7752"/>
                  </a:lnTo>
                  <a:lnTo>
                    <a:pt x="31431" y="7752"/>
                  </a:lnTo>
                  <a:lnTo>
                    <a:pt x="39289" y="7750"/>
                  </a:lnTo>
                  <a:lnTo>
                    <a:pt x="47147" y="7751"/>
                  </a:lnTo>
                  <a:lnTo>
                    <a:pt x="55005" y="7749"/>
                  </a:lnTo>
                  <a:lnTo>
                    <a:pt x="62863" y="7747"/>
                  </a:lnTo>
                  <a:lnTo>
                    <a:pt x="70721" y="7747"/>
                  </a:lnTo>
                  <a:lnTo>
                    <a:pt x="78579" y="7746"/>
                  </a:lnTo>
                  <a:lnTo>
                    <a:pt x="86437" y="7745"/>
                  </a:lnTo>
                  <a:lnTo>
                    <a:pt x="94295" y="7743"/>
                  </a:lnTo>
                  <a:lnTo>
                    <a:pt x="102153" y="7741"/>
                  </a:lnTo>
                  <a:lnTo>
                    <a:pt x="110011" y="7740"/>
                  </a:lnTo>
                  <a:lnTo>
                    <a:pt x="117869" y="7740"/>
                  </a:lnTo>
                  <a:lnTo>
                    <a:pt x="125727" y="7739"/>
                  </a:lnTo>
                  <a:lnTo>
                    <a:pt x="133585" y="7738"/>
                  </a:lnTo>
                  <a:lnTo>
                    <a:pt x="141443" y="7737"/>
                  </a:lnTo>
                  <a:lnTo>
                    <a:pt x="149301" y="7736"/>
                  </a:lnTo>
                  <a:lnTo>
                    <a:pt x="157159" y="7735"/>
                  </a:lnTo>
                  <a:lnTo>
                    <a:pt x="165017" y="7733"/>
                  </a:lnTo>
                  <a:lnTo>
                    <a:pt x="172875" y="7731"/>
                  </a:lnTo>
                  <a:lnTo>
                    <a:pt x="180733" y="7730"/>
                  </a:lnTo>
                  <a:lnTo>
                    <a:pt x="188591" y="7728"/>
                  </a:lnTo>
                  <a:lnTo>
                    <a:pt x="196449" y="7726"/>
                  </a:lnTo>
                  <a:lnTo>
                    <a:pt x="204307" y="7724"/>
                  </a:lnTo>
                  <a:lnTo>
                    <a:pt x="212165" y="7723"/>
                  </a:lnTo>
                  <a:lnTo>
                    <a:pt x="220023" y="7722"/>
                  </a:lnTo>
                  <a:lnTo>
                    <a:pt x="227881" y="7721"/>
                  </a:lnTo>
                  <a:lnTo>
                    <a:pt x="235739" y="7719"/>
                  </a:lnTo>
                  <a:lnTo>
                    <a:pt x="243597" y="7718"/>
                  </a:lnTo>
                  <a:lnTo>
                    <a:pt x="251455" y="7716"/>
                  </a:lnTo>
                  <a:lnTo>
                    <a:pt x="259313" y="7714"/>
                  </a:lnTo>
                  <a:lnTo>
                    <a:pt x="267171" y="7712"/>
                  </a:lnTo>
                  <a:lnTo>
                    <a:pt x="275029" y="7709"/>
                  </a:lnTo>
                  <a:lnTo>
                    <a:pt x="282887" y="7708"/>
                  </a:lnTo>
                  <a:lnTo>
                    <a:pt x="290745" y="7707"/>
                  </a:lnTo>
                  <a:lnTo>
                    <a:pt x="298603" y="7706"/>
                  </a:lnTo>
                  <a:lnTo>
                    <a:pt x="306461" y="7705"/>
                  </a:lnTo>
                  <a:lnTo>
                    <a:pt x="314319" y="7704"/>
                  </a:lnTo>
                  <a:lnTo>
                    <a:pt x="322177" y="7701"/>
                  </a:lnTo>
                  <a:lnTo>
                    <a:pt x="330035" y="7701"/>
                  </a:lnTo>
                  <a:lnTo>
                    <a:pt x="337893" y="7697"/>
                  </a:lnTo>
                  <a:lnTo>
                    <a:pt x="345751" y="7694"/>
                  </a:lnTo>
                  <a:lnTo>
                    <a:pt x="353609" y="7691"/>
                  </a:lnTo>
                  <a:lnTo>
                    <a:pt x="361467" y="7688"/>
                  </a:lnTo>
                  <a:lnTo>
                    <a:pt x="369325" y="7687"/>
                  </a:lnTo>
                  <a:lnTo>
                    <a:pt x="377183" y="7684"/>
                  </a:lnTo>
                  <a:lnTo>
                    <a:pt x="385041" y="7680"/>
                  </a:lnTo>
                  <a:lnTo>
                    <a:pt x="392899" y="7677"/>
                  </a:lnTo>
                  <a:lnTo>
                    <a:pt x="400757" y="7675"/>
                  </a:lnTo>
                  <a:lnTo>
                    <a:pt x="408615" y="7672"/>
                  </a:lnTo>
                  <a:lnTo>
                    <a:pt x="416473" y="7669"/>
                  </a:lnTo>
                  <a:lnTo>
                    <a:pt x="424331" y="7668"/>
                  </a:lnTo>
                  <a:lnTo>
                    <a:pt x="432189" y="7667"/>
                  </a:lnTo>
                  <a:lnTo>
                    <a:pt x="440047" y="7664"/>
                  </a:lnTo>
                  <a:lnTo>
                    <a:pt x="447905" y="7662"/>
                  </a:lnTo>
                  <a:lnTo>
                    <a:pt x="455763" y="7661"/>
                  </a:lnTo>
                  <a:lnTo>
                    <a:pt x="463621" y="7659"/>
                  </a:lnTo>
                  <a:lnTo>
                    <a:pt x="471479" y="7657"/>
                  </a:lnTo>
                  <a:lnTo>
                    <a:pt x="479337" y="7655"/>
                  </a:lnTo>
                  <a:lnTo>
                    <a:pt x="487195" y="7651"/>
                  </a:lnTo>
                  <a:lnTo>
                    <a:pt x="495053" y="7646"/>
                  </a:lnTo>
                  <a:lnTo>
                    <a:pt x="502911" y="7645"/>
                  </a:lnTo>
                  <a:lnTo>
                    <a:pt x="510769" y="7641"/>
                  </a:lnTo>
                  <a:lnTo>
                    <a:pt x="518627" y="7637"/>
                  </a:lnTo>
                  <a:lnTo>
                    <a:pt x="526485" y="7633"/>
                  </a:lnTo>
                  <a:lnTo>
                    <a:pt x="534343" y="7629"/>
                  </a:lnTo>
                  <a:lnTo>
                    <a:pt x="542201" y="7625"/>
                  </a:lnTo>
                  <a:lnTo>
                    <a:pt x="550059" y="7619"/>
                  </a:lnTo>
                  <a:lnTo>
                    <a:pt x="557917" y="7615"/>
                  </a:lnTo>
                  <a:lnTo>
                    <a:pt x="565775" y="7612"/>
                  </a:lnTo>
                  <a:lnTo>
                    <a:pt x="573633" y="7609"/>
                  </a:lnTo>
                  <a:lnTo>
                    <a:pt x="581491" y="7604"/>
                  </a:lnTo>
                  <a:lnTo>
                    <a:pt x="589349" y="7601"/>
                  </a:lnTo>
                  <a:lnTo>
                    <a:pt x="597207" y="7597"/>
                  </a:lnTo>
                  <a:lnTo>
                    <a:pt x="605065" y="7593"/>
                  </a:lnTo>
                  <a:lnTo>
                    <a:pt x="612923" y="7590"/>
                  </a:lnTo>
                  <a:lnTo>
                    <a:pt x="620781" y="7586"/>
                  </a:lnTo>
                  <a:lnTo>
                    <a:pt x="628639" y="7580"/>
                  </a:lnTo>
                  <a:lnTo>
                    <a:pt x="636497" y="7571"/>
                  </a:lnTo>
                  <a:lnTo>
                    <a:pt x="644355" y="7567"/>
                  </a:lnTo>
                  <a:lnTo>
                    <a:pt x="652213" y="7564"/>
                  </a:lnTo>
                  <a:lnTo>
                    <a:pt x="660071" y="7558"/>
                  </a:lnTo>
                  <a:lnTo>
                    <a:pt x="667929" y="7551"/>
                  </a:lnTo>
                  <a:lnTo>
                    <a:pt x="675787" y="7549"/>
                  </a:lnTo>
                  <a:lnTo>
                    <a:pt x="683645" y="7545"/>
                  </a:lnTo>
                  <a:lnTo>
                    <a:pt x="691503" y="7540"/>
                  </a:lnTo>
                  <a:lnTo>
                    <a:pt x="699361" y="7534"/>
                  </a:lnTo>
                  <a:lnTo>
                    <a:pt x="707219" y="7528"/>
                  </a:lnTo>
                  <a:lnTo>
                    <a:pt x="715077" y="7522"/>
                  </a:lnTo>
                  <a:lnTo>
                    <a:pt x="722935" y="7516"/>
                  </a:lnTo>
                  <a:lnTo>
                    <a:pt x="730793" y="7507"/>
                  </a:lnTo>
                  <a:lnTo>
                    <a:pt x="738651" y="7502"/>
                  </a:lnTo>
                  <a:lnTo>
                    <a:pt x="746509" y="7496"/>
                  </a:lnTo>
                  <a:lnTo>
                    <a:pt x="754367" y="7489"/>
                  </a:lnTo>
                  <a:lnTo>
                    <a:pt x="762225" y="7480"/>
                  </a:lnTo>
                  <a:lnTo>
                    <a:pt x="770083" y="7472"/>
                  </a:lnTo>
                  <a:lnTo>
                    <a:pt x="777941" y="7465"/>
                  </a:lnTo>
                  <a:lnTo>
                    <a:pt x="785799" y="7460"/>
                  </a:lnTo>
                  <a:lnTo>
                    <a:pt x="793657" y="7456"/>
                  </a:lnTo>
                  <a:lnTo>
                    <a:pt x="801515" y="7447"/>
                  </a:lnTo>
                  <a:lnTo>
                    <a:pt x="809373" y="7438"/>
                  </a:lnTo>
                  <a:lnTo>
                    <a:pt x="817231" y="7428"/>
                  </a:lnTo>
                  <a:lnTo>
                    <a:pt x="825089" y="7420"/>
                  </a:lnTo>
                  <a:lnTo>
                    <a:pt x="832947" y="7412"/>
                  </a:lnTo>
                  <a:lnTo>
                    <a:pt x="840805" y="7402"/>
                  </a:lnTo>
                  <a:lnTo>
                    <a:pt x="848663" y="7389"/>
                  </a:lnTo>
                  <a:lnTo>
                    <a:pt x="856521" y="7381"/>
                  </a:lnTo>
                  <a:lnTo>
                    <a:pt x="864379" y="7372"/>
                  </a:lnTo>
                  <a:lnTo>
                    <a:pt x="872237" y="7362"/>
                  </a:lnTo>
                  <a:lnTo>
                    <a:pt x="880095" y="7352"/>
                  </a:lnTo>
                  <a:lnTo>
                    <a:pt x="887953" y="7342"/>
                  </a:lnTo>
                  <a:lnTo>
                    <a:pt x="895811" y="7332"/>
                  </a:lnTo>
                  <a:lnTo>
                    <a:pt x="903669" y="7322"/>
                  </a:lnTo>
                  <a:lnTo>
                    <a:pt x="911527" y="7312"/>
                  </a:lnTo>
                  <a:lnTo>
                    <a:pt x="919385" y="7302"/>
                  </a:lnTo>
                  <a:lnTo>
                    <a:pt x="927243" y="7291"/>
                  </a:lnTo>
                  <a:lnTo>
                    <a:pt x="935101" y="7281"/>
                  </a:lnTo>
                  <a:lnTo>
                    <a:pt x="942959" y="7274"/>
                  </a:lnTo>
                  <a:lnTo>
                    <a:pt x="950817" y="7261"/>
                  </a:lnTo>
                  <a:lnTo>
                    <a:pt x="958675" y="7248"/>
                  </a:lnTo>
                  <a:lnTo>
                    <a:pt x="966533" y="7237"/>
                  </a:lnTo>
                  <a:lnTo>
                    <a:pt x="974391" y="7226"/>
                  </a:lnTo>
                  <a:lnTo>
                    <a:pt x="982249" y="7214"/>
                  </a:lnTo>
                  <a:lnTo>
                    <a:pt x="990107" y="7197"/>
                  </a:lnTo>
                  <a:lnTo>
                    <a:pt x="997965" y="7181"/>
                  </a:lnTo>
                  <a:lnTo>
                    <a:pt x="1005823" y="7165"/>
                  </a:lnTo>
                  <a:lnTo>
                    <a:pt x="1013681" y="7149"/>
                  </a:lnTo>
                  <a:lnTo>
                    <a:pt x="1021539" y="7136"/>
                  </a:lnTo>
                  <a:lnTo>
                    <a:pt x="1029397" y="7124"/>
                  </a:lnTo>
                  <a:lnTo>
                    <a:pt x="1037254" y="7111"/>
                  </a:lnTo>
                  <a:lnTo>
                    <a:pt x="1045112" y="7096"/>
                  </a:lnTo>
                  <a:lnTo>
                    <a:pt x="1052970" y="7080"/>
                  </a:lnTo>
                  <a:lnTo>
                    <a:pt x="1060828" y="7063"/>
                  </a:lnTo>
                  <a:lnTo>
                    <a:pt x="1068686" y="7046"/>
                  </a:lnTo>
                  <a:lnTo>
                    <a:pt x="1076544" y="7028"/>
                  </a:lnTo>
                  <a:lnTo>
                    <a:pt x="1084402" y="7011"/>
                  </a:lnTo>
                  <a:lnTo>
                    <a:pt x="1092260" y="6996"/>
                  </a:lnTo>
                  <a:lnTo>
                    <a:pt x="1100118" y="6984"/>
                  </a:lnTo>
                  <a:lnTo>
                    <a:pt x="1107976" y="6973"/>
                  </a:lnTo>
                  <a:lnTo>
                    <a:pt x="1115834" y="6957"/>
                  </a:lnTo>
                  <a:lnTo>
                    <a:pt x="1123692" y="6936"/>
                  </a:lnTo>
                  <a:lnTo>
                    <a:pt x="1131550" y="6915"/>
                  </a:lnTo>
                  <a:lnTo>
                    <a:pt x="1139408" y="6893"/>
                  </a:lnTo>
                  <a:lnTo>
                    <a:pt x="1147266" y="6871"/>
                  </a:lnTo>
                  <a:lnTo>
                    <a:pt x="1155124" y="6853"/>
                  </a:lnTo>
                  <a:lnTo>
                    <a:pt x="1162982" y="6835"/>
                  </a:lnTo>
                  <a:lnTo>
                    <a:pt x="1170840" y="6816"/>
                  </a:lnTo>
                  <a:lnTo>
                    <a:pt x="1178698" y="6798"/>
                  </a:lnTo>
                  <a:lnTo>
                    <a:pt x="1186556" y="6779"/>
                  </a:lnTo>
                  <a:lnTo>
                    <a:pt x="1194414" y="6759"/>
                  </a:lnTo>
                  <a:lnTo>
                    <a:pt x="1202272" y="6740"/>
                  </a:lnTo>
                  <a:lnTo>
                    <a:pt x="1210130" y="6720"/>
                  </a:lnTo>
                  <a:lnTo>
                    <a:pt x="1217988" y="6699"/>
                  </a:lnTo>
                  <a:lnTo>
                    <a:pt x="1225846" y="6679"/>
                  </a:lnTo>
                  <a:lnTo>
                    <a:pt x="1233704" y="6658"/>
                  </a:lnTo>
                  <a:lnTo>
                    <a:pt x="1241562" y="6634"/>
                  </a:lnTo>
                  <a:lnTo>
                    <a:pt x="1249420" y="6612"/>
                  </a:lnTo>
                  <a:lnTo>
                    <a:pt x="1257278" y="6584"/>
                  </a:lnTo>
                  <a:lnTo>
                    <a:pt x="1265136" y="6549"/>
                  </a:lnTo>
                  <a:lnTo>
                    <a:pt x="1272994" y="6518"/>
                  </a:lnTo>
                  <a:lnTo>
                    <a:pt x="1280852" y="6497"/>
                  </a:lnTo>
                  <a:lnTo>
                    <a:pt x="1288710" y="6475"/>
                  </a:lnTo>
                  <a:lnTo>
                    <a:pt x="1296568" y="6455"/>
                  </a:lnTo>
                  <a:lnTo>
                    <a:pt x="1304426" y="6433"/>
                  </a:lnTo>
                  <a:lnTo>
                    <a:pt x="1312284" y="6411"/>
                  </a:lnTo>
                  <a:lnTo>
                    <a:pt x="1320142" y="6388"/>
                  </a:lnTo>
                  <a:lnTo>
                    <a:pt x="1328000" y="6362"/>
                  </a:lnTo>
                  <a:lnTo>
                    <a:pt x="1335858" y="6331"/>
                  </a:lnTo>
                  <a:lnTo>
                    <a:pt x="1343716" y="6300"/>
                  </a:lnTo>
                  <a:lnTo>
                    <a:pt x="1351574" y="6262"/>
                  </a:lnTo>
                  <a:lnTo>
                    <a:pt x="1359432" y="6232"/>
                  </a:lnTo>
                  <a:lnTo>
                    <a:pt x="1367290" y="6200"/>
                  </a:lnTo>
                  <a:lnTo>
                    <a:pt x="1375148" y="6166"/>
                  </a:lnTo>
                  <a:lnTo>
                    <a:pt x="1383006" y="6131"/>
                  </a:lnTo>
                  <a:lnTo>
                    <a:pt x="1390864" y="6095"/>
                  </a:lnTo>
                  <a:lnTo>
                    <a:pt x="1398722" y="6059"/>
                  </a:lnTo>
                  <a:lnTo>
                    <a:pt x="1406580" y="6023"/>
                  </a:lnTo>
                  <a:lnTo>
                    <a:pt x="1414438" y="5987"/>
                  </a:lnTo>
                  <a:lnTo>
                    <a:pt x="1422296" y="5958"/>
                  </a:lnTo>
                  <a:lnTo>
                    <a:pt x="1430154" y="5929"/>
                  </a:lnTo>
                  <a:lnTo>
                    <a:pt x="1438012" y="5899"/>
                  </a:lnTo>
                  <a:lnTo>
                    <a:pt x="1445870" y="5869"/>
                  </a:lnTo>
                  <a:lnTo>
                    <a:pt x="1453728" y="5839"/>
                  </a:lnTo>
                  <a:lnTo>
                    <a:pt x="1461586" y="5808"/>
                  </a:lnTo>
                  <a:lnTo>
                    <a:pt x="1469444" y="5777"/>
                  </a:lnTo>
                  <a:lnTo>
                    <a:pt x="1477302" y="5738"/>
                  </a:lnTo>
                  <a:lnTo>
                    <a:pt x="1485160" y="5696"/>
                  </a:lnTo>
                  <a:lnTo>
                    <a:pt x="1493018" y="5653"/>
                  </a:lnTo>
                  <a:lnTo>
                    <a:pt x="1500876" y="5609"/>
                  </a:lnTo>
                  <a:lnTo>
                    <a:pt x="1508734" y="5564"/>
                  </a:lnTo>
                  <a:lnTo>
                    <a:pt x="1516592" y="5519"/>
                  </a:lnTo>
                  <a:lnTo>
                    <a:pt x="1524450" y="5476"/>
                  </a:lnTo>
                  <a:lnTo>
                    <a:pt x="1532308" y="5437"/>
                  </a:lnTo>
                  <a:lnTo>
                    <a:pt x="1540166" y="5397"/>
                  </a:lnTo>
                  <a:lnTo>
                    <a:pt x="1548024" y="5350"/>
                  </a:lnTo>
                  <a:lnTo>
                    <a:pt x="1555882" y="5297"/>
                  </a:lnTo>
                  <a:lnTo>
                    <a:pt x="1563740" y="5243"/>
                  </a:lnTo>
                  <a:lnTo>
                    <a:pt x="1571598" y="5188"/>
                  </a:lnTo>
                  <a:lnTo>
                    <a:pt x="1579456" y="5132"/>
                  </a:lnTo>
                  <a:lnTo>
                    <a:pt x="1587314" y="5074"/>
                  </a:lnTo>
                  <a:lnTo>
                    <a:pt x="1595172" y="5016"/>
                  </a:lnTo>
                  <a:lnTo>
                    <a:pt x="1603030" y="4957"/>
                  </a:lnTo>
                  <a:lnTo>
                    <a:pt x="1610888" y="4911"/>
                  </a:lnTo>
                  <a:lnTo>
                    <a:pt x="1618746" y="4864"/>
                  </a:lnTo>
                  <a:lnTo>
                    <a:pt x="1626604" y="4804"/>
                  </a:lnTo>
                  <a:lnTo>
                    <a:pt x="1634462" y="4742"/>
                  </a:lnTo>
                  <a:lnTo>
                    <a:pt x="1642320" y="4692"/>
                  </a:lnTo>
                  <a:lnTo>
                    <a:pt x="1650178" y="4643"/>
                  </a:lnTo>
                  <a:lnTo>
                    <a:pt x="1658036" y="4593"/>
                  </a:lnTo>
                  <a:lnTo>
                    <a:pt x="1665894" y="4539"/>
                  </a:lnTo>
                  <a:lnTo>
                    <a:pt x="1673752" y="4477"/>
                  </a:lnTo>
                  <a:lnTo>
                    <a:pt x="1681610" y="4431"/>
                  </a:lnTo>
                  <a:lnTo>
                    <a:pt x="1689468" y="4385"/>
                  </a:lnTo>
                  <a:lnTo>
                    <a:pt x="1697326" y="4337"/>
                  </a:lnTo>
                  <a:lnTo>
                    <a:pt x="1705184" y="4289"/>
                  </a:lnTo>
                  <a:lnTo>
                    <a:pt x="1713042" y="4240"/>
                  </a:lnTo>
                  <a:lnTo>
                    <a:pt x="1720900" y="4170"/>
                  </a:lnTo>
                  <a:lnTo>
                    <a:pt x="1728758" y="4114"/>
                  </a:lnTo>
                  <a:lnTo>
                    <a:pt x="1736616" y="4056"/>
                  </a:lnTo>
                  <a:lnTo>
                    <a:pt x="1744474" y="3983"/>
                  </a:lnTo>
                  <a:lnTo>
                    <a:pt x="1752332" y="3899"/>
                  </a:lnTo>
                  <a:lnTo>
                    <a:pt x="1760190" y="3813"/>
                  </a:lnTo>
                  <a:lnTo>
                    <a:pt x="1768048" y="3726"/>
                  </a:lnTo>
                  <a:lnTo>
                    <a:pt x="1775906" y="3636"/>
                  </a:lnTo>
                  <a:lnTo>
                    <a:pt x="1783764" y="3553"/>
                  </a:lnTo>
                  <a:lnTo>
                    <a:pt x="1791622" y="3469"/>
                  </a:lnTo>
                  <a:lnTo>
                    <a:pt x="1799480" y="3384"/>
                  </a:lnTo>
                  <a:lnTo>
                    <a:pt x="1807338" y="3297"/>
                  </a:lnTo>
                  <a:lnTo>
                    <a:pt x="1815196" y="3208"/>
                  </a:lnTo>
                  <a:lnTo>
                    <a:pt x="1823054" y="3117"/>
                  </a:lnTo>
                  <a:lnTo>
                    <a:pt x="1830912" y="3025"/>
                  </a:lnTo>
                  <a:lnTo>
                    <a:pt x="1838770" y="2931"/>
                  </a:lnTo>
                  <a:lnTo>
                    <a:pt x="1846628" y="2836"/>
                  </a:lnTo>
                  <a:lnTo>
                    <a:pt x="1854486" y="2738"/>
                  </a:lnTo>
                  <a:lnTo>
                    <a:pt x="1862344" y="2639"/>
                  </a:lnTo>
                  <a:lnTo>
                    <a:pt x="1870202" y="2538"/>
                  </a:lnTo>
                  <a:lnTo>
                    <a:pt x="1878060" y="2436"/>
                  </a:lnTo>
                  <a:lnTo>
                    <a:pt x="1885918" y="2331"/>
                  </a:lnTo>
                  <a:lnTo>
                    <a:pt x="1893776" y="2224"/>
                  </a:lnTo>
                  <a:lnTo>
                    <a:pt x="1901634" y="2116"/>
                  </a:lnTo>
                  <a:lnTo>
                    <a:pt x="1909492" y="2005"/>
                  </a:lnTo>
                  <a:lnTo>
                    <a:pt x="1917350" y="1892"/>
                  </a:lnTo>
                  <a:lnTo>
                    <a:pt x="1925208" y="1777"/>
                  </a:lnTo>
                  <a:lnTo>
                    <a:pt x="1933066" y="1660"/>
                  </a:lnTo>
                  <a:lnTo>
                    <a:pt x="1940924" y="1541"/>
                  </a:lnTo>
                  <a:lnTo>
                    <a:pt x="1948782" y="1420"/>
                  </a:lnTo>
                  <a:lnTo>
                    <a:pt x="1956640" y="1296"/>
                  </a:lnTo>
                  <a:lnTo>
                    <a:pt x="1964498" y="1170"/>
                  </a:lnTo>
                  <a:lnTo>
                    <a:pt x="1972356" y="1042"/>
                  </a:lnTo>
                  <a:lnTo>
                    <a:pt x="1980214" y="911"/>
                  </a:lnTo>
                  <a:lnTo>
                    <a:pt x="1988072" y="779"/>
                  </a:lnTo>
                  <a:lnTo>
                    <a:pt x="1995930" y="644"/>
                  </a:lnTo>
                  <a:lnTo>
                    <a:pt x="2003788" y="507"/>
                  </a:lnTo>
                  <a:lnTo>
                    <a:pt x="2011646" y="385"/>
                  </a:lnTo>
                  <a:lnTo>
                    <a:pt x="2019504" y="275"/>
                  </a:lnTo>
                  <a:lnTo>
                    <a:pt x="2027362" y="156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7" name="pl206"/>
            <p:cNvSpPr/>
            <p:nvPr/>
          </p:nvSpPr>
          <p:spPr>
            <a:xfrm>
              <a:off x="6029658" y="3105446"/>
              <a:ext cx="2035220" cy="79"/>
            </a:xfrm>
            <a:custGeom>
              <a:avLst/>
              <a:pathLst>
                <a:path w="2035220" h="79">
                  <a:moveTo>
                    <a:pt x="2035220" y="5"/>
                  </a:moveTo>
                  <a:lnTo>
                    <a:pt x="2027362" y="5"/>
                  </a:lnTo>
                  <a:lnTo>
                    <a:pt x="2019504" y="5"/>
                  </a:lnTo>
                  <a:lnTo>
                    <a:pt x="2011646" y="5"/>
                  </a:lnTo>
                  <a:lnTo>
                    <a:pt x="2003788" y="5"/>
                  </a:lnTo>
                  <a:lnTo>
                    <a:pt x="1995930" y="5"/>
                  </a:lnTo>
                  <a:lnTo>
                    <a:pt x="1988072" y="5"/>
                  </a:lnTo>
                  <a:lnTo>
                    <a:pt x="1980214" y="5"/>
                  </a:lnTo>
                  <a:lnTo>
                    <a:pt x="1972356" y="5"/>
                  </a:lnTo>
                  <a:lnTo>
                    <a:pt x="1964498" y="5"/>
                  </a:lnTo>
                  <a:lnTo>
                    <a:pt x="1956640" y="5"/>
                  </a:lnTo>
                  <a:lnTo>
                    <a:pt x="1948782" y="5"/>
                  </a:lnTo>
                  <a:lnTo>
                    <a:pt x="1940924" y="5"/>
                  </a:lnTo>
                  <a:lnTo>
                    <a:pt x="1933066" y="5"/>
                  </a:lnTo>
                  <a:lnTo>
                    <a:pt x="1925208" y="5"/>
                  </a:lnTo>
                  <a:lnTo>
                    <a:pt x="1917350" y="5"/>
                  </a:lnTo>
                  <a:lnTo>
                    <a:pt x="1909492" y="5"/>
                  </a:lnTo>
                  <a:lnTo>
                    <a:pt x="1901634" y="5"/>
                  </a:lnTo>
                  <a:lnTo>
                    <a:pt x="1893776" y="5"/>
                  </a:lnTo>
                  <a:lnTo>
                    <a:pt x="1885918" y="5"/>
                  </a:lnTo>
                  <a:lnTo>
                    <a:pt x="1878060" y="5"/>
                  </a:lnTo>
                  <a:lnTo>
                    <a:pt x="1870202" y="5"/>
                  </a:lnTo>
                  <a:lnTo>
                    <a:pt x="1862344" y="5"/>
                  </a:lnTo>
                  <a:lnTo>
                    <a:pt x="1854486" y="5"/>
                  </a:lnTo>
                  <a:lnTo>
                    <a:pt x="1846628" y="5"/>
                  </a:lnTo>
                  <a:lnTo>
                    <a:pt x="1838770" y="5"/>
                  </a:lnTo>
                  <a:lnTo>
                    <a:pt x="1830912" y="5"/>
                  </a:lnTo>
                  <a:lnTo>
                    <a:pt x="1823054" y="5"/>
                  </a:lnTo>
                  <a:lnTo>
                    <a:pt x="1815196" y="5"/>
                  </a:lnTo>
                  <a:lnTo>
                    <a:pt x="1807338" y="5"/>
                  </a:lnTo>
                  <a:lnTo>
                    <a:pt x="1799480" y="5"/>
                  </a:lnTo>
                  <a:lnTo>
                    <a:pt x="1791622" y="5"/>
                  </a:lnTo>
                  <a:lnTo>
                    <a:pt x="1783764" y="5"/>
                  </a:lnTo>
                  <a:lnTo>
                    <a:pt x="1775906" y="5"/>
                  </a:lnTo>
                  <a:lnTo>
                    <a:pt x="1768048" y="5"/>
                  </a:lnTo>
                  <a:lnTo>
                    <a:pt x="1760190" y="5"/>
                  </a:lnTo>
                  <a:lnTo>
                    <a:pt x="1752332" y="5"/>
                  </a:lnTo>
                  <a:lnTo>
                    <a:pt x="1744474" y="5"/>
                  </a:lnTo>
                  <a:lnTo>
                    <a:pt x="1736616" y="4"/>
                  </a:lnTo>
                  <a:lnTo>
                    <a:pt x="1728758" y="4"/>
                  </a:lnTo>
                  <a:lnTo>
                    <a:pt x="1720900" y="4"/>
                  </a:lnTo>
                  <a:lnTo>
                    <a:pt x="1713042" y="4"/>
                  </a:lnTo>
                  <a:lnTo>
                    <a:pt x="1705184" y="4"/>
                  </a:lnTo>
                  <a:lnTo>
                    <a:pt x="1697326" y="4"/>
                  </a:lnTo>
                  <a:lnTo>
                    <a:pt x="1689468" y="4"/>
                  </a:lnTo>
                  <a:lnTo>
                    <a:pt x="1681610" y="4"/>
                  </a:lnTo>
                  <a:lnTo>
                    <a:pt x="1673752" y="5"/>
                  </a:lnTo>
                  <a:lnTo>
                    <a:pt x="1665894" y="5"/>
                  </a:lnTo>
                  <a:lnTo>
                    <a:pt x="1658036" y="5"/>
                  </a:lnTo>
                  <a:lnTo>
                    <a:pt x="1650178" y="5"/>
                  </a:lnTo>
                  <a:lnTo>
                    <a:pt x="1642320" y="5"/>
                  </a:lnTo>
                  <a:lnTo>
                    <a:pt x="1634462" y="5"/>
                  </a:lnTo>
                  <a:lnTo>
                    <a:pt x="1626604" y="5"/>
                  </a:lnTo>
                  <a:lnTo>
                    <a:pt x="1618746" y="5"/>
                  </a:lnTo>
                  <a:lnTo>
                    <a:pt x="1610888" y="5"/>
                  </a:lnTo>
                  <a:lnTo>
                    <a:pt x="1603030" y="5"/>
                  </a:lnTo>
                  <a:lnTo>
                    <a:pt x="1595172" y="5"/>
                  </a:lnTo>
                  <a:lnTo>
                    <a:pt x="1587314" y="5"/>
                  </a:lnTo>
                  <a:lnTo>
                    <a:pt x="1579456" y="5"/>
                  </a:lnTo>
                  <a:lnTo>
                    <a:pt x="1571598" y="5"/>
                  </a:lnTo>
                  <a:lnTo>
                    <a:pt x="1563740" y="5"/>
                  </a:lnTo>
                  <a:lnTo>
                    <a:pt x="1555882" y="5"/>
                  </a:lnTo>
                  <a:lnTo>
                    <a:pt x="1548024" y="5"/>
                  </a:lnTo>
                  <a:lnTo>
                    <a:pt x="1540166" y="5"/>
                  </a:lnTo>
                  <a:lnTo>
                    <a:pt x="1532308" y="5"/>
                  </a:lnTo>
                  <a:lnTo>
                    <a:pt x="1524450" y="5"/>
                  </a:lnTo>
                  <a:lnTo>
                    <a:pt x="1516592" y="5"/>
                  </a:lnTo>
                  <a:lnTo>
                    <a:pt x="1508734" y="5"/>
                  </a:lnTo>
                  <a:lnTo>
                    <a:pt x="1500876" y="5"/>
                  </a:lnTo>
                  <a:lnTo>
                    <a:pt x="1493018" y="5"/>
                  </a:lnTo>
                  <a:lnTo>
                    <a:pt x="1485160" y="5"/>
                  </a:lnTo>
                  <a:lnTo>
                    <a:pt x="1477302" y="5"/>
                  </a:lnTo>
                  <a:lnTo>
                    <a:pt x="1469444" y="5"/>
                  </a:lnTo>
                  <a:lnTo>
                    <a:pt x="1461586" y="5"/>
                  </a:lnTo>
                  <a:lnTo>
                    <a:pt x="1453728" y="5"/>
                  </a:lnTo>
                  <a:lnTo>
                    <a:pt x="1445870" y="5"/>
                  </a:lnTo>
                  <a:lnTo>
                    <a:pt x="1438012" y="5"/>
                  </a:lnTo>
                  <a:lnTo>
                    <a:pt x="1430154" y="4"/>
                  </a:lnTo>
                  <a:lnTo>
                    <a:pt x="1422296" y="4"/>
                  </a:lnTo>
                  <a:lnTo>
                    <a:pt x="1414438" y="4"/>
                  </a:lnTo>
                  <a:lnTo>
                    <a:pt x="1406580" y="3"/>
                  </a:lnTo>
                  <a:lnTo>
                    <a:pt x="1398722" y="3"/>
                  </a:lnTo>
                  <a:lnTo>
                    <a:pt x="1390864" y="3"/>
                  </a:lnTo>
                  <a:lnTo>
                    <a:pt x="1383006" y="3"/>
                  </a:lnTo>
                  <a:lnTo>
                    <a:pt x="1375148" y="2"/>
                  </a:lnTo>
                  <a:lnTo>
                    <a:pt x="1367290" y="2"/>
                  </a:lnTo>
                  <a:lnTo>
                    <a:pt x="1359432" y="2"/>
                  </a:lnTo>
                  <a:lnTo>
                    <a:pt x="1351574" y="1"/>
                  </a:lnTo>
                  <a:lnTo>
                    <a:pt x="1343716" y="1"/>
                  </a:lnTo>
                  <a:lnTo>
                    <a:pt x="1335858" y="1"/>
                  </a:lnTo>
                  <a:lnTo>
                    <a:pt x="1328000" y="1"/>
                  </a:lnTo>
                  <a:lnTo>
                    <a:pt x="1320142" y="1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1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1"/>
                  </a:lnTo>
                  <a:lnTo>
                    <a:pt x="1210130" y="1"/>
                  </a:lnTo>
                  <a:lnTo>
                    <a:pt x="1202272" y="1"/>
                  </a:lnTo>
                  <a:lnTo>
                    <a:pt x="1194414" y="2"/>
                  </a:lnTo>
                  <a:lnTo>
                    <a:pt x="1186556" y="2"/>
                  </a:lnTo>
                  <a:lnTo>
                    <a:pt x="1178698" y="2"/>
                  </a:lnTo>
                  <a:lnTo>
                    <a:pt x="1170840" y="3"/>
                  </a:lnTo>
                  <a:lnTo>
                    <a:pt x="1162982" y="3"/>
                  </a:lnTo>
                  <a:lnTo>
                    <a:pt x="1155124" y="4"/>
                  </a:lnTo>
                  <a:lnTo>
                    <a:pt x="1147266" y="4"/>
                  </a:lnTo>
                  <a:lnTo>
                    <a:pt x="1139408" y="4"/>
                  </a:lnTo>
                  <a:lnTo>
                    <a:pt x="1131550" y="4"/>
                  </a:lnTo>
                  <a:lnTo>
                    <a:pt x="1123692" y="5"/>
                  </a:lnTo>
                  <a:lnTo>
                    <a:pt x="1115834" y="5"/>
                  </a:lnTo>
                  <a:lnTo>
                    <a:pt x="1107976" y="6"/>
                  </a:lnTo>
                  <a:lnTo>
                    <a:pt x="1100118" y="6"/>
                  </a:lnTo>
                  <a:lnTo>
                    <a:pt x="1092260" y="6"/>
                  </a:lnTo>
                  <a:lnTo>
                    <a:pt x="1084402" y="6"/>
                  </a:lnTo>
                  <a:lnTo>
                    <a:pt x="1076544" y="5"/>
                  </a:lnTo>
                  <a:lnTo>
                    <a:pt x="1068686" y="5"/>
                  </a:lnTo>
                  <a:lnTo>
                    <a:pt x="1060828" y="5"/>
                  </a:lnTo>
                  <a:lnTo>
                    <a:pt x="1052970" y="5"/>
                  </a:lnTo>
                  <a:lnTo>
                    <a:pt x="1045112" y="5"/>
                  </a:lnTo>
                  <a:lnTo>
                    <a:pt x="1037254" y="5"/>
                  </a:lnTo>
                  <a:lnTo>
                    <a:pt x="1029397" y="5"/>
                  </a:lnTo>
                  <a:lnTo>
                    <a:pt x="1021539" y="6"/>
                  </a:lnTo>
                  <a:lnTo>
                    <a:pt x="1013681" y="6"/>
                  </a:lnTo>
                  <a:lnTo>
                    <a:pt x="1005823" y="6"/>
                  </a:lnTo>
                  <a:lnTo>
                    <a:pt x="997965" y="6"/>
                  </a:lnTo>
                  <a:lnTo>
                    <a:pt x="990107" y="6"/>
                  </a:lnTo>
                  <a:lnTo>
                    <a:pt x="982249" y="6"/>
                  </a:lnTo>
                  <a:lnTo>
                    <a:pt x="974391" y="6"/>
                  </a:lnTo>
                  <a:lnTo>
                    <a:pt x="966533" y="6"/>
                  </a:lnTo>
                  <a:lnTo>
                    <a:pt x="958675" y="6"/>
                  </a:lnTo>
                  <a:lnTo>
                    <a:pt x="950817" y="6"/>
                  </a:lnTo>
                  <a:lnTo>
                    <a:pt x="942959" y="6"/>
                  </a:lnTo>
                  <a:lnTo>
                    <a:pt x="935101" y="5"/>
                  </a:lnTo>
                  <a:lnTo>
                    <a:pt x="927243" y="5"/>
                  </a:lnTo>
                  <a:lnTo>
                    <a:pt x="919385" y="5"/>
                  </a:lnTo>
                  <a:lnTo>
                    <a:pt x="911527" y="5"/>
                  </a:lnTo>
                  <a:lnTo>
                    <a:pt x="903669" y="6"/>
                  </a:lnTo>
                  <a:lnTo>
                    <a:pt x="895811" y="7"/>
                  </a:lnTo>
                  <a:lnTo>
                    <a:pt x="887953" y="7"/>
                  </a:lnTo>
                  <a:lnTo>
                    <a:pt x="880095" y="7"/>
                  </a:lnTo>
                  <a:lnTo>
                    <a:pt x="872237" y="7"/>
                  </a:lnTo>
                  <a:lnTo>
                    <a:pt x="864379" y="7"/>
                  </a:lnTo>
                  <a:lnTo>
                    <a:pt x="856521" y="7"/>
                  </a:lnTo>
                  <a:lnTo>
                    <a:pt x="848663" y="7"/>
                  </a:lnTo>
                  <a:lnTo>
                    <a:pt x="840805" y="8"/>
                  </a:lnTo>
                  <a:lnTo>
                    <a:pt x="832947" y="9"/>
                  </a:lnTo>
                  <a:lnTo>
                    <a:pt x="825089" y="9"/>
                  </a:lnTo>
                  <a:lnTo>
                    <a:pt x="817231" y="9"/>
                  </a:lnTo>
                  <a:lnTo>
                    <a:pt x="809373" y="10"/>
                  </a:lnTo>
                  <a:lnTo>
                    <a:pt x="801515" y="11"/>
                  </a:lnTo>
                  <a:lnTo>
                    <a:pt x="793657" y="12"/>
                  </a:lnTo>
                  <a:lnTo>
                    <a:pt x="785799" y="12"/>
                  </a:lnTo>
                  <a:lnTo>
                    <a:pt x="777941" y="13"/>
                  </a:lnTo>
                  <a:lnTo>
                    <a:pt x="770083" y="13"/>
                  </a:lnTo>
                  <a:lnTo>
                    <a:pt x="762225" y="14"/>
                  </a:lnTo>
                  <a:lnTo>
                    <a:pt x="754367" y="14"/>
                  </a:lnTo>
                  <a:lnTo>
                    <a:pt x="746509" y="14"/>
                  </a:lnTo>
                  <a:lnTo>
                    <a:pt x="738651" y="14"/>
                  </a:lnTo>
                  <a:lnTo>
                    <a:pt x="730793" y="14"/>
                  </a:lnTo>
                  <a:lnTo>
                    <a:pt x="722935" y="14"/>
                  </a:lnTo>
                  <a:lnTo>
                    <a:pt x="715077" y="14"/>
                  </a:lnTo>
                  <a:lnTo>
                    <a:pt x="707219" y="15"/>
                  </a:lnTo>
                  <a:lnTo>
                    <a:pt x="699361" y="15"/>
                  </a:lnTo>
                  <a:lnTo>
                    <a:pt x="691503" y="15"/>
                  </a:lnTo>
                  <a:lnTo>
                    <a:pt x="683645" y="16"/>
                  </a:lnTo>
                  <a:lnTo>
                    <a:pt x="675787" y="16"/>
                  </a:lnTo>
                  <a:lnTo>
                    <a:pt x="667929" y="17"/>
                  </a:lnTo>
                  <a:lnTo>
                    <a:pt x="660071" y="18"/>
                  </a:lnTo>
                  <a:lnTo>
                    <a:pt x="652213" y="19"/>
                  </a:lnTo>
                  <a:lnTo>
                    <a:pt x="644355" y="20"/>
                  </a:lnTo>
                  <a:lnTo>
                    <a:pt x="636497" y="21"/>
                  </a:lnTo>
                  <a:lnTo>
                    <a:pt x="628639" y="22"/>
                  </a:lnTo>
                  <a:lnTo>
                    <a:pt x="620781" y="22"/>
                  </a:lnTo>
                  <a:lnTo>
                    <a:pt x="612923" y="23"/>
                  </a:lnTo>
                  <a:lnTo>
                    <a:pt x="605065" y="23"/>
                  </a:lnTo>
                  <a:lnTo>
                    <a:pt x="597207" y="24"/>
                  </a:lnTo>
                  <a:lnTo>
                    <a:pt x="589349" y="25"/>
                  </a:lnTo>
                  <a:lnTo>
                    <a:pt x="581491" y="25"/>
                  </a:lnTo>
                  <a:lnTo>
                    <a:pt x="573633" y="26"/>
                  </a:lnTo>
                  <a:lnTo>
                    <a:pt x="565775" y="26"/>
                  </a:lnTo>
                  <a:lnTo>
                    <a:pt x="557917" y="27"/>
                  </a:lnTo>
                  <a:lnTo>
                    <a:pt x="550059" y="28"/>
                  </a:lnTo>
                  <a:lnTo>
                    <a:pt x="542201" y="28"/>
                  </a:lnTo>
                  <a:lnTo>
                    <a:pt x="534343" y="28"/>
                  </a:lnTo>
                  <a:lnTo>
                    <a:pt x="526485" y="29"/>
                  </a:lnTo>
                  <a:lnTo>
                    <a:pt x="518627" y="30"/>
                  </a:lnTo>
                  <a:lnTo>
                    <a:pt x="510769" y="31"/>
                  </a:lnTo>
                  <a:lnTo>
                    <a:pt x="502911" y="32"/>
                  </a:lnTo>
                  <a:lnTo>
                    <a:pt x="495053" y="33"/>
                  </a:lnTo>
                  <a:lnTo>
                    <a:pt x="487195" y="33"/>
                  </a:lnTo>
                  <a:lnTo>
                    <a:pt x="479337" y="34"/>
                  </a:lnTo>
                  <a:lnTo>
                    <a:pt x="471479" y="35"/>
                  </a:lnTo>
                  <a:lnTo>
                    <a:pt x="463621" y="35"/>
                  </a:lnTo>
                  <a:lnTo>
                    <a:pt x="455763" y="36"/>
                  </a:lnTo>
                  <a:lnTo>
                    <a:pt x="447905" y="37"/>
                  </a:lnTo>
                  <a:lnTo>
                    <a:pt x="440047" y="38"/>
                  </a:lnTo>
                  <a:lnTo>
                    <a:pt x="432189" y="39"/>
                  </a:lnTo>
                  <a:lnTo>
                    <a:pt x="424331" y="40"/>
                  </a:lnTo>
                  <a:lnTo>
                    <a:pt x="416473" y="41"/>
                  </a:lnTo>
                  <a:lnTo>
                    <a:pt x="408615" y="41"/>
                  </a:lnTo>
                  <a:lnTo>
                    <a:pt x="400757" y="42"/>
                  </a:lnTo>
                  <a:lnTo>
                    <a:pt x="392899" y="43"/>
                  </a:lnTo>
                  <a:lnTo>
                    <a:pt x="385041" y="43"/>
                  </a:lnTo>
                  <a:lnTo>
                    <a:pt x="377183" y="44"/>
                  </a:lnTo>
                  <a:lnTo>
                    <a:pt x="369325" y="45"/>
                  </a:lnTo>
                  <a:lnTo>
                    <a:pt x="361467" y="46"/>
                  </a:lnTo>
                  <a:lnTo>
                    <a:pt x="353609" y="47"/>
                  </a:lnTo>
                  <a:lnTo>
                    <a:pt x="345751" y="47"/>
                  </a:lnTo>
                  <a:lnTo>
                    <a:pt x="337893" y="48"/>
                  </a:lnTo>
                  <a:lnTo>
                    <a:pt x="330035" y="49"/>
                  </a:lnTo>
                  <a:lnTo>
                    <a:pt x="322177" y="50"/>
                  </a:lnTo>
                  <a:lnTo>
                    <a:pt x="314319" y="50"/>
                  </a:lnTo>
                  <a:lnTo>
                    <a:pt x="306461" y="51"/>
                  </a:lnTo>
                  <a:lnTo>
                    <a:pt x="298603" y="52"/>
                  </a:lnTo>
                  <a:lnTo>
                    <a:pt x="290745" y="53"/>
                  </a:lnTo>
                  <a:lnTo>
                    <a:pt x="282887" y="53"/>
                  </a:lnTo>
                  <a:lnTo>
                    <a:pt x="275029" y="54"/>
                  </a:lnTo>
                  <a:lnTo>
                    <a:pt x="267171" y="55"/>
                  </a:lnTo>
                  <a:lnTo>
                    <a:pt x="259313" y="56"/>
                  </a:lnTo>
                  <a:lnTo>
                    <a:pt x="251455" y="57"/>
                  </a:lnTo>
                  <a:lnTo>
                    <a:pt x="243597" y="58"/>
                  </a:lnTo>
                  <a:lnTo>
                    <a:pt x="235739" y="59"/>
                  </a:lnTo>
                  <a:lnTo>
                    <a:pt x="227881" y="60"/>
                  </a:lnTo>
                  <a:lnTo>
                    <a:pt x="220023" y="61"/>
                  </a:lnTo>
                  <a:lnTo>
                    <a:pt x="212165" y="61"/>
                  </a:lnTo>
                  <a:lnTo>
                    <a:pt x="204307" y="62"/>
                  </a:lnTo>
                  <a:lnTo>
                    <a:pt x="196449" y="62"/>
                  </a:lnTo>
                  <a:lnTo>
                    <a:pt x="188591" y="63"/>
                  </a:lnTo>
                  <a:lnTo>
                    <a:pt x="180733" y="64"/>
                  </a:lnTo>
                  <a:lnTo>
                    <a:pt x="172875" y="64"/>
                  </a:lnTo>
                  <a:lnTo>
                    <a:pt x="165017" y="65"/>
                  </a:lnTo>
                  <a:lnTo>
                    <a:pt x="157159" y="65"/>
                  </a:lnTo>
                  <a:lnTo>
                    <a:pt x="149301" y="66"/>
                  </a:lnTo>
                  <a:lnTo>
                    <a:pt x="141443" y="67"/>
                  </a:lnTo>
                  <a:lnTo>
                    <a:pt x="133585" y="68"/>
                  </a:lnTo>
                  <a:lnTo>
                    <a:pt x="125727" y="68"/>
                  </a:lnTo>
                  <a:lnTo>
                    <a:pt x="117869" y="69"/>
                  </a:lnTo>
                  <a:lnTo>
                    <a:pt x="110011" y="70"/>
                  </a:lnTo>
                  <a:lnTo>
                    <a:pt x="102153" y="70"/>
                  </a:lnTo>
                  <a:lnTo>
                    <a:pt x="94295" y="71"/>
                  </a:lnTo>
                  <a:lnTo>
                    <a:pt x="86437" y="72"/>
                  </a:lnTo>
                  <a:lnTo>
                    <a:pt x="78579" y="73"/>
                  </a:lnTo>
                  <a:lnTo>
                    <a:pt x="70721" y="73"/>
                  </a:lnTo>
                  <a:lnTo>
                    <a:pt x="62863" y="74"/>
                  </a:lnTo>
                  <a:lnTo>
                    <a:pt x="55005" y="74"/>
                  </a:lnTo>
                  <a:lnTo>
                    <a:pt x="47147" y="75"/>
                  </a:lnTo>
                  <a:lnTo>
                    <a:pt x="39289" y="76"/>
                  </a:lnTo>
                  <a:lnTo>
                    <a:pt x="31431" y="76"/>
                  </a:lnTo>
                  <a:lnTo>
                    <a:pt x="23573" y="77"/>
                  </a:lnTo>
                  <a:lnTo>
                    <a:pt x="15715" y="78"/>
                  </a:lnTo>
                  <a:lnTo>
                    <a:pt x="7857" y="78"/>
                  </a:lnTo>
                  <a:lnTo>
                    <a:pt x="0" y="7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8" name="pg207"/>
            <p:cNvSpPr/>
            <p:nvPr/>
          </p:nvSpPr>
          <p:spPr>
            <a:xfrm>
              <a:off x="6029658" y="3105107"/>
              <a:ext cx="2035220" cy="455"/>
            </a:xfrm>
            <a:custGeom>
              <a:avLst/>
              <a:pathLst>
                <a:path w="2035220" h="455">
                  <a:moveTo>
                    <a:pt x="0" y="0"/>
                  </a:moveTo>
                  <a:lnTo>
                    <a:pt x="7857" y="6"/>
                  </a:lnTo>
                  <a:lnTo>
                    <a:pt x="15715" y="13"/>
                  </a:lnTo>
                  <a:lnTo>
                    <a:pt x="23573" y="19"/>
                  </a:lnTo>
                  <a:lnTo>
                    <a:pt x="31431" y="23"/>
                  </a:lnTo>
                  <a:lnTo>
                    <a:pt x="39289" y="28"/>
                  </a:lnTo>
                  <a:lnTo>
                    <a:pt x="47147" y="35"/>
                  </a:lnTo>
                  <a:lnTo>
                    <a:pt x="55005" y="42"/>
                  </a:lnTo>
                  <a:lnTo>
                    <a:pt x="62863" y="48"/>
                  </a:lnTo>
                  <a:lnTo>
                    <a:pt x="70721" y="54"/>
                  </a:lnTo>
                  <a:lnTo>
                    <a:pt x="78579" y="59"/>
                  </a:lnTo>
                  <a:lnTo>
                    <a:pt x="86437" y="67"/>
                  </a:lnTo>
                  <a:lnTo>
                    <a:pt x="94295" y="73"/>
                  </a:lnTo>
                  <a:lnTo>
                    <a:pt x="102153" y="79"/>
                  </a:lnTo>
                  <a:lnTo>
                    <a:pt x="110011" y="86"/>
                  </a:lnTo>
                  <a:lnTo>
                    <a:pt x="117869" y="91"/>
                  </a:lnTo>
                  <a:lnTo>
                    <a:pt x="125727" y="97"/>
                  </a:lnTo>
                  <a:lnTo>
                    <a:pt x="133585" y="104"/>
                  </a:lnTo>
                  <a:lnTo>
                    <a:pt x="141443" y="109"/>
                  </a:lnTo>
                  <a:lnTo>
                    <a:pt x="149301" y="113"/>
                  </a:lnTo>
                  <a:lnTo>
                    <a:pt x="157159" y="118"/>
                  </a:lnTo>
                  <a:lnTo>
                    <a:pt x="165017" y="123"/>
                  </a:lnTo>
                  <a:lnTo>
                    <a:pt x="172875" y="127"/>
                  </a:lnTo>
                  <a:lnTo>
                    <a:pt x="180733" y="131"/>
                  </a:lnTo>
                  <a:lnTo>
                    <a:pt x="188591" y="135"/>
                  </a:lnTo>
                  <a:lnTo>
                    <a:pt x="196449" y="139"/>
                  </a:lnTo>
                  <a:lnTo>
                    <a:pt x="204307" y="143"/>
                  </a:lnTo>
                  <a:lnTo>
                    <a:pt x="212165" y="148"/>
                  </a:lnTo>
                  <a:lnTo>
                    <a:pt x="220023" y="152"/>
                  </a:lnTo>
                  <a:lnTo>
                    <a:pt x="227881" y="156"/>
                  </a:lnTo>
                  <a:lnTo>
                    <a:pt x="235739" y="162"/>
                  </a:lnTo>
                  <a:lnTo>
                    <a:pt x="243597" y="166"/>
                  </a:lnTo>
                  <a:lnTo>
                    <a:pt x="251455" y="170"/>
                  </a:lnTo>
                  <a:lnTo>
                    <a:pt x="259313" y="173"/>
                  </a:lnTo>
                  <a:lnTo>
                    <a:pt x="267171" y="177"/>
                  </a:lnTo>
                  <a:lnTo>
                    <a:pt x="275029" y="181"/>
                  </a:lnTo>
                  <a:lnTo>
                    <a:pt x="282887" y="185"/>
                  </a:lnTo>
                  <a:lnTo>
                    <a:pt x="290745" y="188"/>
                  </a:lnTo>
                  <a:lnTo>
                    <a:pt x="298603" y="191"/>
                  </a:lnTo>
                  <a:lnTo>
                    <a:pt x="306461" y="194"/>
                  </a:lnTo>
                  <a:lnTo>
                    <a:pt x="314319" y="197"/>
                  </a:lnTo>
                  <a:lnTo>
                    <a:pt x="322177" y="201"/>
                  </a:lnTo>
                  <a:lnTo>
                    <a:pt x="330035" y="204"/>
                  </a:lnTo>
                  <a:lnTo>
                    <a:pt x="337893" y="207"/>
                  </a:lnTo>
                  <a:lnTo>
                    <a:pt x="345751" y="210"/>
                  </a:lnTo>
                  <a:lnTo>
                    <a:pt x="353609" y="213"/>
                  </a:lnTo>
                  <a:lnTo>
                    <a:pt x="361467" y="216"/>
                  </a:lnTo>
                  <a:lnTo>
                    <a:pt x="369325" y="220"/>
                  </a:lnTo>
                  <a:lnTo>
                    <a:pt x="377183" y="222"/>
                  </a:lnTo>
                  <a:lnTo>
                    <a:pt x="385041" y="224"/>
                  </a:lnTo>
                  <a:lnTo>
                    <a:pt x="392899" y="227"/>
                  </a:lnTo>
                  <a:lnTo>
                    <a:pt x="400757" y="230"/>
                  </a:lnTo>
                  <a:lnTo>
                    <a:pt x="408615" y="233"/>
                  </a:lnTo>
                  <a:lnTo>
                    <a:pt x="416473" y="235"/>
                  </a:lnTo>
                  <a:lnTo>
                    <a:pt x="424331" y="238"/>
                  </a:lnTo>
                  <a:lnTo>
                    <a:pt x="432189" y="240"/>
                  </a:lnTo>
                  <a:lnTo>
                    <a:pt x="440047" y="243"/>
                  </a:lnTo>
                  <a:lnTo>
                    <a:pt x="447905" y="245"/>
                  </a:lnTo>
                  <a:lnTo>
                    <a:pt x="455763" y="248"/>
                  </a:lnTo>
                  <a:lnTo>
                    <a:pt x="463621" y="251"/>
                  </a:lnTo>
                  <a:lnTo>
                    <a:pt x="471479" y="253"/>
                  </a:lnTo>
                  <a:lnTo>
                    <a:pt x="479337" y="257"/>
                  </a:lnTo>
                  <a:lnTo>
                    <a:pt x="487195" y="258"/>
                  </a:lnTo>
                  <a:lnTo>
                    <a:pt x="495053" y="260"/>
                  </a:lnTo>
                  <a:lnTo>
                    <a:pt x="502911" y="263"/>
                  </a:lnTo>
                  <a:lnTo>
                    <a:pt x="510769" y="265"/>
                  </a:lnTo>
                  <a:lnTo>
                    <a:pt x="518627" y="267"/>
                  </a:lnTo>
                  <a:lnTo>
                    <a:pt x="526485" y="270"/>
                  </a:lnTo>
                  <a:lnTo>
                    <a:pt x="534343" y="273"/>
                  </a:lnTo>
                  <a:lnTo>
                    <a:pt x="542201" y="276"/>
                  </a:lnTo>
                  <a:lnTo>
                    <a:pt x="550059" y="278"/>
                  </a:lnTo>
                  <a:lnTo>
                    <a:pt x="557917" y="280"/>
                  </a:lnTo>
                  <a:lnTo>
                    <a:pt x="565775" y="282"/>
                  </a:lnTo>
                  <a:lnTo>
                    <a:pt x="573633" y="283"/>
                  </a:lnTo>
                  <a:lnTo>
                    <a:pt x="581491" y="285"/>
                  </a:lnTo>
                  <a:lnTo>
                    <a:pt x="589349" y="287"/>
                  </a:lnTo>
                  <a:lnTo>
                    <a:pt x="597207" y="289"/>
                  </a:lnTo>
                  <a:lnTo>
                    <a:pt x="605065" y="290"/>
                  </a:lnTo>
                  <a:lnTo>
                    <a:pt x="612923" y="291"/>
                  </a:lnTo>
                  <a:lnTo>
                    <a:pt x="620781" y="294"/>
                  </a:lnTo>
                  <a:lnTo>
                    <a:pt x="628639" y="296"/>
                  </a:lnTo>
                  <a:lnTo>
                    <a:pt x="636497" y="298"/>
                  </a:lnTo>
                  <a:lnTo>
                    <a:pt x="644355" y="299"/>
                  </a:lnTo>
                  <a:lnTo>
                    <a:pt x="652213" y="301"/>
                  </a:lnTo>
                  <a:lnTo>
                    <a:pt x="660071" y="302"/>
                  </a:lnTo>
                  <a:lnTo>
                    <a:pt x="667929" y="304"/>
                  </a:lnTo>
                  <a:lnTo>
                    <a:pt x="675787" y="305"/>
                  </a:lnTo>
                  <a:lnTo>
                    <a:pt x="683645" y="307"/>
                  </a:lnTo>
                  <a:lnTo>
                    <a:pt x="691503" y="308"/>
                  </a:lnTo>
                  <a:lnTo>
                    <a:pt x="699361" y="309"/>
                  </a:lnTo>
                  <a:lnTo>
                    <a:pt x="707219" y="311"/>
                  </a:lnTo>
                  <a:lnTo>
                    <a:pt x="715077" y="312"/>
                  </a:lnTo>
                  <a:lnTo>
                    <a:pt x="722935" y="314"/>
                  </a:lnTo>
                  <a:lnTo>
                    <a:pt x="730793" y="315"/>
                  </a:lnTo>
                  <a:lnTo>
                    <a:pt x="738651" y="317"/>
                  </a:lnTo>
                  <a:lnTo>
                    <a:pt x="746509" y="318"/>
                  </a:lnTo>
                  <a:lnTo>
                    <a:pt x="754367" y="319"/>
                  </a:lnTo>
                  <a:lnTo>
                    <a:pt x="762225" y="321"/>
                  </a:lnTo>
                  <a:lnTo>
                    <a:pt x="770083" y="322"/>
                  </a:lnTo>
                  <a:lnTo>
                    <a:pt x="777941" y="324"/>
                  </a:lnTo>
                  <a:lnTo>
                    <a:pt x="785799" y="324"/>
                  </a:lnTo>
                  <a:lnTo>
                    <a:pt x="793657" y="325"/>
                  </a:lnTo>
                  <a:lnTo>
                    <a:pt x="801515" y="325"/>
                  </a:lnTo>
                  <a:lnTo>
                    <a:pt x="809373" y="326"/>
                  </a:lnTo>
                  <a:lnTo>
                    <a:pt x="817231" y="327"/>
                  </a:lnTo>
                  <a:lnTo>
                    <a:pt x="825089" y="328"/>
                  </a:lnTo>
                  <a:lnTo>
                    <a:pt x="832947" y="329"/>
                  </a:lnTo>
                  <a:lnTo>
                    <a:pt x="840805" y="330"/>
                  </a:lnTo>
                  <a:lnTo>
                    <a:pt x="848663" y="331"/>
                  </a:lnTo>
                  <a:lnTo>
                    <a:pt x="856521" y="332"/>
                  </a:lnTo>
                  <a:lnTo>
                    <a:pt x="864379" y="333"/>
                  </a:lnTo>
                  <a:lnTo>
                    <a:pt x="872237" y="334"/>
                  </a:lnTo>
                  <a:lnTo>
                    <a:pt x="880095" y="335"/>
                  </a:lnTo>
                  <a:lnTo>
                    <a:pt x="887953" y="335"/>
                  </a:lnTo>
                  <a:lnTo>
                    <a:pt x="895811" y="337"/>
                  </a:lnTo>
                  <a:lnTo>
                    <a:pt x="903669" y="338"/>
                  </a:lnTo>
                  <a:lnTo>
                    <a:pt x="911527" y="338"/>
                  </a:lnTo>
                  <a:lnTo>
                    <a:pt x="919385" y="340"/>
                  </a:lnTo>
                  <a:lnTo>
                    <a:pt x="927243" y="341"/>
                  </a:lnTo>
                  <a:lnTo>
                    <a:pt x="935101" y="342"/>
                  </a:lnTo>
                  <a:lnTo>
                    <a:pt x="942959" y="344"/>
                  </a:lnTo>
                  <a:lnTo>
                    <a:pt x="950817" y="345"/>
                  </a:lnTo>
                  <a:lnTo>
                    <a:pt x="958675" y="346"/>
                  </a:lnTo>
                  <a:lnTo>
                    <a:pt x="966533" y="347"/>
                  </a:lnTo>
                  <a:lnTo>
                    <a:pt x="974391" y="347"/>
                  </a:lnTo>
                  <a:lnTo>
                    <a:pt x="982249" y="348"/>
                  </a:lnTo>
                  <a:lnTo>
                    <a:pt x="990107" y="349"/>
                  </a:lnTo>
                  <a:lnTo>
                    <a:pt x="997965" y="350"/>
                  </a:lnTo>
                  <a:lnTo>
                    <a:pt x="1005823" y="351"/>
                  </a:lnTo>
                  <a:lnTo>
                    <a:pt x="1013681" y="351"/>
                  </a:lnTo>
                  <a:lnTo>
                    <a:pt x="1021539" y="352"/>
                  </a:lnTo>
                  <a:lnTo>
                    <a:pt x="1029397" y="352"/>
                  </a:lnTo>
                  <a:lnTo>
                    <a:pt x="1037254" y="353"/>
                  </a:lnTo>
                  <a:lnTo>
                    <a:pt x="1045112" y="354"/>
                  </a:lnTo>
                  <a:lnTo>
                    <a:pt x="1052970" y="355"/>
                  </a:lnTo>
                  <a:lnTo>
                    <a:pt x="1060828" y="355"/>
                  </a:lnTo>
                  <a:lnTo>
                    <a:pt x="1068686" y="356"/>
                  </a:lnTo>
                  <a:lnTo>
                    <a:pt x="1076544" y="358"/>
                  </a:lnTo>
                  <a:lnTo>
                    <a:pt x="1084402" y="359"/>
                  </a:lnTo>
                  <a:lnTo>
                    <a:pt x="1092260" y="359"/>
                  </a:lnTo>
                  <a:lnTo>
                    <a:pt x="1100118" y="360"/>
                  </a:lnTo>
                  <a:lnTo>
                    <a:pt x="1107976" y="361"/>
                  </a:lnTo>
                  <a:lnTo>
                    <a:pt x="1115834" y="361"/>
                  </a:lnTo>
                  <a:lnTo>
                    <a:pt x="1123692" y="362"/>
                  </a:lnTo>
                  <a:lnTo>
                    <a:pt x="1131550" y="362"/>
                  </a:lnTo>
                  <a:lnTo>
                    <a:pt x="1139408" y="363"/>
                  </a:lnTo>
                  <a:lnTo>
                    <a:pt x="1147266" y="363"/>
                  </a:lnTo>
                  <a:lnTo>
                    <a:pt x="1155124" y="364"/>
                  </a:lnTo>
                  <a:lnTo>
                    <a:pt x="1162982" y="365"/>
                  </a:lnTo>
                  <a:lnTo>
                    <a:pt x="1170840" y="365"/>
                  </a:lnTo>
                  <a:lnTo>
                    <a:pt x="1178698" y="366"/>
                  </a:lnTo>
                  <a:lnTo>
                    <a:pt x="1186556" y="367"/>
                  </a:lnTo>
                  <a:lnTo>
                    <a:pt x="1194414" y="368"/>
                  </a:lnTo>
                  <a:lnTo>
                    <a:pt x="1202272" y="369"/>
                  </a:lnTo>
                  <a:lnTo>
                    <a:pt x="1210130" y="369"/>
                  </a:lnTo>
                  <a:lnTo>
                    <a:pt x="1217988" y="369"/>
                  </a:lnTo>
                  <a:lnTo>
                    <a:pt x="1225846" y="370"/>
                  </a:lnTo>
                  <a:lnTo>
                    <a:pt x="1233704" y="371"/>
                  </a:lnTo>
                  <a:lnTo>
                    <a:pt x="1241562" y="371"/>
                  </a:lnTo>
                  <a:lnTo>
                    <a:pt x="1249420" y="372"/>
                  </a:lnTo>
                  <a:lnTo>
                    <a:pt x="1257278" y="372"/>
                  </a:lnTo>
                  <a:lnTo>
                    <a:pt x="1265136" y="373"/>
                  </a:lnTo>
                  <a:lnTo>
                    <a:pt x="1272994" y="374"/>
                  </a:lnTo>
                  <a:lnTo>
                    <a:pt x="1280852" y="374"/>
                  </a:lnTo>
                  <a:lnTo>
                    <a:pt x="1288710" y="375"/>
                  </a:lnTo>
                  <a:lnTo>
                    <a:pt x="1296568" y="375"/>
                  </a:lnTo>
                  <a:lnTo>
                    <a:pt x="1304426" y="375"/>
                  </a:lnTo>
                  <a:lnTo>
                    <a:pt x="1312284" y="376"/>
                  </a:lnTo>
                  <a:lnTo>
                    <a:pt x="1320142" y="376"/>
                  </a:lnTo>
                  <a:lnTo>
                    <a:pt x="1328000" y="377"/>
                  </a:lnTo>
                  <a:lnTo>
                    <a:pt x="1335858" y="377"/>
                  </a:lnTo>
                  <a:lnTo>
                    <a:pt x="1343716" y="377"/>
                  </a:lnTo>
                  <a:lnTo>
                    <a:pt x="1351574" y="378"/>
                  </a:lnTo>
                  <a:lnTo>
                    <a:pt x="1359432" y="378"/>
                  </a:lnTo>
                  <a:lnTo>
                    <a:pt x="1367290" y="379"/>
                  </a:lnTo>
                  <a:lnTo>
                    <a:pt x="1375148" y="379"/>
                  </a:lnTo>
                  <a:lnTo>
                    <a:pt x="1383006" y="379"/>
                  </a:lnTo>
                  <a:lnTo>
                    <a:pt x="1390864" y="380"/>
                  </a:lnTo>
                  <a:lnTo>
                    <a:pt x="1398722" y="380"/>
                  </a:lnTo>
                  <a:lnTo>
                    <a:pt x="1406580" y="380"/>
                  </a:lnTo>
                  <a:lnTo>
                    <a:pt x="1414438" y="380"/>
                  </a:lnTo>
                  <a:lnTo>
                    <a:pt x="1422296" y="380"/>
                  </a:lnTo>
                  <a:lnTo>
                    <a:pt x="1430154" y="381"/>
                  </a:lnTo>
                  <a:lnTo>
                    <a:pt x="1438012" y="381"/>
                  </a:lnTo>
                  <a:lnTo>
                    <a:pt x="1445870" y="381"/>
                  </a:lnTo>
                  <a:lnTo>
                    <a:pt x="1453728" y="381"/>
                  </a:lnTo>
                  <a:lnTo>
                    <a:pt x="1461586" y="382"/>
                  </a:lnTo>
                  <a:lnTo>
                    <a:pt x="1469444" y="382"/>
                  </a:lnTo>
                  <a:lnTo>
                    <a:pt x="1477302" y="383"/>
                  </a:lnTo>
                  <a:lnTo>
                    <a:pt x="1485160" y="383"/>
                  </a:lnTo>
                  <a:lnTo>
                    <a:pt x="1493018" y="384"/>
                  </a:lnTo>
                  <a:lnTo>
                    <a:pt x="1500876" y="384"/>
                  </a:lnTo>
                  <a:lnTo>
                    <a:pt x="1508734" y="384"/>
                  </a:lnTo>
                  <a:lnTo>
                    <a:pt x="1516592" y="384"/>
                  </a:lnTo>
                  <a:lnTo>
                    <a:pt x="1524450" y="384"/>
                  </a:lnTo>
                  <a:lnTo>
                    <a:pt x="1532308" y="384"/>
                  </a:lnTo>
                  <a:lnTo>
                    <a:pt x="1540166" y="384"/>
                  </a:lnTo>
                  <a:lnTo>
                    <a:pt x="1548024" y="384"/>
                  </a:lnTo>
                  <a:lnTo>
                    <a:pt x="1555882" y="385"/>
                  </a:lnTo>
                  <a:lnTo>
                    <a:pt x="1563740" y="385"/>
                  </a:lnTo>
                  <a:lnTo>
                    <a:pt x="1571598" y="386"/>
                  </a:lnTo>
                  <a:lnTo>
                    <a:pt x="1579456" y="386"/>
                  </a:lnTo>
                  <a:lnTo>
                    <a:pt x="1587314" y="386"/>
                  </a:lnTo>
                  <a:lnTo>
                    <a:pt x="1595172" y="386"/>
                  </a:lnTo>
                  <a:lnTo>
                    <a:pt x="1603030" y="387"/>
                  </a:lnTo>
                  <a:lnTo>
                    <a:pt x="1610888" y="387"/>
                  </a:lnTo>
                  <a:lnTo>
                    <a:pt x="1618746" y="388"/>
                  </a:lnTo>
                  <a:lnTo>
                    <a:pt x="1626604" y="388"/>
                  </a:lnTo>
                  <a:lnTo>
                    <a:pt x="1634462" y="389"/>
                  </a:lnTo>
                  <a:lnTo>
                    <a:pt x="1642320" y="389"/>
                  </a:lnTo>
                  <a:lnTo>
                    <a:pt x="1650178" y="389"/>
                  </a:lnTo>
                  <a:lnTo>
                    <a:pt x="1658036" y="389"/>
                  </a:lnTo>
                  <a:lnTo>
                    <a:pt x="1665894" y="390"/>
                  </a:lnTo>
                  <a:lnTo>
                    <a:pt x="1673752" y="390"/>
                  </a:lnTo>
                  <a:lnTo>
                    <a:pt x="1681610" y="391"/>
                  </a:lnTo>
                  <a:lnTo>
                    <a:pt x="1689468" y="391"/>
                  </a:lnTo>
                  <a:lnTo>
                    <a:pt x="1697326" y="391"/>
                  </a:lnTo>
                  <a:lnTo>
                    <a:pt x="1705184" y="391"/>
                  </a:lnTo>
                  <a:lnTo>
                    <a:pt x="1713042" y="391"/>
                  </a:lnTo>
                  <a:lnTo>
                    <a:pt x="1720900" y="391"/>
                  </a:lnTo>
                  <a:lnTo>
                    <a:pt x="1728758" y="392"/>
                  </a:lnTo>
                  <a:lnTo>
                    <a:pt x="1736616" y="392"/>
                  </a:lnTo>
                  <a:lnTo>
                    <a:pt x="1744474" y="393"/>
                  </a:lnTo>
                  <a:lnTo>
                    <a:pt x="1752332" y="393"/>
                  </a:lnTo>
                  <a:lnTo>
                    <a:pt x="1760190" y="393"/>
                  </a:lnTo>
                  <a:lnTo>
                    <a:pt x="1768048" y="393"/>
                  </a:lnTo>
                  <a:lnTo>
                    <a:pt x="1775906" y="394"/>
                  </a:lnTo>
                  <a:lnTo>
                    <a:pt x="1783764" y="394"/>
                  </a:lnTo>
                  <a:lnTo>
                    <a:pt x="1791622" y="394"/>
                  </a:lnTo>
                  <a:lnTo>
                    <a:pt x="1799480" y="394"/>
                  </a:lnTo>
                  <a:lnTo>
                    <a:pt x="1807338" y="394"/>
                  </a:lnTo>
                  <a:lnTo>
                    <a:pt x="1815196" y="395"/>
                  </a:lnTo>
                  <a:lnTo>
                    <a:pt x="1823054" y="395"/>
                  </a:lnTo>
                  <a:lnTo>
                    <a:pt x="1830912" y="395"/>
                  </a:lnTo>
                  <a:lnTo>
                    <a:pt x="1838770" y="395"/>
                  </a:lnTo>
                  <a:lnTo>
                    <a:pt x="1846628" y="395"/>
                  </a:lnTo>
                  <a:lnTo>
                    <a:pt x="1854486" y="395"/>
                  </a:lnTo>
                  <a:lnTo>
                    <a:pt x="1862344" y="396"/>
                  </a:lnTo>
                  <a:lnTo>
                    <a:pt x="1870202" y="396"/>
                  </a:lnTo>
                  <a:lnTo>
                    <a:pt x="1878060" y="396"/>
                  </a:lnTo>
                  <a:lnTo>
                    <a:pt x="1885918" y="396"/>
                  </a:lnTo>
                  <a:lnTo>
                    <a:pt x="1893776" y="397"/>
                  </a:lnTo>
                  <a:lnTo>
                    <a:pt x="1901634" y="397"/>
                  </a:lnTo>
                  <a:lnTo>
                    <a:pt x="1909492" y="397"/>
                  </a:lnTo>
                  <a:lnTo>
                    <a:pt x="1917350" y="398"/>
                  </a:lnTo>
                  <a:lnTo>
                    <a:pt x="1925208" y="398"/>
                  </a:lnTo>
                  <a:lnTo>
                    <a:pt x="1933066" y="398"/>
                  </a:lnTo>
                  <a:lnTo>
                    <a:pt x="1940924" y="398"/>
                  </a:lnTo>
                  <a:lnTo>
                    <a:pt x="1948782" y="398"/>
                  </a:lnTo>
                  <a:lnTo>
                    <a:pt x="1956640" y="398"/>
                  </a:lnTo>
                  <a:lnTo>
                    <a:pt x="1964498" y="398"/>
                  </a:lnTo>
                  <a:lnTo>
                    <a:pt x="1972356" y="398"/>
                  </a:lnTo>
                  <a:lnTo>
                    <a:pt x="1980214" y="399"/>
                  </a:lnTo>
                  <a:lnTo>
                    <a:pt x="1988072" y="399"/>
                  </a:lnTo>
                  <a:lnTo>
                    <a:pt x="1995930" y="399"/>
                  </a:lnTo>
                  <a:lnTo>
                    <a:pt x="2003788" y="399"/>
                  </a:lnTo>
                  <a:lnTo>
                    <a:pt x="2011646" y="399"/>
                  </a:lnTo>
                  <a:lnTo>
                    <a:pt x="2019504" y="399"/>
                  </a:lnTo>
                  <a:lnTo>
                    <a:pt x="2027362" y="399"/>
                  </a:lnTo>
                  <a:lnTo>
                    <a:pt x="2035220" y="455"/>
                  </a:lnTo>
                  <a:lnTo>
                    <a:pt x="2027362" y="455"/>
                  </a:lnTo>
                  <a:lnTo>
                    <a:pt x="2019504" y="455"/>
                  </a:lnTo>
                  <a:lnTo>
                    <a:pt x="2011646" y="455"/>
                  </a:lnTo>
                  <a:lnTo>
                    <a:pt x="2003788" y="455"/>
                  </a:lnTo>
                  <a:lnTo>
                    <a:pt x="1995930" y="455"/>
                  </a:lnTo>
                  <a:lnTo>
                    <a:pt x="1988072" y="455"/>
                  </a:lnTo>
                  <a:lnTo>
                    <a:pt x="1980214" y="455"/>
                  </a:lnTo>
                  <a:lnTo>
                    <a:pt x="1972356" y="455"/>
                  </a:lnTo>
                  <a:lnTo>
                    <a:pt x="1964498" y="454"/>
                  </a:lnTo>
                  <a:lnTo>
                    <a:pt x="1956640" y="454"/>
                  </a:lnTo>
                  <a:lnTo>
                    <a:pt x="1948782" y="454"/>
                  </a:lnTo>
                  <a:lnTo>
                    <a:pt x="1940924" y="454"/>
                  </a:lnTo>
                  <a:lnTo>
                    <a:pt x="1933066" y="454"/>
                  </a:lnTo>
                  <a:lnTo>
                    <a:pt x="1925208" y="454"/>
                  </a:lnTo>
                  <a:lnTo>
                    <a:pt x="1917350" y="454"/>
                  </a:lnTo>
                  <a:lnTo>
                    <a:pt x="1909492" y="454"/>
                  </a:lnTo>
                  <a:lnTo>
                    <a:pt x="1901634" y="454"/>
                  </a:lnTo>
                  <a:lnTo>
                    <a:pt x="1893776" y="454"/>
                  </a:lnTo>
                  <a:lnTo>
                    <a:pt x="1885918" y="454"/>
                  </a:lnTo>
                  <a:lnTo>
                    <a:pt x="1878060" y="454"/>
                  </a:lnTo>
                  <a:lnTo>
                    <a:pt x="1870202" y="454"/>
                  </a:lnTo>
                  <a:lnTo>
                    <a:pt x="1862344" y="454"/>
                  </a:lnTo>
                  <a:lnTo>
                    <a:pt x="1854486" y="454"/>
                  </a:lnTo>
                  <a:lnTo>
                    <a:pt x="1846628" y="454"/>
                  </a:lnTo>
                  <a:lnTo>
                    <a:pt x="1838770" y="454"/>
                  </a:lnTo>
                  <a:lnTo>
                    <a:pt x="1830912" y="454"/>
                  </a:lnTo>
                  <a:lnTo>
                    <a:pt x="1823054" y="453"/>
                  </a:lnTo>
                  <a:lnTo>
                    <a:pt x="1815196" y="453"/>
                  </a:lnTo>
                  <a:lnTo>
                    <a:pt x="1807338" y="453"/>
                  </a:lnTo>
                  <a:lnTo>
                    <a:pt x="1799480" y="453"/>
                  </a:lnTo>
                  <a:lnTo>
                    <a:pt x="1791622" y="453"/>
                  </a:lnTo>
                  <a:lnTo>
                    <a:pt x="1783764" y="453"/>
                  </a:lnTo>
                  <a:lnTo>
                    <a:pt x="1775906" y="453"/>
                  </a:lnTo>
                  <a:lnTo>
                    <a:pt x="1768048" y="453"/>
                  </a:lnTo>
                  <a:lnTo>
                    <a:pt x="1760190" y="453"/>
                  </a:lnTo>
                  <a:lnTo>
                    <a:pt x="1752332" y="453"/>
                  </a:lnTo>
                  <a:lnTo>
                    <a:pt x="1744474" y="453"/>
                  </a:lnTo>
                  <a:lnTo>
                    <a:pt x="1736616" y="453"/>
                  </a:lnTo>
                  <a:lnTo>
                    <a:pt x="1728758" y="453"/>
                  </a:lnTo>
                  <a:lnTo>
                    <a:pt x="1720900" y="453"/>
                  </a:lnTo>
                  <a:lnTo>
                    <a:pt x="1713042" y="452"/>
                  </a:lnTo>
                  <a:lnTo>
                    <a:pt x="1705184" y="452"/>
                  </a:lnTo>
                  <a:lnTo>
                    <a:pt x="1697326" y="452"/>
                  </a:lnTo>
                  <a:lnTo>
                    <a:pt x="1689468" y="452"/>
                  </a:lnTo>
                  <a:lnTo>
                    <a:pt x="1681610" y="452"/>
                  </a:lnTo>
                  <a:lnTo>
                    <a:pt x="1673752" y="452"/>
                  </a:lnTo>
                  <a:lnTo>
                    <a:pt x="1665894" y="452"/>
                  </a:lnTo>
                  <a:lnTo>
                    <a:pt x="1658036" y="452"/>
                  </a:lnTo>
                  <a:lnTo>
                    <a:pt x="1650178" y="452"/>
                  </a:lnTo>
                  <a:lnTo>
                    <a:pt x="1642320" y="452"/>
                  </a:lnTo>
                  <a:lnTo>
                    <a:pt x="1634462" y="452"/>
                  </a:lnTo>
                  <a:lnTo>
                    <a:pt x="1626604" y="452"/>
                  </a:lnTo>
                  <a:lnTo>
                    <a:pt x="1618746" y="451"/>
                  </a:lnTo>
                  <a:lnTo>
                    <a:pt x="1610888" y="451"/>
                  </a:lnTo>
                  <a:lnTo>
                    <a:pt x="1603030" y="451"/>
                  </a:lnTo>
                  <a:lnTo>
                    <a:pt x="1595172" y="451"/>
                  </a:lnTo>
                  <a:lnTo>
                    <a:pt x="1587314" y="451"/>
                  </a:lnTo>
                  <a:lnTo>
                    <a:pt x="1579456" y="451"/>
                  </a:lnTo>
                  <a:lnTo>
                    <a:pt x="1571598" y="451"/>
                  </a:lnTo>
                  <a:lnTo>
                    <a:pt x="1563740" y="451"/>
                  </a:lnTo>
                  <a:lnTo>
                    <a:pt x="1555882" y="451"/>
                  </a:lnTo>
                  <a:lnTo>
                    <a:pt x="1548024" y="450"/>
                  </a:lnTo>
                  <a:lnTo>
                    <a:pt x="1540166" y="450"/>
                  </a:lnTo>
                  <a:lnTo>
                    <a:pt x="1532308" y="450"/>
                  </a:lnTo>
                  <a:lnTo>
                    <a:pt x="1524450" y="450"/>
                  </a:lnTo>
                  <a:lnTo>
                    <a:pt x="1516592" y="450"/>
                  </a:lnTo>
                  <a:lnTo>
                    <a:pt x="1508734" y="450"/>
                  </a:lnTo>
                  <a:lnTo>
                    <a:pt x="1500876" y="450"/>
                  </a:lnTo>
                  <a:lnTo>
                    <a:pt x="1493018" y="450"/>
                  </a:lnTo>
                  <a:lnTo>
                    <a:pt x="1485160" y="449"/>
                  </a:lnTo>
                  <a:lnTo>
                    <a:pt x="1477302" y="449"/>
                  </a:lnTo>
                  <a:lnTo>
                    <a:pt x="1469444" y="449"/>
                  </a:lnTo>
                  <a:lnTo>
                    <a:pt x="1461586" y="449"/>
                  </a:lnTo>
                  <a:lnTo>
                    <a:pt x="1453728" y="449"/>
                  </a:lnTo>
                  <a:lnTo>
                    <a:pt x="1445870" y="449"/>
                  </a:lnTo>
                  <a:lnTo>
                    <a:pt x="1438012" y="449"/>
                  </a:lnTo>
                  <a:lnTo>
                    <a:pt x="1430154" y="448"/>
                  </a:lnTo>
                  <a:lnTo>
                    <a:pt x="1422296" y="448"/>
                  </a:lnTo>
                  <a:lnTo>
                    <a:pt x="1414438" y="448"/>
                  </a:lnTo>
                  <a:lnTo>
                    <a:pt x="1406580" y="448"/>
                  </a:lnTo>
                  <a:lnTo>
                    <a:pt x="1398722" y="448"/>
                  </a:lnTo>
                  <a:lnTo>
                    <a:pt x="1390864" y="448"/>
                  </a:lnTo>
                  <a:lnTo>
                    <a:pt x="1383006" y="447"/>
                  </a:lnTo>
                  <a:lnTo>
                    <a:pt x="1375148" y="447"/>
                  </a:lnTo>
                  <a:lnTo>
                    <a:pt x="1367290" y="447"/>
                  </a:lnTo>
                  <a:lnTo>
                    <a:pt x="1359432" y="447"/>
                  </a:lnTo>
                  <a:lnTo>
                    <a:pt x="1351574" y="447"/>
                  </a:lnTo>
                  <a:lnTo>
                    <a:pt x="1343716" y="447"/>
                  </a:lnTo>
                  <a:lnTo>
                    <a:pt x="1335858" y="447"/>
                  </a:lnTo>
                  <a:lnTo>
                    <a:pt x="1328000" y="446"/>
                  </a:lnTo>
                  <a:lnTo>
                    <a:pt x="1320142" y="446"/>
                  </a:lnTo>
                  <a:lnTo>
                    <a:pt x="1312284" y="446"/>
                  </a:lnTo>
                  <a:lnTo>
                    <a:pt x="1304426" y="446"/>
                  </a:lnTo>
                  <a:lnTo>
                    <a:pt x="1296568" y="446"/>
                  </a:lnTo>
                  <a:lnTo>
                    <a:pt x="1288710" y="445"/>
                  </a:lnTo>
                  <a:lnTo>
                    <a:pt x="1280852" y="445"/>
                  </a:lnTo>
                  <a:lnTo>
                    <a:pt x="1272994" y="445"/>
                  </a:lnTo>
                  <a:lnTo>
                    <a:pt x="1265136" y="445"/>
                  </a:lnTo>
                  <a:lnTo>
                    <a:pt x="1257278" y="445"/>
                  </a:lnTo>
                  <a:lnTo>
                    <a:pt x="1249420" y="445"/>
                  </a:lnTo>
                  <a:lnTo>
                    <a:pt x="1241562" y="444"/>
                  </a:lnTo>
                  <a:lnTo>
                    <a:pt x="1233704" y="444"/>
                  </a:lnTo>
                  <a:lnTo>
                    <a:pt x="1225846" y="444"/>
                  </a:lnTo>
                  <a:lnTo>
                    <a:pt x="1217988" y="444"/>
                  </a:lnTo>
                  <a:lnTo>
                    <a:pt x="1210130" y="443"/>
                  </a:lnTo>
                  <a:lnTo>
                    <a:pt x="1202272" y="443"/>
                  </a:lnTo>
                  <a:lnTo>
                    <a:pt x="1194414" y="443"/>
                  </a:lnTo>
                  <a:lnTo>
                    <a:pt x="1186556" y="443"/>
                  </a:lnTo>
                  <a:lnTo>
                    <a:pt x="1178698" y="442"/>
                  </a:lnTo>
                  <a:lnTo>
                    <a:pt x="1170840" y="442"/>
                  </a:lnTo>
                  <a:lnTo>
                    <a:pt x="1162982" y="442"/>
                  </a:lnTo>
                  <a:lnTo>
                    <a:pt x="1155124" y="442"/>
                  </a:lnTo>
                  <a:lnTo>
                    <a:pt x="1147266" y="441"/>
                  </a:lnTo>
                  <a:lnTo>
                    <a:pt x="1139408" y="441"/>
                  </a:lnTo>
                  <a:lnTo>
                    <a:pt x="1131550" y="441"/>
                  </a:lnTo>
                  <a:lnTo>
                    <a:pt x="1123692" y="441"/>
                  </a:lnTo>
                  <a:lnTo>
                    <a:pt x="1115834" y="440"/>
                  </a:lnTo>
                  <a:lnTo>
                    <a:pt x="1107976" y="440"/>
                  </a:lnTo>
                  <a:lnTo>
                    <a:pt x="1100118" y="440"/>
                  </a:lnTo>
                  <a:lnTo>
                    <a:pt x="1092260" y="440"/>
                  </a:lnTo>
                  <a:lnTo>
                    <a:pt x="1084402" y="440"/>
                  </a:lnTo>
                  <a:lnTo>
                    <a:pt x="1076544" y="439"/>
                  </a:lnTo>
                  <a:lnTo>
                    <a:pt x="1068686" y="439"/>
                  </a:lnTo>
                  <a:lnTo>
                    <a:pt x="1060828" y="439"/>
                  </a:lnTo>
                  <a:lnTo>
                    <a:pt x="1052970" y="438"/>
                  </a:lnTo>
                  <a:lnTo>
                    <a:pt x="1045112" y="438"/>
                  </a:lnTo>
                  <a:lnTo>
                    <a:pt x="1037254" y="438"/>
                  </a:lnTo>
                  <a:lnTo>
                    <a:pt x="1029397" y="438"/>
                  </a:lnTo>
                  <a:lnTo>
                    <a:pt x="1021539" y="437"/>
                  </a:lnTo>
                  <a:lnTo>
                    <a:pt x="1013681" y="437"/>
                  </a:lnTo>
                  <a:lnTo>
                    <a:pt x="1005823" y="437"/>
                  </a:lnTo>
                  <a:lnTo>
                    <a:pt x="997965" y="437"/>
                  </a:lnTo>
                  <a:lnTo>
                    <a:pt x="990107" y="436"/>
                  </a:lnTo>
                  <a:lnTo>
                    <a:pt x="982249" y="436"/>
                  </a:lnTo>
                  <a:lnTo>
                    <a:pt x="974391" y="436"/>
                  </a:lnTo>
                  <a:lnTo>
                    <a:pt x="966533" y="435"/>
                  </a:lnTo>
                  <a:lnTo>
                    <a:pt x="958675" y="435"/>
                  </a:lnTo>
                  <a:lnTo>
                    <a:pt x="950817" y="435"/>
                  </a:lnTo>
                  <a:lnTo>
                    <a:pt x="942959" y="434"/>
                  </a:lnTo>
                  <a:lnTo>
                    <a:pt x="935101" y="434"/>
                  </a:lnTo>
                  <a:lnTo>
                    <a:pt x="927243" y="434"/>
                  </a:lnTo>
                  <a:lnTo>
                    <a:pt x="919385" y="433"/>
                  </a:lnTo>
                  <a:lnTo>
                    <a:pt x="911527" y="433"/>
                  </a:lnTo>
                  <a:lnTo>
                    <a:pt x="903669" y="433"/>
                  </a:lnTo>
                  <a:lnTo>
                    <a:pt x="895811" y="432"/>
                  </a:lnTo>
                  <a:lnTo>
                    <a:pt x="887953" y="432"/>
                  </a:lnTo>
                  <a:lnTo>
                    <a:pt x="880095" y="432"/>
                  </a:lnTo>
                  <a:lnTo>
                    <a:pt x="872237" y="431"/>
                  </a:lnTo>
                  <a:lnTo>
                    <a:pt x="864379" y="431"/>
                  </a:lnTo>
                  <a:lnTo>
                    <a:pt x="856521" y="431"/>
                  </a:lnTo>
                  <a:lnTo>
                    <a:pt x="848663" y="430"/>
                  </a:lnTo>
                  <a:lnTo>
                    <a:pt x="840805" y="430"/>
                  </a:lnTo>
                  <a:lnTo>
                    <a:pt x="832947" y="430"/>
                  </a:lnTo>
                  <a:lnTo>
                    <a:pt x="825089" y="429"/>
                  </a:lnTo>
                  <a:lnTo>
                    <a:pt x="817231" y="429"/>
                  </a:lnTo>
                  <a:lnTo>
                    <a:pt x="809373" y="429"/>
                  </a:lnTo>
                  <a:lnTo>
                    <a:pt x="801515" y="428"/>
                  </a:lnTo>
                  <a:lnTo>
                    <a:pt x="793657" y="428"/>
                  </a:lnTo>
                  <a:lnTo>
                    <a:pt x="785799" y="427"/>
                  </a:lnTo>
                  <a:lnTo>
                    <a:pt x="777941" y="427"/>
                  </a:lnTo>
                  <a:lnTo>
                    <a:pt x="770083" y="426"/>
                  </a:lnTo>
                  <a:lnTo>
                    <a:pt x="762225" y="426"/>
                  </a:lnTo>
                  <a:lnTo>
                    <a:pt x="754367" y="426"/>
                  </a:lnTo>
                  <a:lnTo>
                    <a:pt x="746509" y="425"/>
                  </a:lnTo>
                  <a:lnTo>
                    <a:pt x="738651" y="425"/>
                  </a:lnTo>
                  <a:lnTo>
                    <a:pt x="730793" y="424"/>
                  </a:lnTo>
                  <a:lnTo>
                    <a:pt x="722935" y="424"/>
                  </a:lnTo>
                  <a:lnTo>
                    <a:pt x="715077" y="423"/>
                  </a:lnTo>
                  <a:lnTo>
                    <a:pt x="707219" y="423"/>
                  </a:lnTo>
                  <a:lnTo>
                    <a:pt x="699361" y="422"/>
                  </a:lnTo>
                  <a:lnTo>
                    <a:pt x="691503" y="422"/>
                  </a:lnTo>
                  <a:lnTo>
                    <a:pt x="683645" y="422"/>
                  </a:lnTo>
                  <a:lnTo>
                    <a:pt x="675787" y="421"/>
                  </a:lnTo>
                  <a:lnTo>
                    <a:pt x="667929" y="421"/>
                  </a:lnTo>
                  <a:lnTo>
                    <a:pt x="660071" y="420"/>
                  </a:lnTo>
                  <a:lnTo>
                    <a:pt x="652213" y="420"/>
                  </a:lnTo>
                  <a:lnTo>
                    <a:pt x="644355" y="420"/>
                  </a:lnTo>
                  <a:lnTo>
                    <a:pt x="636497" y="419"/>
                  </a:lnTo>
                  <a:lnTo>
                    <a:pt x="628639" y="419"/>
                  </a:lnTo>
                  <a:lnTo>
                    <a:pt x="620781" y="419"/>
                  </a:lnTo>
                  <a:lnTo>
                    <a:pt x="612923" y="418"/>
                  </a:lnTo>
                  <a:lnTo>
                    <a:pt x="605065" y="418"/>
                  </a:lnTo>
                  <a:lnTo>
                    <a:pt x="597207" y="417"/>
                  </a:lnTo>
                  <a:lnTo>
                    <a:pt x="589349" y="417"/>
                  </a:lnTo>
                  <a:lnTo>
                    <a:pt x="581491" y="416"/>
                  </a:lnTo>
                  <a:lnTo>
                    <a:pt x="573633" y="416"/>
                  </a:lnTo>
                  <a:lnTo>
                    <a:pt x="565775" y="416"/>
                  </a:lnTo>
                  <a:lnTo>
                    <a:pt x="557917" y="415"/>
                  </a:lnTo>
                  <a:lnTo>
                    <a:pt x="550059" y="415"/>
                  </a:lnTo>
                  <a:lnTo>
                    <a:pt x="542201" y="414"/>
                  </a:lnTo>
                  <a:lnTo>
                    <a:pt x="534343" y="414"/>
                  </a:lnTo>
                  <a:lnTo>
                    <a:pt x="526485" y="413"/>
                  </a:lnTo>
                  <a:lnTo>
                    <a:pt x="518627" y="412"/>
                  </a:lnTo>
                  <a:lnTo>
                    <a:pt x="510769" y="412"/>
                  </a:lnTo>
                  <a:lnTo>
                    <a:pt x="502911" y="411"/>
                  </a:lnTo>
                  <a:lnTo>
                    <a:pt x="495053" y="411"/>
                  </a:lnTo>
                  <a:lnTo>
                    <a:pt x="487195" y="410"/>
                  </a:lnTo>
                  <a:lnTo>
                    <a:pt x="479337" y="410"/>
                  </a:lnTo>
                  <a:lnTo>
                    <a:pt x="471479" y="409"/>
                  </a:lnTo>
                  <a:lnTo>
                    <a:pt x="463621" y="409"/>
                  </a:lnTo>
                  <a:lnTo>
                    <a:pt x="455763" y="408"/>
                  </a:lnTo>
                  <a:lnTo>
                    <a:pt x="447905" y="408"/>
                  </a:lnTo>
                  <a:lnTo>
                    <a:pt x="440047" y="407"/>
                  </a:lnTo>
                  <a:lnTo>
                    <a:pt x="432189" y="407"/>
                  </a:lnTo>
                  <a:lnTo>
                    <a:pt x="424331" y="406"/>
                  </a:lnTo>
                  <a:lnTo>
                    <a:pt x="416473" y="406"/>
                  </a:lnTo>
                  <a:lnTo>
                    <a:pt x="408615" y="406"/>
                  </a:lnTo>
                  <a:lnTo>
                    <a:pt x="400757" y="405"/>
                  </a:lnTo>
                  <a:lnTo>
                    <a:pt x="392899" y="405"/>
                  </a:lnTo>
                  <a:lnTo>
                    <a:pt x="385041" y="404"/>
                  </a:lnTo>
                  <a:lnTo>
                    <a:pt x="377183" y="403"/>
                  </a:lnTo>
                  <a:lnTo>
                    <a:pt x="369325" y="403"/>
                  </a:lnTo>
                  <a:lnTo>
                    <a:pt x="361467" y="402"/>
                  </a:lnTo>
                  <a:lnTo>
                    <a:pt x="353609" y="402"/>
                  </a:lnTo>
                  <a:lnTo>
                    <a:pt x="345751" y="402"/>
                  </a:lnTo>
                  <a:lnTo>
                    <a:pt x="337893" y="401"/>
                  </a:lnTo>
                  <a:lnTo>
                    <a:pt x="330035" y="401"/>
                  </a:lnTo>
                  <a:lnTo>
                    <a:pt x="322177" y="400"/>
                  </a:lnTo>
                  <a:lnTo>
                    <a:pt x="314319" y="400"/>
                  </a:lnTo>
                  <a:lnTo>
                    <a:pt x="306461" y="399"/>
                  </a:lnTo>
                  <a:lnTo>
                    <a:pt x="298603" y="399"/>
                  </a:lnTo>
                  <a:lnTo>
                    <a:pt x="290745" y="398"/>
                  </a:lnTo>
                  <a:lnTo>
                    <a:pt x="282887" y="397"/>
                  </a:lnTo>
                  <a:lnTo>
                    <a:pt x="275029" y="396"/>
                  </a:lnTo>
                  <a:lnTo>
                    <a:pt x="267171" y="396"/>
                  </a:lnTo>
                  <a:lnTo>
                    <a:pt x="259313" y="396"/>
                  </a:lnTo>
                  <a:lnTo>
                    <a:pt x="251455" y="395"/>
                  </a:lnTo>
                  <a:lnTo>
                    <a:pt x="243597" y="395"/>
                  </a:lnTo>
                  <a:lnTo>
                    <a:pt x="235739" y="395"/>
                  </a:lnTo>
                  <a:lnTo>
                    <a:pt x="227881" y="394"/>
                  </a:lnTo>
                  <a:lnTo>
                    <a:pt x="220023" y="394"/>
                  </a:lnTo>
                  <a:lnTo>
                    <a:pt x="212165" y="393"/>
                  </a:lnTo>
                  <a:lnTo>
                    <a:pt x="204307" y="393"/>
                  </a:lnTo>
                  <a:lnTo>
                    <a:pt x="196449" y="393"/>
                  </a:lnTo>
                  <a:lnTo>
                    <a:pt x="188591" y="392"/>
                  </a:lnTo>
                  <a:lnTo>
                    <a:pt x="180733" y="392"/>
                  </a:lnTo>
                  <a:lnTo>
                    <a:pt x="172875" y="391"/>
                  </a:lnTo>
                  <a:lnTo>
                    <a:pt x="165017" y="391"/>
                  </a:lnTo>
                  <a:lnTo>
                    <a:pt x="157159" y="391"/>
                  </a:lnTo>
                  <a:lnTo>
                    <a:pt x="149301" y="390"/>
                  </a:lnTo>
                  <a:lnTo>
                    <a:pt x="141443" y="390"/>
                  </a:lnTo>
                  <a:lnTo>
                    <a:pt x="133585" y="389"/>
                  </a:lnTo>
                  <a:lnTo>
                    <a:pt x="125727" y="389"/>
                  </a:lnTo>
                  <a:lnTo>
                    <a:pt x="117869" y="388"/>
                  </a:lnTo>
                  <a:lnTo>
                    <a:pt x="110011" y="388"/>
                  </a:lnTo>
                  <a:lnTo>
                    <a:pt x="102153" y="387"/>
                  </a:lnTo>
                  <a:lnTo>
                    <a:pt x="94295" y="387"/>
                  </a:lnTo>
                  <a:lnTo>
                    <a:pt x="86437" y="387"/>
                  </a:lnTo>
                  <a:lnTo>
                    <a:pt x="78579" y="386"/>
                  </a:lnTo>
                  <a:lnTo>
                    <a:pt x="70721" y="386"/>
                  </a:lnTo>
                  <a:lnTo>
                    <a:pt x="62863" y="385"/>
                  </a:lnTo>
                  <a:lnTo>
                    <a:pt x="55005" y="385"/>
                  </a:lnTo>
                  <a:lnTo>
                    <a:pt x="47147" y="385"/>
                  </a:lnTo>
                  <a:lnTo>
                    <a:pt x="39289" y="384"/>
                  </a:lnTo>
                  <a:lnTo>
                    <a:pt x="31431" y="384"/>
                  </a:lnTo>
                  <a:lnTo>
                    <a:pt x="23573" y="383"/>
                  </a:lnTo>
                  <a:lnTo>
                    <a:pt x="15715" y="382"/>
                  </a:lnTo>
                  <a:lnTo>
                    <a:pt x="7857" y="382"/>
                  </a:lnTo>
                  <a:lnTo>
                    <a:pt x="0" y="382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09" name="pl208"/>
            <p:cNvSpPr/>
            <p:nvPr/>
          </p:nvSpPr>
          <p:spPr>
            <a:xfrm>
              <a:off x="6029658" y="3105107"/>
              <a:ext cx="2035220" cy="400"/>
            </a:xfrm>
            <a:custGeom>
              <a:avLst/>
              <a:pathLst>
                <a:path w="2035220" h="400">
                  <a:moveTo>
                    <a:pt x="0" y="0"/>
                  </a:moveTo>
                  <a:lnTo>
                    <a:pt x="7857" y="6"/>
                  </a:lnTo>
                  <a:lnTo>
                    <a:pt x="15715" y="13"/>
                  </a:lnTo>
                  <a:lnTo>
                    <a:pt x="23573" y="19"/>
                  </a:lnTo>
                  <a:lnTo>
                    <a:pt x="31431" y="23"/>
                  </a:lnTo>
                  <a:lnTo>
                    <a:pt x="39289" y="28"/>
                  </a:lnTo>
                  <a:lnTo>
                    <a:pt x="47147" y="35"/>
                  </a:lnTo>
                  <a:lnTo>
                    <a:pt x="55005" y="42"/>
                  </a:lnTo>
                  <a:lnTo>
                    <a:pt x="62863" y="48"/>
                  </a:lnTo>
                  <a:lnTo>
                    <a:pt x="70721" y="54"/>
                  </a:lnTo>
                  <a:lnTo>
                    <a:pt x="78579" y="59"/>
                  </a:lnTo>
                  <a:lnTo>
                    <a:pt x="86437" y="67"/>
                  </a:lnTo>
                  <a:lnTo>
                    <a:pt x="94295" y="73"/>
                  </a:lnTo>
                  <a:lnTo>
                    <a:pt x="102153" y="79"/>
                  </a:lnTo>
                  <a:lnTo>
                    <a:pt x="110011" y="86"/>
                  </a:lnTo>
                  <a:lnTo>
                    <a:pt x="117869" y="91"/>
                  </a:lnTo>
                  <a:lnTo>
                    <a:pt x="125727" y="97"/>
                  </a:lnTo>
                  <a:lnTo>
                    <a:pt x="133585" y="104"/>
                  </a:lnTo>
                  <a:lnTo>
                    <a:pt x="141443" y="109"/>
                  </a:lnTo>
                  <a:lnTo>
                    <a:pt x="149301" y="113"/>
                  </a:lnTo>
                  <a:lnTo>
                    <a:pt x="157159" y="118"/>
                  </a:lnTo>
                  <a:lnTo>
                    <a:pt x="165017" y="123"/>
                  </a:lnTo>
                  <a:lnTo>
                    <a:pt x="172875" y="127"/>
                  </a:lnTo>
                  <a:lnTo>
                    <a:pt x="180733" y="131"/>
                  </a:lnTo>
                  <a:lnTo>
                    <a:pt x="188591" y="135"/>
                  </a:lnTo>
                  <a:lnTo>
                    <a:pt x="196449" y="139"/>
                  </a:lnTo>
                  <a:lnTo>
                    <a:pt x="204307" y="143"/>
                  </a:lnTo>
                  <a:lnTo>
                    <a:pt x="212165" y="148"/>
                  </a:lnTo>
                  <a:lnTo>
                    <a:pt x="220023" y="152"/>
                  </a:lnTo>
                  <a:lnTo>
                    <a:pt x="227881" y="156"/>
                  </a:lnTo>
                  <a:lnTo>
                    <a:pt x="235739" y="162"/>
                  </a:lnTo>
                  <a:lnTo>
                    <a:pt x="243597" y="166"/>
                  </a:lnTo>
                  <a:lnTo>
                    <a:pt x="251455" y="170"/>
                  </a:lnTo>
                  <a:lnTo>
                    <a:pt x="259313" y="173"/>
                  </a:lnTo>
                  <a:lnTo>
                    <a:pt x="267171" y="177"/>
                  </a:lnTo>
                  <a:lnTo>
                    <a:pt x="275029" y="181"/>
                  </a:lnTo>
                  <a:lnTo>
                    <a:pt x="282887" y="185"/>
                  </a:lnTo>
                  <a:lnTo>
                    <a:pt x="290745" y="188"/>
                  </a:lnTo>
                  <a:lnTo>
                    <a:pt x="298603" y="191"/>
                  </a:lnTo>
                  <a:lnTo>
                    <a:pt x="306461" y="194"/>
                  </a:lnTo>
                  <a:lnTo>
                    <a:pt x="314319" y="197"/>
                  </a:lnTo>
                  <a:lnTo>
                    <a:pt x="322177" y="201"/>
                  </a:lnTo>
                  <a:lnTo>
                    <a:pt x="330035" y="204"/>
                  </a:lnTo>
                  <a:lnTo>
                    <a:pt x="337893" y="207"/>
                  </a:lnTo>
                  <a:lnTo>
                    <a:pt x="345751" y="210"/>
                  </a:lnTo>
                  <a:lnTo>
                    <a:pt x="353609" y="213"/>
                  </a:lnTo>
                  <a:lnTo>
                    <a:pt x="361467" y="216"/>
                  </a:lnTo>
                  <a:lnTo>
                    <a:pt x="369325" y="220"/>
                  </a:lnTo>
                  <a:lnTo>
                    <a:pt x="377183" y="222"/>
                  </a:lnTo>
                  <a:lnTo>
                    <a:pt x="385041" y="224"/>
                  </a:lnTo>
                  <a:lnTo>
                    <a:pt x="392899" y="227"/>
                  </a:lnTo>
                  <a:lnTo>
                    <a:pt x="400757" y="230"/>
                  </a:lnTo>
                  <a:lnTo>
                    <a:pt x="408615" y="233"/>
                  </a:lnTo>
                  <a:lnTo>
                    <a:pt x="416473" y="235"/>
                  </a:lnTo>
                  <a:lnTo>
                    <a:pt x="424331" y="238"/>
                  </a:lnTo>
                  <a:lnTo>
                    <a:pt x="432189" y="240"/>
                  </a:lnTo>
                  <a:lnTo>
                    <a:pt x="440047" y="243"/>
                  </a:lnTo>
                  <a:lnTo>
                    <a:pt x="447905" y="245"/>
                  </a:lnTo>
                  <a:lnTo>
                    <a:pt x="455763" y="248"/>
                  </a:lnTo>
                  <a:lnTo>
                    <a:pt x="463621" y="251"/>
                  </a:lnTo>
                  <a:lnTo>
                    <a:pt x="471479" y="253"/>
                  </a:lnTo>
                  <a:lnTo>
                    <a:pt x="479337" y="257"/>
                  </a:lnTo>
                  <a:lnTo>
                    <a:pt x="487195" y="258"/>
                  </a:lnTo>
                  <a:lnTo>
                    <a:pt x="495053" y="260"/>
                  </a:lnTo>
                  <a:lnTo>
                    <a:pt x="502911" y="263"/>
                  </a:lnTo>
                  <a:lnTo>
                    <a:pt x="510769" y="265"/>
                  </a:lnTo>
                  <a:lnTo>
                    <a:pt x="518627" y="267"/>
                  </a:lnTo>
                  <a:lnTo>
                    <a:pt x="526485" y="270"/>
                  </a:lnTo>
                  <a:lnTo>
                    <a:pt x="534343" y="273"/>
                  </a:lnTo>
                  <a:lnTo>
                    <a:pt x="542201" y="276"/>
                  </a:lnTo>
                  <a:lnTo>
                    <a:pt x="550059" y="278"/>
                  </a:lnTo>
                  <a:lnTo>
                    <a:pt x="557917" y="280"/>
                  </a:lnTo>
                  <a:lnTo>
                    <a:pt x="565775" y="282"/>
                  </a:lnTo>
                  <a:lnTo>
                    <a:pt x="573633" y="283"/>
                  </a:lnTo>
                  <a:lnTo>
                    <a:pt x="581491" y="285"/>
                  </a:lnTo>
                  <a:lnTo>
                    <a:pt x="589349" y="287"/>
                  </a:lnTo>
                  <a:lnTo>
                    <a:pt x="597207" y="289"/>
                  </a:lnTo>
                  <a:lnTo>
                    <a:pt x="605065" y="290"/>
                  </a:lnTo>
                  <a:lnTo>
                    <a:pt x="612923" y="291"/>
                  </a:lnTo>
                  <a:lnTo>
                    <a:pt x="620781" y="294"/>
                  </a:lnTo>
                  <a:lnTo>
                    <a:pt x="628639" y="296"/>
                  </a:lnTo>
                  <a:lnTo>
                    <a:pt x="636497" y="298"/>
                  </a:lnTo>
                  <a:lnTo>
                    <a:pt x="644355" y="299"/>
                  </a:lnTo>
                  <a:lnTo>
                    <a:pt x="652213" y="301"/>
                  </a:lnTo>
                  <a:lnTo>
                    <a:pt x="660071" y="302"/>
                  </a:lnTo>
                  <a:lnTo>
                    <a:pt x="667929" y="304"/>
                  </a:lnTo>
                  <a:lnTo>
                    <a:pt x="675787" y="305"/>
                  </a:lnTo>
                  <a:lnTo>
                    <a:pt x="683645" y="307"/>
                  </a:lnTo>
                  <a:lnTo>
                    <a:pt x="691503" y="308"/>
                  </a:lnTo>
                  <a:lnTo>
                    <a:pt x="699361" y="309"/>
                  </a:lnTo>
                  <a:lnTo>
                    <a:pt x="707219" y="311"/>
                  </a:lnTo>
                  <a:lnTo>
                    <a:pt x="715077" y="312"/>
                  </a:lnTo>
                  <a:lnTo>
                    <a:pt x="722935" y="314"/>
                  </a:lnTo>
                  <a:lnTo>
                    <a:pt x="730793" y="315"/>
                  </a:lnTo>
                  <a:lnTo>
                    <a:pt x="738651" y="317"/>
                  </a:lnTo>
                  <a:lnTo>
                    <a:pt x="746509" y="318"/>
                  </a:lnTo>
                  <a:lnTo>
                    <a:pt x="754367" y="319"/>
                  </a:lnTo>
                  <a:lnTo>
                    <a:pt x="762225" y="321"/>
                  </a:lnTo>
                  <a:lnTo>
                    <a:pt x="770083" y="322"/>
                  </a:lnTo>
                  <a:lnTo>
                    <a:pt x="777941" y="324"/>
                  </a:lnTo>
                  <a:lnTo>
                    <a:pt x="785799" y="324"/>
                  </a:lnTo>
                  <a:lnTo>
                    <a:pt x="793657" y="325"/>
                  </a:lnTo>
                  <a:lnTo>
                    <a:pt x="801515" y="325"/>
                  </a:lnTo>
                  <a:lnTo>
                    <a:pt x="809373" y="326"/>
                  </a:lnTo>
                  <a:lnTo>
                    <a:pt x="817231" y="327"/>
                  </a:lnTo>
                  <a:lnTo>
                    <a:pt x="825089" y="328"/>
                  </a:lnTo>
                  <a:lnTo>
                    <a:pt x="832947" y="329"/>
                  </a:lnTo>
                  <a:lnTo>
                    <a:pt x="840805" y="330"/>
                  </a:lnTo>
                  <a:lnTo>
                    <a:pt x="848663" y="331"/>
                  </a:lnTo>
                  <a:lnTo>
                    <a:pt x="856521" y="332"/>
                  </a:lnTo>
                  <a:lnTo>
                    <a:pt x="864379" y="333"/>
                  </a:lnTo>
                  <a:lnTo>
                    <a:pt x="872237" y="334"/>
                  </a:lnTo>
                  <a:lnTo>
                    <a:pt x="880095" y="335"/>
                  </a:lnTo>
                  <a:lnTo>
                    <a:pt x="887953" y="335"/>
                  </a:lnTo>
                  <a:lnTo>
                    <a:pt x="895811" y="337"/>
                  </a:lnTo>
                  <a:lnTo>
                    <a:pt x="903669" y="338"/>
                  </a:lnTo>
                  <a:lnTo>
                    <a:pt x="911527" y="338"/>
                  </a:lnTo>
                  <a:lnTo>
                    <a:pt x="919385" y="340"/>
                  </a:lnTo>
                  <a:lnTo>
                    <a:pt x="927243" y="341"/>
                  </a:lnTo>
                  <a:lnTo>
                    <a:pt x="935101" y="342"/>
                  </a:lnTo>
                  <a:lnTo>
                    <a:pt x="942959" y="344"/>
                  </a:lnTo>
                  <a:lnTo>
                    <a:pt x="950817" y="345"/>
                  </a:lnTo>
                  <a:lnTo>
                    <a:pt x="958675" y="346"/>
                  </a:lnTo>
                  <a:lnTo>
                    <a:pt x="966533" y="347"/>
                  </a:lnTo>
                  <a:lnTo>
                    <a:pt x="974391" y="347"/>
                  </a:lnTo>
                  <a:lnTo>
                    <a:pt x="982249" y="348"/>
                  </a:lnTo>
                  <a:lnTo>
                    <a:pt x="990107" y="349"/>
                  </a:lnTo>
                  <a:lnTo>
                    <a:pt x="997965" y="350"/>
                  </a:lnTo>
                  <a:lnTo>
                    <a:pt x="1005823" y="351"/>
                  </a:lnTo>
                  <a:lnTo>
                    <a:pt x="1013681" y="351"/>
                  </a:lnTo>
                  <a:lnTo>
                    <a:pt x="1021539" y="352"/>
                  </a:lnTo>
                  <a:lnTo>
                    <a:pt x="1029397" y="352"/>
                  </a:lnTo>
                  <a:lnTo>
                    <a:pt x="1037254" y="353"/>
                  </a:lnTo>
                  <a:lnTo>
                    <a:pt x="1045112" y="354"/>
                  </a:lnTo>
                  <a:lnTo>
                    <a:pt x="1052970" y="355"/>
                  </a:lnTo>
                  <a:lnTo>
                    <a:pt x="1060828" y="355"/>
                  </a:lnTo>
                  <a:lnTo>
                    <a:pt x="1068686" y="356"/>
                  </a:lnTo>
                  <a:lnTo>
                    <a:pt x="1076544" y="358"/>
                  </a:lnTo>
                  <a:lnTo>
                    <a:pt x="1084402" y="359"/>
                  </a:lnTo>
                  <a:lnTo>
                    <a:pt x="1092260" y="359"/>
                  </a:lnTo>
                  <a:lnTo>
                    <a:pt x="1100118" y="360"/>
                  </a:lnTo>
                  <a:lnTo>
                    <a:pt x="1107976" y="361"/>
                  </a:lnTo>
                  <a:lnTo>
                    <a:pt x="1115834" y="361"/>
                  </a:lnTo>
                  <a:lnTo>
                    <a:pt x="1123692" y="362"/>
                  </a:lnTo>
                  <a:lnTo>
                    <a:pt x="1131550" y="362"/>
                  </a:lnTo>
                  <a:lnTo>
                    <a:pt x="1139408" y="363"/>
                  </a:lnTo>
                  <a:lnTo>
                    <a:pt x="1147266" y="363"/>
                  </a:lnTo>
                  <a:lnTo>
                    <a:pt x="1155124" y="364"/>
                  </a:lnTo>
                  <a:lnTo>
                    <a:pt x="1162982" y="365"/>
                  </a:lnTo>
                  <a:lnTo>
                    <a:pt x="1170840" y="365"/>
                  </a:lnTo>
                  <a:lnTo>
                    <a:pt x="1178698" y="366"/>
                  </a:lnTo>
                  <a:lnTo>
                    <a:pt x="1186556" y="367"/>
                  </a:lnTo>
                  <a:lnTo>
                    <a:pt x="1194414" y="368"/>
                  </a:lnTo>
                  <a:lnTo>
                    <a:pt x="1202272" y="369"/>
                  </a:lnTo>
                  <a:lnTo>
                    <a:pt x="1210130" y="369"/>
                  </a:lnTo>
                  <a:lnTo>
                    <a:pt x="1217988" y="369"/>
                  </a:lnTo>
                  <a:lnTo>
                    <a:pt x="1225846" y="370"/>
                  </a:lnTo>
                  <a:lnTo>
                    <a:pt x="1233704" y="371"/>
                  </a:lnTo>
                  <a:lnTo>
                    <a:pt x="1241562" y="371"/>
                  </a:lnTo>
                  <a:lnTo>
                    <a:pt x="1249420" y="372"/>
                  </a:lnTo>
                  <a:lnTo>
                    <a:pt x="1257278" y="372"/>
                  </a:lnTo>
                  <a:lnTo>
                    <a:pt x="1265136" y="373"/>
                  </a:lnTo>
                  <a:lnTo>
                    <a:pt x="1272994" y="374"/>
                  </a:lnTo>
                  <a:lnTo>
                    <a:pt x="1280852" y="374"/>
                  </a:lnTo>
                  <a:lnTo>
                    <a:pt x="1288710" y="375"/>
                  </a:lnTo>
                  <a:lnTo>
                    <a:pt x="1296568" y="375"/>
                  </a:lnTo>
                  <a:lnTo>
                    <a:pt x="1304426" y="375"/>
                  </a:lnTo>
                  <a:lnTo>
                    <a:pt x="1312284" y="376"/>
                  </a:lnTo>
                  <a:lnTo>
                    <a:pt x="1320142" y="376"/>
                  </a:lnTo>
                  <a:lnTo>
                    <a:pt x="1328000" y="377"/>
                  </a:lnTo>
                  <a:lnTo>
                    <a:pt x="1335858" y="377"/>
                  </a:lnTo>
                  <a:lnTo>
                    <a:pt x="1343716" y="377"/>
                  </a:lnTo>
                  <a:lnTo>
                    <a:pt x="1351574" y="378"/>
                  </a:lnTo>
                  <a:lnTo>
                    <a:pt x="1359432" y="378"/>
                  </a:lnTo>
                  <a:lnTo>
                    <a:pt x="1367290" y="379"/>
                  </a:lnTo>
                  <a:lnTo>
                    <a:pt x="1375148" y="379"/>
                  </a:lnTo>
                  <a:lnTo>
                    <a:pt x="1383006" y="379"/>
                  </a:lnTo>
                  <a:lnTo>
                    <a:pt x="1390864" y="380"/>
                  </a:lnTo>
                  <a:lnTo>
                    <a:pt x="1398722" y="380"/>
                  </a:lnTo>
                  <a:lnTo>
                    <a:pt x="1406580" y="380"/>
                  </a:lnTo>
                  <a:lnTo>
                    <a:pt x="1414438" y="380"/>
                  </a:lnTo>
                  <a:lnTo>
                    <a:pt x="1422296" y="380"/>
                  </a:lnTo>
                  <a:lnTo>
                    <a:pt x="1430154" y="381"/>
                  </a:lnTo>
                  <a:lnTo>
                    <a:pt x="1438012" y="381"/>
                  </a:lnTo>
                  <a:lnTo>
                    <a:pt x="1445870" y="381"/>
                  </a:lnTo>
                  <a:lnTo>
                    <a:pt x="1453728" y="381"/>
                  </a:lnTo>
                  <a:lnTo>
                    <a:pt x="1461586" y="382"/>
                  </a:lnTo>
                  <a:lnTo>
                    <a:pt x="1469444" y="382"/>
                  </a:lnTo>
                  <a:lnTo>
                    <a:pt x="1477302" y="383"/>
                  </a:lnTo>
                  <a:lnTo>
                    <a:pt x="1485160" y="383"/>
                  </a:lnTo>
                  <a:lnTo>
                    <a:pt x="1493018" y="384"/>
                  </a:lnTo>
                  <a:lnTo>
                    <a:pt x="1500876" y="384"/>
                  </a:lnTo>
                  <a:lnTo>
                    <a:pt x="1508734" y="384"/>
                  </a:lnTo>
                  <a:lnTo>
                    <a:pt x="1516592" y="384"/>
                  </a:lnTo>
                  <a:lnTo>
                    <a:pt x="1524450" y="384"/>
                  </a:lnTo>
                  <a:lnTo>
                    <a:pt x="1532308" y="384"/>
                  </a:lnTo>
                  <a:lnTo>
                    <a:pt x="1540166" y="384"/>
                  </a:lnTo>
                  <a:lnTo>
                    <a:pt x="1548024" y="384"/>
                  </a:lnTo>
                  <a:lnTo>
                    <a:pt x="1555882" y="385"/>
                  </a:lnTo>
                  <a:lnTo>
                    <a:pt x="1563740" y="385"/>
                  </a:lnTo>
                  <a:lnTo>
                    <a:pt x="1571598" y="386"/>
                  </a:lnTo>
                  <a:lnTo>
                    <a:pt x="1579456" y="386"/>
                  </a:lnTo>
                  <a:lnTo>
                    <a:pt x="1587314" y="386"/>
                  </a:lnTo>
                  <a:lnTo>
                    <a:pt x="1595172" y="386"/>
                  </a:lnTo>
                  <a:lnTo>
                    <a:pt x="1603030" y="387"/>
                  </a:lnTo>
                  <a:lnTo>
                    <a:pt x="1610888" y="387"/>
                  </a:lnTo>
                  <a:lnTo>
                    <a:pt x="1618746" y="388"/>
                  </a:lnTo>
                  <a:lnTo>
                    <a:pt x="1626604" y="388"/>
                  </a:lnTo>
                  <a:lnTo>
                    <a:pt x="1634462" y="389"/>
                  </a:lnTo>
                  <a:lnTo>
                    <a:pt x="1642320" y="389"/>
                  </a:lnTo>
                  <a:lnTo>
                    <a:pt x="1650178" y="389"/>
                  </a:lnTo>
                  <a:lnTo>
                    <a:pt x="1658036" y="389"/>
                  </a:lnTo>
                  <a:lnTo>
                    <a:pt x="1665894" y="390"/>
                  </a:lnTo>
                  <a:lnTo>
                    <a:pt x="1673752" y="390"/>
                  </a:lnTo>
                  <a:lnTo>
                    <a:pt x="1681610" y="391"/>
                  </a:lnTo>
                  <a:lnTo>
                    <a:pt x="1689468" y="391"/>
                  </a:lnTo>
                  <a:lnTo>
                    <a:pt x="1697326" y="391"/>
                  </a:lnTo>
                  <a:lnTo>
                    <a:pt x="1705184" y="391"/>
                  </a:lnTo>
                  <a:lnTo>
                    <a:pt x="1713042" y="391"/>
                  </a:lnTo>
                  <a:lnTo>
                    <a:pt x="1720900" y="391"/>
                  </a:lnTo>
                  <a:lnTo>
                    <a:pt x="1728758" y="392"/>
                  </a:lnTo>
                  <a:lnTo>
                    <a:pt x="1736616" y="392"/>
                  </a:lnTo>
                  <a:lnTo>
                    <a:pt x="1744474" y="393"/>
                  </a:lnTo>
                  <a:lnTo>
                    <a:pt x="1752332" y="393"/>
                  </a:lnTo>
                  <a:lnTo>
                    <a:pt x="1760190" y="393"/>
                  </a:lnTo>
                  <a:lnTo>
                    <a:pt x="1768048" y="393"/>
                  </a:lnTo>
                  <a:lnTo>
                    <a:pt x="1775906" y="394"/>
                  </a:lnTo>
                  <a:lnTo>
                    <a:pt x="1783764" y="394"/>
                  </a:lnTo>
                  <a:lnTo>
                    <a:pt x="1791622" y="394"/>
                  </a:lnTo>
                  <a:lnTo>
                    <a:pt x="1799480" y="394"/>
                  </a:lnTo>
                  <a:lnTo>
                    <a:pt x="1807338" y="394"/>
                  </a:lnTo>
                  <a:lnTo>
                    <a:pt x="1815196" y="395"/>
                  </a:lnTo>
                  <a:lnTo>
                    <a:pt x="1823054" y="395"/>
                  </a:lnTo>
                  <a:lnTo>
                    <a:pt x="1830912" y="395"/>
                  </a:lnTo>
                  <a:lnTo>
                    <a:pt x="1838770" y="395"/>
                  </a:lnTo>
                  <a:lnTo>
                    <a:pt x="1846628" y="395"/>
                  </a:lnTo>
                  <a:lnTo>
                    <a:pt x="1854486" y="395"/>
                  </a:lnTo>
                  <a:lnTo>
                    <a:pt x="1862344" y="396"/>
                  </a:lnTo>
                  <a:lnTo>
                    <a:pt x="1870202" y="396"/>
                  </a:lnTo>
                  <a:lnTo>
                    <a:pt x="1878060" y="396"/>
                  </a:lnTo>
                  <a:lnTo>
                    <a:pt x="1885918" y="396"/>
                  </a:lnTo>
                  <a:lnTo>
                    <a:pt x="1893776" y="397"/>
                  </a:lnTo>
                  <a:lnTo>
                    <a:pt x="1901634" y="397"/>
                  </a:lnTo>
                  <a:lnTo>
                    <a:pt x="1909492" y="397"/>
                  </a:lnTo>
                  <a:lnTo>
                    <a:pt x="1917350" y="398"/>
                  </a:lnTo>
                  <a:lnTo>
                    <a:pt x="1925208" y="398"/>
                  </a:lnTo>
                  <a:lnTo>
                    <a:pt x="1933066" y="398"/>
                  </a:lnTo>
                  <a:lnTo>
                    <a:pt x="1940924" y="398"/>
                  </a:lnTo>
                  <a:lnTo>
                    <a:pt x="1948782" y="398"/>
                  </a:lnTo>
                  <a:lnTo>
                    <a:pt x="1956640" y="398"/>
                  </a:lnTo>
                  <a:lnTo>
                    <a:pt x="1964498" y="398"/>
                  </a:lnTo>
                  <a:lnTo>
                    <a:pt x="1972356" y="398"/>
                  </a:lnTo>
                  <a:lnTo>
                    <a:pt x="1980214" y="399"/>
                  </a:lnTo>
                  <a:lnTo>
                    <a:pt x="1988072" y="399"/>
                  </a:lnTo>
                  <a:lnTo>
                    <a:pt x="1995930" y="399"/>
                  </a:lnTo>
                  <a:lnTo>
                    <a:pt x="2003788" y="399"/>
                  </a:lnTo>
                  <a:lnTo>
                    <a:pt x="2011646" y="399"/>
                  </a:lnTo>
                  <a:lnTo>
                    <a:pt x="2019504" y="399"/>
                  </a:lnTo>
                  <a:lnTo>
                    <a:pt x="2027362" y="399"/>
                  </a:lnTo>
                  <a:lnTo>
                    <a:pt x="2035220" y="4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0" name="pl209"/>
            <p:cNvSpPr/>
            <p:nvPr/>
          </p:nvSpPr>
          <p:spPr>
            <a:xfrm>
              <a:off x="6029658" y="3105489"/>
              <a:ext cx="2035220" cy="72"/>
            </a:xfrm>
            <a:custGeom>
              <a:avLst/>
              <a:pathLst>
                <a:path w="2035220" h="72">
                  <a:moveTo>
                    <a:pt x="2035220" y="72"/>
                  </a:moveTo>
                  <a:lnTo>
                    <a:pt x="2027362" y="72"/>
                  </a:lnTo>
                  <a:lnTo>
                    <a:pt x="2019504" y="72"/>
                  </a:lnTo>
                  <a:lnTo>
                    <a:pt x="2011646" y="72"/>
                  </a:lnTo>
                  <a:lnTo>
                    <a:pt x="2003788" y="72"/>
                  </a:lnTo>
                  <a:lnTo>
                    <a:pt x="1995930" y="72"/>
                  </a:lnTo>
                  <a:lnTo>
                    <a:pt x="1988072" y="72"/>
                  </a:lnTo>
                  <a:lnTo>
                    <a:pt x="1980214" y="72"/>
                  </a:lnTo>
                  <a:lnTo>
                    <a:pt x="1972356" y="72"/>
                  </a:lnTo>
                  <a:lnTo>
                    <a:pt x="1964498" y="72"/>
                  </a:lnTo>
                  <a:lnTo>
                    <a:pt x="1956640" y="72"/>
                  </a:lnTo>
                  <a:lnTo>
                    <a:pt x="1948782" y="72"/>
                  </a:lnTo>
                  <a:lnTo>
                    <a:pt x="1940924" y="72"/>
                  </a:lnTo>
                  <a:lnTo>
                    <a:pt x="1933066" y="71"/>
                  </a:lnTo>
                  <a:lnTo>
                    <a:pt x="1925208" y="71"/>
                  </a:lnTo>
                  <a:lnTo>
                    <a:pt x="1917350" y="71"/>
                  </a:lnTo>
                  <a:lnTo>
                    <a:pt x="1909492" y="71"/>
                  </a:lnTo>
                  <a:lnTo>
                    <a:pt x="1901634" y="71"/>
                  </a:lnTo>
                  <a:lnTo>
                    <a:pt x="1893776" y="71"/>
                  </a:lnTo>
                  <a:lnTo>
                    <a:pt x="1885918" y="71"/>
                  </a:lnTo>
                  <a:lnTo>
                    <a:pt x="1878060" y="71"/>
                  </a:lnTo>
                  <a:lnTo>
                    <a:pt x="1870202" y="71"/>
                  </a:lnTo>
                  <a:lnTo>
                    <a:pt x="1862344" y="71"/>
                  </a:lnTo>
                  <a:lnTo>
                    <a:pt x="1854486" y="71"/>
                  </a:lnTo>
                  <a:lnTo>
                    <a:pt x="1846628" y="71"/>
                  </a:lnTo>
                  <a:lnTo>
                    <a:pt x="1838770" y="71"/>
                  </a:lnTo>
                  <a:lnTo>
                    <a:pt x="1830912" y="71"/>
                  </a:lnTo>
                  <a:lnTo>
                    <a:pt x="1823054" y="71"/>
                  </a:lnTo>
                  <a:lnTo>
                    <a:pt x="1815196" y="71"/>
                  </a:lnTo>
                  <a:lnTo>
                    <a:pt x="1807338" y="71"/>
                  </a:lnTo>
                  <a:lnTo>
                    <a:pt x="1799480" y="70"/>
                  </a:lnTo>
                  <a:lnTo>
                    <a:pt x="1791622" y="70"/>
                  </a:lnTo>
                  <a:lnTo>
                    <a:pt x="1783764" y="70"/>
                  </a:lnTo>
                  <a:lnTo>
                    <a:pt x="1775906" y="70"/>
                  </a:lnTo>
                  <a:lnTo>
                    <a:pt x="1768048" y="70"/>
                  </a:lnTo>
                  <a:lnTo>
                    <a:pt x="1760190" y="70"/>
                  </a:lnTo>
                  <a:lnTo>
                    <a:pt x="1752332" y="70"/>
                  </a:lnTo>
                  <a:lnTo>
                    <a:pt x="1744474" y="70"/>
                  </a:lnTo>
                  <a:lnTo>
                    <a:pt x="1736616" y="70"/>
                  </a:lnTo>
                  <a:lnTo>
                    <a:pt x="1728758" y="70"/>
                  </a:lnTo>
                  <a:lnTo>
                    <a:pt x="1720900" y="70"/>
                  </a:lnTo>
                  <a:lnTo>
                    <a:pt x="1713042" y="70"/>
                  </a:lnTo>
                  <a:lnTo>
                    <a:pt x="1705184" y="70"/>
                  </a:lnTo>
                  <a:lnTo>
                    <a:pt x="1697326" y="70"/>
                  </a:lnTo>
                  <a:lnTo>
                    <a:pt x="1689468" y="69"/>
                  </a:lnTo>
                  <a:lnTo>
                    <a:pt x="1681610" y="69"/>
                  </a:lnTo>
                  <a:lnTo>
                    <a:pt x="1673752" y="69"/>
                  </a:lnTo>
                  <a:lnTo>
                    <a:pt x="1665894" y="69"/>
                  </a:lnTo>
                  <a:lnTo>
                    <a:pt x="1658036" y="69"/>
                  </a:lnTo>
                  <a:lnTo>
                    <a:pt x="1650178" y="69"/>
                  </a:lnTo>
                  <a:lnTo>
                    <a:pt x="1642320" y="69"/>
                  </a:lnTo>
                  <a:lnTo>
                    <a:pt x="1634462" y="69"/>
                  </a:lnTo>
                  <a:lnTo>
                    <a:pt x="1626604" y="69"/>
                  </a:lnTo>
                  <a:lnTo>
                    <a:pt x="1618746" y="69"/>
                  </a:lnTo>
                  <a:lnTo>
                    <a:pt x="1610888" y="69"/>
                  </a:lnTo>
                  <a:lnTo>
                    <a:pt x="1603030" y="68"/>
                  </a:lnTo>
                  <a:lnTo>
                    <a:pt x="1595172" y="68"/>
                  </a:lnTo>
                  <a:lnTo>
                    <a:pt x="1587314" y="68"/>
                  </a:lnTo>
                  <a:lnTo>
                    <a:pt x="1579456" y="68"/>
                  </a:lnTo>
                  <a:lnTo>
                    <a:pt x="1571598" y="68"/>
                  </a:lnTo>
                  <a:lnTo>
                    <a:pt x="1563740" y="68"/>
                  </a:lnTo>
                  <a:lnTo>
                    <a:pt x="1555882" y="68"/>
                  </a:lnTo>
                  <a:lnTo>
                    <a:pt x="1548024" y="68"/>
                  </a:lnTo>
                  <a:lnTo>
                    <a:pt x="1540166" y="68"/>
                  </a:lnTo>
                  <a:lnTo>
                    <a:pt x="1532308" y="67"/>
                  </a:lnTo>
                  <a:lnTo>
                    <a:pt x="1524450" y="67"/>
                  </a:lnTo>
                  <a:lnTo>
                    <a:pt x="1516592" y="67"/>
                  </a:lnTo>
                  <a:lnTo>
                    <a:pt x="1508734" y="67"/>
                  </a:lnTo>
                  <a:lnTo>
                    <a:pt x="1500876" y="67"/>
                  </a:lnTo>
                  <a:lnTo>
                    <a:pt x="1493018" y="67"/>
                  </a:lnTo>
                  <a:lnTo>
                    <a:pt x="1485160" y="67"/>
                  </a:lnTo>
                  <a:lnTo>
                    <a:pt x="1477302" y="67"/>
                  </a:lnTo>
                  <a:lnTo>
                    <a:pt x="1469444" y="66"/>
                  </a:lnTo>
                  <a:lnTo>
                    <a:pt x="1461586" y="66"/>
                  </a:lnTo>
                  <a:lnTo>
                    <a:pt x="1453728" y="66"/>
                  </a:lnTo>
                  <a:lnTo>
                    <a:pt x="1445870" y="66"/>
                  </a:lnTo>
                  <a:lnTo>
                    <a:pt x="1438012" y="66"/>
                  </a:lnTo>
                  <a:lnTo>
                    <a:pt x="1430154" y="66"/>
                  </a:lnTo>
                  <a:lnTo>
                    <a:pt x="1422296" y="66"/>
                  </a:lnTo>
                  <a:lnTo>
                    <a:pt x="1414438" y="65"/>
                  </a:lnTo>
                  <a:lnTo>
                    <a:pt x="1406580" y="65"/>
                  </a:lnTo>
                  <a:lnTo>
                    <a:pt x="1398722" y="65"/>
                  </a:lnTo>
                  <a:lnTo>
                    <a:pt x="1390864" y="65"/>
                  </a:lnTo>
                  <a:lnTo>
                    <a:pt x="1383006" y="65"/>
                  </a:lnTo>
                  <a:lnTo>
                    <a:pt x="1375148" y="65"/>
                  </a:lnTo>
                  <a:lnTo>
                    <a:pt x="1367290" y="64"/>
                  </a:lnTo>
                  <a:lnTo>
                    <a:pt x="1359432" y="64"/>
                  </a:lnTo>
                  <a:lnTo>
                    <a:pt x="1351574" y="64"/>
                  </a:lnTo>
                  <a:lnTo>
                    <a:pt x="1343716" y="64"/>
                  </a:lnTo>
                  <a:lnTo>
                    <a:pt x="1335858" y="64"/>
                  </a:lnTo>
                  <a:lnTo>
                    <a:pt x="1328000" y="64"/>
                  </a:lnTo>
                  <a:lnTo>
                    <a:pt x="1320142" y="63"/>
                  </a:lnTo>
                  <a:lnTo>
                    <a:pt x="1312284" y="63"/>
                  </a:lnTo>
                  <a:lnTo>
                    <a:pt x="1304426" y="63"/>
                  </a:lnTo>
                  <a:lnTo>
                    <a:pt x="1296568" y="63"/>
                  </a:lnTo>
                  <a:lnTo>
                    <a:pt x="1288710" y="63"/>
                  </a:lnTo>
                  <a:lnTo>
                    <a:pt x="1280852" y="63"/>
                  </a:lnTo>
                  <a:lnTo>
                    <a:pt x="1272994" y="62"/>
                  </a:lnTo>
                  <a:lnTo>
                    <a:pt x="1265136" y="62"/>
                  </a:lnTo>
                  <a:lnTo>
                    <a:pt x="1257278" y="62"/>
                  </a:lnTo>
                  <a:lnTo>
                    <a:pt x="1249420" y="62"/>
                  </a:lnTo>
                  <a:lnTo>
                    <a:pt x="1241562" y="62"/>
                  </a:lnTo>
                  <a:lnTo>
                    <a:pt x="1233704" y="61"/>
                  </a:lnTo>
                  <a:lnTo>
                    <a:pt x="1225846" y="61"/>
                  </a:lnTo>
                  <a:lnTo>
                    <a:pt x="1217988" y="61"/>
                  </a:lnTo>
                  <a:lnTo>
                    <a:pt x="1210130" y="61"/>
                  </a:lnTo>
                  <a:lnTo>
                    <a:pt x="1202272" y="60"/>
                  </a:lnTo>
                  <a:lnTo>
                    <a:pt x="1194414" y="60"/>
                  </a:lnTo>
                  <a:lnTo>
                    <a:pt x="1186556" y="60"/>
                  </a:lnTo>
                  <a:lnTo>
                    <a:pt x="1178698" y="60"/>
                  </a:lnTo>
                  <a:lnTo>
                    <a:pt x="1170840" y="59"/>
                  </a:lnTo>
                  <a:lnTo>
                    <a:pt x="1162982" y="59"/>
                  </a:lnTo>
                  <a:lnTo>
                    <a:pt x="1155124" y="59"/>
                  </a:lnTo>
                  <a:lnTo>
                    <a:pt x="1147266" y="59"/>
                  </a:lnTo>
                  <a:lnTo>
                    <a:pt x="1139408" y="58"/>
                  </a:lnTo>
                  <a:lnTo>
                    <a:pt x="1131550" y="58"/>
                  </a:lnTo>
                  <a:lnTo>
                    <a:pt x="1123692" y="58"/>
                  </a:lnTo>
                  <a:lnTo>
                    <a:pt x="1115834" y="58"/>
                  </a:lnTo>
                  <a:lnTo>
                    <a:pt x="1107976" y="57"/>
                  </a:lnTo>
                  <a:lnTo>
                    <a:pt x="1100118" y="57"/>
                  </a:lnTo>
                  <a:lnTo>
                    <a:pt x="1092260" y="57"/>
                  </a:lnTo>
                  <a:lnTo>
                    <a:pt x="1084402" y="57"/>
                  </a:lnTo>
                  <a:lnTo>
                    <a:pt x="1076544" y="56"/>
                  </a:lnTo>
                  <a:lnTo>
                    <a:pt x="1068686" y="56"/>
                  </a:lnTo>
                  <a:lnTo>
                    <a:pt x="1060828" y="56"/>
                  </a:lnTo>
                  <a:lnTo>
                    <a:pt x="1052970" y="56"/>
                  </a:lnTo>
                  <a:lnTo>
                    <a:pt x="1045112" y="55"/>
                  </a:lnTo>
                  <a:lnTo>
                    <a:pt x="1037254" y="55"/>
                  </a:lnTo>
                  <a:lnTo>
                    <a:pt x="1029397" y="55"/>
                  </a:lnTo>
                  <a:lnTo>
                    <a:pt x="1021539" y="55"/>
                  </a:lnTo>
                  <a:lnTo>
                    <a:pt x="1013681" y="54"/>
                  </a:lnTo>
                  <a:lnTo>
                    <a:pt x="1005823" y="54"/>
                  </a:lnTo>
                  <a:lnTo>
                    <a:pt x="997965" y="54"/>
                  </a:lnTo>
                  <a:lnTo>
                    <a:pt x="990107" y="53"/>
                  </a:lnTo>
                  <a:lnTo>
                    <a:pt x="982249" y="53"/>
                  </a:lnTo>
                  <a:lnTo>
                    <a:pt x="974391" y="53"/>
                  </a:lnTo>
                  <a:lnTo>
                    <a:pt x="966533" y="53"/>
                  </a:lnTo>
                  <a:lnTo>
                    <a:pt x="958675" y="52"/>
                  </a:lnTo>
                  <a:lnTo>
                    <a:pt x="950817" y="52"/>
                  </a:lnTo>
                  <a:lnTo>
                    <a:pt x="942959" y="52"/>
                  </a:lnTo>
                  <a:lnTo>
                    <a:pt x="935101" y="51"/>
                  </a:lnTo>
                  <a:lnTo>
                    <a:pt x="927243" y="51"/>
                  </a:lnTo>
                  <a:lnTo>
                    <a:pt x="919385" y="50"/>
                  </a:lnTo>
                  <a:lnTo>
                    <a:pt x="911527" y="50"/>
                  </a:lnTo>
                  <a:lnTo>
                    <a:pt x="903669" y="50"/>
                  </a:lnTo>
                  <a:lnTo>
                    <a:pt x="895811" y="49"/>
                  </a:lnTo>
                  <a:lnTo>
                    <a:pt x="887953" y="49"/>
                  </a:lnTo>
                  <a:lnTo>
                    <a:pt x="880095" y="49"/>
                  </a:lnTo>
                  <a:lnTo>
                    <a:pt x="872237" y="49"/>
                  </a:lnTo>
                  <a:lnTo>
                    <a:pt x="864379" y="48"/>
                  </a:lnTo>
                  <a:lnTo>
                    <a:pt x="856521" y="48"/>
                  </a:lnTo>
                  <a:lnTo>
                    <a:pt x="848663" y="48"/>
                  </a:lnTo>
                  <a:lnTo>
                    <a:pt x="840805" y="47"/>
                  </a:lnTo>
                  <a:lnTo>
                    <a:pt x="832947" y="47"/>
                  </a:lnTo>
                  <a:lnTo>
                    <a:pt x="825089" y="47"/>
                  </a:lnTo>
                  <a:lnTo>
                    <a:pt x="817231" y="46"/>
                  </a:lnTo>
                  <a:lnTo>
                    <a:pt x="809373" y="46"/>
                  </a:lnTo>
                  <a:lnTo>
                    <a:pt x="801515" y="45"/>
                  </a:lnTo>
                  <a:lnTo>
                    <a:pt x="793657" y="45"/>
                  </a:lnTo>
                  <a:lnTo>
                    <a:pt x="785799" y="45"/>
                  </a:lnTo>
                  <a:lnTo>
                    <a:pt x="777941" y="44"/>
                  </a:lnTo>
                  <a:lnTo>
                    <a:pt x="770083" y="44"/>
                  </a:lnTo>
                  <a:lnTo>
                    <a:pt x="762225" y="43"/>
                  </a:lnTo>
                  <a:lnTo>
                    <a:pt x="754367" y="43"/>
                  </a:lnTo>
                  <a:lnTo>
                    <a:pt x="746509" y="42"/>
                  </a:lnTo>
                  <a:lnTo>
                    <a:pt x="738651" y="42"/>
                  </a:lnTo>
                  <a:lnTo>
                    <a:pt x="730793" y="41"/>
                  </a:lnTo>
                  <a:lnTo>
                    <a:pt x="722935" y="41"/>
                  </a:lnTo>
                  <a:lnTo>
                    <a:pt x="715077" y="40"/>
                  </a:lnTo>
                  <a:lnTo>
                    <a:pt x="707219" y="40"/>
                  </a:lnTo>
                  <a:lnTo>
                    <a:pt x="699361" y="40"/>
                  </a:lnTo>
                  <a:lnTo>
                    <a:pt x="691503" y="39"/>
                  </a:lnTo>
                  <a:lnTo>
                    <a:pt x="683645" y="39"/>
                  </a:lnTo>
                  <a:lnTo>
                    <a:pt x="675787" y="38"/>
                  </a:lnTo>
                  <a:lnTo>
                    <a:pt x="667929" y="38"/>
                  </a:lnTo>
                  <a:lnTo>
                    <a:pt x="660071" y="38"/>
                  </a:lnTo>
                  <a:lnTo>
                    <a:pt x="652213" y="37"/>
                  </a:lnTo>
                  <a:lnTo>
                    <a:pt x="644355" y="37"/>
                  </a:lnTo>
                  <a:lnTo>
                    <a:pt x="636497" y="37"/>
                  </a:lnTo>
                  <a:lnTo>
                    <a:pt x="628639" y="36"/>
                  </a:lnTo>
                  <a:lnTo>
                    <a:pt x="620781" y="36"/>
                  </a:lnTo>
                  <a:lnTo>
                    <a:pt x="612923" y="36"/>
                  </a:lnTo>
                  <a:lnTo>
                    <a:pt x="605065" y="35"/>
                  </a:lnTo>
                  <a:lnTo>
                    <a:pt x="597207" y="35"/>
                  </a:lnTo>
                  <a:lnTo>
                    <a:pt x="589349" y="34"/>
                  </a:lnTo>
                  <a:lnTo>
                    <a:pt x="581491" y="34"/>
                  </a:lnTo>
                  <a:lnTo>
                    <a:pt x="573633" y="33"/>
                  </a:lnTo>
                  <a:lnTo>
                    <a:pt x="565775" y="33"/>
                  </a:lnTo>
                  <a:lnTo>
                    <a:pt x="557917" y="33"/>
                  </a:lnTo>
                  <a:lnTo>
                    <a:pt x="550059" y="32"/>
                  </a:lnTo>
                  <a:lnTo>
                    <a:pt x="542201" y="31"/>
                  </a:lnTo>
                  <a:lnTo>
                    <a:pt x="534343" y="31"/>
                  </a:lnTo>
                  <a:lnTo>
                    <a:pt x="526485" y="30"/>
                  </a:lnTo>
                  <a:lnTo>
                    <a:pt x="518627" y="29"/>
                  </a:lnTo>
                  <a:lnTo>
                    <a:pt x="510769" y="29"/>
                  </a:lnTo>
                  <a:lnTo>
                    <a:pt x="502911" y="28"/>
                  </a:lnTo>
                  <a:lnTo>
                    <a:pt x="495053" y="28"/>
                  </a:lnTo>
                  <a:lnTo>
                    <a:pt x="487195" y="28"/>
                  </a:lnTo>
                  <a:lnTo>
                    <a:pt x="479337" y="27"/>
                  </a:lnTo>
                  <a:lnTo>
                    <a:pt x="471479" y="27"/>
                  </a:lnTo>
                  <a:lnTo>
                    <a:pt x="463621" y="26"/>
                  </a:lnTo>
                  <a:lnTo>
                    <a:pt x="455763" y="26"/>
                  </a:lnTo>
                  <a:lnTo>
                    <a:pt x="447905" y="25"/>
                  </a:lnTo>
                  <a:lnTo>
                    <a:pt x="440047" y="24"/>
                  </a:lnTo>
                  <a:lnTo>
                    <a:pt x="432189" y="24"/>
                  </a:lnTo>
                  <a:lnTo>
                    <a:pt x="424331" y="23"/>
                  </a:lnTo>
                  <a:lnTo>
                    <a:pt x="416473" y="23"/>
                  </a:lnTo>
                  <a:lnTo>
                    <a:pt x="408615" y="23"/>
                  </a:lnTo>
                  <a:lnTo>
                    <a:pt x="400757" y="22"/>
                  </a:lnTo>
                  <a:lnTo>
                    <a:pt x="392899" y="22"/>
                  </a:lnTo>
                  <a:lnTo>
                    <a:pt x="385041" y="21"/>
                  </a:lnTo>
                  <a:lnTo>
                    <a:pt x="377183" y="21"/>
                  </a:lnTo>
                  <a:lnTo>
                    <a:pt x="369325" y="20"/>
                  </a:lnTo>
                  <a:lnTo>
                    <a:pt x="361467" y="20"/>
                  </a:lnTo>
                  <a:lnTo>
                    <a:pt x="353609" y="19"/>
                  </a:lnTo>
                  <a:lnTo>
                    <a:pt x="345751" y="19"/>
                  </a:lnTo>
                  <a:lnTo>
                    <a:pt x="337893" y="18"/>
                  </a:lnTo>
                  <a:lnTo>
                    <a:pt x="330035" y="18"/>
                  </a:lnTo>
                  <a:lnTo>
                    <a:pt x="322177" y="17"/>
                  </a:lnTo>
                  <a:lnTo>
                    <a:pt x="314319" y="17"/>
                  </a:lnTo>
                  <a:lnTo>
                    <a:pt x="306461" y="16"/>
                  </a:lnTo>
                  <a:lnTo>
                    <a:pt x="298603" y="16"/>
                  </a:lnTo>
                  <a:lnTo>
                    <a:pt x="290745" y="15"/>
                  </a:lnTo>
                  <a:lnTo>
                    <a:pt x="282887" y="14"/>
                  </a:lnTo>
                  <a:lnTo>
                    <a:pt x="275029" y="14"/>
                  </a:lnTo>
                  <a:lnTo>
                    <a:pt x="267171" y="13"/>
                  </a:lnTo>
                  <a:lnTo>
                    <a:pt x="259313" y="13"/>
                  </a:lnTo>
                  <a:lnTo>
                    <a:pt x="251455" y="13"/>
                  </a:lnTo>
                  <a:lnTo>
                    <a:pt x="243597" y="12"/>
                  </a:lnTo>
                  <a:lnTo>
                    <a:pt x="235739" y="12"/>
                  </a:lnTo>
                  <a:lnTo>
                    <a:pt x="227881" y="11"/>
                  </a:lnTo>
                  <a:lnTo>
                    <a:pt x="220023" y="11"/>
                  </a:lnTo>
                  <a:lnTo>
                    <a:pt x="212165" y="11"/>
                  </a:lnTo>
                  <a:lnTo>
                    <a:pt x="204307" y="10"/>
                  </a:lnTo>
                  <a:lnTo>
                    <a:pt x="196449" y="10"/>
                  </a:lnTo>
                  <a:lnTo>
                    <a:pt x="188591" y="10"/>
                  </a:lnTo>
                  <a:lnTo>
                    <a:pt x="180733" y="9"/>
                  </a:lnTo>
                  <a:lnTo>
                    <a:pt x="172875" y="9"/>
                  </a:lnTo>
                  <a:lnTo>
                    <a:pt x="165017" y="8"/>
                  </a:lnTo>
                  <a:lnTo>
                    <a:pt x="157159" y="8"/>
                  </a:lnTo>
                  <a:lnTo>
                    <a:pt x="149301" y="7"/>
                  </a:lnTo>
                  <a:lnTo>
                    <a:pt x="141443" y="7"/>
                  </a:lnTo>
                  <a:lnTo>
                    <a:pt x="133585" y="7"/>
                  </a:lnTo>
                  <a:lnTo>
                    <a:pt x="125727" y="6"/>
                  </a:lnTo>
                  <a:lnTo>
                    <a:pt x="117869" y="6"/>
                  </a:lnTo>
                  <a:lnTo>
                    <a:pt x="110011" y="5"/>
                  </a:lnTo>
                  <a:lnTo>
                    <a:pt x="102153" y="5"/>
                  </a:lnTo>
                  <a:lnTo>
                    <a:pt x="94295" y="5"/>
                  </a:lnTo>
                  <a:lnTo>
                    <a:pt x="86437" y="4"/>
                  </a:lnTo>
                  <a:lnTo>
                    <a:pt x="78579" y="4"/>
                  </a:lnTo>
                  <a:lnTo>
                    <a:pt x="70721" y="3"/>
                  </a:lnTo>
                  <a:lnTo>
                    <a:pt x="62863" y="2"/>
                  </a:lnTo>
                  <a:lnTo>
                    <a:pt x="55005" y="2"/>
                  </a:lnTo>
                  <a:lnTo>
                    <a:pt x="47147" y="2"/>
                  </a:lnTo>
                  <a:lnTo>
                    <a:pt x="39289" y="2"/>
                  </a:lnTo>
                  <a:lnTo>
                    <a:pt x="31431" y="1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1" name="pg210"/>
            <p:cNvSpPr/>
            <p:nvPr/>
          </p:nvSpPr>
          <p:spPr>
            <a:xfrm>
              <a:off x="6029658" y="3104428"/>
              <a:ext cx="2035220" cy="1103"/>
            </a:xfrm>
            <a:custGeom>
              <a:avLst/>
              <a:pathLst>
                <a:path w="2035220" h="1103">
                  <a:moveTo>
                    <a:pt x="0" y="0"/>
                  </a:moveTo>
                  <a:lnTo>
                    <a:pt x="7857" y="9"/>
                  </a:lnTo>
                  <a:lnTo>
                    <a:pt x="15715" y="18"/>
                  </a:lnTo>
                  <a:lnTo>
                    <a:pt x="23573" y="30"/>
                  </a:lnTo>
                  <a:lnTo>
                    <a:pt x="31431" y="37"/>
                  </a:lnTo>
                  <a:lnTo>
                    <a:pt x="39289" y="49"/>
                  </a:lnTo>
                  <a:lnTo>
                    <a:pt x="47147" y="62"/>
                  </a:lnTo>
                  <a:lnTo>
                    <a:pt x="55005" y="74"/>
                  </a:lnTo>
                  <a:lnTo>
                    <a:pt x="62863" y="87"/>
                  </a:lnTo>
                  <a:lnTo>
                    <a:pt x="70721" y="98"/>
                  </a:lnTo>
                  <a:lnTo>
                    <a:pt x="78579" y="107"/>
                  </a:lnTo>
                  <a:lnTo>
                    <a:pt x="86437" y="117"/>
                  </a:lnTo>
                  <a:lnTo>
                    <a:pt x="94295" y="129"/>
                  </a:lnTo>
                  <a:lnTo>
                    <a:pt x="102153" y="139"/>
                  </a:lnTo>
                  <a:lnTo>
                    <a:pt x="110011" y="148"/>
                  </a:lnTo>
                  <a:lnTo>
                    <a:pt x="117869" y="152"/>
                  </a:lnTo>
                  <a:lnTo>
                    <a:pt x="125727" y="157"/>
                  </a:lnTo>
                  <a:lnTo>
                    <a:pt x="133585" y="171"/>
                  </a:lnTo>
                  <a:lnTo>
                    <a:pt x="141443" y="181"/>
                  </a:lnTo>
                  <a:lnTo>
                    <a:pt x="149301" y="189"/>
                  </a:lnTo>
                  <a:lnTo>
                    <a:pt x="157159" y="197"/>
                  </a:lnTo>
                  <a:lnTo>
                    <a:pt x="165017" y="202"/>
                  </a:lnTo>
                  <a:lnTo>
                    <a:pt x="172875" y="207"/>
                  </a:lnTo>
                  <a:lnTo>
                    <a:pt x="180733" y="211"/>
                  </a:lnTo>
                  <a:lnTo>
                    <a:pt x="188591" y="214"/>
                  </a:lnTo>
                  <a:lnTo>
                    <a:pt x="196449" y="218"/>
                  </a:lnTo>
                  <a:lnTo>
                    <a:pt x="204307" y="228"/>
                  </a:lnTo>
                  <a:lnTo>
                    <a:pt x="212165" y="235"/>
                  </a:lnTo>
                  <a:lnTo>
                    <a:pt x="220023" y="243"/>
                  </a:lnTo>
                  <a:lnTo>
                    <a:pt x="227881" y="248"/>
                  </a:lnTo>
                  <a:lnTo>
                    <a:pt x="235739" y="254"/>
                  </a:lnTo>
                  <a:lnTo>
                    <a:pt x="243597" y="259"/>
                  </a:lnTo>
                  <a:lnTo>
                    <a:pt x="251455" y="262"/>
                  </a:lnTo>
                  <a:lnTo>
                    <a:pt x="259313" y="268"/>
                  </a:lnTo>
                  <a:lnTo>
                    <a:pt x="267171" y="272"/>
                  </a:lnTo>
                  <a:lnTo>
                    <a:pt x="275029" y="277"/>
                  </a:lnTo>
                  <a:lnTo>
                    <a:pt x="282887" y="281"/>
                  </a:lnTo>
                  <a:lnTo>
                    <a:pt x="290745" y="289"/>
                  </a:lnTo>
                  <a:lnTo>
                    <a:pt x="298603" y="293"/>
                  </a:lnTo>
                  <a:lnTo>
                    <a:pt x="306461" y="295"/>
                  </a:lnTo>
                  <a:lnTo>
                    <a:pt x="314319" y="299"/>
                  </a:lnTo>
                  <a:lnTo>
                    <a:pt x="322177" y="306"/>
                  </a:lnTo>
                  <a:lnTo>
                    <a:pt x="330035" y="313"/>
                  </a:lnTo>
                  <a:lnTo>
                    <a:pt x="337893" y="317"/>
                  </a:lnTo>
                  <a:lnTo>
                    <a:pt x="345751" y="322"/>
                  </a:lnTo>
                  <a:lnTo>
                    <a:pt x="353609" y="325"/>
                  </a:lnTo>
                  <a:lnTo>
                    <a:pt x="361467" y="328"/>
                  </a:lnTo>
                  <a:lnTo>
                    <a:pt x="369325" y="332"/>
                  </a:lnTo>
                  <a:lnTo>
                    <a:pt x="377183" y="336"/>
                  </a:lnTo>
                  <a:lnTo>
                    <a:pt x="385041" y="339"/>
                  </a:lnTo>
                  <a:lnTo>
                    <a:pt x="392899" y="343"/>
                  </a:lnTo>
                  <a:lnTo>
                    <a:pt x="400757" y="349"/>
                  </a:lnTo>
                  <a:lnTo>
                    <a:pt x="408615" y="355"/>
                  </a:lnTo>
                  <a:lnTo>
                    <a:pt x="416473" y="362"/>
                  </a:lnTo>
                  <a:lnTo>
                    <a:pt x="424331" y="366"/>
                  </a:lnTo>
                  <a:lnTo>
                    <a:pt x="432189" y="371"/>
                  </a:lnTo>
                  <a:lnTo>
                    <a:pt x="440047" y="378"/>
                  </a:lnTo>
                  <a:lnTo>
                    <a:pt x="447905" y="380"/>
                  </a:lnTo>
                  <a:lnTo>
                    <a:pt x="455763" y="386"/>
                  </a:lnTo>
                  <a:lnTo>
                    <a:pt x="463621" y="391"/>
                  </a:lnTo>
                  <a:lnTo>
                    <a:pt x="471479" y="397"/>
                  </a:lnTo>
                  <a:lnTo>
                    <a:pt x="479337" y="402"/>
                  </a:lnTo>
                  <a:lnTo>
                    <a:pt x="487195" y="407"/>
                  </a:lnTo>
                  <a:lnTo>
                    <a:pt x="495053" y="413"/>
                  </a:lnTo>
                  <a:lnTo>
                    <a:pt x="502911" y="418"/>
                  </a:lnTo>
                  <a:lnTo>
                    <a:pt x="510769" y="423"/>
                  </a:lnTo>
                  <a:lnTo>
                    <a:pt x="518627" y="428"/>
                  </a:lnTo>
                  <a:lnTo>
                    <a:pt x="526485" y="431"/>
                  </a:lnTo>
                  <a:lnTo>
                    <a:pt x="534343" y="436"/>
                  </a:lnTo>
                  <a:lnTo>
                    <a:pt x="542201" y="440"/>
                  </a:lnTo>
                  <a:lnTo>
                    <a:pt x="550059" y="441"/>
                  </a:lnTo>
                  <a:lnTo>
                    <a:pt x="557917" y="446"/>
                  </a:lnTo>
                  <a:lnTo>
                    <a:pt x="565775" y="454"/>
                  </a:lnTo>
                  <a:lnTo>
                    <a:pt x="573633" y="455"/>
                  </a:lnTo>
                  <a:lnTo>
                    <a:pt x="581491" y="455"/>
                  </a:lnTo>
                  <a:lnTo>
                    <a:pt x="589349" y="457"/>
                  </a:lnTo>
                  <a:lnTo>
                    <a:pt x="597207" y="461"/>
                  </a:lnTo>
                  <a:lnTo>
                    <a:pt x="605065" y="462"/>
                  </a:lnTo>
                  <a:lnTo>
                    <a:pt x="612923" y="467"/>
                  </a:lnTo>
                  <a:lnTo>
                    <a:pt x="620781" y="473"/>
                  </a:lnTo>
                  <a:lnTo>
                    <a:pt x="628639" y="476"/>
                  </a:lnTo>
                  <a:lnTo>
                    <a:pt x="636497" y="477"/>
                  </a:lnTo>
                  <a:lnTo>
                    <a:pt x="644355" y="476"/>
                  </a:lnTo>
                  <a:lnTo>
                    <a:pt x="652213" y="477"/>
                  </a:lnTo>
                  <a:lnTo>
                    <a:pt x="660071" y="479"/>
                  </a:lnTo>
                  <a:lnTo>
                    <a:pt x="667929" y="483"/>
                  </a:lnTo>
                  <a:lnTo>
                    <a:pt x="675787" y="487"/>
                  </a:lnTo>
                  <a:lnTo>
                    <a:pt x="683645" y="490"/>
                  </a:lnTo>
                  <a:lnTo>
                    <a:pt x="691503" y="494"/>
                  </a:lnTo>
                  <a:lnTo>
                    <a:pt x="699361" y="497"/>
                  </a:lnTo>
                  <a:lnTo>
                    <a:pt x="707219" y="499"/>
                  </a:lnTo>
                  <a:lnTo>
                    <a:pt x="715077" y="499"/>
                  </a:lnTo>
                  <a:lnTo>
                    <a:pt x="722935" y="498"/>
                  </a:lnTo>
                  <a:lnTo>
                    <a:pt x="730793" y="500"/>
                  </a:lnTo>
                  <a:lnTo>
                    <a:pt x="738651" y="502"/>
                  </a:lnTo>
                  <a:lnTo>
                    <a:pt x="746509" y="498"/>
                  </a:lnTo>
                  <a:lnTo>
                    <a:pt x="754367" y="500"/>
                  </a:lnTo>
                  <a:lnTo>
                    <a:pt x="762225" y="505"/>
                  </a:lnTo>
                  <a:lnTo>
                    <a:pt x="770083" y="504"/>
                  </a:lnTo>
                  <a:lnTo>
                    <a:pt x="777941" y="503"/>
                  </a:lnTo>
                  <a:lnTo>
                    <a:pt x="785799" y="507"/>
                  </a:lnTo>
                  <a:lnTo>
                    <a:pt x="793657" y="512"/>
                  </a:lnTo>
                  <a:lnTo>
                    <a:pt x="801515" y="518"/>
                  </a:lnTo>
                  <a:lnTo>
                    <a:pt x="809373" y="521"/>
                  </a:lnTo>
                  <a:lnTo>
                    <a:pt x="817231" y="525"/>
                  </a:lnTo>
                  <a:lnTo>
                    <a:pt x="825089" y="528"/>
                  </a:lnTo>
                  <a:lnTo>
                    <a:pt x="832947" y="528"/>
                  </a:lnTo>
                  <a:lnTo>
                    <a:pt x="840805" y="528"/>
                  </a:lnTo>
                  <a:lnTo>
                    <a:pt x="848663" y="528"/>
                  </a:lnTo>
                  <a:lnTo>
                    <a:pt x="856521" y="529"/>
                  </a:lnTo>
                  <a:lnTo>
                    <a:pt x="864379" y="532"/>
                  </a:lnTo>
                  <a:lnTo>
                    <a:pt x="872237" y="534"/>
                  </a:lnTo>
                  <a:lnTo>
                    <a:pt x="880095" y="534"/>
                  </a:lnTo>
                  <a:lnTo>
                    <a:pt x="887953" y="537"/>
                  </a:lnTo>
                  <a:lnTo>
                    <a:pt x="895811" y="541"/>
                  </a:lnTo>
                  <a:lnTo>
                    <a:pt x="903669" y="542"/>
                  </a:lnTo>
                  <a:lnTo>
                    <a:pt x="911527" y="542"/>
                  </a:lnTo>
                  <a:lnTo>
                    <a:pt x="919385" y="541"/>
                  </a:lnTo>
                  <a:lnTo>
                    <a:pt x="927243" y="544"/>
                  </a:lnTo>
                  <a:lnTo>
                    <a:pt x="935101" y="545"/>
                  </a:lnTo>
                  <a:lnTo>
                    <a:pt x="942959" y="546"/>
                  </a:lnTo>
                  <a:lnTo>
                    <a:pt x="950817" y="547"/>
                  </a:lnTo>
                  <a:lnTo>
                    <a:pt x="958675" y="547"/>
                  </a:lnTo>
                  <a:lnTo>
                    <a:pt x="966533" y="548"/>
                  </a:lnTo>
                  <a:lnTo>
                    <a:pt x="974391" y="549"/>
                  </a:lnTo>
                  <a:lnTo>
                    <a:pt x="982249" y="551"/>
                  </a:lnTo>
                  <a:lnTo>
                    <a:pt x="990107" y="551"/>
                  </a:lnTo>
                  <a:lnTo>
                    <a:pt x="997965" y="551"/>
                  </a:lnTo>
                  <a:lnTo>
                    <a:pt x="1005823" y="551"/>
                  </a:lnTo>
                  <a:lnTo>
                    <a:pt x="1013681" y="552"/>
                  </a:lnTo>
                  <a:lnTo>
                    <a:pt x="1021539" y="553"/>
                  </a:lnTo>
                  <a:lnTo>
                    <a:pt x="1029397" y="554"/>
                  </a:lnTo>
                  <a:lnTo>
                    <a:pt x="1037254" y="554"/>
                  </a:lnTo>
                  <a:lnTo>
                    <a:pt x="1045112" y="555"/>
                  </a:lnTo>
                  <a:lnTo>
                    <a:pt x="1052970" y="555"/>
                  </a:lnTo>
                  <a:lnTo>
                    <a:pt x="1060828" y="556"/>
                  </a:lnTo>
                  <a:lnTo>
                    <a:pt x="1068686" y="556"/>
                  </a:lnTo>
                  <a:lnTo>
                    <a:pt x="1076544" y="557"/>
                  </a:lnTo>
                  <a:lnTo>
                    <a:pt x="1084402" y="557"/>
                  </a:lnTo>
                  <a:lnTo>
                    <a:pt x="1092260" y="557"/>
                  </a:lnTo>
                  <a:lnTo>
                    <a:pt x="1100118" y="558"/>
                  </a:lnTo>
                  <a:lnTo>
                    <a:pt x="1107976" y="558"/>
                  </a:lnTo>
                  <a:lnTo>
                    <a:pt x="1115834" y="560"/>
                  </a:lnTo>
                  <a:lnTo>
                    <a:pt x="1123692" y="561"/>
                  </a:lnTo>
                  <a:lnTo>
                    <a:pt x="1131550" y="562"/>
                  </a:lnTo>
                  <a:lnTo>
                    <a:pt x="1139408" y="562"/>
                  </a:lnTo>
                  <a:lnTo>
                    <a:pt x="1147266" y="560"/>
                  </a:lnTo>
                  <a:lnTo>
                    <a:pt x="1155124" y="561"/>
                  </a:lnTo>
                  <a:lnTo>
                    <a:pt x="1162982" y="561"/>
                  </a:lnTo>
                  <a:lnTo>
                    <a:pt x="1170840" y="562"/>
                  </a:lnTo>
                  <a:lnTo>
                    <a:pt x="1178698" y="563"/>
                  </a:lnTo>
                  <a:lnTo>
                    <a:pt x="1186556" y="562"/>
                  </a:lnTo>
                  <a:lnTo>
                    <a:pt x="1194414" y="560"/>
                  </a:lnTo>
                  <a:lnTo>
                    <a:pt x="1202272" y="558"/>
                  </a:lnTo>
                  <a:lnTo>
                    <a:pt x="1210130" y="557"/>
                  </a:lnTo>
                  <a:lnTo>
                    <a:pt x="1217988" y="554"/>
                  </a:lnTo>
                  <a:lnTo>
                    <a:pt x="1225846" y="549"/>
                  </a:lnTo>
                  <a:lnTo>
                    <a:pt x="1233704" y="551"/>
                  </a:lnTo>
                  <a:lnTo>
                    <a:pt x="1241562" y="552"/>
                  </a:lnTo>
                  <a:lnTo>
                    <a:pt x="1249420" y="553"/>
                  </a:lnTo>
                  <a:lnTo>
                    <a:pt x="1257278" y="555"/>
                  </a:lnTo>
                  <a:lnTo>
                    <a:pt x="1265136" y="556"/>
                  </a:lnTo>
                  <a:lnTo>
                    <a:pt x="1272994" y="558"/>
                  </a:lnTo>
                  <a:lnTo>
                    <a:pt x="1280852" y="559"/>
                  </a:lnTo>
                  <a:lnTo>
                    <a:pt x="1288710" y="560"/>
                  </a:lnTo>
                  <a:lnTo>
                    <a:pt x="1296568" y="562"/>
                  </a:lnTo>
                  <a:lnTo>
                    <a:pt x="1304426" y="561"/>
                  </a:lnTo>
                  <a:lnTo>
                    <a:pt x="1312284" y="559"/>
                  </a:lnTo>
                  <a:lnTo>
                    <a:pt x="1320142" y="560"/>
                  </a:lnTo>
                  <a:lnTo>
                    <a:pt x="1328000" y="559"/>
                  </a:lnTo>
                  <a:lnTo>
                    <a:pt x="1335858" y="559"/>
                  </a:lnTo>
                  <a:lnTo>
                    <a:pt x="1343716" y="558"/>
                  </a:lnTo>
                  <a:lnTo>
                    <a:pt x="1351574" y="560"/>
                  </a:lnTo>
                  <a:lnTo>
                    <a:pt x="1359432" y="562"/>
                  </a:lnTo>
                  <a:lnTo>
                    <a:pt x="1367290" y="565"/>
                  </a:lnTo>
                  <a:lnTo>
                    <a:pt x="1375148" y="567"/>
                  </a:lnTo>
                  <a:lnTo>
                    <a:pt x="1383006" y="568"/>
                  </a:lnTo>
                  <a:lnTo>
                    <a:pt x="1390864" y="565"/>
                  </a:lnTo>
                  <a:lnTo>
                    <a:pt x="1398722" y="562"/>
                  </a:lnTo>
                  <a:lnTo>
                    <a:pt x="1406580" y="560"/>
                  </a:lnTo>
                  <a:lnTo>
                    <a:pt x="1414438" y="559"/>
                  </a:lnTo>
                  <a:lnTo>
                    <a:pt x="1422296" y="559"/>
                  </a:lnTo>
                  <a:lnTo>
                    <a:pt x="1430154" y="560"/>
                  </a:lnTo>
                  <a:lnTo>
                    <a:pt x="1438012" y="560"/>
                  </a:lnTo>
                  <a:lnTo>
                    <a:pt x="1445870" y="559"/>
                  </a:lnTo>
                  <a:lnTo>
                    <a:pt x="1453728" y="560"/>
                  </a:lnTo>
                  <a:lnTo>
                    <a:pt x="1461586" y="562"/>
                  </a:lnTo>
                  <a:lnTo>
                    <a:pt x="1469444" y="561"/>
                  </a:lnTo>
                  <a:lnTo>
                    <a:pt x="1477302" y="559"/>
                  </a:lnTo>
                  <a:lnTo>
                    <a:pt x="1485160" y="557"/>
                  </a:lnTo>
                  <a:lnTo>
                    <a:pt x="1493018" y="555"/>
                  </a:lnTo>
                  <a:lnTo>
                    <a:pt x="1500876" y="553"/>
                  </a:lnTo>
                  <a:lnTo>
                    <a:pt x="1508734" y="551"/>
                  </a:lnTo>
                  <a:lnTo>
                    <a:pt x="1516592" y="549"/>
                  </a:lnTo>
                  <a:lnTo>
                    <a:pt x="1524450" y="550"/>
                  </a:lnTo>
                  <a:lnTo>
                    <a:pt x="1532308" y="551"/>
                  </a:lnTo>
                  <a:lnTo>
                    <a:pt x="1540166" y="551"/>
                  </a:lnTo>
                  <a:lnTo>
                    <a:pt x="1548024" y="550"/>
                  </a:lnTo>
                  <a:lnTo>
                    <a:pt x="1555882" y="549"/>
                  </a:lnTo>
                  <a:lnTo>
                    <a:pt x="1563740" y="548"/>
                  </a:lnTo>
                  <a:lnTo>
                    <a:pt x="1571598" y="550"/>
                  </a:lnTo>
                  <a:lnTo>
                    <a:pt x="1579456" y="548"/>
                  </a:lnTo>
                  <a:lnTo>
                    <a:pt x="1587314" y="548"/>
                  </a:lnTo>
                  <a:lnTo>
                    <a:pt x="1595172" y="548"/>
                  </a:lnTo>
                  <a:lnTo>
                    <a:pt x="1603030" y="546"/>
                  </a:lnTo>
                  <a:lnTo>
                    <a:pt x="1610888" y="545"/>
                  </a:lnTo>
                  <a:lnTo>
                    <a:pt x="1618746" y="544"/>
                  </a:lnTo>
                  <a:lnTo>
                    <a:pt x="1626604" y="544"/>
                  </a:lnTo>
                  <a:lnTo>
                    <a:pt x="1634462" y="541"/>
                  </a:lnTo>
                  <a:lnTo>
                    <a:pt x="1642320" y="539"/>
                  </a:lnTo>
                  <a:lnTo>
                    <a:pt x="1650178" y="537"/>
                  </a:lnTo>
                  <a:lnTo>
                    <a:pt x="1658036" y="534"/>
                  </a:lnTo>
                  <a:lnTo>
                    <a:pt x="1665894" y="531"/>
                  </a:lnTo>
                  <a:lnTo>
                    <a:pt x="1673752" y="529"/>
                  </a:lnTo>
                  <a:lnTo>
                    <a:pt x="1681610" y="528"/>
                  </a:lnTo>
                  <a:lnTo>
                    <a:pt x="1689468" y="526"/>
                  </a:lnTo>
                  <a:lnTo>
                    <a:pt x="1697326" y="527"/>
                  </a:lnTo>
                  <a:lnTo>
                    <a:pt x="1705184" y="524"/>
                  </a:lnTo>
                  <a:lnTo>
                    <a:pt x="1713042" y="525"/>
                  </a:lnTo>
                  <a:lnTo>
                    <a:pt x="1720900" y="525"/>
                  </a:lnTo>
                  <a:lnTo>
                    <a:pt x="1728758" y="523"/>
                  </a:lnTo>
                  <a:lnTo>
                    <a:pt x="1736616" y="523"/>
                  </a:lnTo>
                  <a:lnTo>
                    <a:pt x="1744474" y="523"/>
                  </a:lnTo>
                  <a:lnTo>
                    <a:pt x="1752332" y="523"/>
                  </a:lnTo>
                  <a:lnTo>
                    <a:pt x="1760190" y="523"/>
                  </a:lnTo>
                  <a:lnTo>
                    <a:pt x="1768048" y="523"/>
                  </a:lnTo>
                  <a:lnTo>
                    <a:pt x="1775906" y="521"/>
                  </a:lnTo>
                  <a:lnTo>
                    <a:pt x="1783764" y="517"/>
                  </a:lnTo>
                  <a:lnTo>
                    <a:pt x="1791622" y="513"/>
                  </a:lnTo>
                  <a:lnTo>
                    <a:pt x="1799480" y="510"/>
                  </a:lnTo>
                  <a:lnTo>
                    <a:pt x="1807338" y="507"/>
                  </a:lnTo>
                  <a:lnTo>
                    <a:pt x="1815196" y="505"/>
                  </a:lnTo>
                  <a:lnTo>
                    <a:pt x="1823054" y="504"/>
                  </a:lnTo>
                  <a:lnTo>
                    <a:pt x="1830912" y="504"/>
                  </a:lnTo>
                  <a:lnTo>
                    <a:pt x="1838770" y="504"/>
                  </a:lnTo>
                  <a:lnTo>
                    <a:pt x="1846628" y="504"/>
                  </a:lnTo>
                  <a:lnTo>
                    <a:pt x="1854486" y="503"/>
                  </a:lnTo>
                  <a:lnTo>
                    <a:pt x="1862344" y="503"/>
                  </a:lnTo>
                  <a:lnTo>
                    <a:pt x="1870202" y="502"/>
                  </a:lnTo>
                  <a:lnTo>
                    <a:pt x="1878060" y="497"/>
                  </a:lnTo>
                  <a:lnTo>
                    <a:pt x="1885918" y="497"/>
                  </a:lnTo>
                  <a:lnTo>
                    <a:pt x="1893776" y="498"/>
                  </a:lnTo>
                  <a:lnTo>
                    <a:pt x="1901634" y="498"/>
                  </a:lnTo>
                  <a:lnTo>
                    <a:pt x="1909492" y="499"/>
                  </a:lnTo>
                  <a:lnTo>
                    <a:pt x="1917350" y="499"/>
                  </a:lnTo>
                  <a:lnTo>
                    <a:pt x="1925208" y="497"/>
                  </a:lnTo>
                  <a:lnTo>
                    <a:pt x="1933066" y="496"/>
                  </a:lnTo>
                  <a:lnTo>
                    <a:pt x="1940924" y="495"/>
                  </a:lnTo>
                  <a:lnTo>
                    <a:pt x="1948782" y="493"/>
                  </a:lnTo>
                  <a:lnTo>
                    <a:pt x="1956640" y="492"/>
                  </a:lnTo>
                  <a:lnTo>
                    <a:pt x="1964498" y="492"/>
                  </a:lnTo>
                  <a:lnTo>
                    <a:pt x="1972356" y="492"/>
                  </a:lnTo>
                  <a:lnTo>
                    <a:pt x="1980214" y="492"/>
                  </a:lnTo>
                  <a:lnTo>
                    <a:pt x="1988072" y="489"/>
                  </a:lnTo>
                  <a:lnTo>
                    <a:pt x="1995930" y="487"/>
                  </a:lnTo>
                  <a:lnTo>
                    <a:pt x="2003788" y="484"/>
                  </a:lnTo>
                  <a:lnTo>
                    <a:pt x="2011646" y="483"/>
                  </a:lnTo>
                  <a:lnTo>
                    <a:pt x="2019504" y="481"/>
                  </a:lnTo>
                  <a:lnTo>
                    <a:pt x="2027362" y="480"/>
                  </a:lnTo>
                  <a:lnTo>
                    <a:pt x="2035220" y="478"/>
                  </a:lnTo>
                  <a:lnTo>
                    <a:pt x="2035220" y="1103"/>
                  </a:lnTo>
                  <a:lnTo>
                    <a:pt x="2027362" y="1102"/>
                  </a:lnTo>
                  <a:lnTo>
                    <a:pt x="2019504" y="1102"/>
                  </a:lnTo>
                  <a:lnTo>
                    <a:pt x="2011646" y="1102"/>
                  </a:lnTo>
                  <a:lnTo>
                    <a:pt x="2003788" y="1101"/>
                  </a:lnTo>
                  <a:lnTo>
                    <a:pt x="1995930" y="1101"/>
                  </a:lnTo>
                  <a:lnTo>
                    <a:pt x="1988072" y="1101"/>
                  </a:lnTo>
                  <a:lnTo>
                    <a:pt x="1980214" y="1100"/>
                  </a:lnTo>
                  <a:lnTo>
                    <a:pt x="1972356" y="1100"/>
                  </a:lnTo>
                  <a:lnTo>
                    <a:pt x="1964498" y="1100"/>
                  </a:lnTo>
                  <a:lnTo>
                    <a:pt x="1956640" y="1099"/>
                  </a:lnTo>
                  <a:lnTo>
                    <a:pt x="1948782" y="1099"/>
                  </a:lnTo>
                  <a:lnTo>
                    <a:pt x="1940924" y="1098"/>
                  </a:lnTo>
                  <a:lnTo>
                    <a:pt x="1933066" y="1098"/>
                  </a:lnTo>
                  <a:lnTo>
                    <a:pt x="1925208" y="1097"/>
                  </a:lnTo>
                  <a:lnTo>
                    <a:pt x="1917350" y="1097"/>
                  </a:lnTo>
                  <a:lnTo>
                    <a:pt x="1909492" y="1097"/>
                  </a:lnTo>
                  <a:lnTo>
                    <a:pt x="1901634" y="1096"/>
                  </a:lnTo>
                  <a:lnTo>
                    <a:pt x="1893776" y="1096"/>
                  </a:lnTo>
                  <a:lnTo>
                    <a:pt x="1885918" y="1095"/>
                  </a:lnTo>
                  <a:lnTo>
                    <a:pt x="1878060" y="1095"/>
                  </a:lnTo>
                  <a:lnTo>
                    <a:pt x="1870202" y="1094"/>
                  </a:lnTo>
                  <a:lnTo>
                    <a:pt x="1862344" y="1094"/>
                  </a:lnTo>
                  <a:lnTo>
                    <a:pt x="1854486" y="1093"/>
                  </a:lnTo>
                  <a:lnTo>
                    <a:pt x="1846628" y="1093"/>
                  </a:lnTo>
                  <a:lnTo>
                    <a:pt x="1838770" y="1092"/>
                  </a:lnTo>
                  <a:lnTo>
                    <a:pt x="1830912" y="1092"/>
                  </a:lnTo>
                  <a:lnTo>
                    <a:pt x="1823054" y="1092"/>
                  </a:lnTo>
                  <a:lnTo>
                    <a:pt x="1815196" y="1091"/>
                  </a:lnTo>
                  <a:lnTo>
                    <a:pt x="1807338" y="1091"/>
                  </a:lnTo>
                  <a:lnTo>
                    <a:pt x="1799480" y="1090"/>
                  </a:lnTo>
                  <a:lnTo>
                    <a:pt x="1791622" y="1090"/>
                  </a:lnTo>
                  <a:lnTo>
                    <a:pt x="1783764" y="1089"/>
                  </a:lnTo>
                  <a:lnTo>
                    <a:pt x="1775906" y="1089"/>
                  </a:lnTo>
                  <a:lnTo>
                    <a:pt x="1768048" y="1088"/>
                  </a:lnTo>
                  <a:lnTo>
                    <a:pt x="1760190" y="1088"/>
                  </a:lnTo>
                  <a:lnTo>
                    <a:pt x="1752332" y="1087"/>
                  </a:lnTo>
                  <a:lnTo>
                    <a:pt x="1744474" y="1087"/>
                  </a:lnTo>
                  <a:lnTo>
                    <a:pt x="1736616" y="1086"/>
                  </a:lnTo>
                  <a:lnTo>
                    <a:pt x="1728758" y="1086"/>
                  </a:lnTo>
                  <a:lnTo>
                    <a:pt x="1720900" y="1086"/>
                  </a:lnTo>
                  <a:lnTo>
                    <a:pt x="1713042" y="1085"/>
                  </a:lnTo>
                  <a:lnTo>
                    <a:pt x="1705184" y="1085"/>
                  </a:lnTo>
                  <a:lnTo>
                    <a:pt x="1697326" y="1084"/>
                  </a:lnTo>
                  <a:lnTo>
                    <a:pt x="1689468" y="1084"/>
                  </a:lnTo>
                  <a:lnTo>
                    <a:pt x="1681610" y="1083"/>
                  </a:lnTo>
                  <a:lnTo>
                    <a:pt x="1673752" y="1082"/>
                  </a:lnTo>
                  <a:lnTo>
                    <a:pt x="1665894" y="1082"/>
                  </a:lnTo>
                  <a:lnTo>
                    <a:pt x="1658036" y="1081"/>
                  </a:lnTo>
                  <a:lnTo>
                    <a:pt x="1650178" y="1081"/>
                  </a:lnTo>
                  <a:lnTo>
                    <a:pt x="1642320" y="1080"/>
                  </a:lnTo>
                  <a:lnTo>
                    <a:pt x="1634462" y="1080"/>
                  </a:lnTo>
                  <a:lnTo>
                    <a:pt x="1626604" y="1079"/>
                  </a:lnTo>
                  <a:lnTo>
                    <a:pt x="1618746" y="1078"/>
                  </a:lnTo>
                  <a:lnTo>
                    <a:pt x="1610888" y="1078"/>
                  </a:lnTo>
                  <a:lnTo>
                    <a:pt x="1603030" y="1077"/>
                  </a:lnTo>
                  <a:lnTo>
                    <a:pt x="1595172" y="1077"/>
                  </a:lnTo>
                  <a:lnTo>
                    <a:pt x="1587314" y="1076"/>
                  </a:lnTo>
                  <a:lnTo>
                    <a:pt x="1579456" y="1075"/>
                  </a:lnTo>
                  <a:lnTo>
                    <a:pt x="1571598" y="1075"/>
                  </a:lnTo>
                  <a:lnTo>
                    <a:pt x="1563740" y="1074"/>
                  </a:lnTo>
                  <a:lnTo>
                    <a:pt x="1555882" y="1073"/>
                  </a:lnTo>
                  <a:lnTo>
                    <a:pt x="1548024" y="1073"/>
                  </a:lnTo>
                  <a:lnTo>
                    <a:pt x="1540166" y="1072"/>
                  </a:lnTo>
                  <a:lnTo>
                    <a:pt x="1532308" y="1071"/>
                  </a:lnTo>
                  <a:lnTo>
                    <a:pt x="1524450" y="1070"/>
                  </a:lnTo>
                  <a:lnTo>
                    <a:pt x="1516592" y="1070"/>
                  </a:lnTo>
                  <a:lnTo>
                    <a:pt x="1508734" y="1069"/>
                  </a:lnTo>
                  <a:lnTo>
                    <a:pt x="1500876" y="1069"/>
                  </a:lnTo>
                  <a:lnTo>
                    <a:pt x="1493018" y="1068"/>
                  </a:lnTo>
                  <a:lnTo>
                    <a:pt x="1485160" y="1067"/>
                  </a:lnTo>
                  <a:lnTo>
                    <a:pt x="1477302" y="1066"/>
                  </a:lnTo>
                  <a:lnTo>
                    <a:pt x="1469444" y="1065"/>
                  </a:lnTo>
                  <a:lnTo>
                    <a:pt x="1461586" y="1065"/>
                  </a:lnTo>
                  <a:lnTo>
                    <a:pt x="1453728" y="1064"/>
                  </a:lnTo>
                  <a:lnTo>
                    <a:pt x="1445870" y="1063"/>
                  </a:lnTo>
                  <a:lnTo>
                    <a:pt x="1438012" y="1063"/>
                  </a:lnTo>
                  <a:lnTo>
                    <a:pt x="1430154" y="1062"/>
                  </a:lnTo>
                  <a:lnTo>
                    <a:pt x="1422296" y="1062"/>
                  </a:lnTo>
                  <a:lnTo>
                    <a:pt x="1414438" y="1061"/>
                  </a:lnTo>
                  <a:lnTo>
                    <a:pt x="1406580" y="1060"/>
                  </a:lnTo>
                  <a:lnTo>
                    <a:pt x="1398722" y="1060"/>
                  </a:lnTo>
                  <a:lnTo>
                    <a:pt x="1390864" y="1059"/>
                  </a:lnTo>
                  <a:lnTo>
                    <a:pt x="1383006" y="1059"/>
                  </a:lnTo>
                  <a:lnTo>
                    <a:pt x="1375148" y="1058"/>
                  </a:lnTo>
                  <a:lnTo>
                    <a:pt x="1367290" y="1057"/>
                  </a:lnTo>
                  <a:lnTo>
                    <a:pt x="1359432" y="1056"/>
                  </a:lnTo>
                  <a:lnTo>
                    <a:pt x="1351574" y="1055"/>
                  </a:lnTo>
                  <a:lnTo>
                    <a:pt x="1343716" y="1055"/>
                  </a:lnTo>
                  <a:lnTo>
                    <a:pt x="1335858" y="1054"/>
                  </a:lnTo>
                  <a:lnTo>
                    <a:pt x="1328000" y="1054"/>
                  </a:lnTo>
                  <a:lnTo>
                    <a:pt x="1320142" y="1053"/>
                  </a:lnTo>
                  <a:lnTo>
                    <a:pt x="1312284" y="1052"/>
                  </a:lnTo>
                  <a:lnTo>
                    <a:pt x="1304426" y="1051"/>
                  </a:lnTo>
                  <a:lnTo>
                    <a:pt x="1296568" y="1050"/>
                  </a:lnTo>
                  <a:lnTo>
                    <a:pt x="1288710" y="1049"/>
                  </a:lnTo>
                  <a:lnTo>
                    <a:pt x="1280852" y="1048"/>
                  </a:lnTo>
                  <a:lnTo>
                    <a:pt x="1272994" y="1047"/>
                  </a:lnTo>
                  <a:lnTo>
                    <a:pt x="1265136" y="1047"/>
                  </a:lnTo>
                  <a:lnTo>
                    <a:pt x="1257278" y="1046"/>
                  </a:lnTo>
                  <a:lnTo>
                    <a:pt x="1249420" y="1045"/>
                  </a:lnTo>
                  <a:lnTo>
                    <a:pt x="1241562" y="1044"/>
                  </a:lnTo>
                  <a:lnTo>
                    <a:pt x="1233704" y="1043"/>
                  </a:lnTo>
                  <a:lnTo>
                    <a:pt x="1225846" y="1042"/>
                  </a:lnTo>
                  <a:lnTo>
                    <a:pt x="1217988" y="1041"/>
                  </a:lnTo>
                  <a:lnTo>
                    <a:pt x="1210130" y="1040"/>
                  </a:lnTo>
                  <a:lnTo>
                    <a:pt x="1202272" y="1039"/>
                  </a:lnTo>
                  <a:lnTo>
                    <a:pt x="1194414" y="1039"/>
                  </a:lnTo>
                  <a:lnTo>
                    <a:pt x="1186556" y="1038"/>
                  </a:lnTo>
                  <a:lnTo>
                    <a:pt x="1178698" y="1038"/>
                  </a:lnTo>
                  <a:lnTo>
                    <a:pt x="1170840" y="1037"/>
                  </a:lnTo>
                  <a:lnTo>
                    <a:pt x="1162982" y="1036"/>
                  </a:lnTo>
                  <a:lnTo>
                    <a:pt x="1155124" y="1035"/>
                  </a:lnTo>
                  <a:lnTo>
                    <a:pt x="1147266" y="1034"/>
                  </a:lnTo>
                  <a:lnTo>
                    <a:pt x="1139408" y="1033"/>
                  </a:lnTo>
                  <a:lnTo>
                    <a:pt x="1131550" y="1032"/>
                  </a:lnTo>
                  <a:lnTo>
                    <a:pt x="1123692" y="1031"/>
                  </a:lnTo>
                  <a:lnTo>
                    <a:pt x="1115834" y="1030"/>
                  </a:lnTo>
                  <a:lnTo>
                    <a:pt x="1107976" y="1029"/>
                  </a:lnTo>
                  <a:lnTo>
                    <a:pt x="1100118" y="1028"/>
                  </a:lnTo>
                  <a:lnTo>
                    <a:pt x="1092260" y="1027"/>
                  </a:lnTo>
                  <a:lnTo>
                    <a:pt x="1084402" y="1026"/>
                  </a:lnTo>
                  <a:lnTo>
                    <a:pt x="1076544" y="1025"/>
                  </a:lnTo>
                  <a:lnTo>
                    <a:pt x="1068686" y="1024"/>
                  </a:lnTo>
                  <a:lnTo>
                    <a:pt x="1060828" y="1023"/>
                  </a:lnTo>
                  <a:lnTo>
                    <a:pt x="1052970" y="1022"/>
                  </a:lnTo>
                  <a:lnTo>
                    <a:pt x="1045112" y="1022"/>
                  </a:lnTo>
                  <a:lnTo>
                    <a:pt x="1037254" y="1021"/>
                  </a:lnTo>
                  <a:lnTo>
                    <a:pt x="1029397" y="1021"/>
                  </a:lnTo>
                  <a:lnTo>
                    <a:pt x="1021539" y="1020"/>
                  </a:lnTo>
                  <a:lnTo>
                    <a:pt x="1013681" y="1019"/>
                  </a:lnTo>
                  <a:lnTo>
                    <a:pt x="1005823" y="1018"/>
                  </a:lnTo>
                  <a:lnTo>
                    <a:pt x="997965" y="1017"/>
                  </a:lnTo>
                  <a:lnTo>
                    <a:pt x="990107" y="1016"/>
                  </a:lnTo>
                  <a:lnTo>
                    <a:pt x="982249" y="1015"/>
                  </a:lnTo>
                  <a:lnTo>
                    <a:pt x="974391" y="1015"/>
                  </a:lnTo>
                  <a:lnTo>
                    <a:pt x="966533" y="1014"/>
                  </a:lnTo>
                  <a:lnTo>
                    <a:pt x="958675" y="1014"/>
                  </a:lnTo>
                  <a:lnTo>
                    <a:pt x="950817" y="1013"/>
                  </a:lnTo>
                  <a:lnTo>
                    <a:pt x="942959" y="1012"/>
                  </a:lnTo>
                  <a:lnTo>
                    <a:pt x="935101" y="1012"/>
                  </a:lnTo>
                  <a:lnTo>
                    <a:pt x="927243" y="1011"/>
                  </a:lnTo>
                  <a:lnTo>
                    <a:pt x="919385" y="1010"/>
                  </a:lnTo>
                  <a:lnTo>
                    <a:pt x="911527" y="1010"/>
                  </a:lnTo>
                  <a:lnTo>
                    <a:pt x="903669" y="1009"/>
                  </a:lnTo>
                  <a:lnTo>
                    <a:pt x="895811" y="1007"/>
                  </a:lnTo>
                  <a:lnTo>
                    <a:pt x="887953" y="1006"/>
                  </a:lnTo>
                  <a:lnTo>
                    <a:pt x="880095" y="1006"/>
                  </a:lnTo>
                  <a:lnTo>
                    <a:pt x="872237" y="1005"/>
                  </a:lnTo>
                  <a:lnTo>
                    <a:pt x="864379" y="1004"/>
                  </a:lnTo>
                  <a:lnTo>
                    <a:pt x="856521" y="1003"/>
                  </a:lnTo>
                  <a:lnTo>
                    <a:pt x="848663" y="1003"/>
                  </a:lnTo>
                  <a:lnTo>
                    <a:pt x="840805" y="1002"/>
                  </a:lnTo>
                  <a:lnTo>
                    <a:pt x="832947" y="1000"/>
                  </a:lnTo>
                  <a:lnTo>
                    <a:pt x="825089" y="999"/>
                  </a:lnTo>
                  <a:lnTo>
                    <a:pt x="817231" y="998"/>
                  </a:lnTo>
                  <a:lnTo>
                    <a:pt x="809373" y="997"/>
                  </a:lnTo>
                  <a:lnTo>
                    <a:pt x="801515" y="996"/>
                  </a:lnTo>
                  <a:lnTo>
                    <a:pt x="793657" y="994"/>
                  </a:lnTo>
                  <a:lnTo>
                    <a:pt x="785799" y="994"/>
                  </a:lnTo>
                  <a:lnTo>
                    <a:pt x="777941" y="993"/>
                  </a:lnTo>
                  <a:lnTo>
                    <a:pt x="770083" y="992"/>
                  </a:lnTo>
                  <a:lnTo>
                    <a:pt x="762225" y="992"/>
                  </a:lnTo>
                  <a:lnTo>
                    <a:pt x="754367" y="991"/>
                  </a:lnTo>
                  <a:lnTo>
                    <a:pt x="746509" y="990"/>
                  </a:lnTo>
                  <a:lnTo>
                    <a:pt x="738651" y="989"/>
                  </a:lnTo>
                  <a:lnTo>
                    <a:pt x="730793" y="989"/>
                  </a:lnTo>
                  <a:lnTo>
                    <a:pt x="722935" y="988"/>
                  </a:lnTo>
                  <a:lnTo>
                    <a:pt x="715077" y="987"/>
                  </a:lnTo>
                  <a:lnTo>
                    <a:pt x="707219" y="987"/>
                  </a:lnTo>
                  <a:lnTo>
                    <a:pt x="699361" y="985"/>
                  </a:lnTo>
                  <a:lnTo>
                    <a:pt x="691503" y="985"/>
                  </a:lnTo>
                  <a:lnTo>
                    <a:pt x="683645" y="984"/>
                  </a:lnTo>
                  <a:lnTo>
                    <a:pt x="675787" y="984"/>
                  </a:lnTo>
                  <a:lnTo>
                    <a:pt x="667929" y="983"/>
                  </a:lnTo>
                  <a:lnTo>
                    <a:pt x="660071" y="983"/>
                  </a:lnTo>
                  <a:lnTo>
                    <a:pt x="652213" y="981"/>
                  </a:lnTo>
                  <a:lnTo>
                    <a:pt x="644355" y="980"/>
                  </a:lnTo>
                  <a:lnTo>
                    <a:pt x="636497" y="979"/>
                  </a:lnTo>
                  <a:lnTo>
                    <a:pt x="628639" y="978"/>
                  </a:lnTo>
                  <a:lnTo>
                    <a:pt x="620781" y="977"/>
                  </a:lnTo>
                  <a:lnTo>
                    <a:pt x="612923" y="977"/>
                  </a:lnTo>
                  <a:lnTo>
                    <a:pt x="605065" y="976"/>
                  </a:lnTo>
                  <a:lnTo>
                    <a:pt x="597207" y="975"/>
                  </a:lnTo>
                  <a:lnTo>
                    <a:pt x="589349" y="975"/>
                  </a:lnTo>
                  <a:lnTo>
                    <a:pt x="581491" y="974"/>
                  </a:lnTo>
                  <a:lnTo>
                    <a:pt x="573633" y="974"/>
                  </a:lnTo>
                  <a:lnTo>
                    <a:pt x="565775" y="974"/>
                  </a:lnTo>
                  <a:lnTo>
                    <a:pt x="557917" y="973"/>
                  </a:lnTo>
                  <a:lnTo>
                    <a:pt x="550059" y="973"/>
                  </a:lnTo>
                  <a:lnTo>
                    <a:pt x="542201" y="972"/>
                  </a:lnTo>
                  <a:lnTo>
                    <a:pt x="534343" y="972"/>
                  </a:lnTo>
                  <a:lnTo>
                    <a:pt x="526485" y="972"/>
                  </a:lnTo>
                  <a:lnTo>
                    <a:pt x="518627" y="971"/>
                  </a:lnTo>
                  <a:lnTo>
                    <a:pt x="510769" y="971"/>
                  </a:lnTo>
                  <a:lnTo>
                    <a:pt x="502911" y="971"/>
                  </a:lnTo>
                  <a:lnTo>
                    <a:pt x="495053" y="971"/>
                  </a:lnTo>
                  <a:lnTo>
                    <a:pt x="487195" y="970"/>
                  </a:lnTo>
                  <a:lnTo>
                    <a:pt x="479337" y="968"/>
                  </a:lnTo>
                  <a:lnTo>
                    <a:pt x="471479" y="969"/>
                  </a:lnTo>
                  <a:lnTo>
                    <a:pt x="463621" y="968"/>
                  </a:lnTo>
                  <a:lnTo>
                    <a:pt x="455763" y="967"/>
                  </a:lnTo>
                  <a:lnTo>
                    <a:pt x="447905" y="968"/>
                  </a:lnTo>
                  <a:lnTo>
                    <a:pt x="440047" y="966"/>
                  </a:lnTo>
                  <a:lnTo>
                    <a:pt x="432189" y="965"/>
                  </a:lnTo>
                  <a:lnTo>
                    <a:pt x="424331" y="965"/>
                  </a:lnTo>
                  <a:lnTo>
                    <a:pt x="416473" y="965"/>
                  </a:lnTo>
                  <a:lnTo>
                    <a:pt x="408615" y="965"/>
                  </a:lnTo>
                  <a:lnTo>
                    <a:pt x="400757" y="963"/>
                  </a:lnTo>
                  <a:lnTo>
                    <a:pt x="392899" y="963"/>
                  </a:lnTo>
                  <a:lnTo>
                    <a:pt x="385041" y="963"/>
                  </a:lnTo>
                  <a:lnTo>
                    <a:pt x="377183" y="963"/>
                  </a:lnTo>
                  <a:lnTo>
                    <a:pt x="369325" y="962"/>
                  </a:lnTo>
                  <a:lnTo>
                    <a:pt x="361467" y="961"/>
                  </a:lnTo>
                  <a:lnTo>
                    <a:pt x="353609" y="962"/>
                  </a:lnTo>
                  <a:lnTo>
                    <a:pt x="345751" y="962"/>
                  </a:lnTo>
                  <a:lnTo>
                    <a:pt x="337893" y="961"/>
                  </a:lnTo>
                  <a:lnTo>
                    <a:pt x="330035" y="960"/>
                  </a:lnTo>
                  <a:lnTo>
                    <a:pt x="322177" y="959"/>
                  </a:lnTo>
                  <a:lnTo>
                    <a:pt x="314319" y="959"/>
                  </a:lnTo>
                  <a:lnTo>
                    <a:pt x="306461" y="959"/>
                  </a:lnTo>
                  <a:lnTo>
                    <a:pt x="298603" y="959"/>
                  </a:lnTo>
                  <a:lnTo>
                    <a:pt x="290745" y="959"/>
                  </a:lnTo>
                  <a:lnTo>
                    <a:pt x="282887" y="959"/>
                  </a:lnTo>
                  <a:lnTo>
                    <a:pt x="275029" y="959"/>
                  </a:lnTo>
                  <a:lnTo>
                    <a:pt x="267171" y="958"/>
                  </a:lnTo>
                  <a:lnTo>
                    <a:pt x="259313" y="956"/>
                  </a:lnTo>
                  <a:lnTo>
                    <a:pt x="251455" y="957"/>
                  </a:lnTo>
                  <a:lnTo>
                    <a:pt x="243597" y="957"/>
                  </a:lnTo>
                  <a:lnTo>
                    <a:pt x="235739" y="957"/>
                  </a:lnTo>
                  <a:lnTo>
                    <a:pt x="227881" y="958"/>
                  </a:lnTo>
                  <a:lnTo>
                    <a:pt x="220023" y="958"/>
                  </a:lnTo>
                  <a:lnTo>
                    <a:pt x="212165" y="958"/>
                  </a:lnTo>
                  <a:lnTo>
                    <a:pt x="204307" y="958"/>
                  </a:lnTo>
                  <a:lnTo>
                    <a:pt x="196449" y="957"/>
                  </a:lnTo>
                  <a:lnTo>
                    <a:pt x="188591" y="957"/>
                  </a:lnTo>
                  <a:lnTo>
                    <a:pt x="180733" y="956"/>
                  </a:lnTo>
                  <a:lnTo>
                    <a:pt x="172875" y="955"/>
                  </a:lnTo>
                  <a:lnTo>
                    <a:pt x="165017" y="955"/>
                  </a:lnTo>
                  <a:lnTo>
                    <a:pt x="157159" y="956"/>
                  </a:lnTo>
                  <a:lnTo>
                    <a:pt x="149301" y="955"/>
                  </a:lnTo>
                  <a:lnTo>
                    <a:pt x="141443" y="954"/>
                  </a:lnTo>
                  <a:lnTo>
                    <a:pt x="133585" y="955"/>
                  </a:lnTo>
                  <a:lnTo>
                    <a:pt x="125727" y="955"/>
                  </a:lnTo>
                  <a:lnTo>
                    <a:pt x="117869" y="955"/>
                  </a:lnTo>
                  <a:lnTo>
                    <a:pt x="110011" y="955"/>
                  </a:lnTo>
                  <a:lnTo>
                    <a:pt x="102153" y="954"/>
                  </a:lnTo>
                  <a:lnTo>
                    <a:pt x="94295" y="955"/>
                  </a:lnTo>
                  <a:lnTo>
                    <a:pt x="86437" y="955"/>
                  </a:lnTo>
                  <a:lnTo>
                    <a:pt x="78579" y="955"/>
                  </a:lnTo>
                  <a:lnTo>
                    <a:pt x="70721" y="955"/>
                  </a:lnTo>
                  <a:lnTo>
                    <a:pt x="62863" y="955"/>
                  </a:lnTo>
                  <a:lnTo>
                    <a:pt x="55005" y="955"/>
                  </a:lnTo>
                  <a:lnTo>
                    <a:pt x="47147" y="955"/>
                  </a:lnTo>
                  <a:lnTo>
                    <a:pt x="39289" y="956"/>
                  </a:lnTo>
                  <a:lnTo>
                    <a:pt x="31431" y="956"/>
                  </a:lnTo>
                  <a:lnTo>
                    <a:pt x="23573" y="956"/>
                  </a:lnTo>
                  <a:lnTo>
                    <a:pt x="15715" y="956"/>
                  </a:lnTo>
                  <a:lnTo>
                    <a:pt x="7857" y="956"/>
                  </a:lnTo>
                  <a:lnTo>
                    <a:pt x="0" y="956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12" name="pl211"/>
            <p:cNvSpPr/>
            <p:nvPr/>
          </p:nvSpPr>
          <p:spPr>
            <a:xfrm>
              <a:off x="6029658" y="3104428"/>
              <a:ext cx="2035220" cy="568"/>
            </a:xfrm>
            <a:custGeom>
              <a:avLst/>
              <a:pathLst>
                <a:path w="2035220" h="568">
                  <a:moveTo>
                    <a:pt x="0" y="0"/>
                  </a:moveTo>
                  <a:lnTo>
                    <a:pt x="7857" y="9"/>
                  </a:lnTo>
                  <a:lnTo>
                    <a:pt x="15715" y="18"/>
                  </a:lnTo>
                  <a:lnTo>
                    <a:pt x="23573" y="30"/>
                  </a:lnTo>
                  <a:lnTo>
                    <a:pt x="31431" y="37"/>
                  </a:lnTo>
                  <a:lnTo>
                    <a:pt x="39289" y="49"/>
                  </a:lnTo>
                  <a:lnTo>
                    <a:pt x="47147" y="62"/>
                  </a:lnTo>
                  <a:lnTo>
                    <a:pt x="55005" y="74"/>
                  </a:lnTo>
                  <a:lnTo>
                    <a:pt x="62863" y="87"/>
                  </a:lnTo>
                  <a:lnTo>
                    <a:pt x="70721" y="98"/>
                  </a:lnTo>
                  <a:lnTo>
                    <a:pt x="78579" y="107"/>
                  </a:lnTo>
                  <a:lnTo>
                    <a:pt x="86437" y="117"/>
                  </a:lnTo>
                  <a:lnTo>
                    <a:pt x="94295" y="129"/>
                  </a:lnTo>
                  <a:lnTo>
                    <a:pt x="102153" y="139"/>
                  </a:lnTo>
                  <a:lnTo>
                    <a:pt x="110011" y="148"/>
                  </a:lnTo>
                  <a:lnTo>
                    <a:pt x="117869" y="152"/>
                  </a:lnTo>
                  <a:lnTo>
                    <a:pt x="125727" y="157"/>
                  </a:lnTo>
                  <a:lnTo>
                    <a:pt x="133585" y="171"/>
                  </a:lnTo>
                  <a:lnTo>
                    <a:pt x="141443" y="181"/>
                  </a:lnTo>
                  <a:lnTo>
                    <a:pt x="149301" y="189"/>
                  </a:lnTo>
                  <a:lnTo>
                    <a:pt x="157159" y="197"/>
                  </a:lnTo>
                  <a:lnTo>
                    <a:pt x="165017" y="202"/>
                  </a:lnTo>
                  <a:lnTo>
                    <a:pt x="172875" y="207"/>
                  </a:lnTo>
                  <a:lnTo>
                    <a:pt x="180733" y="211"/>
                  </a:lnTo>
                  <a:lnTo>
                    <a:pt x="188591" y="214"/>
                  </a:lnTo>
                  <a:lnTo>
                    <a:pt x="196449" y="218"/>
                  </a:lnTo>
                  <a:lnTo>
                    <a:pt x="204307" y="228"/>
                  </a:lnTo>
                  <a:lnTo>
                    <a:pt x="212165" y="235"/>
                  </a:lnTo>
                  <a:lnTo>
                    <a:pt x="220023" y="243"/>
                  </a:lnTo>
                  <a:lnTo>
                    <a:pt x="227881" y="248"/>
                  </a:lnTo>
                  <a:lnTo>
                    <a:pt x="235739" y="254"/>
                  </a:lnTo>
                  <a:lnTo>
                    <a:pt x="243597" y="259"/>
                  </a:lnTo>
                  <a:lnTo>
                    <a:pt x="251455" y="262"/>
                  </a:lnTo>
                  <a:lnTo>
                    <a:pt x="259313" y="268"/>
                  </a:lnTo>
                  <a:lnTo>
                    <a:pt x="267171" y="272"/>
                  </a:lnTo>
                  <a:lnTo>
                    <a:pt x="275029" y="277"/>
                  </a:lnTo>
                  <a:lnTo>
                    <a:pt x="282887" y="281"/>
                  </a:lnTo>
                  <a:lnTo>
                    <a:pt x="290745" y="289"/>
                  </a:lnTo>
                  <a:lnTo>
                    <a:pt x="298603" y="293"/>
                  </a:lnTo>
                  <a:lnTo>
                    <a:pt x="306461" y="295"/>
                  </a:lnTo>
                  <a:lnTo>
                    <a:pt x="314319" y="299"/>
                  </a:lnTo>
                  <a:lnTo>
                    <a:pt x="322177" y="306"/>
                  </a:lnTo>
                  <a:lnTo>
                    <a:pt x="330035" y="313"/>
                  </a:lnTo>
                  <a:lnTo>
                    <a:pt x="337893" y="317"/>
                  </a:lnTo>
                  <a:lnTo>
                    <a:pt x="345751" y="322"/>
                  </a:lnTo>
                  <a:lnTo>
                    <a:pt x="353609" y="325"/>
                  </a:lnTo>
                  <a:lnTo>
                    <a:pt x="361467" y="328"/>
                  </a:lnTo>
                  <a:lnTo>
                    <a:pt x="369325" y="332"/>
                  </a:lnTo>
                  <a:lnTo>
                    <a:pt x="377183" y="336"/>
                  </a:lnTo>
                  <a:lnTo>
                    <a:pt x="385041" y="339"/>
                  </a:lnTo>
                  <a:lnTo>
                    <a:pt x="392899" y="343"/>
                  </a:lnTo>
                  <a:lnTo>
                    <a:pt x="400757" y="349"/>
                  </a:lnTo>
                  <a:lnTo>
                    <a:pt x="408615" y="355"/>
                  </a:lnTo>
                  <a:lnTo>
                    <a:pt x="416473" y="362"/>
                  </a:lnTo>
                  <a:lnTo>
                    <a:pt x="424331" y="366"/>
                  </a:lnTo>
                  <a:lnTo>
                    <a:pt x="432189" y="371"/>
                  </a:lnTo>
                  <a:lnTo>
                    <a:pt x="440047" y="378"/>
                  </a:lnTo>
                  <a:lnTo>
                    <a:pt x="447905" y="380"/>
                  </a:lnTo>
                  <a:lnTo>
                    <a:pt x="455763" y="386"/>
                  </a:lnTo>
                  <a:lnTo>
                    <a:pt x="463621" y="391"/>
                  </a:lnTo>
                  <a:lnTo>
                    <a:pt x="471479" y="397"/>
                  </a:lnTo>
                  <a:lnTo>
                    <a:pt x="479337" y="402"/>
                  </a:lnTo>
                  <a:lnTo>
                    <a:pt x="487195" y="407"/>
                  </a:lnTo>
                  <a:lnTo>
                    <a:pt x="495053" y="413"/>
                  </a:lnTo>
                  <a:lnTo>
                    <a:pt x="502911" y="418"/>
                  </a:lnTo>
                  <a:lnTo>
                    <a:pt x="510769" y="423"/>
                  </a:lnTo>
                  <a:lnTo>
                    <a:pt x="518627" y="428"/>
                  </a:lnTo>
                  <a:lnTo>
                    <a:pt x="526485" y="431"/>
                  </a:lnTo>
                  <a:lnTo>
                    <a:pt x="534343" y="436"/>
                  </a:lnTo>
                  <a:lnTo>
                    <a:pt x="542201" y="440"/>
                  </a:lnTo>
                  <a:lnTo>
                    <a:pt x="550059" y="441"/>
                  </a:lnTo>
                  <a:lnTo>
                    <a:pt x="557917" y="446"/>
                  </a:lnTo>
                  <a:lnTo>
                    <a:pt x="565775" y="454"/>
                  </a:lnTo>
                  <a:lnTo>
                    <a:pt x="573633" y="455"/>
                  </a:lnTo>
                  <a:lnTo>
                    <a:pt x="581491" y="455"/>
                  </a:lnTo>
                  <a:lnTo>
                    <a:pt x="589349" y="457"/>
                  </a:lnTo>
                  <a:lnTo>
                    <a:pt x="597207" y="461"/>
                  </a:lnTo>
                  <a:lnTo>
                    <a:pt x="605065" y="462"/>
                  </a:lnTo>
                  <a:lnTo>
                    <a:pt x="612923" y="467"/>
                  </a:lnTo>
                  <a:lnTo>
                    <a:pt x="620781" y="473"/>
                  </a:lnTo>
                  <a:lnTo>
                    <a:pt x="628639" y="476"/>
                  </a:lnTo>
                  <a:lnTo>
                    <a:pt x="636497" y="477"/>
                  </a:lnTo>
                  <a:lnTo>
                    <a:pt x="644355" y="476"/>
                  </a:lnTo>
                  <a:lnTo>
                    <a:pt x="652213" y="477"/>
                  </a:lnTo>
                  <a:lnTo>
                    <a:pt x="660071" y="479"/>
                  </a:lnTo>
                  <a:lnTo>
                    <a:pt x="667929" y="483"/>
                  </a:lnTo>
                  <a:lnTo>
                    <a:pt x="675787" y="487"/>
                  </a:lnTo>
                  <a:lnTo>
                    <a:pt x="683645" y="490"/>
                  </a:lnTo>
                  <a:lnTo>
                    <a:pt x="691503" y="494"/>
                  </a:lnTo>
                  <a:lnTo>
                    <a:pt x="699361" y="497"/>
                  </a:lnTo>
                  <a:lnTo>
                    <a:pt x="707219" y="499"/>
                  </a:lnTo>
                  <a:lnTo>
                    <a:pt x="715077" y="499"/>
                  </a:lnTo>
                  <a:lnTo>
                    <a:pt x="722935" y="498"/>
                  </a:lnTo>
                  <a:lnTo>
                    <a:pt x="730793" y="500"/>
                  </a:lnTo>
                  <a:lnTo>
                    <a:pt x="738651" y="502"/>
                  </a:lnTo>
                  <a:lnTo>
                    <a:pt x="746509" y="498"/>
                  </a:lnTo>
                  <a:lnTo>
                    <a:pt x="754367" y="500"/>
                  </a:lnTo>
                  <a:lnTo>
                    <a:pt x="762225" y="505"/>
                  </a:lnTo>
                  <a:lnTo>
                    <a:pt x="770083" y="504"/>
                  </a:lnTo>
                  <a:lnTo>
                    <a:pt x="777941" y="503"/>
                  </a:lnTo>
                  <a:lnTo>
                    <a:pt x="785799" y="507"/>
                  </a:lnTo>
                  <a:lnTo>
                    <a:pt x="793657" y="512"/>
                  </a:lnTo>
                  <a:lnTo>
                    <a:pt x="801515" y="518"/>
                  </a:lnTo>
                  <a:lnTo>
                    <a:pt x="809373" y="521"/>
                  </a:lnTo>
                  <a:lnTo>
                    <a:pt x="817231" y="525"/>
                  </a:lnTo>
                  <a:lnTo>
                    <a:pt x="825089" y="528"/>
                  </a:lnTo>
                  <a:lnTo>
                    <a:pt x="832947" y="528"/>
                  </a:lnTo>
                  <a:lnTo>
                    <a:pt x="840805" y="528"/>
                  </a:lnTo>
                  <a:lnTo>
                    <a:pt x="848663" y="528"/>
                  </a:lnTo>
                  <a:lnTo>
                    <a:pt x="856521" y="529"/>
                  </a:lnTo>
                  <a:lnTo>
                    <a:pt x="864379" y="532"/>
                  </a:lnTo>
                  <a:lnTo>
                    <a:pt x="872237" y="534"/>
                  </a:lnTo>
                  <a:lnTo>
                    <a:pt x="880095" y="534"/>
                  </a:lnTo>
                  <a:lnTo>
                    <a:pt x="887953" y="537"/>
                  </a:lnTo>
                  <a:lnTo>
                    <a:pt x="895811" y="541"/>
                  </a:lnTo>
                  <a:lnTo>
                    <a:pt x="903669" y="542"/>
                  </a:lnTo>
                  <a:lnTo>
                    <a:pt x="911527" y="542"/>
                  </a:lnTo>
                  <a:lnTo>
                    <a:pt x="919385" y="541"/>
                  </a:lnTo>
                  <a:lnTo>
                    <a:pt x="927243" y="544"/>
                  </a:lnTo>
                  <a:lnTo>
                    <a:pt x="935101" y="545"/>
                  </a:lnTo>
                  <a:lnTo>
                    <a:pt x="942959" y="546"/>
                  </a:lnTo>
                  <a:lnTo>
                    <a:pt x="950817" y="547"/>
                  </a:lnTo>
                  <a:lnTo>
                    <a:pt x="958675" y="547"/>
                  </a:lnTo>
                  <a:lnTo>
                    <a:pt x="966533" y="548"/>
                  </a:lnTo>
                  <a:lnTo>
                    <a:pt x="974391" y="549"/>
                  </a:lnTo>
                  <a:lnTo>
                    <a:pt x="982249" y="551"/>
                  </a:lnTo>
                  <a:lnTo>
                    <a:pt x="990107" y="551"/>
                  </a:lnTo>
                  <a:lnTo>
                    <a:pt x="997965" y="551"/>
                  </a:lnTo>
                  <a:lnTo>
                    <a:pt x="1005823" y="551"/>
                  </a:lnTo>
                  <a:lnTo>
                    <a:pt x="1013681" y="552"/>
                  </a:lnTo>
                  <a:lnTo>
                    <a:pt x="1021539" y="553"/>
                  </a:lnTo>
                  <a:lnTo>
                    <a:pt x="1029397" y="554"/>
                  </a:lnTo>
                  <a:lnTo>
                    <a:pt x="1037254" y="554"/>
                  </a:lnTo>
                  <a:lnTo>
                    <a:pt x="1045112" y="555"/>
                  </a:lnTo>
                  <a:lnTo>
                    <a:pt x="1052970" y="555"/>
                  </a:lnTo>
                  <a:lnTo>
                    <a:pt x="1060828" y="556"/>
                  </a:lnTo>
                  <a:lnTo>
                    <a:pt x="1068686" y="556"/>
                  </a:lnTo>
                  <a:lnTo>
                    <a:pt x="1076544" y="557"/>
                  </a:lnTo>
                  <a:lnTo>
                    <a:pt x="1084402" y="557"/>
                  </a:lnTo>
                  <a:lnTo>
                    <a:pt x="1092260" y="557"/>
                  </a:lnTo>
                  <a:lnTo>
                    <a:pt x="1100118" y="558"/>
                  </a:lnTo>
                  <a:lnTo>
                    <a:pt x="1107976" y="558"/>
                  </a:lnTo>
                  <a:lnTo>
                    <a:pt x="1115834" y="560"/>
                  </a:lnTo>
                  <a:lnTo>
                    <a:pt x="1123692" y="561"/>
                  </a:lnTo>
                  <a:lnTo>
                    <a:pt x="1131550" y="562"/>
                  </a:lnTo>
                  <a:lnTo>
                    <a:pt x="1139408" y="562"/>
                  </a:lnTo>
                  <a:lnTo>
                    <a:pt x="1147266" y="560"/>
                  </a:lnTo>
                  <a:lnTo>
                    <a:pt x="1155124" y="561"/>
                  </a:lnTo>
                  <a:lnTo>
                    <a:pt x="1162982" y="561"/>
                  </a:lnTo>
                  <a:lnTo>
                    <a:pt x="1170840" y="562"/>
                  </a:lnTo>
                  <a:lnTo>
                    <a:pt x="1178698" y="563"/>
                  </a:lnTo>
                  <a:lnTo>
                    <a:pt x="1186556" y="562"/>
                  </a:lnTo>
                  <a:lnTo>
                    <a:pt x="1194414" y="560"/>
                  </a:lnTo>
                  <a:lnTo>
                    <a:pt x="1202272" y="558"/>
                  </a:lnTo>
                  <a:lnTo>
                    <a:pt x="1210130" y="557"/>
                  </a:lnTo>
                  <a:lnTo>
                    <a:pt x="1217988" y="554"/>
                  </a:lnTo>
                  <a:lnTo>
                    <a:pt x="1225846" y="549"/>
                  </a:lnTo>
                  <a:lnTo>
                    <a:pt x="1233704" y="551"/>
                  </a:lnTo>
                  <a:lnTo>
                    <a:pt x="1241562" y="552"/>
                  </a:lnTo>
                  <a:lnTo>
                    <a:pt x="1249420" y="553"/>
                  </a:lnTo>
                  <a:lnTo>
                    <a:pt x="1257278" y="555"/>
                  </a:lnTo>
                  <a:lnTo>
                    <a:pt x="1265136" y="556"/>
                  </a:lnTo>
                  <a:lnTo>
                    <a:pt x="1272994" y="558"/>
                  </a:lnTo>
                  <a:lnTo>
                    <a:pt x="1280852" y="559"/>
                  </a:lnTo>
                  <a:lnTo>
                    <a:pt x="1288710" y="560"/>
                  </a:lnTo>
                  <a:lnTo>
                    <a:pt x="1296568" y="562"/>
                  </a:lnTo>
                  <a:lnTo>
                    <a:pt x="1304426" y="561"/>
                  </a:lnTo>
                  <a:lnTo>
                    <a:pt x="1312284" y="559"/>
                  </a:lnTo>
                  <a:lnTo>
                    <a:pt x="1320142" y="560"/>
                  </a:lnTo>
                  <a:lnTo>
                    <a:pt x="1328000" y="559"/>
                  </a:lnTo>
                  <a:lnTo>
                    <a:pt x="1335858" y="559"/>
                  </a:lnTo>
                  <a:lnTo>
                    <a:pt x="1343716" y="558"/>
                  </a:lnTo>
                  <a:lnTo>
                    <a:pt x="1351574" y="560"/>
                  </a:lnTo>
                  <a:lnTo>
                    <a:pt x="1359432" y="562"/>
                  </a:lnTo>
                  <a:lnTo>
                    <a:pt x="1367290" y="565"/>
                  </a:lnTo>
                  <a:lnTo>
                    <a:pt x="1375148" y="567"/>
                  </a:lnTo>
                  <a:lnTo>
                    <a:pt x="1383006" y="568"/>
                  </a:lnTo>
                  <a:lnTo>
                    <a:pt x="1390864" y="565"/>
                  </a:lnTo>
                  <a:lnTo>
                    <a:pt x="1398722" y="562"/>
                  </a:lnTo>
                  <a:lnTo>
                    <a:pt x="1406580" y="560"/>
                  </a:lnTo>
                  <a:lnTo>
                    <a:pt x="1414438" y="559"/>
                  </a:lnTo>
                  <a:lnTo>
                    <a:pt x="1422296" y="559"/>
                  </a:lnTo>
                  <a:lnTo>
                    <a:pt x="1430154" y="560"/>
                  </a:lnTo>
                  <a:lnTo>
                    <a:pt x="1438012" y="560"/>
                  </a:lnTo>
                  <a:lnTo>
                    <a:pt x="1445870" y="559"/>
                  </a:lnTo>
                  <a:lnTo>
                    <a:pt x="1453728" y="560"/>
                  </a:lnTo>
                  <a:lnTo>
                    <a:pt x="1461586" y="562"/>
                  </a:lnTo>
                  <a:lnTo>
                    <a:pt x="1469444" y="561"/>
                  </a:lnTo>
                  <a:lnTo>
                    <a:pt x="1477302" y="559"/>
                  </a:lnTo>
                  <a:lnTo>
                    <a:pt x="1485160" y="557"/>
                  </a:lnTo>
                  <a:lnTo>
                    <a:pt x="1493018" y="555"/>
                  </a:lnTo>
                  <a:lnTo>
                    <a:pt x="1500876" y="553"/>
                  </a:lnTo>
                  <a:lnTo>
                    <a:pt x="1508734" y="551"/>
                  </a:lnTo>
                  <a:lnTo>
                    <a:pt x="1516592" y="549"/>
                  </a:lnTo>
                  <a:lnTo>
                    <a:pt x="1524450" y="550"/>
                  </a:lnTo>
                  <a:lnTo>
                    <a:pt x="1532308" y="551"/>
                  </a:lnTo>
                  <a:lnTo>
                    <a:pt x="1540166" y="551"/>
                  </a:lnTo>
                  <a:lnTo>
                    <a:pt x="1548024" y="550"/>
                  </a:lnTo>
                  <a:lnTo>
                    <a:pt x="1555882" y="549"/>
                  </a:lnTo>
                  <a:lnTo>
                    <a:pt x="1563740" y="548"/>
                  </a:lnTo>
                  <a:lnTo>
                    <a:pt x="1571598" y="550"/>
                  </a:lnTo>
                  <a:lnTo>
                    <a:pt x="1579456" y="548"/>
                  </a:lnTo>
                  <a:lnTo>
                    <a:pt x="1587314" y="548"/>
                  </a:lnTo>
                  <a:lnTo>
                    <a:pt x="1595172" y="548"/>
                  </a:lnTo>
                  <a:lnTo>
                    <a:pt x="1603030" y="546"/>
                  </a:lnTo>
                  <a:lnTo>
                    <a:pt x="1610888" y="545"/>
                  </a:lnTo>
                  <a:lnTo>
                    <a:pt x="1618746" y="544"/>
                  </a:lnTo>
                  <a:lnTo>
                    <a:pt x="1626604" y="544"/>
                  </a:lnTo>
                  <a:lnTo>
                    <a:pt x="1634462" y="541"/>
                  </a:lnTo>
                  <a:lnTo>
                    <a:pt x="1642320" y="539"/>
                  </a:lnTo>
                  <a:lnTo>
                    <a:pt x="1650178" y="537"/>
                  </a:lnTo>
                  <a:lnTo>
                    <a:pt x="1658036" y="534"/>
                  </a:lnTo>
                  <a:lnTo>
                    <a:pt x="1665894" y="531"/>
                  </a:lnTo>
                  <a:lnTo>
                    <a:pt x="1673752" y="529"/>
                  </a:lnTo>
                  <a:lnTo>
                    <a:pt x="1681610" y="528"/>
                  </a:lnTo>
                  <a:lnTo>
                    <a:pt x="1689468" y="526"/>
                  </a:lnTo>
                  <a:lnTo>
                    <a:pt x="1697326" y="527"/>
                  </a:lnTo>
                  <a:lnTo>
                    <a:pt x="1705184" y="524"/>
                  </a:lnTo>
                  <a:lnTo>
                    <a:pt x="1713042" y="525"/>
                  </a:lnTo>
                  <a:lnTo>
                    <a:pt x="1720900" y="525"/>
                  </a:lnTo>
                  <a:lnTo>
                    <a:pt x="1728758" y="523"/>
                  </a:lnTo>
                  <a:lnTo>
                    <a:pt x="1736616" y="523"/>
                  </a:lnTo>
                  <a:lnTo>
                    <a:pt x="1744474" y="523"/>
                  </a:lnTo>
                  <a:lnTo>
                    <a:pt x="1752332" y="523"/>
                  </a:lnTo>
                  <a:lnTo>
                    <a:pt x="1760190" y="523"/>
                  </a:lnTo>
                  <a:lnTo>
                    <a:pt x="1768048" y="523"/>
                  </a:lnTo>
                  <a:lnTo>
                    <a:pt x="1775906" y="521"/>
                  </a:lnTo>
                  <a:lnTo>
                    <a:pt x="1783764" y="517"/>
                  </a:lnTo>
                  <a:lnTo>
                    <a:pt x="1791622" y="513"/>
                  </a:lnTo>
                  <a:lnTo>
                    <a:pt x="1799480" y="510"/>
                  </a:lnTo>
                  <a:lnTo>
                    <a:pt x="1807338" y="507"/>
                  </a:lnTo>
                  <a:lnTo>
                    <a:pt x="1815196" y="505"/>
                  </a:lnTo>
                  <a:lnTo>
                    <a:pt x="1823054" y="504"/>
                  </a:lnTo>
                  <a:lnTo>
                    <a:pt x="1830912" y="504"/>
                  </a:lnTo>
                  <a:lnTo>
                    <a:pt x="1838770" y="504"/>
                  </a:lnTo>
                  <a:lnTo>
                    <a:pt x="1846628" y="504"/>
                  </a:lnTo>
                  <a:lnTo>
                    <a:pt x="1854486" y="503"/>
                  </a:lnTo>
                  <a:lnTo>
                    <a:pt x="1862344" y="503"/>
                  </a:lnTo>
                  <a:lnTo>
                    <a:pt x="1870202" y="502"/>
                  </a:lnTo>
                  <a:lnTo>
                    <a:pt x="1878060" y="497"/>
                  </a:lnTo>
                  <a:lnTo>
                    <a:pt x="1885918" y="497"/>
                  </a:lnTo>
                  <a:lnTo>
                    <a:pt x="1893776" y="498"/>
                  </a:lnTo>
                  <a:lnTo>
                    <a:pt x="1901634" y="498"/>
                  </a:lnTo>
                  <a:lnTo>
                    <a:pt x="1909492" y="499"/>
                  </a:lnTo>
                  <a:lnTo>
                    <a:pt x="1917350" y="499"/>
                  </a:lnTo>
                  <a:lnTo>
                    <a:pt x="1925208" y="497"/>
                  </a:lnTo>
                  <a:lnTo>
                    <a:pt x="1933066" y="496"/>
                  </a:lnTo>
                  <a:lnTo>
                    <a:pt x="1940924" y="495"/>
                  </a:lnTo>
                  <a:lnTo>
                    <a:pt x="1948782" y="493"/>
                  </a:lnTo>
                  <a:lnTo>
                    <a:pt x="1956640" y="492"/>
                  </a:lnTo>
                  <a:lnTo>
                    <a:pt x="1964498" y="492"/>
                  </a:lnTo>
                  <a:lnTo>
                    <a:pt x="1972356" y="492"/>
                  </a:lnTo>
                  <a:lnTo>
                    <a:pt x="1980214" y="492"/>
                  </a:lnTo>
                  <a:lnTo>
                    <a:pt x="1988072" y="489"/>
                  </a:lnTo>
                  <a:lnTo>
                    <a:pt x="1995930" y="487"/>
                  </a:lnTo>
                  <a:lnTo>
                    <a:pt x="2003788" y="484"/>
                  </a:lnTo>
                  <a:lnTo>
                    <a:pt x="2011646" y="483"/>
                  </a:lnTo>
                  <a:lnTo>
                    <a:pt x="2019504" y="481"/>
                  </a:lnTo>
                  <a:lnTo>
                    <a:pt x="2027362" y="480"/>
                  </a:lnTo>
                  <a:lnTo>
                    <a:pt x="2035220" y="4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3" name="pl212"/>
            <p:cNvSpPr/>
            <p:nvPr/>
          </p:nvSpPr>
          <p:spPr>
            <a:xfrm>
              <a:off x="6029658" y="3105382"/>
              <a:ext cx="2035220" cy="148"/>
            </a:xfrm>
            <a:custGeom>
              <a:avLst/>
              <a:pathLst>
                <a:path w="2035220" h="148">
                  <a:moveTo>
                    <a:pt x="2035220" y="148"/>
                  </a:moveTo>
                  <a:lnTo>
                    <a:pt x="2027362" y="148"/>
                  </a:lnTo>
                  <a:lnTo>
                    <a:pt x="2019504" y="147"/>
                  </a:lnTo>
                  <a:lnTo>
                    <a:pt x="2011646" y="147"/>
                  </a:lnTo>
                  <a:lnTo>
                    <a:pt x="2003788" y="147"/>
                  </a:lnTo>
                  <a:lnTo>
                    <a:pt x="1995930" y="146"/>
                  </a:lnTo>
                  <a:lnTo>
                    <a:pt x="1988072" y="146"/>
                  </a:lnTo>
                  <a:lnTo>
                    <a:pt x="1980214" y="145"/>
                  </a:lnTo>
                  <a:lnTo>
                    <a:pt x="1972356" y="145"/>
                  </a:lnTo>
                  <a:lnTo>
                    <a:pt x="1964498" y="145"/>
                  </a:lnTo>
                  <a:lnTo>
                    <a:pt x="1956640" y="144"/>
                  </a:lnTo>
                  <a:lnTo>
                    <a:pt x="1948782" y="144"/>
                  </a:lnTo>
                  <a:lnTo>
                    <a:pt x="1940924" y="144"/>
                  </a:lnTo>
                  <a:lnTo>
                    <a:pt x="1933066" y="143"/>
                  </a:lnTo>
                  <a:lnTo>
                    <a:pt x="1925208" y="143"/>
                  </a:lnTo>
                  <a:lnTo>
                    <a:pt x="1917350" y="142"/>
                  </a:lnTo>
                  <a:lnTo>
                    <a:pt x="1909492" y="142"/>
                  </a:lnTo>
                  <a:lnTo>
                    <a:pt x="1901634" y="141"/>
                  </a:lnTo>
                  <a:lnTo>
                    <a:pt x="1893776" y="141"/>
                  </a:lnTo>
                  <a:lnTo>
                    <a:pt x="1885918" y="141"/>
                  </a:lnTo>
                  <a:lnTo>
                    <a:pt x="1878060" y="140"/>
                  </a:lnTo>
                  <a:lnTo>
                    <a:pt x="1870202" y="139"/>
                  </a:lnTo>
                  <a:lnTo>
                    <a:pt x="1862344" y="139"/>
                  </a:lnTo>
                  <a:lnTo>
                    <a:pt x="1854486" y="138"/>
                  </a:lnTo>
                  <a:lnTo>
                    <a:pt x="1846628" y="138"/>
                  </a:lnTo>
                  <a:lnTo>
                    <a:pt x="1838770" y="138"/>
                  </a:lnTo>
                  <a:lnTo>
                    <a:pt x="1830912" y="137"/>
                  </a:lnTo>
                  <a:lnTo>
                    <a:pt x="1823054" y="137"/>
                  </a:lnTo>
                  <a:lnTo>
                    <a:pt x="1815196" y="136"/>
                  </a:lnTo>
                  <a:lnTo>
                    <a:pt x="1807338" y="136"/>
                  </a:lnTo>
                  <a:lnTo>
                    <a:pt x="1799480" y="135"/>
                  </a:lnTo>
                  <a:lnTo>
                    <a:pt x="1791622" y="135"/>
                  </a:lnTo>
                  <a:lnTo>
                    <a:pt x="1783764" y="135"/>
                  </a:lnTo>
                  <a:lnTo>
                    <a:pt x="1775906" y="134"/>
                  </a:lnTo>
                  <a:lnTo>
                    <a:pt x="1768048" y="134"/>
                  </a:lnTo>
                  <a:lnTo>
                    <a:pt x="1760190" y="133"/>
                  </a:lnTo>
                  <a:lnTo>
                    <a:pt x="1752332" y="133"/>
                  </a:lnTo>
                  <a:lnTo>
                    <a:pt x="1744474" y="132"/>
                  </a:lnTo>
                  <a:lnTo>
                    <a:pt x="1736616" y="132"/>
                  </a:lnTo>
                  <a:lnTo>
                    <a:pt x="1728758" y="131"/>
                  </a:lnTo>
                  <a:lnTo>
                    <a:pt x="1720900" y="131"/>
                  </a:lnTo>
                  <a:lnTo>
                    <a:pt x="1713042" y="130"/>
                  </a:lnTo>
                  <a:lnTo>
                    <a:pt x="1705184" y="130"/>
                  </a:lnTo>
                  <a:lnTo>
                    <a:pt x="1697326" y="129"/>
                  </a:lnTo>
                  <a:lnTo>
                    <a:pt x="1689468" y="129"/>
                  </a:lnTo>
                  <a:lnTo>
                    <a:pt x="1681610" y="128"/>
                  </a:lnTo>
                  <a:lnTo>
                    <a:pt x="1673752" y="127"/>
                  </a:lnTo>
                  <a:lnTo>
                    <a:pt x="1665894" y="127"/>
                  </a:lnTo>
                  <a:lnTo>
                    <a:pt x="1658036" y="126"/>
                  </a:lnTo>
                  <a:lnTo>
                    <a:pt x="1650178" y="126"/>
                  </a:lnTo>
                  <a:lnTo>
                    <a:pt x="1642320" y="125"/>
                  </a:lnTo>
                  <a:lnTo>
                    <a:pt x="1634462" y="125"/>
                  </a:lnTo>
                  <a:lnTo>
                    <a:pt x="1626604" y="124"/>
                  </a:lnTo>
                  <a:lnTo>
                    <a:pt x="1618746" y="123"/>
                  </a:lnTo>
                  <a:lnTo>
                    <a:pt x="1610888" y="123"/>
                  </a:lnTo>
                  <a:lnTo>
                    <a:pt x="1603030" y="122"/>
                  </a:lnTo>
                  <a:lnTo>
                    <a:pt x="1595172" y="122"/>
                  </a:lnTo>
                  <a:lnTo>
                    <a:pt x="1587314" y="121"/>
                  </a:lnTo>
                  <a:lnTo>
                    <a:pt x="1579456" y="121"/>
                  </a:lnTo>
                  <a:lnTo>
                    <a:pt x="1571598" y="120"/>
                  </a:lnTo>
                  <a:lnTo>
                    <a:pt x="1563740" y="119"/>
                  </a:lnTo>
                  <a:lnTo>
                    <a:pt x="1555882" y="118"/>
                  </a:lnTo>
                  <a:lnTo>
                    <a:pt x="1548024" y="118"/>
                  </a:lnTo>
                  <a:lnTo>
                    <a:pt x="1540166" y="117"/>
                  </a:lnTo>
                  <a:lnTo>
                    <a:pt x="1532308" y="116"/>
                  </a:lnTo>
                  <a:lnTo>
                    <a:pt x="1524450" y="116"/>
                  </a:lnTo>
                  <a:lnTo>
                    <a:pt x="1516592" y="115"/>
                  </a:lnTo>
                  <a:lnTo>
                    <a:pt x="1508734" y="114"/>
                  </a:lnTo>
                  <a:lnTo>
                    <a:pt x="1500876" y="114"/>
                  </a:lnTo>
                  <a:lnTo>
                    <a:pt x="1493018" y="113"/>
                  </a:lnTo>
                  <a:lnTo>
                    <a:pt x="1485160" y="112"/>
                  </a:lnTo>
                  <a:lnTo>
                    <a:pt x="1477302" y="111"/>
                  </a:lnTo>
                  <a:lnTo>
                    <a:pt x="1469444" y="111"/>
                  </a:lnTo>
                  <a:lnTo>
                    <a:pt x="1461586" y="110"/>
                  </a:lnTo>
                  <a:lnTo>
                    <a:pt x="1453728" y="109"/>
                  </a:lnTo>
                  <a:lnTo>
                    <a:pt x="1445870" y="109"/>
                  </a:lnTo>
                  <a:lnTo>
                    <a:pt x="1438012" y="108"/>
                  </a:lnTo>
                  <a:lnTo>
                    <a:pt x="1430154" y="107"/>
                  </a:lnTo>
                  <a:lnTo>
                    <a:pt x="1422296" y="107"/>
                  </a:lnTo>
                  <a:lnTo>
                    <a:pt x="1414438" y="106"/>
                  </a:lnTo>
                  <a:lnTo>
                    <a:pt x="1406580" y="106"/>
                  </a:lnTo>
                  <a:lnTo>
                    <a:pt x="1398722" y="105"/>
                  </a:lnTo>
                  <a:lnTo>
                    <a:pt x="1390864" y="104"/>
                  </a:lnTo>
                  <a:lnTo>
                    <a:pt x="1383006" y="104"/>
                  </a:lnTo>
                  <a:lnTo>
                    <a:pt x="1375148" y="103"/>
                  </a:lnTo>
                  <a:lnTo>
                    <a:pt x="1367290" y="102"/>
                  </a:lnTo>
                  <a:lnTo>
                    <a:pt x="1359432" y="101"/>
                  </a:lnTo>
                  <a:lnTo>
                    <a:pt x="1351574" y="101"/>
                  </a:lnTo>
                  <a:lnTo>
                    <a:pt x="1343716" y="100"/>
                  </a:lnTo>
                  <a:lnTo>
                    <a:pt x="1335858" y="99"/>
                  </a:lnTo>
                  <a:lnTo>
                    <a:pt x="1328000" y="99"/>
                  </a:lnTo>
                  <a:lnTo>
                    <a:pt x="1320142" y="98"/>
                  </a:lnTo>
                  <a:lnTo>
                    <a:pt x="1312284" y="97"/>
                  </a:lnTo>
                  <a:lnTo>
                    <a:pt x="1304426" y="96"/>
                  </a:lnTo>
                  <a:lnTo>
                    <a:pt x="1296568" y="95"/>
                  </a:lnTo>
                  <a:lnTo>
                    <a:pt x="1288710" y="94"/>
                  </a:lnTo>
                  <a:lnTo>
                    <a:pt x="1280852" y="93"/>
                  </a:lnTo>
                  <a:lnTo>
                    <a:pt x="1272994" y="93"/>
                  </a:lnTo>
                  <a:lnTo>
                    <a:pt x="1265136" y="92"/>
                  </a:lnTo>
                  <a:lnTo>
                    <a:pt x="1257278" y="91"/>
                  </a:lnTo>
                  <a:lnTo>
                    <a:pt x="1249420" y="90"/>
                  </a:lnTo>
                  <a:lnTo>
                    <a:pt x="1241562" y="89"/>
                  </a:lnTo>
                  <a:lnTo>
                    <a:pt x="1233704" y="88"/>
                  </a:lnTo>
                  <a:lnTo>
                    <a:pt x="1225846" y="87"/>
                  </a:lnTo>
                  <a:lnTo>
                    <a:pt x="1217988" y="86"/>
                  </a:lnTo>
                  <a:lnTo>
                    <a:pt x="1210130" y="85"/>
                  </a:lnTo>
                  <a:lnTo>
                    <a:pt x="1202272" y="85"/>
                  </a:lnTo>
                  <a:lnTo>
                    <a:pt x="1194414" y="84"/>
                  </a:lnTo>
                  <a:lnTo>
                    <a:pt x="1186556" y="84"/>
                  </a:lnTo>
                  <a:lnTo>
                    <a:pt x="1178698" y="83"/>
                  </a:lnTo>
                  <a:lnTo>
                    <a:pt x="1170840" y="82"/>
                  </a:lnTo>
                  <a:lnTo>
                    <a:pt x="1162982" y="81"/>
                  </a:lnTo>
                  <a:lnTo>
                    <a:pt x="1155124" y="80"/>
                  </a:lnTo>
                  <a:lnTo>
                    <a:pt x="1147266" y="79"/>
                  </a:lnTo>
                  <a:lnTo>
                    <a:pt x="1139408" y="78"/>
                  </a:lnTo>
                  <a:lnTo>
                    <a:pt x="1131550" y="77"/>
                  </a:lnTo>
                  <a:lnTo>
                    <a:pt x="1123692" y="76"/>
                  </a:lnTo>
                  <a:lnTo>
                    <a:pt x="1115834" y="75"/>
                  </a:lnTo>
                  <a:lnTo>
                    <a:pt x="1107976" y="74"/>
                  </a:lnTo>
                  <a:lnTo>
                    <a:pt x="1100118" y="73"/>
                  </a:lnTo>
                  <a:lnTo>
                    <a:pt x="1092260" y="72"/>
                  </a:lnTo>
                  <a:lnTo>
                    <a:pt x="1084402" y="71"/>
                  </a:lnTo>
                  <a:lnTo>
                    <a:pt x="1076544" y="70"/>
                  </a:lnTo>
                  <a:lnTo>
                    <a:pt x="1068686" y="69"/>
                  </a:lnTo>
                  <a:lnTo>
                    <a:pt x="1060828" y="68"/>
                  </a:lnTo>
                  <a:lnTo>
                    <a:pt x="1052970" y="67"/>
                  </a:lnTo>
                  <a:lnTo>
                    <a:pt x="1045112" y="67"/>
                  </a:lnTo>
                  <a:lnTo>
                    <a:pt x="1037254" y="66"/>
                  </a:lnTo>
                  <a:lnTo>
                    <a:pt x="1029397" y="66"/>
                  </a:lnTo>
                  <a:lnTo>
                    <a:pt x="1021539" y="65"/>
                  </a:lnTo>
                  <a:lnTo>
                    <a:pt x="1013681" y="64"/>
                  </a:lnTo>
                  <a:lnTo>
                    <a:pt x="1005823" y="64"/>
                  </a:lnTo>
                  <a:lnTo>
                    <a:pt x="997965" y="62"/>
                  </a:lnTo>
                  <a:lnTo>
                    <a:pt x="990107" y="61"/>
                  </a:lnTo>
                  <a:lnTo>
                    <a:pt x="982249" y="61"/>
                  </a:lnTo>
                  <a:lnTo>
                    <a:pt x="974391" y="60"/>
                  </a:lnTo>
                  <a:lnTo>
                    <a:pt x="966533" y="59"/>
                  </a:lnTo>
                  <a:lnTo>
                    <a:pt x="958675" y="59"/>
                  </a:lnTo>
                  <a:lnTo>
                    <a:pt x="950817" y="58"/>
                  </a:lnTo>
                  <a:lnTo>
                    <a:pt x="942959" y="58"/>
                  </a:lnTo>
                  <a:lnTo>
                    <a:pt x="935101" y="57"/>
                  </a:lnTo>
                  <a:lnTo>
                    <a:pt x="927243" y="56"/>
                  </a:lnTo>
                  <a:lnTo>
                    <a:pt x="919385" y="56"/>
                  </a:lnTo>
                  <a:lnTo>
                    <a:pt x="911527" y="55"/>
                  </a:lnTo>
                  <a:lnTo>
                    <a:pt x="903669" y="54"/>
                  </a:lnTo>
                  <a:lnTo>
                    <a:pt x="895811" y="52"/>
                  </a:lnTo>
                  <a:lnTo>
                    <a:pt x="887953" y="52"/>
                  </a:lnTo>
                  <a:lnTo>
                    <a:pt x="880095" y="51"/>
                  </a:lnTo>
                  <a:lnTo>
                    <a:pt x="872237" y="50"/>
                  </a:lnTo>
                  <a:lnTo>
                    <a:pt x="864379" y="49"/>
                  </a:lnTo>
                  <a:lnTo>
                    <a:pt x="856521" y="48"/>
                  </a:lnTo>
                  <a:lnTo>
                    <a:pt x="848663" y="48"/>
                  </a:lnTo>
                  <a:lnTo>
                    <a:pt x="840805" y="47"/>
                  </a:lnTo>
                  <a:lnTo>
                    <a:pt x="832947" y="45"/>
                  </a:lnTo>
                  <a:lnTo>
                    <a:pt x="825089" y="44"/>
                  </a:lnTo>
                  <a:lnTo>
                    <a:pt x="817231" y="43"/>
                  </a:lnTo>
                  <a:lnTo>
                    <a:pt x="809373" y="42"/>
                  </a:lnTo>
                  <a:lnTo>
                    <a:pt x="801515" y="41"/>
                  </a:lnTo>
                  <a:lnTo>
                    <a:pt x="793657" y="39"/>
                  </a:lnTo>
                  <a:lnTo>
                    <a:pt x="785799" y="39"/>
                  </a:lnTo>
                  <a:lnTo>
                    <a:pt x="777941" y="38"/>
                  </a:lnTo>
                  <a:lnTo>
                    <a:pt x="770083" y="37"/>
                  </a:lnTo>
                  <a:lnTo>
                    <a:pt x="762225" y="37"/>
                  </a:lnTo>
                  <a:lnTo>
                    <a:pt x="754367" y="36"/>
                  </a:lnTo>
                  <a:lnTo>
                    <a:pt x="746509" y="35"/>
                  </a:lnTo>
                  <a:lnTo>
                    <a:pt x="738651" y="34"/>
                  </a:lnTo>
                  <a:lnTo>
                    <a:pt x="730793" y="34"/>
                  </a:lnTo>
                  <a:lnTo>
                    <a:pt x="722935" y="33"/>
                  </a:lnTo>
                  <a:lnTo>
                    <a:pt x="715077" y="32"/>
                  </a:lnTo>
                  <a:lnTo>
                    <a:pt x="707219" y="32"/>
                  </a:lnTo>
                  <a:lnTo>
                    <a:pt x="699361" y="31"/>
                  </a:lnTo>
                  <a:lnTo>
                    <a:pt x="691503" y="30"/>
                  </a:lnTo>
                  <a:lnTo>
                    <a:pt x="683645" y="29"/>
                  </a:lnTo>
                  <a:lnTo>
                    <a:pt x="675787" y="29"/>
                  </a:lnTo>
                  <a:lnTo>
                    <a:pt x="667929" y="28"/>
                  </a:lnTo>
                  <a:lnTo>
                    <a:pt x="660071" y="28"/>
                  </a:lnTo>
                  <a:lnTo>
                    <a:pt x="652213" y="27"/>
                  </a:lnTo>
                  <a:lnTo>
                    <a:pt x="644355" y="25"/>
                  </a:lnTo>
                  <a:lnTo>
                    <a:pt x="636497" y="24"/>
                  </a:lnTo>
                  <a:lnTo>
                    <a:pt x="628639" y="23"/>
                  </a:lnTo>
                  <a:lnTo>
                    <a:pt x="620781" y="22"/>
                  </a:lnTo>
                  <a:lnTo>
                    <a:pt x="612923" y="22"/>
                  </a:lnTo>
                  <a:lnTo>
                    <a:pt x="605065" y="21"/>
                  </a:lnTo>
                  <a:lnTo>
                    <a:pt x="597207" y="20"/>
                  </a:lnTo>
                  <a:lnTo>
                    <a:pt x="589349" y="20"/>
                  </a:lnTo>
                  <a:lnTo>
                    <a:pt x="581491" y="20"/>
                  </a:lnTo>
                  <a:lnTo>
                    <a:pt x="573633" y="19"/>
                  </a:lnTo>
                  <a:lnTo>
                    <a:pt x="565775" y="19"/>
                  </a:lnTo>
                  <a:lnTo>
                    <a:pt x="557917" y="18"/>
                  </a:lnTo>
                  <a:lnTo>
                    <a:pt x="550059" y="18"/>
                  </a:lnTo>
                  <a:lnTo>
                    <a:pt x="542201" y="17"/>
                  </a:lnTo>
                  <a:lnTo>
                    <a:pt x="534343" y="17"/>
                  </a:lnTo>
                  <a:lnTo>
                    <a:pt x="526485" y="17"/>
                  </a:lnTo>
                  <a:lnTo>
                    <a:pt x="518627" y="16"/>
                  </a:lnTo>
                  <a:lnTo>
                    <a:pt x="510769" y="16"/>
                  </a:lnTo>
                  <a:lnTo>
                    <a:pt x="502911" y="16"/>
                  </a:lnTo>
                  <a:lnTo>
                    <a:pt x="495053" y="17"/>
                  </a:lnTo>
                  <a:lnTo>
                    <a:pt x="487195" y="15"/>
                  </a:lnTo>
                  <a:lnTo>
                    <a:pt x="479337" y="13"/>
                  </a:lnTo>
                  <a:lnTo>
                    <a:pt x="471479" y="14"/>
                  </a:lnTo>
                  <a:lnTo>
                    <a:pt x="463621" y="14"/>
                  </a:lnTo>
                  <a:lnTo>
                    <a:pt x="455763" y="13"/>
                  </a:lnTo>
                  <a:lnTo>
                    <a:pt x="447905" y="13"/>
                  </a:lnTo>
                  <a:lnTo>
                    <a:pt x="440047" y="12"/>
                  </a:lnTo>
                  <a:lnTo>
                    <a:pt x="432189" y="10"/>
                  </a:lnTo>
                  <a:lnTo>
                    <a:pt x="424331" y="10"/>
                  </a:lnTo>
                  <a:lnTo>
                    <a:pt x="416473" y="10"/>
                  </a:lnTo>
                  <a:lnTo>
                    <a:pt x="408615" y="10"/>
                  </a:lnTo>
                  <a:lnTo>
                    <a:pt x="400757" y="9"/>
                  </a:lnTo>
                  <a:lnTo>
                    <a:pt x="392899" y="8"/>
                  </a:lnTo>
                  <a:lnTo>
                    <a:pt x="385041" y="8"/>
                  </a:lnTo>
                  <a:lnTo>
                    <a:pt x="377183" y="8"/>
                  </a:lnTo>
                  <a:lnTo>
                    <a:pt x="369325" y="7"/>
                  </a:lnTo>
                  <a:lnTo>
                    <a:pt x="361467" y="6"/>
                  </a:lnTo>
                  <a:lnTo>
                    <a:pt x="353609" y="7"/>
                  </a:lnTo>
                  <a:lnTo>
                    <a:pt x="345751" y="7"/>
                  </a:lnTo>
                  <a:lnTo>
                    <a:pt x="337893" y="6"/>
                  </a:lnTo>
                  <a:lnTo>
                    <a:pt x="330035" y="5"/>
                  </a:lnTo>
                  <a:lnTo>
                    <a:pt x="322177" y="5"/>
                  </a:lnTo>
                  <a:lnTo>
                    <a:pt x="314319" y="4"/>
                  </a:lnTo>
                  <a:lnTo>
                    <a:pt x="306461" y="4"/>
                  </a:lnTo>
                  <a:lnTo>
                    <a:pt x="298603" y="4"/>
                  </a:lnTo>
                  <a:lnTo>
                    <a:pt x="290745" y="4"/>
                  </a:lnTo>
                  <a:lnTo>
                    <a:pt x="282887" y="4"/>
                  </a:lnTo>
                  <a:lnTo>
                    <a:pt x="275029" y="4"/>
                  </a:lnTo>
                  <a:lnTo>
                    <a:pt x="267171" y="3"/>
                  </a:lnTo>
                  <a:lnTo>
                    <a:pt x="259313" y="2"/>
                  </a:lnTo>
                  <a:lnTo>
                    <a:pt x="251455" y="2"/>
                  </a:lnTo>
                  <a:lnTo>
                    <a:pt x="243597" y="2"/>
                  </a:lnTo>
                  <a:lnTo>
                    <a:pt x="235739" y="3"/>
                  </a:lnTo>
                  <a:lnTo>
                    <a:pt x="227881" y="3"/>
                  </a:lnTo>
                  <a:lnTo>
                    <a:pt x="220023" y="3"/>
                  </a:lnTo>
                  <a:lnTo>
                    <a:pt x="212165" y="3"/>
                  </a:lnTo>
                  <a:lnTo>
                    <a:pt x="204307" y="3"/>
                  </a:lnTo>
                  <a:lnTo>
                    <a:pt x="196449" y="2"/>
                  </a:lnTo>
                  <a:lnTo>
                    <a:pt x="188591" y="2"/>
                  </a:lnTo>
                  <a:lnTo>
                    <a:pt x="180733" y="1"/>
                  </a:lnTo>
                  <a:lnTo>
                    <a:pt x="172875" y="0"/>
                  </a:lnTo>
                  <a:lnTo>
                    <a:pt x="165017" y="1"/>
                  </a:lnTo>
                  <a:lnTo>
                    <a:pt x="157159" y="1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1"/>
                  </a:lnTo>
                  <a:lnTo>
                    <a:pt x="39289" y="1"/>
                  </a:lnTo>
                  <a:lnTo>
                    <a:pt x="31431" y="1"/>
                  </a:lnTo>
                  <a:lnTo>
                    <a:pt x="23573" y="1"/>
                  </a:lnTo>
                  <a:lnTo>
                    <a:pt x="15715" y="1"/>
                  </a:lnTo>
                  <a:lnTo>
                    <a:pt x="7857" y="1"/>
                  </a:lnTo>
                  <a:lnTo>
                    <a:pt x="0" y="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4" name="pg213"/>
            <p:cNvSpPr/>
            <p:nvPr/>
          </p:nvSpPr>
          <p:spPr>
            <a:xfrm>
              <a:off x="6029658" y="3051980"/>
              <a:ext cx="2035220" cy="53583"/>
            </a:xfrm>
            <a:custGeom>
              <a:avLst/>
              <a:pathLst>
                <a:path w="2035220" h="53583">
                  <a:moveTo>
                    <a:pt x="0" y="53026"/>
                  </a:moveTo>
                  <a:lnTo>
                    <a:pt x="7857" y="53031"/>
                  </a:lnTo>
                  <a:lnTo>
                    <a:pt x="15715" y="53031"/>
                  </a:lnTo>
                  <a:lnTo>
                    <a:pt x="23573" y="53032"/>
                  </a:lnTo>
                  <a:lnTo>
                    <a:pt x="31431" y="53035"/>
                  </a:lnTo>
                  <a:lnTo>
                    <a:pt x="39289" y="53042"/>
                  </a:lnTo>
                  <a:lnTo>
                    <a:pt x="47147" y="53055"/>
                  </a:lnTo>
                  <a:lnTo>
                    <a:pt x="55005" y="53056"/>
                  </a:lnTo>
                  <a:lnTo>
                    <a:pt x="62863" y="53058"/>
                  </a:lnTo>
                  <a:lnTo>
                    <a:pt x="70721" y="53063"/>
                  </a:lnTo>
                  <a:lnTo>
                    <a:pt x="78579" y="53063"/>
                  </a:lnTo>
                  <a:lnTo>
                    <a:pt x="86437" y="53063"/>
                  </a:lnTo>
                  <a:lnTo>
                    <a:pt x="94295" y="53061"/>
                  </a:lnTo>
                  <a:lnTo>
                    <a:pt x="102153" y="53065"/>
                  </a:lnTo>
                  <a:lnTo>
                    <a:pt x="110011" y="53065"/>
                  </a:lnTo>
                  <a:lnTo>
                    <a:pt x="117869" y="53066"/>
                  </a:lnTo>
                  <a:lnTo>
                    <a:pt x="125727" y="53072"/>
                  </a:lnTo>
                  <a:lnTo>
                    <a:pt x="133585" y="53078"/>
                  </a:lnTo>
                  <a:lnTo>
                    <a:pt x="141443" y="53081"/>
                  </a:lnTo>
                  <a:lnTo>
                    <a:pt x="149301" y="53084"/>
                  </a:lnTo>
                  <a:lnTo>
                    <a:pt x="157159" y="53082"/>
                  </a:lnTo>
                  <a:lnTo>
                    <a:pt x="165017" y="53080"/>
                  </a:lnTo>
                  <a:lnTo>
                    <a:pt x="172875" y="53075"/>
                  </a:lnTo>
                  <a:lnTo>
                    <a:pt x="180733" y="53077"/>
                  </a:lnTo>
                  <a:lnTo>
                    <a:pt x="188591" y="53077"/>
                  </a:lnTo>
                  <a:lnTo>
                    <a:pt x="196449" y="53079"/>
                  </a:lnTo>
                  <a:lnTo>
                    <a:pt x="204307" y="53075"/>
                  </a:lnTo>
                  <a:lnTo>
                    <a:pt x="212165" y="53073"/>
                  </a:lnTo>
                  <a:lnTo>
                    <a:pt x="220023" y="53069"/>
                  </a:lnTo>
                  <a:lnTo>
                    <a:pt x="227881" y="53063"/>
                  </a:lnTo>
                  <a:lnTo>
                    <a:pt x="235739" y="53059"/>
                  </a:lnTo>
                  <a:lnTo>
                    <a:pt x="243597" y="53055"/>
                  </a:lnTo>
                  <a:lnTo>
                    <a:pt x="251455" y="53049"/>
                  </a:lnTo>
                  <a:lnTo>
                    <a:pt x="259313" y="53048"/>
                  </a:lnTo>
                  <a:lnTo>
                    <a:pt x="267171" y="53045"/>
                  </a:lnTo>
                  <a:lnTo>
                    <a:pt x="275029" y="53040"/>
                  </a:lnTo>
                  <a:lnTo>
                    <a:pt x="282887" y="53035"/>
                  </a:lnTo>
                  <a:lnTo>
                    <a:pt x="290745" y="53032"/>
                  </a:lnTo>
                  <a:lnTo>
                    <a:pt x="298603" y="53022"/>
                  </a:lnTo>
                  <a:lnTo>
                    <a:pt x="306461" y="53012"/>
                  </a:lnTo>
                  <a:lnTo>
                    <a:pt x="314319" y="53002"/>
                  </a:lnTo>
                  <a:lnTo>
                    <a:pt x="322177" y="52999"/>
                  </a:lnTo>
                  <a:lnTo>
                    <a:pt x="330035" y="52996"/>
                  </a:lnTo>
                  <a:lnTo>
                    <a:pt x="337893" y="52993"/>
                  </a:lnTo>
                  <a:lnTo>
                    <a:pt x="345751" y="52991"/>
                  </a:lnTo>
                  <a:lnTo>
                    <a:pt x="353609" y="52981"/>
                  </a:lnTo>
                  <a:lnTo>
                    <a:pt x="361467" y="52971"/>
                  </a:lnTo>
                  <a:lnTo>
                    <a:pt x="369325" y="52964"/>
                  </a:lnTo>
                  <a:lnTo>
                    <a:pt x="377183" y="52955"/>
                  </a:lnTo>
                  <a:lnTo>
                    <a:pt x="385041" y="52946"/>
                  </a:lnTo>
                  <a:lnTo>
                    <a:pt x="392899" y="52935"/>
                  </a:lnTo>
                  <a:lnTo>
                    <a:pt x="400757" y="52929"/>
                  </a:lnTo>
                  <a:lnTo>
                    <a:pt x="408615" y="52916"/>
                  </a:lnTo>
                  <a:lnTo>
                    <a:pt x="416473" y="52907"/>
                  </a:lnTo>
                  <a:lnTo>
                    <a:pt x="424331" y="52899"/>
                  </a:lnTo>
                  <a:lnTo>
                    <a:pt x="432189" y="52886"/>
                  </a:lnTo>
                  <a:lnTo>
                    <a:pt x="440047" y="52873"/>
                  </a:lnTo>
                  <a:lnTo>
                    <a:pt x="447905" y="52864"/>
                  </a:lnTo>
                  <a:lnTo>
                    <a:pt x="455763" y="52845"/>
                  </a:lnTo>
                  <a:lnTo>
                    <a:pt x="463621" y="52832"/>
                  </a:lnTo>
                  <a:lnTo>
                    <a:pt x="471479" y="52824"/>
                  </a:lnTo>
                  <a:lnTo>
                    <a:pt x="479337" y="52822"/>
                  </a:lnTo>
                  <a:lnTo>
                    <a:pt x="487195" y="52807"/>
                  </a:lnTo>
                  <a:lnTo>
                    <a:pt x="495053" y="52802"/>
                  </a:lnTo>
                  <a:lnTo>
                    <a:pt x="502911" y="52792"/>
                  </a:lnTo>
                  <a:lnTo>
                    <a:pt x="510769" y="52773"/>
                  </a:lnTo>
                  <a:lnTo>
                    <a:pt x="518627" y="52760"/>
                  </a:lnTo>
                  <a:lnTo>
                    <a:pt x="526485" y="52746"/>
                  </a:lnTo>
                  <a:lnTo>
                    <a:pt x="534343" y="52726"/>
                  </a:lnTo>
                  <a:lnTo>
                    <a:pt x="542201" y="52707"/>
                  </a:lnTo>
                  <a:lnTo>
                    <a:pt x="550059" y="52697"/>
                  </a:lnTo>
                  <a:lnTo>
                    <a:pt x="557917" y="52680"/>
                  </a:lnTo>
                  <a:lnTo>
                    <a:pt x="565775" y="52659"/>
                  </a:lnTo>
                  <a:lnTo>
                    <a:pt x="573633" y="52638"/>
                  </a:lnTo>
                  <a:lnTo>
                    <a:pt x="581491" y="52616"/>
                  </a:lnTo>
                  <a:lnTo>
                    <a:pt x="589349" y="52597"/>
                  </a:lnTo>
                  <a:lnTo>
                    <a:pt x="597207" y="52581"/>
                  </a:lnTo>
                  <a:lnTo>
                    <a:pt x="605065" y="52563"/>
                  </a:lnTo>
                  <a:lnTo>
                    <a:pt x="612923" y="52539"/>
                  </a:lnTo>
                  <a:lnTo>
                    <a:pt x="620781" y="52524"/>
                  </a:lnTo>
                  <a:lnTo>
                    <a:pt x="628639" y="52504"/>
                  </a:lnTo>
                  <a:lnTo>
                    <a:pt x="636497" y="52489"/>
                  </a:lnTo>
                  <a:lnTo>
                    <a:pt x="644355" y="52474"/>
                  </a:lnTo>
                  <a:lnTo>
                    <a:pt x="652213" y="52455"/>
                  </a:lnTo>
                  <a:lnTo>
                    <a:pt x="660071" y="52440"/>
                  </a:lnTo>
                  <a:lnTo>
                    <a:pt x="667929" y="52422"/>
                  </a:lnTo>
                  <a:lnTo>
                    <a:pt x="675787" y="52404"/>
                  </a:lnTo>
                  <a:lnTo>
                    <a:pt x="683645" y="52372"/>
                  </a:lnTo>
                  <a:lnTo>
                    <a:pt x="691503" y="52338"/>
                  </a:lnTo>
                  <a:lnTo>
                    <a:pt x="699361" y="52312"/>
                  </a:lnTo>
                  <a:lnTo>
                    <a:pt x="707219" y="52294"/>
                  </a:lnTo>
                  <a:lnTo>
                    <a:pt x="715077" y="52261"/>
                  </a:lnTo>
                  <a:lnTo>
                    <a:pt x="722935" y="52227"/>
                  </a:lnTo>
                  <a:lnTo>
                    <a:pt x="730793" y="52193"/>
                  </a:lnTo>
                  <a:lnTo>
                    <a:pt x="738651" y="52157"/>
                  </a:lnTo>
                  <a:lnTo>
                    <a:pt x="746509" y="52124"/>
                  </a:lnTo>
                  <a:lnTo>
                    <a:pt x="754367" y="52083"/>
                  </a:lnTo>
                  <a:lnTo>
                    <a:pt x="762225" y="52058"/>
                  </a:lnTo>
                  <a:lnTo>
                    <a:pt x="770083" y="52023"/>
                  </a:lnTo>
                  <a:lnTo>
                    <a:pt x="777941" y="51988"/>
                  </a:lnTo>
                  <a:lnTo>
                    <a:pt x="785799" y="51953"/>
                  </a:lnTo>
                  <a:lnTo>
                    <a:pt x="793657" y="51916"/>
                  </a:lnTo>
                  <a:lnTo>
                    <a:pt x="801515" y="51879"/>
                  </a:lnTo>
                  <a:lnTo>
                    <a:pt x="809373" y="51841"/>
                  </a:lnTo>
                  <a:lnTo>
                    <a:pt x="817231" y="51802"/>
                  </a:lnTo>
                  <a:lnTo>
                    <a:pt x="825089" y="51763"/>
                  </a:lnTo>
                  <a:lnTo>
                    <a:pt x="832947" y="51727"/>
                  </a:lnTo>
                  <a:lnTo>
                    <a:pt x="840805" y="51698"/>
                  </a:lnTo>
                  <a:lnTo>
                    <a:pt x="848663" y="51676"/>
                  </a:lnTo>
                  <a:lnTo>
                    <a:pt x="856521" y="51642"/>
                  </a:lnTo>
                  <a:lnTo>
                    <a:pt x="864379" y="51591"/>
                  </a:lnTo>
                  <a:lnTo>
                    <a:pt x="872237" y="51541"/>
                  </a:lnTo>
                  <a:lnTo>
                    <a:pt x="880095" y="51501"/>
                  </a:lnTo>
                  <a:lnTo>
                    <a:pt x="887953" y="51461"/>
                  </a:lnTo>
                  <a:lnTo>
                    <a:pt x="895811" y="51419"/>
                  </a:lnTo>
                  <a:lnTo>
                    <a:pt x="903669" y="51375"/>
                  </a:lnTo>
                  <a:lnTo>
                    <a:pt x="911527" y="51324"/>
                  </a:lnTo>
                  <a:lnTo>
                    <a:pt x="919385" y="51276"/>
                  </a:lnTo>
                  <a:lnTo>
                    <a:pt x="927243" y="51216"/>
                  </a:lnTo>
                  <a:lnTo>
                    <a:pt x="935101" y="51154"/>
                  </a:lnTo>
                  <a:lnTo>
                    <a:pt x="942959" y="51100"/>
                  </a:lnTo>
                  <a:lnTo>
                    <a:pt x="950817" y="51051"/>
                  </a:lnTo>
                  <a:lnTo>
                    <a:pt x="958675" y="50998"/>
                  </a:lnTo>
                  <a:lnTo>
                    <a:pt x="966533" y="50935"/>
                  </a:lnTo>
                  <a:lnTo>
                    <a:pt x="974391" y="50870"/>
                  </a:lnTo>
                  <a:lnTo>
                    <a:pt x="982249" y="50816"/>
                  </a:lnTo>
                  <a:lnTo>
                    <a:pt x="990107" y="50761"/>
                  </a:lnTo>
                  <a:lnTo>
                    <a:pt x="997965" y="50704"/>
                  </a:lnTo>
                  <a:lnTo>
                    <a:pt x="1005823" y="50647"/>
                  </a:lnTo>
                  <a:lnTo>
                    <a:pt x="1013681" y="50580"/>
                  </a:lnTo>
                  <a:lnTo>
                    <a:pt x="1021539" y="50508"/>
                  </a:lnTo>
                  <a:lnTo>
                    <a:pt x="1029397" y="50435"/>
                  </a:lnTo>
                  <a:lnTo>
                    <a:pt x="1037254" y="50360"/>
                  </a:lnTo>
                  <a:lnTo>
                    <a:pt x="1045112" y="50308"/>
                  </a:lnTo>
                  <a:lnTo>
                    <a:pt x="1052970" y="50256"/>
                  </a:lnTo>
                  <a:lnTo>
                    <a:pt x="1060828" y="50203"/>
                  </a:lnTo>
                  <a:lnTo>
                    <a:pt x="1068686" y="50146"/>
                  </a:lnTo>
                  <a:lnTo>
                    <a:pt x="1076544" y="50060"/>
                  </a:lnTo>
                  <a:lnTo>
                    <a:pt x="1084402" y="49973"/>
                  </a:lnTo>
                  <a:lnTo>
                    <a:pt x="1092260" y="49909"/>
                  </a:lnTo>
                  <a:lnTo>
                    <a:pt x="1100118" y="49839"/>
                  </a:lnTo>
                  <a:lnTo>
                    <a:pt x="1107976" y="49738"/>
                  </a:lnTo>
                  <a:lnTo>
                    <a:pt x="1115834" y="49634"/>
                  </a:lnTo>
                  <a:lnTo>
                    <a:pt x="1123692" y="49528"/>
                  </a:lnTo>
                  <a:lnTo>
                    <a:pt x="1131550" y="49419"/>
                  </a:lnTo>
                  <a:lnTo>
                    <a:pt x="1139408" y="49307"/>
                  </a:lnTo>
                  <a:lnTo>
                    <a:pt x="1147266" y="49192"/>
                  </a:lnTo>
                  <a:lnTo>
                    <a:pt x="1155124" y="49074"/>
                  </a:lnTo>
                  <a:lnTo>
                    <a:pt x="1162982" y="48949"/>
                  </a:lnTo>
                  <a:lnTo>
                    <a:pt x="1170840" y="48810"/>
                  </a:lnTo>
                  <a:lnTo>
                    <a:pt x="1178698" y="48667"/>
                  </a:lnTo>
                  <a:lnTo>
                    <a:pt x="1186556" y="48552"/>
                  </a:lnTo>
                  <a:lnTo>
                    <a:pt x="1194414" y="48422"/>
                  </a:lnTo>
                  <a:lnTo>
                    <a:pt x="1202272" y="48296"/>
                  </a:lnTo>
                  <a:lnTo>
                    <a:pt x="1210130" y="48154"/>
                  </a:lnTo>
                  <a:lnTo>
                    <a:pt x="1217988" y="48023"/>
                  </a:lnTo>
                  <a:lnTo>
                    <a:pt x="1225846" y="47889"/>
                  </a:lnTo>
                  <a:lnTo>
                    <a:pt x="1233704" y="47753"/>
                  </a:lnTo>
                  <a:lnTo>
                    <a:pt x="1241562" y="47613"/>
                  </a:lnTo>
                  <a:lnTo>
                    <a:pt x="1249420" y="47471"/>
                  </a:lnTo>
                  <a:lnTo>
                    <a:pt x="1257278" y="47330"/>
                  </a:lnTo>
                  <a:lnTo>
                    <a:pt x="1265136" y="47207"/>
                  </a:lnTo>
                  <a:lnTo>
                    <a:pt x="1272994" y="47082"/>
                  </a:lnTo>
                  <a:lnTo>
                    <a:pt x="1280852" y="46954"/>
                  </a:lnTo>
                  <a:lnTo>
                    <a:pt x="1288710" y="46825"/>
                  </a:lnTo>
                  <a:lnTo>
                    <a:pt x="1296568" y="46692"/>
                  </a:lnTo>
                  <a:lnTo>
                    <a:pt x="1304426" y="46550"/>
                  </a:lnTo>
                  <a:lnTo>
                    <a:pt x="1312284" y="46393"/>
                  </a:lnTo>
                  <a:lnTo>
                    <a:pt x="1320142" y="46233"/>
                  </a:lnTo>
                  <a:lnTo>
                    <a:pt x="1328000" y="46069"/>
                  </a:lnTo>
                  <a:lnTo>
                    <a:pt x="1335858" y="45902"/>
                  </a:lnTo>
                  <a:lnTo>
                    <a:pt x="1343716" y="45742"/>
                  </a:lnTo>
                  <a:lnTo>
                    <a:pt x="1351574" y="45584"/>
                  </a:lnTo>
                  <a:lnTo>
                    <a:pt x="1359432" y="45422"/>
                  </a:lnTo>
                  <a:lnTo>
                    <a:pt x="1367290" y="45258"/>
                  </a:lnTo>
                  <a:lnTo>
                    <a:pt x="1375148" y="45064"/>
                  </a:lnTo>
                  <a:lnTo>
                    <a:pt x="1383006" y="44860"/>
                  </a:lnTo>
                  <a:lnTo>
                    <a:pt x="1390864" y="44652"/>
                  </a:lnTo>
                  <a:lnTo>
                    <a:pt x="1398722" y="44472"/>
                  </a:lnTo>
                  <a:lnTo>
                    <a:pt x="1406580" y="44314"/>
                  </a:lnTo>
                  <a:lnTo>
                    <a:pt x="1414438" y="44152"/>
                  </a:lnTo>
                  <a:lnTo>
                    <a:pt x="1422296" y="43988"/>
                  </a:lnTo>
                  <a:lnTo>
                    <a:pt x="1430154" y="43820"/>
                  </a:lnTo>
                  <a:lnTo>
                    <a:pt x="1438012" y="43623"/>
                  </a:lnTo>
                  <a:lnTo>
                    <a:pt x="1445870" y="43423"/>
                  </a:lnTo>
                  <a:lnTo>
                    <a:pt x="1453728" y="43219"/>
                  </a:lnTo>
                  <a:lnTo>
                    <a:pt x="1461586" y="43010"/>
                  </a:lnTo>
                  <a:lnTo>
                    <a:pt x="1469444" y="42798"/>
                  </a:lnTo>
                  <a:lnTo>
                    <a:pt x="1477302" y="42581"/>
                  </a:lnTo>
                  <a:lnTo>
                    <a:pt x="1485160" y="42360"/>
                  </a:lnTo>
                  <a:lnTo>
                    <a:pt x="1493018" y="42135"/>
                  </a:lnTo>
                  <a:lnTo>
                    <a:pt x="1500876" y="41905"/>
                  </a:lnTo>
                  <a:lnTo>
                    <a:pt x="1508734" y="41671"/>
                  </a:lnTo>
                  <a:lnTo>
                    <a:pt x="1516592" y="41431"/>
                  </a:lnTo>
                  <a:lnTo>
                    <a:pt x="1524450" y="41188"/>
                  </a:lnTo>
                  <a:lnTo>
                    <a:pt x="1532308" y="40939"/>
                  </a:lnTo>
                  <a:lnTo>
                    <a:pt x="1540166" y="40685"/>
                  </a:lnTo>
                  <a:lnTo>
                    <a:pt x="1548024" y="40427"/>
                  </a:lnTo>
                  <a:lnTo>
                    <a:pt x="1555882" y="40163"/>
                  </a:lnTo>
                  <a:lnTo>
                    <a:pt x="1563740" y="39894"/>
                  </a:lnTo>
                  <a:lnTo>
                    <a:pt x="1571598" y="39620"/>
                  </a:lnTo>
                  <a:lnTo>
                    <a:pt x="1579456" y="39340"/>
                  </a:lnTo>
                  <a:lnTo>
                    <a:pt x="1587314" y="39011"/>
                  </a:lnTo>
                  <a:lnTo>
                    <a:pt x="1595172" y="38630"/>
                  </a:lnTo>
                  <a:lnTo>
                    <a:pt x="1603030" y="38239"/>
                  </a:lnTo>
                  <a:lnTo>
                    <a:pt x="1610888" y="37839"/>
                  </a:lnTo>
                  <a:lnTo>
                    <a:pt x="1618746" y="37428"/>
                  </a:lnTo>
                  <a:lnTo>
                    <a:pt x="1626604" y="37006"/>
                  </a:lnTo>
                  <a:lnTo>
                    <a:pt x="1634462" y="36574"/>
                  </a:lnTo>
                  <a:lnTo>
                    <a:pt x="1642320" y="36131"/>
                  </a:lnTo>
                  <a:lnTo>
                    <a:pt x="1650178" y="35676"/>
                  </a:lnTo>
                  <a:lnTo>
                    <a:pt x="1658036" y="35209"/>
                  </a:lnTo>
                  <a:lnTo>
                    <a:pt x="1665894" y="34731"/>
                  </a:lnTo>
                  <a:lnTo>
                    <a:pt x="1673752" y="34240"/>
                  </a:lnTo>
                  <a:lnTo>
                    <a:pt x="1681610" y="33737"/>
                  </a:lnTo>
                  <a:lnTo>
                    <a:pt x="1689468" y="33221"/>
                  </a:lnTo>
                  <a:lnTo>
                    <a:pt x="1697326" y="32692"/>
                  </a:lnTo>
                  <a:lnTo>
                    <a:pt x="1705184" y="32149"/>
                  </a:lnTo>
                  <a:lnTo>
                    <a:pt x="1713042" y="31592"/>
                  </a:lnTo>
                  <a:lnTo>
                    <a:pt x="1720900" y="31068"/>
                  </a:lnTo>
                  <a:lnTo>
                    <a:pt x="1728758" y="30571"/>
                  </a:lnTo>
                  <a:lnTo>
                    <a:pt x="1736616" y="30065"/>
                  </a:lnTo>
                  <a:lnTo>
                    <a:pt x="1744474" y="29548"/>
                  </a:lnTo>
                  <a:lnTo>
                    <a:pt x="1752332" y="29021"/>
                  </a:lnTo>
                  <a:lnTo>
                    <a:pt x="1760190" y="28433"/>
                  </a:lnTo>
                  <a:lnTo>
                    <a:pt x="1768048" y="27889"/>
                  </a:lnTo>
                  <a:lnTo>
                    <a:pt x="1775906" y="27333"/>
                  </a:lnTo>
                  <a:lnTo>
                    <a:pt x="1783764" y="26767"/>
                  </a:lnTo>
                  <a:lnTo>
                    <a:pt x="1791622" y="26192"/>
                  </a:lnTo>
                  <a:lnTo>
                    <a:pt x="1799480" y="25602"/>
                  </a:lnTo>
                  <a:lnTo>
                    <a:pt x="1807338" y="24991"/>
                  </a:lnTo>
                  <a:lnTo>
                    <a:pt x="1815196" y="24367"/>
                  </a:lnTo>
                  <a:lnTo>
                    <a:pt x="1823054" y="23729"/>
                  </a:lnTo>
                  <a:lnTo>
                    <a:pt x="1830912" y="23128"/>
                  </a:lnTo>
                  <a:lnTo>
                    <a:pt x="1838770" y="22475"/>
                  </a:lnTo>
                  <a:lnTo>
                    <a:pt x="1846628" y="21808"/>
                  </a:lnTo>
                  <a:lnTo>
                    <a:pt x="1854486" y="21128"/>
                  </a:lnTo>
                  <a:lnTo>
                    <a:pt x="1862344" y="20433"/>
                  </a:lnTo>
                  <a:lnTo>
                    <a:pt x="1870202" y="19724"/>
                  </a:lnTo>
                  <a:lnTo>
                    <a:pt x="1878060" y="19001"/>
                  </a:lnTo>
                  <a:lnTo>
                    <a:pt x="1885918" y="18262"/>
                  </a:lnTo>
                  <a:lnTo>
                    <a:pt x="1893776" y="17508"/>
                  </a:lnTo>
                  <a:lnTo>
                    <a:pt x="1901634" y="16739"/>
                  </a:lnTo>
                  <a:lnTo>
                    <a:pt x="1909492" y="15954"/>
                  </a:lnTo>
                  <a:lnTo>
                    <a:pt x="1917350" y="15152"/>
                  </a:lnTo>
                  <a:lnTo>
                    <a:pt x="1925208" y="14335"/>
                  </a:lnTo>
                  <a:lnTo>
                    <a:pt x="1933066" y="13500"/>
                  </a:lnTo>
                  <a:lnTo>
                    <a:pt x="1940924" y="12648"/>
                  </a:lnTo>
                  <a:lnTo>
                    <a:pt x="1948782" y="11779"/>
                  </a:lnTo>
                  <a:lnTo>
                    <a:pt x="1956640" y="10893"/>
                  </a:lnTo>
                  <a:lnTo>
                    <a:pt x="1964498" y="9988"/>
                  </a:lnTo>
                  <a:lnTo>
                    <a:pt x="1972356" y="8998"/>
                  </a:lnTo>
                  <a:lnTo>
                    <a:pt x="1980214" y="7952"/>
                  </a:lnTo>
                  <a:lnTo>
                    <a:pt x="1988072" y="6883"/>
                  </a:lnTo>
                  <a:lnTo>
                    <a:pt x="1995930" y="5790"/>
                  </a:lnTo>
                  <a:lnTo>
                    <a:pt x="2003788" y="4682"/>
                  </a:lnTo>
                  <a:lnTo>
                    <a:pt x="2011646" y="3630"/>
                  </a:lnTo>
                  <a:lnTo>
                    <a:pt x="2019504" y="2556"/>
                  </a:lnTo>
                  <a:lnTo>
                    <a:pt x="2027362" y="1320"/>
                  </a:lnTo>
                  <a:lnTo>
                    <a:pt x="2035220" y="0"/>
                  </a:lnTo>
                  <a:lnTo>
                    <a:pt x="2035220" y="53583"/>
                  </a:lnTo>
                  <a:lnTo>
                    <a:pt x="2027362" y="53583"/>
                  </a:lnTo>
                  <a:lnTo>
                    <a:pt x="2019504" y="53583"/>
                  </a:lnTo>
                  <a:lnTo>
                    <a:pt x="2011646" y="53583"/>
                  </a:lnTo>
                  <a:lnTo>
                    <a:pt x="2003788" y="53583"/>
                  </a:lnTo>
                  <a:lnTo>
                    <a:pt x="1995930" y="53583"/>
                  </a:lnTo>
                  <a:lnTo>
                    <a:pt x="1988072" y="53583"/>
                  </a:lnTo>
                  <a:lnTo>
                    <a:pt x="1980214" y="53583"/>
                  </a:lnTo>
                  <a:lnTo>
                    <a:pt x="1972356" y="53583"/>
                  </a:lnTo>
                  <a:lnTo>
                    <a:pt x="1964498" y="53583"/>
                  </a:lnTo>
                  <a:lnTo>
                    <a:pt x="1956640" y="53583"/>
                  </a:lnTo>
                  <a:lnTo>
                    <a:pt x="1948782" y="53583"/>
                  </a:lnTo>
                  <a:lnTo>
                    <a:pt x="1940924" y="53582"/>
                  </a:lnTo>
                  <a:lnTo>
                    <a:pt x="1933066" y="53582"/>
                  </a:lnTo>
                  <a:lnTo>
                    <a:pt x="1925208" y="53582"/>
                  </a:lnTo>
                  <a:lnTo>
                    <a:pt x="1917350" y="53582"/>
                  </a:lnTo>
                  <a:lnTo>
                    <a:pt x="1909492" y="53582"/>
                  </a:lnTo>
                  <a:lnTo>
                    <a:pt x="1901634" y="53582"/>
                  </a:lnTo>
                  <a:lnTo>
                    <a:pt x="1893776" y="53582"/>
                  </a:lnTo>
                  <a:lnTo>
                    <a:pt x="1885918" y="53582"/>
                  </a:lnTo>
                  <a:lnTo>
                    <a:pt x="1878060" y="53582"/>
                  </a:lnTo>
                  <a:lnTo>
                    <a:pt x="1870202" y="53582"/>
                  </a:lnTo>
                  <a:lnTo>
                    <a:pt x="1862344" y="53582"/>
                  </a:lnTo>
                  <a:lnTo>
                    <a:pt x="1854486" y="53582"/>
                  </a:lnTo>
                  <a:lnTo>
                    <a:pt x="1846628" y="53582"/>
                  </a:lnTo>
                  <a:lnTo>
                    <a:pt x="1838770" y="53582"/>
                  </a:lnTo>
                  <a:lnTo>
                    <a:pt x="1830912" y="53582"/>
                  </a:lnTo>
                  <a:lnTo>
                    <a:pt x="1823054" y="53582"/>
                  </a:lnTo>
                  <a:lnTo>
                    <a:pt x="1815196" y="53582"/>
                  </a:lnTo>
                  <a:lnTo>
                    <a:pt x="1807338" y="53582"/>
                  </a:lnTo>
                  <a:lnTo>
                    <a:pt x="1799480" y="53582"/>
                  </a:lnTo>
                  <a:lnTo>
                    <a:pt x="1791622" y="53582"/>
                  </a:lnTo>
                  <a:lnTo>
                    <a:pt x="1783764" y="53582"/>
                  </a:lnTo>
                  <a:lnTo>
                    <a:pt x="1775906" y="53582"/>
                  </a:lnTo>
                  <a:lnTo>
                    <a:pt x="1768048" y="53582"/>
                  </a:lnTo>
                  <a:lnTo>
                    <a:pt x="1760190" y="53582"/>
                  </a:lnTo>
                  <a:lnTo>
                    <a:pt x="1752332" y="53582"/>
                  </a:lnTo>
                  <a:lnTo>
                    <a:pt x="1744474" y="53582"/>
                  </a:lnTo>
                  <a:lnTo>
                    <a:pt x="1736616" y="53582"/>
                  </a:lnTo>
                  <a:lnTo>
                    <a:pt x="1728758" y="53582"/>
                  </a:lnTo>
                  <a:lnTo>
                    <a:pt x="1720900" y="53582"/>
                  </a:lnTo>
                  <a:lnTo>
                    <a:pt x="1713042" y="53582"/>
                  </a:lnTo>
                  <a:lnTo>
                    <a:pt x="1705184" y="53582"/>
                  </a:lnTo>
                  <a:lnTo>
                    <a:pt x="1697326" y="53582"/>
                  </a:lnTo>
                  <a:lnTo>
                    <a:pt x="1689468" y="53582"/>
                  </a:lnTo>
                  <a:lnTo>
                    <a:pt x="1681610" y="53581"/>
                  </a:lnTo>
                  <a:lnTo>
                    <a:pt x="1673752" y="53581"/>
                  </a:lnTo>
                  <a:lnTo>
                    <a:pt x="1665894" y="53581"/>
                  </a:lnTo>
                  <a:lnTo>
                    <a:pt x="1658036" y="53581"/>
                  </a:lnTo>
                  <a:lnTo>
                    <a:pt x="1650178" y="53581"/>
                  </a:lnTo>
                  <a:lnTo>
                    <a:pt x="1642320" y="53581"/>
                  </a:lnTo>
                  <a:lnTo>
                    <a:pt x="1634462" y="53581"/>
                  </a:lnTo>
                  <a:lnTo>
                    <a:pt x="1626604" y="53581"/>
                  </a:lnTo>
                  <a:lnTo>
                    <a:pt x="1618746" y="53581"/>
                  </a:lnTo>
                  <a:lnTo>
                    <a:pt x="1610888" y="53581"/>
                  </a:lnTo>
                  <a:lnTo>
                    <a:pt x="1603030" y="53581"/>
                  </a:lnTo>
                  <a:lnTo>
                    <a:pt x="1595172" y="53581"/>
                  </a:lnTo>
                  <a:lnTo>
                    <a:pt x="1587314" y="53581"/>
                  </a:lnTo>
                  <a:lnTo>
                    <a:pt x="1579456" y="53581"/>
                  </a:lnTo>
                  <a:lnTo>
                    <a:pt x="1571598" y="53581"/>
                  </a:lnTo>
                  <a:lnTo>
                    <a:pt x="1563740" y="53581"/>
                  </a:lnTo>
                  <a:lnTo>
                    <a:pt x="1555882" y="53581"/>
                  </a:lnTo>
                  <a:lnTo>
                    <a:pt x="1548024" y="53581"/>
                  </a:lnTo>
                  <a:lnTo>
                    <a:pt x="1540166" y="53580"/>
                  </a:lnTo>
                  <a:lnTo>
                    <a:pt x="1532308" y="53580"/>
                  </a:lnTo>
                  <a:lnTo>
                    <a:pt x="1524450" y="53580"/>
                  </a:lnTo>
                  <a:lnTo>
                    <a:pt x="1516592" y="53580"/>
                  </a:lnTo>
                  <a:lnTo>
                    <a:pt x="1508734" y="53580"/>
                  </a:lnTo>
                  <a:lnTo>
                    <a:pt x="1500876" y="53580"/>
                  </a:lnTo>
                  <a:lnTo>
                    <a:pt x="1493018" y="53580"/>
                  </a:lnTo>
                  <a:lnTo>
                    <a:pt x="1485160" y="53580"/>
                  </a:lnTo>
                  <a:lnTo>
                    <a:pt x="1477302" y="53580"/>
                  </a:lnTo>
                  <a:lnTo>
                    <a:pt x="1469444" y="53580"/>
                  </a:lnTo>
                  <a:lnTo>
                    <a:pt x="1461586" y="53580"/>
                  </a:lnTo>
                  <a:lnTo>
                    <a:pt x="1453728" y="53580"/>
                  </a:lnTo>
                  <a:lnTo>
                    <a:pt x="1445870" y="53579"/>
                  </a:lnTo>
                  <a:lnTo>
                    <a:pt x="1438012" y="53579"/>
                  </a:lnTo>
                  <a:lnTo>
                    <a:pt x="1430154" y="53579"/>
                  </a:lnTo>
                  <a:lnTo>
                    <a:pt x="1422296" y="53579"/>
                  </a:lnTo>
                  <a:lnTo>
                    <a:pt x="1414438" y="53579"/>
                  </a:lnTo>
                  <a:lnTo>
                    <a:pt x="1406580" y="53579"/>
                  </a:lnTo>
                  <a:lnTo>
                    <a:pt x="1398722" y="53579"/>
                  </a:lnTo>
                  <a:lnTo>
                    <a:pt x="1390864" y="53579"/>
                  </a:lnTo>
                  <a:lnTo>
                    <a:pt x="1383006" y="53579"/>
                  </a:lnTo>
                  <a:lnTo>
                    <a:pt x="1375148" y="53579"/>
                  </a:lnTo>
                  <a:lnTo>
                    <a:pt x="1367290" y="53578"/>
                  </a:lnTo>
                  <a:lnTo>
                    <a:pt x="1359432" y="53578"/>
                  </a:lnTo>
                  <a:lnTo>
                    <a:pt x="1351574" y="53578"/>
                  </a:lnTo>
                  <a:lnTo>
                    <a:pt x="1343716" y="53578"/>
                  </a:lnTo>
                  <a:lnTo>
                    <a:pt x="1335858" y="53578"/>
                  </a:lnTo>
                  <a:lnTo>
                    <a:pt x="1328000" y="53578"/>
                  </a:lnTo>
                  <a:lnTo>
                    <a:pt x="1320142" y="53578"/>
                  </a:lnTo>
                  <a:lnTo>
                    <a:pt x="1312284" y="53578"/>
                  </a:lnTo>
                  <a:lnTo>
                    <a:pt x="1304426" y="53577"/>
                  </a:lnTo>
                  <a:lnTo>
                    <a:pt x="1296568" y="53577"/>
                  </a:lnTo>
                  <a:lnTo>
                    <a:pt x="1288710" y="53577"/>
                  </a:lnTo>
                  <a:lnTo>
                    <a:pt x="1280852" y="53577"/>
                  </a:lnTo>
                  <a:lnTo>
                    <a:pt x="1272994" y="53577"/>
                  </a:lnTo>
                  <a:lnTo>
                    <a:pt x="1265136" y="53577"/>
                  </a:lnTo>
                  <a:lnTo>
                    <a:pt x="1257278" y="53577"/>
                  </a:lnTo>
                  <a:lnTo>
                    <a:pt x="1249420" y="53577"/>
                  </a:lnTo>
                  <a:lnTo>
                    <a:pt x="1241562" y="53576"/>
                  </a:lnTo>
                  <a:lnTo>
                    <a:pt x="1233704" y="53576"/>
                  </a:lnTo>
                  <a:lnTo>
                    <a:pt x="1225846" y="53576"/>
                  </a:lnTo>
                  <a:lnTo>
                    <a:pt x="1217988" y="53576"/>
                  </a:lnTo>
                  <a:lnTo>
                    <a:pt x="1210130" y="53576"/>
                  </a:lnTo>
                  <a:lnTo>
                    <a:pt x="1202272" y="53576"/>
                  </a:lnTo>
                  <a:lnTo>
                    <a:pt x="1194414" y="53575"/>
                  </a:lnTo>
                  <a:lnTo>
                    <a:pt x="1186556" y="53575"/>
                  </a:lnTo>
                  <a:lnTo>
                    <a:pt x="1178698" y="53575"/>
                  </a:lnTo>
                  <a:lnTo>
                    <a:pt x="1170840" y="53575"/>
                  </a:lnTo>
                  <a:lnTo>
                    <a:pt x="1162982" y="53575"/>
                  </a:lnTo>
                  <a:lnTo>
                    <a:pt x="1155124" y="53574"/>
                  </a:lnTo>
                  <a:lnTo>
                    <a:pt x="1147266" y="53574"/>
                  </a:lnTo>
                  <a:lnTo>
                    <a:pt x="1139408" y="53574"/>
                  </a:lnTo>
                  <a:lnTo>
                    <a:pt x="1131550" y="53574"/>
                  </a:lnTo>
                  <a:lnTo>
                    <a:pt x="1123692" y="53574"/>
                  </a:lnTo>
                  <a:lnTo>
                    <a:pt x="1115834" y="53573"/>
                  </a:lnTo>
                  <a:lnTo>
                    <a:pt x="1107976" y="53573"/>
                  </a:lnTo>
                  <a:lnTo>
                    <a:pt x="1100118" y="53573"/>
                  </a:lnTo>
                  <a:lnTo>
                    <a:pt x="1092260" y="53573"/>
                  </a:lnTo>
                  <a:lnTo>
                    <a:pt x="1084402" y="53572"/>
                  </a:lnTo>
                  <a:lnTo>
                    <a:pt x="1076544" y="53572"/>
                  </a:lnTo>
                  <a:lnTo>
                    <a:pt x="1068686" y="53572"/>
                  </a:lnTo>
                  <a:lnTo>
                    <a:pt x="1060828" y="53572"/>
                  </a:lnTo>
                  <a:lnTo>
                    <a:pt x="1052970" y="53571"/>
                  </a:lnTo>
                  <a:lnTo>
                    <a:pt x="1045112" y="53571"/>
                  </a:lnTo>
                  <a:lnTo>
                    <a:pt x="1037254" y="53571"/>
                  </a:lnTo>
                  <a:lnTo>
                    <a:pt x="1029397" y="53571"/>
                  </a:lnTo>
                  <a:lnTo>
                    <a:pt x="1021539" y="53570"/>
                  </a:lnTo>
                  <a:lnTo>
                    <a:pt x="1013681" y="53570"/>
                  </a:lnTo>
                  <a:lnTo>
                    <a:pt x="1005823" y="53570"/>
                  </a:lnTo>
                  <a:lnTo>
                    <a:pt x="997965" y="53569"/>
                  </a:lnTo>
                  <a:lnTo>
                    <a:pt x="990107" y="53569"/>
                  </a:lnTo>
                  <a:lnTo>
                    <a:pt x="982249" y="53569"/>
                  </a:lnTo>
                  <a:lnTo>
                    <a:pt x="974391" y="53568"/>
                  </a:lnTo>
                  <a:lnTo>
                    <a:pt x="966533" y="53568"/>
                  </a:lnTo>
                  <a:lnTo>
                    <a:pt x="958675" y="53568"/>
                  </a:lnTo>
                  <a:lnTo>
                    <a:pt x="950817" y="53568"/>
                  </a:lnTo>
                  <a:lnTo>
                    <a:pt x="942959" y="53567"/>
                  </a:lnTo>
                  <a:lnTo>
                    <a:pt x="935101" y="53567"/>
                  </a:lnTo>
                  <a:lnTo>
                    <a:pt x="927243" y="53567"/>
                  </a:lnTo>
                  <a:lnTo>
                    <a:pt x="919385" y="53566"/>
                  </a:lnTo>
                  <a:lnTo>
                    <a:pt x="911527" y="53566"/>
                  </a:lnTo>
                  <a:lnTo>
                    <a:pt x="903669" y="53566"/>
                  </a:lnTo>
                  <a:lnTo>
                    <a:pt x="895811" y="53565"/>
                  </a:lnTo>
                  <a:lnTo>
                    <a:pt x="887953" y="53565"/>
                  </a:lnTo>
                  <a:lnTo>
                    <a:pt x="880095" y="53565"/>
                  </a:lnTo>
                  <a:lnTo>
                    <a:pt x="872237" y="53564"/>
                  </a:lnTo>
                  <a:lnTo>
                    <a:pt x="864379" y="53564"/>
                  </a:lnTo>
                  <a:lnTo>
                    <a:pt x="856521" y="53563"/>
                  </a:lnTo>
                  <a:lnTo>
                    <a:pt x="848663" y="53563"/>
                  </a:lnTo>
                  <a:lnTo>
                    <a:pt x="840805" y="53563"/>
                  </a:lnTo>
                  <a:lnTo>
                    <a:pt x="832947" y="53562"/>
                  </a:lnTo>
                  <a:lnTo>
                    <a:pt x="825089" y="53562"/>
                  </a:lnTo>
                  <a:lnTo>
                    <a:pt x="817231" y="53561"/>
                  </a:lnTo>
                  <a:lnTo>
                    <a:pt x="809373" y="53561"/>
                  </a:lnTo>
                  <a:lnTo>
                    <a:pt x="801515" y="53561"/>
                  </a:lnTo>
                  <a:lnTo>
                    <a:pt x="793657" y="53560"/>
                  </a:lnTo>
                  <a:lnTo>
                    <a:pt x="785799" y="53560"/>
                  </a:lnTo>
                  <a:lnTo>
                    <a:pt x="777941" y="53559"/>
                  </a:lnTo>
                  <a:lnTo>
                    <a:pt x="770083" y="53559"/>
                  </a:lnTo>
                  <a:lnTo>
                    <a:pt x="762225" y="53558"/>
                  </a:lnTo>
                  <a:lnTo>
                    <a:pt x="754367" y="53558"/>
                  </a:lnTo>
                  <a:lnTo>
                    <a:pt x="746509" y="53557"/>
                  </a:lnTo>
                  <a:lnTo>
                    <a:pt x="738651" y="53556"/>
                  </a:lnTo>
                  <a:lnTo>
                    <a:pt x="730793" y="53556"/>
                  </a:lnTo>
                  <a:lnTo>
                    <a:pt x="722935" y="53555"/>
                  </a:lnTo>
                  <a:lnTo>
                    <a:pt x="715077" y="53555"/>
                  </a:lnTo>
                  <a:lnTo>
                    <a:pt x="707219" y="53554"/>
                  </a:lnTo>
                  <a:lnTo>
                    <a:pt x="699361" y="53554"/>
                  </a:lnTo>
                  <a:lnTo>
                    <a:pt x="691503" y="53553"/>
                  </a:lnTo>
                  <a:lnTo>
                    <a:pt x="683645" y="53552"/>
                  </a:lnTo>
                  <a:lnTo>
                    <a:pt x="675787" y="53552"/>
                  </a:lnTo>
                  <a:lnTo>
                    <a:pt x="667929" y="53551"/>
                  </a:lnTo>
                  <a:lnTo>
                    <a:pt x="660071" y="53551"/>
                  </a:lnTo>
                  <a:lnTo>
                    <a:pt x="652213" y="53550"/>
                  </a:lnTo>
                  <a:lnTo>
                    <a:pt x="644355" y="53549"/>
                  </a:lnTo>
                  <a:lnTo>
                    <a:pt x="636497" y="53549"/>
                  </a:lnTo>
                  <a:lnTo>
                    <a:pt x="628639" y="53548"/>
                  </a:lnTo>
                  <a:lnTo>
                    <a:pt x="620781" y="53547"/>
                  </a:lnTo>
                  <a:lnTo>
                    <a:pt x="612923" y="53546"/>
                  </a:lnTo>
                  <a:lnTo>
                    <a:pt x="605065" y="53546"/>
                  </a:lnTo>
                  <a:lnTo>
                    <a:pt x="597207" y="53545"/>
                  </a:lnTo>
                  <a:lnTo>
                    <a:pt x="589349" y="53544"/>
                  </a:lnTo>
                  <a:lnTo>
                    <a:pt x="581491" y="53544"/>
                  </a:lnTo>
                  <a:lnTo>
                    <a:pt x="573633" y="53543"/>
                  </a:lnTo>
                  <a:lnTo>
                    <a:pt x="565775" y="53542"/>
                  </a:lnTo>
                  <a:lnTo>
                    <a:pt x="557917" y="53542"/>
                  </a:lnTo>
                  <a:lnTo>
                    <a:pt x="550059" y="53541"/>
                  </a:lnTo>
                  <a:lnTo>
                    <a:pt x="542201" y="53540"/>
                  </a:lnTo>
                  <a:lnTo>
                    <a:pt x="534343" y="53539"/>
                  </a:lnTo>
                  <a:lnTo>
                    <a:pt x="526485" y="53538"/>
                  </a:lnTo>
                  <a:lnTo>
                    <a:pt x="518627" y="53538"/>
                  </a:lnTo>
                  <a:lnTo>
                    <a:pt x="510769" y="53537"/>
                  </a:lnTo>
                  <a:lnTo>
                    <a:pt x="502911" y="53536"/>
                  </a:lnTo>
                  <a:lnTo>
                    <a:pt x="495053" y="53536"/>
                  </a:lnTo>
                  <a:lnTo>
                    <a:pt x="487195" y="53535"/>
                  </a:lnTo>
                  <a:lnTo>
                    <a:pt x="479337" y="53534"/>
                  </a:lnTo>
                  <a:lnTo>
                    <a:pt x="471479" y="53533"/>
                  </a:lnTo>
                  <a:lnTo>
                    <a:pt x="463621" y="53533"/>
                  </a:lnTo>
                  <a:lnTo>
                    <a:pt x="455763" y="53532"/>
                  </a:lnTo>
                  <a:lnTo>
                    <a:pt x="447905" y="53531"/>
                  </a:lnTo>
                  <a:lnTo>
                    <a:pt x="440047" y="53530"/>
                  </a:lnTo>
                  <a:lnTo>
                    <a:pt x="432189" y="53529"/>
                  </a:lnTo>
                  <a:lnTo>
                    <a:pt x="424331" y="53528"/>
                  </a:lnTo>
                  <a:lnTo>
                    <a:pt x="416473" y="53527"/>
                  </a:lnTo>
                  <a:lnTo>
                    <a:pt x="408615" y="53526"/>
                  </a:lnTo>
                  <a:lnTo>
                    <a:pt x="400757" y="53525"/>
                  </a:lnTo>
                  <a:lnTo>
                    <a:pt x="392899" y="53525"/>
                  </a:lnTo>
                  <a:lnTo>
                    <a:pt x="385041" y="53524"/>
                  </a:lnTo>
                  <a:lnTo>
                    <a:pt x="377183" y="53524"/>
                  </a:lnTo>
                  <a:lnTo>
                    <a:pt x="369325" y="53523"/>
                  </a:lnTo>
                  <a:lnTo>
                    <a:pt x="361467" y="53522"/>
                  </a:lnTo>
                  <a:lnTo>
                    <a:pt x="353609" y="53521"/>
                  </a:lnTo>
                  <a:lnTo>
                    <a:pt x="345751" y="53520"/>
                  </a:lnTo>
                  <a:lnTo>
                    <a:pt x="337893" y="53520"/>
                  </a:lnTo>
                  <a:lnTo>
                    <a:pt x="330035" y="53520"/>
                  </a:lnTo>
                  <a:lnTo>
                    <a:pt x="322177" y="53519"/>
                  </a:lnTo>
                  <a:lnTo>
                    <a:pt x="314319" y="53517"/>
                  </a:lnTo>
                  <a:lnTo>
                    <a:pt x="306461" y="53517"/>
                  </a:lnTo>
                  <a:lnTo>
                    <a:pt x="298603" y="53516"/>
                  </a:lnTo>
                  <a:lnTo>
                    <a:pt x="290745" y="53516"/>
                  </a:lnTo>
                  <a:lnTo>
                    <a:pt x="282887" y="53515"/>
                  </a:lnTo>
                  <a:lnTo>
                    <a:pt x="275029" y="53515"/>
                  </a:lnTo>
                  <a:lnTo>
                    <a:pt x="267171" y="53515"/>
                  </a:lnTo>
                  <a:lnTo>
                    <a:pt x="259313" y="53514"/>
                  </a:lnTo>
                  <a:lnTo>
                    <a:pt x="251455" y="53514"/>
                  </a:lnTo>
                  <a:lnTo>
                    <a:pt x="243597" y="53514"/>
                  </a:lnTo>
                  <a:lnTo>
                    <a:pt x="235739" y="53514"/>
                  </a:lnTo>
                  <a:lnTo>
                    <a:pt x="227881" y="53513"/>
                  </a:lnTo>
                  <a:lnTo>
                    <a:pt x="220023" y="53514"/>
                  </a:lnTo>
                  <a:lnTo>
                    <a:pt x="212165" y="53513"/>
                  </a:lnTo>
                  <a:lnTo>
                    <a:pt x="204307" y="53513"/>
                  </a:lnTo>
                  <a:lnTo>
                    <a:pt x="196449" y="53513"/>
                  </a:lnTo>
                  <a:lnTo>
                    <a:pt x="188591" y="53513"/>
                  </a:lnTo>
                  <a:lnTo>
                    <a:pt x="180733" y="53513"/>
                  </a:lnTo>
                  <a:lnTo>
                    <a:pt x="172875" y="53513"/>
                  </a:lnTo>
                  <a:lnTo>
                    <a:pt x="165017" y="53512"/>
                  </a:lnTo>
                  <a:lnTo>
                    <a:pt x="157159" y="53513"/>
                  </a:lnTo>
                  <a:lnTo>
                    <a:pt x="149301" y="53513"/>
                  </a:lnTo>
                  <a:lnTo>
                    <a:pt x="141443" y="53513"/>
                  </a:lnTo>
                  <a:lnTo>
                    <a:pt x="133585" y="53514"/>
                  </a:lnTo>
                  <a:lnTo>
                    <a:pt x="125727" y="53514"/>
                  </a:lnTo>
                  <a:lnTo>
                    <a:pt x="117869" y="53515"/>
                  </a:lnTo>
                  <a:lnTo>
                    <a:pt x="110011" y="53515"/>
                  </a:lnTo>
                  <a:lnTo>
                    <a:pt x="102153" y="53516"/>
                  </a:lnTo>
                  <a:lnTo>
                    <a:pt x="94295" y="53516"/>
                  </a:lnTo>
                  <a:lnTo>
                    <a:pt x="86437" y="53516"/>
                  </a:lnTo>
                  <a:lnTo>
                    <a:pt x="78579" y="53516"/>
                  </a:lnTo>
                  <a:lnTo>
                    <a:pt x="70721" y="53516"/>
                  </a:lnTo>
                  <a:lnTo>
                    <a:pt x="62863" y="53517"/>
                  </a:lnTo>
                  <a:lnTo>
                    <a:pt x="55005" y="53517"/>
                  </a:lnTo>
                  <a:lnTo>
                    <a:pt x="47147" y="53517"/>
                  </a:lnTo>
                  <a:lnTo>
                    <a:pt x="39289" y="53518"/>
                  </a:lnTo>
                  <a:lnTo>
                    <a:pt x="31431" y="53518"/>
                  </a:lnTo>
                  <a:lnTo>
                    <a:pt x="23573" y="53518"/>
                  </a:lnTo>
                  <a:lnTo>
                    <a:pt x="15715" y="53519"/>
                  </a:lnTo>
                  <a:lnTo>
                    <a:pt x="7857" y="53520"/>
                  </a:lnTo>
                  <a:lnTo>
                    <a:pt x="0" y="53521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15" name="pl214"/>
            <p:cNvSpPr/>
            <p:nvPr/>
          </p:nvSpPr>
          <p:spPr>
            <a:xfrm>
              <a:off x="6029658" y="3051980"/>
              <a:ext cx="2035220" cy="53084"/>
            </a:xfrm>
            <a:custGeom>
              <a:avLst/>
              <a:pathLst>
                <a:path w="2035220" h="53084">
                  <a:moveTo>
                    <a:pt x="0" y="53026"/>
                  </a:moveTo>
                  <a:lnTo>
                    <a:pt x="7857" y="53031"/>
                  </a:lnTo>
                  <a:lnTo>
                    <a:pt x="15715" y="53031"/>
                  </a:lnTo>
                  <a:lnTo>
                    <a:pt x="23573" y="53032"/>
                  </a:lnTo>
                  <a:lnTo>
                    <a:pt x="31431" y="53035"/>
                  </a:lnTo>
                  <a:lnTo>
                    <a:pt x="39289" y="53042"/>
                  </a:lnTo>
                  <a:lnTo>
                    <a:pt x="47147" y="53055"/>
                  </a:lnTo>
                  <a:lnTo>
                    <a:pt x="55005" y="53056"/>
                  </a:lnTo>
                  <a:lnTo>
                    <a:pt x="62863" y="53058"/>
                  </a:lnTo>
                  <a:lnTo>
                    <a:pt x="70721" y="53063"/>
                  </a:lnTo>
                  <a:lnTo>
                    <a:pt x="78579" y="53063"/>
                  </a:lnTo>
                  <a:lnTo>
                    <a:pt x="86437" y="53063"/>
                  </a:lnTo>
                  <a:lnTo>
                    <a:pt x="94295" y="53061"/>
                  </a:lnTo>
                  <a:lnTo>
                    <a:pt x="102153" y="53065"/>
                  </a:lnTo>
                  <a:lnTo>
                    <a:pt x="110011" y="53065"/>
                  </a:lnTo>
                  <a:lnTo>
                    <a:pt x="117869" y="53066"/>
                  </a:lnTo>
                  <a:lnTo>
                    <a:pt x="125727" y="53072"/>
                  </a:lnTo>
                  <a:lnTo>
                    <a:pt x="133585" y="53078"/>
                  </a:lnTo>
                  <a:lnTo>
                    <a:pt x="141443" y="53081"/>
                  </a:lnTo>
                  <a:lnTo>
                    <a:pt x="149301" y="53084"/>
                  </a:lnTo>
                  <a:lnTo>
                    <a:pt x="157159" y="53082"/>
                  </a:lnTo>
                  <a:lnTo>
                    <a:pt x="165017" y="53080"/>
                  </a:lnTo>
                  <a:lnTo>
                    <a:pt x="172875" y="53075"/>
                  </a:lnTo>
                  <a:lnTo>
                    <a:pt x="180733" y="53077"/>
                  </a:lnTo>
                  <a:lnTo>
                    <a:pt x="188591" y="53077"/>
                  </a:lnTo>
                  <a:lnTo>
                    <a:pt x="196449" y="53079"/>
                  </a:lnTo>
                  <a:lnTo>
                    <a:pt x="204307" y="53075"/>
                  </a:lnTo>
                  <a:lnTo>
                    <a:pt x="212165" y="53073"/>
                  </a:lnTo>
                  <a:lnTo>
                    <a:pt x="220023" y="53069"/>
                  </a:lnTo>
                  <a:lnTo>
                    <a:pt x="227881" y="53063"/>
                  </a:lnTo>
                  <a:lnTo>
                    <a:pt x="235739" y="53059"/>
                  </a:lnTo>
                  <a:lnTo>
                    <a:pt x="243597" y="53055"/>
                  </a:lnTo>
                  <a:lnTo>
                    <a:pt x="251455" y="53049"/>
                  </a:lnTo>
                  <a:lnTo>
                    <a:pt x="259313" y="53048"/>
                  </a:lnTo>
                  <a:lnTo>
                    <a:pt x="267171" y="53045"/>
                  </a:lnTo>
                  <a:lnTo>
                    <a:pt x="275029" y="53040"/>
                  </a:lnTo>
                  <a:lnTo>
                    <a:pt x="282887" y="53035"/>
                  </a:lnTo>
                  <a:lnTo>
                    <a:pt x="290745" y="53032"/>
                  </a:lnTo>
                  <a:lnTo>
                    <a:pt x="298603" y="53022"/>
                  </a:lnTo>
                  <a:lnTo>
                    <a:pt x="306461" y="53012"/>
                  </a:lnTo>
                  <a:lnTo>
                    <a:pt x="314319" y="53002"/>
                  </a:lnTo>
                  <a:lnTo>
                    <a:pt x="322177" y="52999"/>
                  </a:lnTo>
                  <a:lnTo>
                    <a:pt x="330035" y="52996"/>
                  </a:lnTo>
                  <a:lnTo>
                    <a:pt x="337893" y="52993"/>
                  </a:lnTo>
                  <a:lnTo>
                    <a:pt x="345751" y="52991"/>
                  </a:lnTo>
                  <a:lnTo>
                    <a:pt x="353609" y="52981"/>
                  </a:lnTo>
                  <a:lnTo>
                    <a:pt x="361467" y="52971"/>
                  </a:lnTo>
                  <a:lnTo>
                    <a:pt x="369325" y="52964"/>
                  </a:lnTo>
                  <a:lnTo>
                    <a:pt x="377183" y="52955"/>
                  </a:lnTo>
                  <a:lnTo>
                    <a:pt x="385041" y="52946"/>
                  </a:lnTo>
                  <a:lnTo>
                    <a:pt x="392899" y="52935"/>
                  </a:lnTo>
                  <a:lnTo>
                    <a:pt x="400757" y="52929"/>
                  </a:lnTo>
                  <a:lnTo>
                    <a:pt x="408615" y="52916"/>
                  </a:lnTo>
                  <a:lnTo>
                    <a:pt x="416473" y="52907"/>
                  </a:lnTo>
                  <a:lnTo>
                    <a:pt x="424331" y="52899"/>
                  </a:lnTo>
                  <a:lnTo>
                    <a:pt x="432189" y="52886"/>
                  </a:lnTo>
                  <a:lnTo>
                    <a:pt x="440047" y="52873"/>
                  </a:lnTo>
                  <a:lnTo>
                    <a:pt x="447905" y="52864"/>
                  </a:lnTo>
                  <a:lnTo>
                    <a:pt x="455763" y="52845"/>
                  </a:lnTo>
                  <a:lnTo>
                    <a:pt x="463621" y="52832"/>
                  </a:lnTo>
                  <a:lnTo>
                    <a:pt x="471479" y="52824"/>
                  </a:lnTo>
                  <a:lnTo>
                    <a:pt x="479337" y="52822"/>
                  </a:lnTo>
                  <a:lnTo>
                    <a:pt x="487195" y="52807"/>
                  </a:lnTo>
                  <a:lnTo>
                    <a:pt x="495053" y="52802"/>
                  </a:lnTo>
                  <a:lnTo>
                    <a:pt x="502911" y="52792"/>
                  </a:lnTo>
                  <a:lnTo>
                    <a:pt x="510769" y="52773"/>
                  </a:lnTo>
                  <a:lnTo>
                    <a:pt x="518627" y="52760"/>
                  </a:lnTo>
                  <a:lnTo>
                    <a:pt x="526485" y="52746"/>
                  </a:lnTo>
                  <a:lnTo>
                    <a:pt x="534343" y="52726"/>
                  </a:lnTo>
                  <a:lnTo>
                    <a:pt x="542201" y="52707"/>
                  </a:lnTo>
                  <a:lnTo>
                    <a:pt x="550059" y="52697"/>
                  </a:lnTo>
                  <a:lnTo>
                    <a:pt x="557917" y="52680"/>
                  </a:lnTo>
                  <a:lnTo>
                    <a:pt x="565775" y="52659"/>
                  </a:lnTo>
                  <a:lnTo>
                    <a:pt x="573633" y="52638"/>
                  </a:lnTo>
                  <a:lnTo>
                    <a:pt x="581491" y="52616"/>
                  </a:lnTo>
                  <a:lnTo>
                    <a:pt x="589349" y="52597"/>
                  </a:lnTo>
                  <a:lnTo>
                    <a:pt x="597207" y="52581"/>
                  </a:lnTo>
                  <a:lnTo>
                    <a:pt x="605065" y="52563"/>
                  </a:lnTo>
                  <a:lnTo>
                    <a:pt x="612923" y="52539"/>
                  </a:lnTo>
                  <a:lnTo>
                    <a:pt x="620781" y="52524"/>
                  </a:lnTo>
                  <a:lnTo>
                    <a:pt x="628639" y="52504"/>
                  </a:lnTo>
                  <a:lnTo>
                    <a:pt x="636497" y="52489"/>
                  </a:lnTo>
                  <a:lnTo>
                    <a:pt x="644355" y="52474"/>
                  </a:lnTo>
                  <a:lnTo>
                    <a:pt x="652213" y="52455"/>
                  </a:lnTo>
                  <a:lnTo>
                    <a:pt x="660071" y="52440"/>
                  </a:lnTo>
                  <a:lnTo>
                    <a:pt x="667929" y="52422"/>
                  </a:lnTo>
                  <a:lnTo>
                    <a:pt x="675787" y="52404"/>
                  </a:lnTo>
                  <a:lnTo>
                    <a:pt x="683645" y="52372"/>
                  </a:lnTo>
                  <a:lnTo>
                    <a:pt x="691503" y="52338"/>
                  </a:lnTo>
                  <a:lnTo>
                    <a:pt x="699361" y="52312"/>
                  </a:lnTo>
                  <a:lnTo>
                    <a:pt x="707219" y="52294"/>
                  </a:lnTo>
                  <a:lnTo>
                    <a:pt x="715077" y="52261"/>
                  </a:lnTo>
                  <a:lnTo>
                    <a:pt x="722935" y="52227"/>
                  </a:lnTo>
                  <a:lnTo>
                    <a:pt x="730793" y="52193"/>
                  </a:lnTo>
                  <a:lnTo>
                    <a:pt x="738651" y="52157"/>
                  </a:lnTo>
                  <a:lnTo>
                    <a:pt x="746509" y="52124"/>
                  </a:lnTo>
                  <a:lnTo>
                    <a:pt x="754367" y="52083"/>
                  </a:lnTo>
                  <a:lnTo>
                    <a:pt x="762225" y="52058"/>
                  </a:lnTo>
                  <a:lnTo>
                    <a:pt x="770083" y="52023"/>
                  </a:lnTo>
                  <a:lnTo>
                    <a:pt x="777941" y="51988"/>
                  </a:lnTo>
                  <a:lnTo>
                    <a:pt x="785799" y="51953"/>
                  </a:lnTo>
                  <a:lnTo>
                    <a:pt x="793657" y="51916"/>
                  </a:lnTo>
                  <a:lnTo>
                    <a:pt x="801515" y="51879"/>
                  </a:lnTo>
                  <a:lnTo>
                    <a:pt x="809373" y="51841"/>
                  </a:lnTo>
                  <a:lnTo>
                    <a:pt x="817231" y="51802"/>
                  </a:lnTo>
                  <a:lnTo>
                    <a:pt x="825089" y="51763"/>
                  </a:lnTo>
                  <a:lnTo>
                    <a:pt x="832947" y="51727"/>
                  </a:lnTo>
                  <a:lnTo>
                    <a:pt x="840805" y="51698"/>
                  </a:lnTo>
                  <a:lnTo>
                    <a:pt x="848663" y="51676"/>
                  </a:lnTo>
                  <a:lnTo>
                    <a:pt x="856521" y="51642"/>
                  </a:lnTo>
                  <a:lnTo>
                    <a:pt x="864379" y="51591"/>
                  </a:lnTo>
                  <a:lnTo>
                    <a:pt x="872237" y="51541"/>
                  </a:lnTo>
                  <a:lnTo>
                    <a:pt x="880095" y="51501"/>
                  </a:lnTo>
                  <a:lnTo>
                    <a:pt x="887953" y="51461"/>
                  </a:lnTo>
                  <a:lnTo>
                    <a:pt x="895811" y="51419"/>
                  </a:lnTo>
                  <a:lnTo>
                    <a:pt x="903669" y="51375"/>
                  </a:lnTo>
                  <a:lnTo>
                    <a:pt x="911527" y="51324"/>
                  </a:lnTo>
                  <a:lnTo>
                    <a:pt x="919385" y="51276"/>
                  </a:lnTo>
                  <a:lnTo>
                    <a:pt x="927243" y="51216"/>
                  </a:lnTo>
                  <a:lnTo>
                    <a:pt x="935101" y="51154"/>
                  </a:lnTo>
                  <a:lnTo>
                    <a:pt x="942959" y="51100"/>
                  </a:lnTo>
                  <a:lnTo>
                    <a:pt x="950817" y="51051"/>
                  </a:lnTo>
                  <a:lnTo>
                    <a:pt x="958675" y="50998"/>
                  </a:lnTo>
                  <a:lnTo>
                    <a:pt x="966533" y="50935"/>
                  </a:lnTo>
                  <a:lnTo>
                    <a:pt x="974391" y="50870"/>
                  </a:lnTo>
                  <a:lnTo>
                    <a:pt x="982249" y="50816"/>
                  </a:lnTo>
                  <a:lnTo>
                    <a:pt x="990107" y="50761"/>
                  </a:lnTo>
                  <a:lnTo>
                    <a:pt x="997965" y="50704"/>
                  </a:lnTo>
                  <a:lnTo>
                    <a:pt x="1005823" y="50647"/>
                  </a:lnTo>
                  <a:lnTo>
                    <a:pt x="1013681" y="50580"/>
                  </a:lnTo>
                  <a:lnTo>
                    <a:pt x="1021539" y="50508"/>
                  </a:lnTo>
                  <a:lnTo>
                    <a:pt x="1029397" y="50435"/>
                  </a:lnTo>
                  <a:lnTo>
                    <a:pt x="1037254" y="50360"/>
                  </a:lnTo>
                  <a:lnTo>
                    <a:pt x="1045112" y="50308"/>
                  </a:lnTo>
                  <a:lnTo>
                    <a:pt x="1052970" y="50256"/>
                  </a:lnTo>
                  <a:lnTo>
                    <a:pt x="1060828" y="50203"/>
                  </a:lnTo>
                  <a:lnTo>
                    <a:pt x="1068686" y="50146"/>
                  </a:lnTo>
                  <a:lnTo>
                    <a:pt x="1076544" y="50060"/>
                  </a:lnTo>
                  <a:lnTo>
                    <a:pt x="1084402" y="49973"/>
                  </a:lnTo>
                  <a:lnTo>
                    <a:pt x="1092260" y="49909"/>
                  </a:lnTo>
                  <a:lnTo>
                    <a:pt x="1100118" y="49839"/>
                  </a:lnTo>
                  <a:lnTo>
                    <a:pt x="1107976" y="49738"/>
                  </a:lnTo>
                  <a:lnTo>
                    <a:pt x="1115834" y="49634"/>
                  </a:lnTo>
                  <a:lnTo>
                    <a:pt x="1123692" y="49528"/>
                  </a:lnTo>
                  <a:lnTo>
                    <a:pt x="1131550" y="49419"/>
                  </a:lnTo>
                  <a:lnTo>
                    <a:pt x="1139408" y="49307"/>
                  </a:lnTo>
                  <a:lnTo>
                    <a:pt x="1147266" y="49192"/>
                  </a:lnTo>
                  <a:lnTo>
                    <a:pt x="1155124" y="49074"/>
                  </a:lnTo>
                  <a:lnTo>
                    <a:pt x="1162982" y="48949"/>
                  </a:lnTo>
                  <a:lnTo>
                    <a:pt x="1170840" y="48810"/>
                  </a:lnTo>
                  <a:lnTo>
                    <a:pt x="1178698" y="48667"/>
                  </a:lnTo>
                  <a:lnTo>
                    <a:pt x="1186556" y="48552"/>
                  </a:lnTo>
                  <a:lnTo>
                    <a:pt x="1194414" y="48422"/>
                  </a:lnTo>
                  <a:lnTo>
                    <a:pt x="1202272" y="48296"/>
                  </a:lnTo>
                  <a:lnTo>
                    <a:pt x="1210130" y="48154"/>
                  </a:lnTo>
                  <a:lnTo>
                    <a:pt x="1217988" y="48023"/>
                  </a:lnTo>
                  <a:lnTo>
                    <a:pt x="1225846" y="47889"/>
                  </a:lnTo>
                  <a:lnTo>
                    <a:pt x="1233704" y="47753"/>
                  </a:lnTo>
                  <a:lnTo>
                    <a:pt x="1241562" y="47613"/>
                  </a:lnTo>
                  <a:lnTo>
                    <a:pt x="1249420" y="47471"/>
                  </a:lnTo>
                  <a:lnTo>
                    <a:pt x="1257278" y="47330"/>
                  </a:lnTo>
                  <a:lnTo>
                    <a:pt x="1265136" y="47207"/>
                  </a:lnTo>
                  <a:lnTo>
                    <a:pt x="1272994" y="47082"/>
                  </a:lnTo>
                  <a:lnTo>
                    <a:pt x="1280852" y="46954"/>
                  </a:lnTo>
                  <a:lnTo>
                    <a:pt x="1288710" y="46825"/>
                  </a:lnTo>
                  <a:lnTo>
                    <a:pt x="1296568" y="46692"/>
                  </a:lnTo>
                  <a:lnTo>
                    <a:pt x="1304426" y="46550"/>
                  </a:lnTo>
                  <a:lnTo>
                    <a:pt x="1312284" y="46393"/>
                  </a:lnTo>
                  <a:lnTo>
                    <a:pt x="1320142" y="46233"/>
                  </a:lnTo>
                  <a:lnTo>
                    <a:pt x="1328000" y="46069"/>
                  </a:lnTo>
                  <a:lnTo>
                    <a:pt x="1335858" y="45902"/>
                  </a:lnTo>
                  <a:lnTo>
                    <a:pt x="1343716" y="45742"/>
                  </a:lnTo>
                  <a:lnTo>
                    <a:pt x="1351574" y="45584"/>
                  </a:lnTo>
                  <a:lnTo>
                    <a:pt x="1359432" y="45422"/>
                  </a:lnTo>
                  <a:lnTo>
                    <a:pt x="1367290" y="45258"/>
                  </a:lnTo>
                  <a:lnTo>
                    <a:pt x="1375148" y="45064"/>
                  </a:lnTo>
                  <a:lnTo>
                    <a:pt x="1383006" y="44860"/>
                  </a:lnTo>
                  <a:lnTo>
                    <a:pt x="1390864" y="44652"/>
                  </a:lnTo>
                  <a:lnTo>
                    <a:pt x="1398722" y="44472"/>
                  </a:lnTo>
                  <a:lnTo>
                    <a:pt x="1406580" y="44314"/>
                  </a:lnTo>
                  <a:lnTo>
                    <a:pt x="1414438" y="44152"/>
                  </a:lnTo>
                  <a:lnTo>
                    <a:pt x="1422296" y="43988"/>
                  </a:lnTo>
                  <a:lnTo>
                    <a:pt x="1430154" y="43820"/>
                  </a:lnTo>
                  <a:lnTo>
                    <a:pt x="1438012" y="43623"/>
                  </a:lnTo>
                  <a:lnTo>
                    <a:pt x="1445870" y="43423"/>
                  </a:lnTo>
                  <a:lnTo>
                    <a:pt x="1453728" y="43219"/>
                  </a:lnTo>
                  <a:lnTo>
                    <a:pt x="1461586" y="43010"/>
                  </a:lnTo>
                  <a:lnTo>
                    <a:pt x="1469444" y="42798"/>
                  </a:lnTo>
                  <a:lnTo>
                    <a:pt x="1477302" y="42581"/>
                  </a:lnTo>
                  <a:lnTo>
                    <a:pt x="1485160" y="42360"/>
                  </a:lnTo>
                  <a:lnTo>
                    <a:pt x="1493018" y="42135"/>
                  </a:lnTo>
                  <a:lnTo>
                    <a:pt x="1500876" y="41905"/>
                  </a:lnTo>
                  <a:lnTo>
                    <a:pt x="1508734" y="41671"/>
                  </a:lnTo>
                  <a:lnTo>
                    <a:pt x="1516592" y="41431"/>
                  </a:lnTo>
                  <a:lnTo>
                    <a:pt x="1524450" y="41188"/>
                  </a:lnTo>
                  <a:lnTo>
                    <a:pt x="1532308" y="40939"/>
                  </a:lnTo>
                  <a:lnTo>
                    <a:pt x="1540166" y="40685"/>
                  </a:lnTo>
                  <a:lnTo>
                    <a:pt x="1548024" y="40427"/>
                  </a:lnTo>
                  <a:lnTo>
                    <a:pt x="1555882" y="40163"/>
                  </a:lnTo>
                  <a:lnTo>
                    <a:pt x="1563740" y="39894"/>
                  </a:lnTo>
                  <a:lnTo>
                    <a:pt x="1571598" y="39620"/>
                  </a:lnTo>
                  <a:lnTo>
                    <a:pt x="1579456" y="39340"/>
                  </a:lnTo>
                  <a:lnTo>
                    <a:pt x="1587314" y="39011"/>
                  </a:lnTo>
                  <a:lnTo>
                    <a:pt x="1595172" y="38630"/>
                  </a:lnTo>
                  <a:lnTo>
                    <a:pt x="1603030" y="38239"/>
                  </a:lnTo>
                  <a:lnTo>
                    <a:pt x="1610888" y="37839"/>
                  </a:lnTo>
                  <a:lnTo>
                    <a:pt x="1618746" y="37428"/>
                  </a:lnTo>
                  <a:lnTo>
                    <a:pt x="1626604" y="37006"/>
                  </a:lnTo>
                  <a:lnTo>
                    <a:pt x="1634462" y="36574"/>
                  </a:lnTo>
                  <a:lnTo>
                    <a:pt x="1642320" y="36131"/>
                  </a:lnTo>
                  <a:lnTo>
                    <a:pt x="1650178" y="35676"/>
                  </a:lnTo>
                  <a:lnTo>
                    <a:pt x="1658036" y="35209"/>
                  </a:lnTo>
                  <a:lnTo>
                    <a:pt x="1665894" y="34731"/>
                  </a:lnTo>
                  <a:lnTo>
                    <a:pt x="1673752" y="34240"/>
                  </a:lnTo>
                  <a:lnTo>
                    <a:pt x="1681610" y="33737"/>
                  </a:lnTo>
                  <a:lnTo>
                    <a:pt x="1689468" y="33221"/>
                  </a:lnTo>
                  <a:lnTo>
                    <a:pt x="1697326" y="32692"/>
                  </a:lnTo>
                  <a:lnTo>
                    <a:pt x="1705184" y="32149"/>
                  </a:lnTo>
                  <a:lnTo>
                    <a:pt x="1713042" y="31592"/>
                  </a:lnTo>
                  <a:lnTo>
                    <a:pt x="1720900" y="31068"/>
                  </a:lnTo>
                  <a:lnTo>
                    <a:pt x="1728758" y="30571"/>
                  </a:lnTo>
                  <a:lnTo>
                    <a:pt x="1736616" y="30065"/>
                  </a:lnTo>
                  <a:lnTo>
                    <a:pt x="1744474" y="29548"/>
                  </a:lnTo>
                  <a:lnTo>
                    <a:pt x="1752332" y="29021"/>
                  </a:lnTo>
                  <a:lnTo>
                    <a:pt x="1760190" y="28433"/>
                  </a:lnTo>
                  <a:lnTo>
                    <a:pt x="1768048" y="27889"/>
                  </a:lnTo>
                  <a:lnTo>
                    <a:pt x="1775906" y="27333"/>
                  </a:lnTo>
                  <a:lnTo>
                    <a:pt x="1783764" y="26767"/>
                  </a:lnTo>
                  <a:lnTo>
                    <a:pt x="1791622" y="26192"/>
                  </a:lnTo>
                  <a:lnTo>
                    <a:pt x="1799480" y="25602"/>
                  </a:lnTo>
                  <a:lnTo>
                    <a:pt x="1807338" y="24991"/>
                  </a:lnTo>
                  <a:lnTo>
                    <a:pt x="1815196" y="24367"/>
                  </a:lnTo>
                  <a:lnTo>
                    <a:pt x="1823054" y="23729"/>
                  </a:lnTo>
                  <a:lnTo>
                    <a:pt x="1830912" y="23128"/>
                  </a:lnTo>
                  <a:lnTo>
                    <a:pt x="1838770" y="22475"/>
                  </a:lnTo>
                  <a:lnTo>
                    <a:pt x="1846628" y="21808"/>
                  </a:lnTo>
                  <a:lnTo>
                    <a:pt x="1854486" y="21128"/>
                  </a:lnTo>
                  <a:lnTo>
                    <a:pt x="1862344" y="20433"/>
                  </a:lnTo>
                  <a:lnTo>
                    <a:pt x="1870202" y="19724"/>
                  </a:lnTo>
                  <a:lnTo>
                    <a:pt x="1878060" y="19001"/>
                  </a:lnTo>
                  <a:lnTo>
                    <a:pt x="1885918" y="18262"/>
                  </a:lnTo>
                  <a:lnTo>
                    <a:pt x="1893776" y="17508"/>
                  </a:lnTo>
                  <a:lnTo>
                    <a:pt x="1901634" y="16739"/>
                  </a:lnTo>
                  <a:lnTo>
                    <a:pt x="1909492" y="15954"/>
                  </a:lnTo>
                  <a:lnTo>
                    <a:pt x="1917350" y="15152"/>
                  </a:lnTo>
                  <a:lnTo>
                    <a:pt x="1925208" y="14335"/>
                  </a:lnTo>
                  <a:lnTo>
                    <a:pt x="1933066" y="13500"/>
                  </a:lnTo>
                  <a:lnTo>
                    <a:pt x="1940924" y="12648"/>
                  </a:lnTo>
                  <a:lnTo>
                    <a:pt x="1948782" y="11779"/>
                  </a:lnTo>
                  <a:lnTo>
                    <a:pt x="1956640" y="10893"/>
                  </a:lnTo>
                  <a:lnTo>
                    <a:pt x="1964498" y="9988"/>
                  </a:lnTo>
                  <a:lnTo>
                    <a:pt x="1972356" y="8998"/>
                  </a:lnTo>
                  <a:lnTo>
                    <a:pt x="1980214" y="7952"/>
                  </a:lnTo>
                  <a:lnTo>
                    <a:pt x="1988072" y="6883"/>
                  </a:lnTo>
                  <a:lnTo>
                    <a:pt x="1995930" y="5790"/>
                  </a:lnTo>
                  <a:lnTo>
                    <a:pt x="2003788" y="4682"/>
                  </a:lnTo>
                  <a:lnTo>
                    <a:pt x="2011646" y="3630"/>
                  </a:lnTo>
                  <a:lnTo>
                    <a:pt x="2019504" y="2556"/>
                  </a:lnTo>
                  <a:lnTo>
                    <a:pt x="2027362" y="132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6" name="pl215"/>
            <p:cNvSpPr/>
            <p:nvPr/>
          </p:nvSpPr>
          <p:spPr>
            <a:xfrm>
              <a:off x="6029658" y="3105493"/>
              <a:ext cx="2035220" cy="70"/>
            </a:xfrm>
            <a:custGeom>
              <a:avLst/>
              <a:pathLst>
                <a:path w="2035220" h="70">
                  <a:moveTo>
                    <a:pt x="2035220" y="70"/>
                  </a:moveTo>
                  <a:lnTo>
                    <a:pt x="2027362" y="70"/>
                  </a:lnTo>
                  <a:lnTo>
                    <a:pt x="2019504" y="70"/>
                  </a:lnTo>
                  <a:lnTo>
                    <a:pt x="2011646" y="70"/>
                  </a:lnTo>
                  <a:lnTo>
                    <a:pt x="2003788" y="70"/>
                  </a:lnTo>
                  <a:lnTo>
                    <a:pt x="1995930" y="70"/>
                  </a:lnTo>
                  <a:lnTo>
                    <a:pt x="1988072" y="70"/>
                  </a:lnTo>
                  <a:lnTo>
                    <a:pt x="1980214" y="70"/>
                  </a:lnTo>
                  <a:lnTo>
                    <a:pt x="1972356" y="70"/>
                  </a:lnTo>
                  <a:lnTo>
                    <a:pt x="1964498" y="70"/>
                  </a:lnTo>
                  <a:lnTo>
                    <a:pt x="1956640" y="70"/>
                  </a:lnTo>
                  <a:lnTo>
                    <a:pt x="1948782" y="70"/>
                  </a:lnTo>
                  <a:lnTo>
                    <a:pt x="1940924" y="70"/>
                  </a:lnTo>
                  <a:lnTo>
                    <a:pt x="1933066" y="70"/>
                  </a:lnTo>
                  <a:lnTo>
                    <a:pt x="1925208" y="69"/>
                  </a:lnTo>
                  <a:lnTo>
                    <a:pt x="1917350" y="69"/>
                  </a:lnTo>
                  <a:lnTo>
                    <a:pt x="1909492" y="69"/>
                  </a:lnTo>
                  <a:lnTo>
                    <a:pt x="1901634" y="69"/>
                  </a:lnTo>
                  <a:lnTo>
                    <a:pt x="1893776" y="69"/>
                  </a:lnTo>
                  <a:lnTo>
                    <a:pt x="1885918" y="69"/>
                  </a:lnTo>
                  <a:lnTo>
                    <a:pt x="1878060" y="69"/>
                  </a:lnTo>
                  <a:lnTo>
                    <a:pt x="1870202" y="69"/>
                  </a:lnTo>
                  <a:lnTo>
                    <a:pt x="1862344" y="69"/>
                  </a:lnTo>
                  <a:lnTo>
                    <a:pt x="1854486" y="69"/>
                  </a:lnTo>
                  <a:lnTo>
                    <a:pt x="1846628" y="69"/>
                  </a:lnTo>
                  <a:lnTo>
                    <a:pt x="1838770" y="69"/>
                  </a:lnTo>
                  <a:lnTo>
                    <a:pt x="1830912" y="69"/>
                  </a:lnTo>
                  <a:lnTo>
                    <a:pt x="1823054" y="69"/>
                  </a:lnTo>
                  <a:lnTo>
                    <a:pt x="1815196" y="69"/>
                  </a:lnTo>
                  <a:lnTo>
                    <a:pt x="1807338" y="69"/>
                  </a:lnTo>
                  <a:lnTo>
                    <a:pt x="1799480" y="69"/>
                  </a:lnTo>
                  <a:lnTo>
                    <a:pt x="1791622" y="69"/>
                  </a:lnTo>
                  <a:lnTo>
                    <a:pt x="1783764" y="69"/>
                  </a:lnTo>
                  <a:lnTo>
                    <a:pt x="1775906" y="69"/>
                  </a:lnTo>
                  <a:lnTo>
                    <a:pt x="1768048" y="69"/>
                  </a:lnTo>
                  <a:lnTo>
                    <a:pt x="1760190" y="69"/>
                  </a:lnTo>
                  <a:lnTo>
                    <a:pt x="1752332" y="69"/>
                  </a:lnTo>
                  <a:lnTo>
                    <a:pt x="1744474" y="69"/>
                  </a:lnTo>
                  <a:lnTo>
                    <a:pt x="1736616" y="69"/>
                  </a:lnTo>
                  <a:lnTo>
                    <a:pt x="1728758" y="69"/>
                  </a:lnTo>
                  <a:lnTo>
                    <a:pt x="1720900" y="69"/>
                  </a:lnTo>
                  <a:lnTo>
                    <a:pt x="1713042" y="69"/>
                  </a:lnTo>
                  <a:lnTo>
                    <a:pt x="1705184" y="69"/>
                  </a:lnTo>
                  <a:lnTo>
                    <a:pt x="1697326" y="69"/>
                  </a:lnTo>
                  <a:lnTo>
                    <a:pt x="1689468" y="69"/>
                  </a:lnTo>
                  <a:lnTo>
                    <a:pt x="1681610" y="69"/>
                  </a:lnTo>
                  <a:lnTo>
                    <a:pt x="1673752" y="68"/>
                  </a:lnTo>
                  <a:lnTo>
                    <a:pt x="1665894" y="68"/>
                  </a:lnTo>
                  <a:lnTo>
                    <a:pt x="1658036" y="68"/>
                  </a:lnTo>
                  <a:lnTo>
                    <a:pt x="1650178" y="68"/>
                  </a:lnTo>
                  <a:lnTo>
                    <a:pt x="1642320" y="68"/>
                  </a:lnTo>
                  <a:lnTo>
                    <a:pt x="1634462" y="68"/>
                  </a:lnTo>
                  <a:lnTo>
                    <a:pt x="1626604" y="68"/>
                  </a:lnTo>
                  <a:lnTo>
                    <a:pt x="1618746" y="68"/>
                  </a:lnTo>
                  <a:lnTo>
                    <a:pt x="1610888" y="68"/>
                  </a:lnTo>
                  <a:lnTo>
                    <a:pt x="1603030" y="68"/>
                  </a:lnTo>
                  <a:lnTo>
                    <a:pt x="1595172" y="68"/>
                  </a:lnTo>
                  <a:lnTo>
                    <a:pt x="1587314" y="68"/>
                  </a:lnTo>
                  <a:lnTo>
                    <a:pt x="1579456" y="68"/>
                  </a:lnTo>
                  <a:lnTo>
                    <a:pt x="1571598" y="68"/>
                  </a:lnTo>
                  <a:lnTo>
                    <a:pt x="1563740" y="68"/>
                  </a:lnTo>
                  <a:lnTo>
                    <a:pt x="1555882" y="68"/>
                  </a:lnTo>
                  <a:lnTo>
                    <a:pt x="1548024" y="68"/>
                  </a:lnTo>
                  <a:lnTo>
                    <a:pt x="1540166" y="68"/>
                  </a:lnTo>
                  <a:lnTo>
                    <a:pt x="1532308" y="67"/>
                  </a:lnTo>
                  <a:lnTo>
                    <a:pt x="1524450" y="67"/>
                  </a:lnTo>
                  <a:lnTo>
                    <a:pt x="1516592" y="67"/>
                  </a:lnTo>
                  <a:lnTo>
                    <a:pt x="1508734" y="67"/>
                  </a:lnTo>
                  <a:lnTo>
                    <a:pt x="1500876" y="67"/>
                  </a:lnTo>
                  <a:lnTo>
                    <a:pt x="1493018" y="67"/>
                  </a:lnTo>
                  <a:lnTo>
                    <a:pt x="1485160" y="67"/>
                  </a:lnTo>
                  <a:lnTo>
                    <a:pt x="1477302" y="67"/>
                  </a:lnTo>
                  <a:lnTo>
                    <a:pt x="1469444" y="67"/>
                  </a:lnTo>
                  <a:lnTo>
                    <a:pt x="1461586" y="67"/>
                  </a:lnTo>
                  <a:lnTo>
                    <a:pt x="1453728" y="67"/>
                  </a:lnTo>
                  <a:lnTo>
                    <a:pt x="1445870" y="67"/>
                  </a:lnTo>
                  <a:lnTo>
                    <a:pt x="1438012" y="66"/>
                  </a:lnTo>
                  <a:lnTo>
                    <a:pt x="1430154" y="66"/>
                  </a:lnTo>
                  <a:lnTo>
                    <a:pt x="1422296" y="66"/>
                  </a:lnTo>
                  <a:lnTo>
                    <a:pt x="1414438" y="66"/>
                  </a:lnTo>
                  <a:lnTo>
                    <a:pt x="1406580" y="66"/>
                  </a:lnTo>
                  <a:lnTo>
                    <a:pt x="1398722" y="66"/>
                  </a:lnTo>
                  <a:lnTo>
                    <a:pt x="1390864" y="66"/>
                  </a:lnTo>
                  <a:lnTo>
                    <a:pt x="1383006" y="66"/>
                  </a:lnTo>
                  <a:lnTo>
                    <a:pt x="1375148" y="66"/>
                  </a:lnTo>
                  <a:lnTo>
                    <a:pt x="1367290" y="65"/>
                  </a:lnTo>
                  <a:lnTo>
                    <a:pt x="1359432" y="65"/>
                  </a:lnTo>
                  <a:lnTo>
                    <a:pt x="1351574" y="65"/>
                  </a:lnTo>
                  <a:lnTo>
                    <a:pt x="1343716" y="65"/>
                  </a:lnTo>
                  <a:lnTo>
                    <a:pt x="1335858" y="65"/>
                  </a:lnTo>
                  <a:lnTo>
                    <a:pt x="1328000" y="65"/>
                  </a:lnTo>
                  <a:lnTo>
                    <a:pt x="1320142" y="65"/>
                  </a:lnTo>
                  <a:lnTo>
                    <a:pt x="1312284" y="65"/>
                  </a:lnTo>
                  <a:lnTo>
                    <a:pt x="1304426" y="65"/>
                  </a:lnTo>
                  <a:lnTo>
                    <a:pt x="1296568" y="64"/>
                  </a:lnTo>
                  <a:lnTo>
                    <a:pt x="1288710" y="64"/>
                  </a:lnTo>
                  <a:lnTo>
                    <a:pt x="1280852" y="64"/>
                  </a:lnTo>
                  <a:lnTo>
                    <a:pt x="1272994" y="64"/>
                  </a:lnTo>
                  <a:lnTo>
                    <a:pt x="1265136" y="64"/>
                  </a:lnTo>
                  <a:lnTo>
                    <a:pt x="1257278" y="64"/>
                  </a:lnTo>
                  <a:lnTo>
                    <a:pt x="1249420" y="64"/>
                  </a:lnTo>
                  <a:lnTo>
                    <a:pt x="1241562" y="63"/>
                  </a:lnTo>
                  <a:lnTo>
                    <a:pt x="1233704" y="63"/>
                  </a:lnTo>
                  <a:lnTo>
                    <a:pt x="1225846" y="63"/>
                  </a:lnTo>
                  <a:lnTo>
                    <a:pt x="1217988" y="63"/>
                  </a:lnTo>
                  <a:lnTo>
                    <a:pt x="1210130" y="63"/>
                  </a:lnTo>
                  <a:lnTo>
                    <a:pt x="1202272" y="63"/>
                  </a:lnTo>
                  <a:lnTo>
                    <a:pt x="1194414" y="63"/>
                  </a:lnTo>
                  <a:lnTo>
                    <a:pt x="1186556" y="62"/>
                  </a:lnTo>
                  <a:lnTo>
                    <a:pt x="1178698" y="62"/>
                  </a:lnTo>
                  <a:lnTo>
                    <a:pt x="1170840" y="62"/>
                  </a:lnTo>
                  <a:lnTo>
                    <a:pt x="1162982" y="62"/>
                  </a:lnTo>
                  <a:lnTo>
                    <a:pt x="1155124" y="62"/>
                  </a:lnTo>
                  <a:lnTo>
                    <a:pt x="1147266" y="61"/>
                  </a:lnTo>
                  <a:lnTo>
                    <a:pt x="1139408" y="61"/>
                  </a:lnTo>
                  <a:lnTo>
                    <a:pt x="1131550" y="61"/>
                  </a:lnTo>
                  <a:lnTo>
                    <a:pt x="1123692" y="61"/>
                  </a:lnTo>
                  <a:lnTo>
                    <a:pt x="1115834" y="60"/>
                  </a:lnTo>
                  <a:lnTo>
                    <a:pt x="1107976" y="60"/>
                  </a:lnTo>
                  <a:lnTo>
                    <a:pt x="1100118" y="60"/>
                  </a:lnTo>
                  <a:lnTo>
                    <a:pt x="1092260" y="60"/>
                  </a:lnTo>
                  <a:lnTo>
                    <a:pt x="1084402" y="59"/>
                  </a:lnTo>
                  <a:lnTo>
                    <a:pt x="1076544" y="59"/>
                  </a:lnTo>
                  <a:lnTo>
                    <a:pt x="1068686" y="59"/>
                  </a:lnTo>
                  <a:lnTo>
                    <a:pt x="1060828" y="59"/>
                  </a:lnTo>
                  <a:lnTo>
                    <a:pt x="1052970" y="59"/>
                  </a:lnTo>
                  <a:lnTo>
                    <a:pt x="1045112" y="58"/>
                  </a:lnTo>
                  <a:lnTo>
                    <a:pt x="1037254" y="58"/>
                  </a:lnTo>
                  <a:lnTo>
                    <a:pt x="1029397" y="58"/>
                  </a:lnTo>
                  <a:lnTo>
                    <a:pt x="1021539" y="58"/>
                  </a:lnTo>
                  <a:lnTo>
                    <a:pt x="1013681" y="57"/>
                  </a:lnTo>
                  <a:lnTo>
                    <a:pt x="1005823" y="57"/>
                  </a:lnTo>
                  <a:lnTo>
                    <a:pt x="997965" y="57"/>
                  </a:lnTo>
                  <a:lnTo>
                    <a:pt x="990107" y="56"/>
                  </a:lnTo>
                  <a:lnTo>
                    <a:pt x="982249" y="56"/>
                  </a:lnTo>
                  <a:lnTo>
                    <a:pt x="974391" y="55"/>
                  </a:lnTo>
                  <a:lnTo>
                    <a:pt x="966533" y="55"/>
                  </a:lnTo>
                  <a:lnTo>
                    <a:pt x="958675" y="55"/>
                  </a:lnTo>
                  <a:lnTo>
                    <a:pt x="950817" y="55"/>
                  </a:lnTo>
                  <a:lnTo>
                    <a:pt x="942959" y="54"/>
                  </a:lnTo>
                  <a:lnTo>
                    <a:pt x="935101" y="54"/>
                  </a:lnTo>
                  <a:lnTo>
                    <a:pt x="927243" y="54"/>
                  </a:lnTo>
                  <a:lnTo>
                    <a:pt x="919385" y="53"/>
                  </a:lnTo>
                  <a:lnTo>
                    <a:pt x="911527" y="53"/>
                  </a:lnTo>
                  <a:lnTo>
                    <a:pt x="903669" y="53"/>
                  </a:lnTo>
                  <a:lnTo>
                    <a:pt x="895811" y="52"/>
                  </a:lnTo>
                  <a:lnTo>
                    <a:pt x="887953" y="52"/>
                  </a:lnTo>
                  <a:lnTo>
                    <a:pt x="880095" y="52"/>
                  </a:lnTo>
                  <a:lnTo>
                    <a:pt x="872237" y="51"/>
                  </a:lnTo>
                  <a:lnTo>
                    <a:pt x="864379" y="51"/>
                  </a:lnTo>
                  <a:lnTo>
                    <a:pt x="856521" y="51"/>
                  </a:lnTo>
                  <a:lnTo>
                    <a:pt x="848663" y="50"/>
                  </a:lnTo>
                  <a:lnTo>
                    <a:pt x="840805" y="50"/>
                  </a:lnTo>
                  <a:lnTo>
                    <a:pt x="832947" y="49"/>
                  </a:lnTo>
                  <a:lnTo>
                    <a:pt x="825089" y="49"/>
                  </a:lnTo>
                  <a:lnTo>
                    <a:pt x="817231" y="48"/>
                  </a:lnTo>
                  <a:lnTo>
                    <a:pt x="809373" y="48"/>
                  </a:lnTo>
                  <a:lnTo>
                    <a:pt x="801515" y="48"/>
                  </a:lnTo>
                  <a:lnTo>
                    <a:pt x="793657" y="47"/>
                  </a:lnTo>
                  <a:lnTo>
                    <a:pt x="785799" y="47"/>
                  </a:lnTo>
                  <a:lnTo>
                    <a:pt x="777941" y="46"/>
                  </a:lnTo>
                  <a:lnTo>
                    <a:pt x="770083" y="46"/>
                  </a:lnTo>
                  <a:lnTo>
                    <a:pt x="762225" y="45"/>
                  </a:lnTo>
                  <a:lnTo>
                    <a:pt x="754367" y="45"/>
                  </a:lnTo>
                  <a:lnTo>
                    <a:pt x="746509" y="44"/>
                  </a:lnTo>
                  <a:lnTo>
                    <a:pt x="738651" y="44"/>
                  </a:lnTo>
                  <a:lnTo>
                    <a:pt x="730793" y="43"/>
                  </a:lnTo>
                  <a:lnTo>
                    <a:pt x="722935" y="42"/>
                  </a:lnTo>
                  <a:lnTo>
                    <a:pt x="715077" y="42"/>
                  </a:lnTo>
                  <a:lnTo>
                    <a:pt x="707219" y="41"/>
                  </a:lnTo>
                  <a:lnTo>
                    <a:pt x="699361" y="41"/>
                  </a:lnTo>
                  <a:lnTo>
                    <a:pt x="691503" y="40"/>
                  </a:lnTo>
                  <a:lnTo>
                    <a:pt x="683645" y="39"/>
                  </a:lnTo>
                  <a:lnTo>
                    <a:pt x="675787" y="39"/>
                  </a:lnTo>
                  <a:lnTo>
                    <a:pt x="667929" y="38"/>
                  </a:lnTo>
                  <a:lnTo>
                    <a:pt x="660071" y="38"/>
                  </a:lnTo>
                  <a:lnTo>
                    <a:pt x="652213" y="37"/>
                  </a:lnTo>
                  <a:lnTo>
                    <a:pt x="644355" y="36"/>
                  </a:lnTo>
                  <a:lnTo>
                    <a:pt x="636497" y="36"/>
                  </a:lnTo>
                  <a:lnTo>
                    <a:pt x="628639" y="35"/>
                  </a:lnTo>
                  <a:lnTo>
                    <a:pt x="620781" y="34"/>
                  </a:lnTo>
                  <a:lnTo>
                    <a:pt x="612923" y="33"/>
                  </a:lnTo>
                  <a:lnTo>
                    <a:pt x="605065" y="33"/>
                  </a:lnTo>
                  <a:lnTo>
                    <a:pt x="597207" y="32"/>
                  </a:lnTo>
                  <a:lnTo>
                    <a:pt x="589349" y="31"/>
                  </a:lnTo>
                  <a:lnTo>
                    <a:pt x="581491" y="31"/>
                  </a:lnTo>
                  <a:lnTo>
                    <a:pt x="573633" y="30"/>
                  </a:lnTo>
                  <a:lnTo>
                    <a:pt x="565775" y="29"/>
                  </a:lnTo>
                  <a:lnTo>
                    <a:pt x="557917" y="29"/>
                  </a:lnTo>
                  <a:lnTo>
                    <a:pt x="550059" y="28"/>
                  </a:lnTo>
                  <a:lnTo>
                    <a:pt x="542201" y="27"/>
                  </a:lnTo>
                  <a:lnTo>
                    <a:pt x="534343" y="26"/>
                  </a:lnTo>
                  <a:lnTo>
                    <a:pt x="526485" y="25"/>
                  </a:lnTo>
                  <a:lnTo>
                    <a:pt x="518627" y="25"/>
                  </a:lnTo>
                  <a:lnTo>
                    <a:pt x="510769" y="24"/>
                  </a:lnTo>
                  <a:lnTo>
                    <a:pt x="502911" y="23"/>
                  </a:lnTo>
                  <a:lnTo>
                    <a:pt x="495053" y="23"/>
                  </a:lnTo>
                  <a:lnTo>
                    <a:pt x="487195" y="22"/>
                  </a:lnTo>
                  <a:lnTo>
                    <a:pt x="479337" y="21"/>
                  </a:lnTo>
                  <a:lnTo>
                    <a:pt x="471479" y="20"/>
                  </a:lnTo>
                  <a:lnTo>
                    <a:pt x="463621" y="20"/>
                  </a:lnTo>
                  <a:lnTo>
                    <a:pt x="455763" y="19"/>
                  </a:lnTo>
                  <a:lnTo>
                    <a:pt x="447905" y="18"/>
                  </a:lnTo>
                  <a:lnTo>
                    <a:pt x="440047" y="17"/>
                  </a:lnTo>
                  <a:lnTo>
                    <a:pt x="432189" y="16"/>
                  </a:lnTo>
                  <a:lnTo>
                    <a:pt x="424331" y="15"/>
                  </a:lnTo>
                  <a:lnTo>
                    <a:pt x="416473" y="14"/>
                  </a:lnTo>
                  <a:lnTo>
                    <a:pt x="408615" y="13"/>
                  </a:lnTo>
                  <a:lnTo>
                    <a:pt x="400757" y="13"/>
                  </a:lnTo>
                  <a:lnTo>
                    <a:pt x="392899" y="12"/>
                  </a:lnTo>
                  <a:lnTo>
                    <a:pt x="385041" y="11"/>
                  </a:lnTo>
                  <a:lnTo>
                    <a:pt x="377183" y="11"/>
                  </a:lnTo>
                  <a:lnTo>
                    <a:pt x="369325" y="10"/>
                  </a:lnTo>
                  <a:lnTo>
                    <a:pt x="361467" y="9"/>
                  </a:lnTo>
                  <a:lnTo>
                    <a:pt x="353609" y="8"/>
                  </a:lnTo>
                  <a:lnTo>
                    <a:pt x="345751" y="7"/>
                  </a:lnTo>
                  <a:lnTo>
                    <a:pt x="337893" y="7"/>
                  </a:lnTo>
                  <a:lnTo>
                    <a:pt x="330035" y="7"/>
                  </a:lnTo>
                  <a:lnTo>
                    <a:pt x="322177" y="6"/>
                  </a:lnTo>
                  <a:lnTo>
                    <a:pt x="314319" y="4"/>
                  </a:lnTo>
                  <a:lnTo>
                    <a:pt x="306461" y="4"/>
                  </a:lnTo>
                  <a:lnTo>
                    <a:pt x="298603" y="3"/>
                  </a:lnTo>
                  <a:lnTo>
                    <a:pt x="290745" y="3"/>
                  </a:lnTo>
                  <a:lnTo>
                    <a:pt x="282887" y="2"/>
                  </a:lnTo>
                  <a:lnTo>
                    <a:pt x="275029" y="2"/>
                  </a:lnTo>
                  <a:lnTo>
                    <a:pt x="267171" y="2"/>
                  </a:lnTo>
                  <a:lnTo>
                    <a:pt x="259313" y="1"/>
                  </a:lnTo>
                  <a:lnTo>
                    <a:pt x="251455" y="1"/>
                  </a:lnTo>
                  <a:lnTo>
                    <a:pt x="243597" y="1"/>
                  </a:lnTo>
                  <a:lnTo>
                    <a:pt x="235739" y="1"/>
                  </a:lnTo>
                  <a:lnTo>
                    <a:pt x="227881" y="1"/>
                  </a:lnTo>
                  <a:lnTo>
                    <a:pt x="220023" y="1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1"/>
                  </a:lnTo>
                  <a:lnTo>
                    <a:pt x="125727" y="1"/>
                  </a:lnTo>
                  <a:lnTo>
                    <a:pt x="117869" y="2"/>
                  </a:lnTo>
                  <a:lnTo>
                    <a:pt x="110011" y="2"/>
                  </a:lnTo>
                  <a:lnTo>
                    <a:pt x="102153" y="3"/>
                  </a:lnTo>
                  <a:lnTo>
                    <a:pt x="94295" y="3"/>
                  </a:lnTo>
                  <a:lnTo>
                    <a:pt x="86437" y="3"/>
                  </a:lnTo>
                  <a:lnTo>
                    <a:pt x="78579" y="3"/>
                  </a:lnTo>
                  <a:lnTo>
                    <a:pt x="70721" y="3"/>
                  </a:lnTo>
                  <a:lnTo>
                    <a:pt x="62863" y="4"/>
                  </a:lnTo>
                  <a:lnTo>
                    <a:pt x="55005" y="4"/>
                  </a:lnTo>
                  <a:lnTo>
                    <a:pt x="47147" y="4"/>
                  </a:lnTo>
                  <a:lnTo>
                    <a:pt x="39289" y="5"/>
                  </a:lnTo>
                  <a:lnTo>
                    <a:pt x="31431" y="5"/>
                  </a:lnTo>
                  <a:lnTo>
                    <a:pt x="23573" y="5"/>
                  </a:lnTo>
                  <a:lnTo>
                    <a:pt x="15715" y="6"/>
                  </a:lnTo>
                  <a:lnTo>
                    <a:pt x="7857" y="7"/>
                  </a:lnTo>
                  <a:lnTo>
                    <a:pt x="0" y="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7" name="pl216"/>
            <p:cNvSpPr/>
            <p:nvPr/>
          </p:nvSpPr>
          <p:spPr>
            <a:xfrm>
              <a:off x="6029658" y="3100130"/>
              <a:ext cx="2035220" cy="5236"/>
            </a:xfrm>
            <a:custGeom>
              <a:avLst/>
              <a:pathLst>
                <a:path w="2035220" h="5236">
                  <a:moveTo>
                    <a:pt x="0" y="5236"/>
                  </a:moveTo>
                  <a:lnTo>
                    <a:pt x="7857" y="5234"/>
                  </a:lnTo>
                  <a:lnTo>
                    <a:pt x="15715" y="5231"/>
                  </a:lnTo>
                  <a:lnTo>
                    <a:pt x="23573" y="5228"/>
                  </a:lnTo>
                  <a:lnTo>
                    <a:pt x="31431" y="5226"/>
                  </a:lnTo>
                  <a:lnTo>
                    <a:pt x="39289" y="5223"/>
                  </a:lnTo>
                  <a:lnTo>
                    <a:pt x="47147" y="5220"/>
                  </a:lnTo>
                  <a:lnTo>
                    <a:pt x="55005" y="5217"/>
                  </a:lnTo>
                  <a:lnTo>
                    <a:pt x="62863" y="5214"/>
                  </a:lnTo>
                  <a:lnTo>
                    <a:pt x="70721" y="5211"/>
                  </a:lnTo>
                  <a:lnTo>
                    <a:pt x="78579" y="5209"/>
                  </a:lnTo>
                  <a:lnTo>
                    <a:pt x="86437" y="5206"/>
                  </a:lnTo>
                  <a:lnTo>
                    <a:pt x="94295" y="5203"/>
                  </a:lnTo>
                  <a:lnTo>
                    <a:pt x="102153" y="5199"/>
                  </a:lnTo>
                  <a:lnTo>
                    <a:pt x="110011" y="5197"/>
                  </a:lnTo>
                  <a:lnTo>
                    <a:pt x="117869" y="5194"/>
                  </a:lnTo>
                  <a:lnTo>
                    <a:pt x="125727" y="5191"/>
                  </a:lnTo>
                  <a:lnTo>
                    <a:pt x="133585" y="5188"/>
                  </a:lnTo>
                  <a:lnTo>
                    <a:pt x="141443" y="5185"/>
                  </a:lnTo>
                  <a:lnTo>
                    <a:pt x="149301" y="5182"/>
                  </a:lnTo>
                  <a:lnTo>
                    <a:pt x="157159" y="5179"/>
                  </a:lnTo>
                  <a:lnTo>
                    <a:pt x="165017" y="5176"/>
                  </a:lnTo>
                  <a:lnTo>
                    <a:pt x="172875" y="5173"/>
                  </a:lnTo>
                  <a:lnTo>
                    <a:pt x="180733" y="5169"/>
                  </a:lnTo>
                  <a:lnTo>
                    <a:pt x="188591" y="5166"/>
                  </a:lnTo>
                  <a:lnTo>
                    <a:pt x="196449" y="5162"/>
                  </a:lnTo>
                  <a:lnTo>
                    <a:pt x="204307" y="5159"/>
                  </a:lnTo>
                  <a:lnTo>
                    <a:pt x="212165" y="5155"/>
                  </a:lnTo>
                  <a:lnTo>
                    <a:pt x="220023" y="5151"/>
                  </a:lnTo>
                  <a:lnTo>
                    <a:pt x="227881" y="5148"/>
                  </a:lnTo>
                  <a:lnTo>
                    <a:pt x="235739" y="5144"/>
                  </a:lnTo>
                  <a:lnTo>
                    <a:pt x="243597" y="5141"/>
                  </a:lnTo>
                  <a:lnTo>
                    <a:pt x="251455" y="5137"/>
                  </a:lnTo>
                  <a:lnTo>
                    <a:pt x="259313" y="5133"/>
                  </a:lnTo>
                  <a:lnTo>
                    <a:pt x="267171" y="5130"/>
                  </a:lnTo>
                  <a:lnTo>
                    <a:pt x="275029" y="5126"/>
                  </a:lnTo>
                  <a:lnTo>
                    <a:pt x="282887" y="5122"/>
                  </a:lnTo>
                  <a:lnTo>
                    <a:pt x="290745" y="5117"/>
                  </a:lnTo>
                  <a:lnTo>
                    <a:pt x="298603" y="5113"/>
                  </a:lnTo>
                  <a:lnTo>
                    <a:pt x="306461" y="5109"/>
                  </a:lnTo>
                  <a:lnTo>
                    <a:pt x="314319" y="5105"/>
                  </a:lnTo>
                  <a:lnTo>
                    <a:pt x="322177" y="5101"/>
                  </a:lnTo>
                  <a:lnTo>
                    <a:pt x="330035" y="5097"/>
                  </a:lnTo>
                  <a:lnTo>
                    <a:pt x="337893" y="5092"/>
                  </a:lnTo>
                  <a:lnTo>
                    <a:pt x="345751" y="5088"/>
                  </a:lnTo>
                  <a:lnTo>
                    <a:pt x="353609" y="5084"/>
                  </a:lnTo>
                  <a:lnTo>
                    <a:pt x="361467" y="5079"/>
                  </a:lnTo>
                  <a:lnTo>
                    <a:pt x="369325" y="5074"/>
                  </a:lnTo>
                  <a:lnTo>
                    <a:pt x="377183" y="5070"/>
                  </a:lnTo>
                  <a:lnTo>
                    <a:pt x="385041" y="5065"/>
                  </a:lnTo>
                  <a:lnTo>
                    <a:pt x="392899" y="5061"/>
                  </a:lnTo>
                  <a:lnTo>
                    <a:pt x="400757" y="5056"/>
                  </a:lnTo>
                  <a:lnTo>
                    <a:pt x="408615" y="5050"/>
                  </a:lnTo>
                  <a:lnTo>
                    <a:pt x="416473" y="5045"/>
                  </a:lnTo>
                  <a:lnTo>
                    <a:pt x="424331" y="5040"/>
                  </a:lnTo>
                  <a:lnTo>
                    <a:pt x="432189" y="5035"/>
                  </a:lnTo>
                  <a:lnTo>
                    <a:pt x="440047" y="5029"/>
                  </a:lnTo>
                  <a:lnTo>
                    <a:pt x="447905" y="5024"/>
                  </a:lnTo>
                  <a:lnTo>
                    <a:pt x="455763" y="5019"/>
                  </a:lnTo>
                  <a:lnTo>
                    <a:pt x="463621" y="5014"/>
                  </a:lnTo>
                  <a:lnTo>
                    <a:pt x="471479" y="5008"/>
                  </a:lnTo>
                  <a:lnTo>
                    <a:pt x="479337" y="5002"/>
                  </a:lnTo>
                  <a:lnTo>
                    <a:pt x="487195" y="4997"/>
                  </a:lnTo>
                  <a:lnTo>
                    <a:pt x="495053" y="4991"/>
                  </a:lnTo>
                  <a:lnTo>
                    <a:pt x="502911" y="4985"/>
                  </a:lnTo>
                  <a:lnTo>
                    <a:pt x="510769" y="4979"/>
                  </a:lnTo>
                  <a:lnTo>
                    <a:pt x="518627" y="4973"/>
                  </a:lnTo>
                  <a:lnTo>
                    <a:pt x="526485" y="4966"/>
                  </a:lnTo>
                  <a:lnTo>
                    <a:pt x="534343" y="4960"/>
                  </a:lnTo>
                  <a:lnTo>
                    <a:pt x="542201" y="4954"/>
                  </a:lnTo>
                  <a:lnTo>
                    <a:pt x="550059" y="4948"/>
                  </a:lnTo>
                  <a:lnTo>
                    <a:pt x="557917" y="4943"/>
                  </a:lnTo>
                  <a:lnTo>
                    <a:pt x="565775" y="4937"/>
                  </a:lnTo>
                  <a:lnTo>
                    <a:pt x="573633" y="4931"/>
                  </a:lnTo>
                  <a:lnTo>
                    <a:pt x="581491" y="4925"/>
                  </a:lnTo>
                  <a:lnTo>
                    <a:pt x="589349" y="4918"/>
                  </a:lnTo>
                  <a:lnTo>
                    <a:pt x="597207" y="4912"/>
                  </a:lnTo>
                  <a:lnTo>
                    <a:pt x="605065" y="4905"/>
                  </a:lnTo>
                  <a:lnTo>
                    <a:pt x="612923" y="4899"/>
                  </a:lnTo>
                  <a:lnTo>
                    <a:pt x="620781" y="4892"/>
                  </a:lnTo>
                  <a:lnTo>
                    <a:pt x="628639" y="4884"/>
                  </a:lnTo>
                  <a:lnTo>
                    <a:pt x="636497" y="4878"/>
                  </a:lnTo>
                  <a:lnTo>
                    <a:pt x="644355" y="4871"/>
                  </a:lnTo>
                  <a:lnTo>
                    <a:pt x="652213" y="4863"/>
                  </a:lnTo>
                  <a:lnTo>
                    <a:pt x="660071" y="4857"/>
                  </a:lnTo>
                  <a:lnTo>
                    <a:pt x="667929" y="4849"/>
                  </a:lnTo>
                  <a:lnTo>
                    <a:pt x="675787" y="4843"/>
                  </a:lnTo>
                  <a:lnTo>
                    <a:pt x="683645" y="4835"/>
                  </a:lnTo>
                  <a:lnTo>
                    <a:pt x="691503" y="4827"/>
                  </a:lnTo>
                  <a:lnTo>
                    <a:pt x="699361" y="4818"/>
                  </a:lnTo>
                  <a:lnTo>
                    <a:pt x="707219" y="4810"/>
                  </a:lnTo>
                  <a:lnTo>
                    <a:pt x="715077" y="4803"/>
                  </a:lnTo>
                  <a:lnTo>
                    <a:pt x="722935" y="4794"/>
                  </a:lnTo>
                  <a:lnTo>
                    <a:pt x="730793" y="4786"/>
                  </a:lnTo>
                  <a:lnTo>
                    <a:pt x="738651" y="4778"/>
                  </a:lnTo>
                  <a:lnTo>
                    <a:pt x="746509" y="4769"/>
                  </a:lnTo>
                  <a:lnTo>
                    <a:pt x="754367" y="4761"/>
                  </a:lnTo>
                  <a:lnTo>
                    <a:pt x="762225" y="4752"/>
                  </a:lnTo>
                  <a:lnTo>
                    <a:pt x="770083" y="4744"/>
                  </a:lnTo>
                  <a:lnTo>
                    <a:pt x="777941" y="4736"/>
                  </a:lnTo>
                  <a:lnTo>
                    <a:pt x="785799" y="4727"/>
                  </a:lnTo>
                  <a:lnTo>
                    <a:pt x="793657" y="4717"/>
                  </a:lnTo>
                  <a:lnTo>
                    <a:pt x="801515" y="4708"/>
                  </a:lnTo>
                  <a:lnTo>
                    <a:pt x="809373" y="4698"/>
                  </a:lnTo>
                  <a:lnTo>
                    <a:pt x="817231" y="4688"/>
                  </a:lnTo>
                  <a:lnTo>
                    <a:pt x="825089" y="4680"/>
                  </a:lnTo>
                  <a:lnTo>
                    <a:pt x="832947" y="4669"/>
                  </a:lnTo>
                  <a:lnTo>
                    <a:pt x="840805" y="4660"/>
                  </a:lnTo>
                  <a:lnTo>
                    <a:pt x="848663" y="4649"/>
                  </a:lnTo>
                  <a:lnTo>
                    <a:pt x="856521" y="4638"/>
                  </a:lnTo>
                  <a:lnTo>
                    <a:pt x="864379" y="4628"/>
                  </a:lnTo>
                  <a:lnTo>
                    <a:pt x="872237" y="4616"/>
                  </a:lnTo>
                  <a:lnTo>
                    <a:pt x="880095" y="4606"/>
                  </a:lnTo>
                  <a:lnTo>
                    <a:pt x="887953" y="4595"/>
                  </a:lnTo>
                  <a:lnTo>
                    <a:pt x="895811" y="4584"/>
                  </a:lnTo>
                  <a:lnTo>
                    <a:pt x="903669" y="4574"/>
                  </a:lnTo>
                  <a:lnTo>
                    <a:pt x="911527" y="4564"/>
                  </a:lnTo>
                  <a:lnTo>
                    <a:pt x="919385" y="4553"/>
                  </a:lnTo>
                  <a:lnTo>
                    <a:pt x="927243" y="4542"/>
                  </a:lnTo>
                  <a:lnTo>
                    <a:pt x="935101" y="4530"/>
                  </a:lnTo>
                  <a:lnTo>
                    <a:pt x="942959" y="4520"/>
                  </a:lnTo>
                  <a:lnTo>
                    <a:pt x="950817" y="4507"/>
                  </a:lnTo>
                  <a:lnTo>
                    <a:pt x="958675" y="4496"/>
                  </a:lnTo>
                  <a:lnTo>
                    <a:pt x="966533" y="4483"/>
                  </a:lnTo>
                  <a:lnTo>
                    <a:pt x="974391" y="4470"/>
                  </a:lnTo>
                  <a:lnTo>
                    <a:pt x="982249" y="4456"/>
                  </a:lnTo>
                  <a:lnTo>
                    <a:pt x="990107" y="4443"/>
                  </a:lnTo>
                  <a:lnTo>
                    <a:pt x="997965" y="4429"/>
                  </a:lnTo>
                  <a:lnTo>
                    <a:pt x="1005823" y="4416"/>
                  </a:lnTo>
                  <a:lnTo>
                    <a:pt x="1013681" y="4404"/>
                  </a:lnTo>
                  <a:lnTo>
                    <a:pt x="1021539" y="4391"/>
                  </a:lnTo>
                  <a:lnTo>
                    <a:pt x="1029397" y="4380"/>
                  </a:lnTo>
                  <a:lnTo>
                    <a:pt x="1037254" y="4366"/>
                  </a:lnTo>
                  <a:lnTo>
                    <a:pt x="1045112" y="4350"/>
                  </a:lnTo>
                  <a:lnTo>
                    <a:pt x="1052970" y="4338"/>
                  </a:lnTo>
                  <a:lnTo>
                    <a:pt x="1060828" y="4325"/>
                  </a:lnTo>
                  <a:lnTo>
                    <a:pt x="1068686" y="4312"/>
                  </a:lnTo>
                  <a:lnTo>
                    <a:pt x="1076544" y="4300"/>
                  </a:lnTo>
                  <a:lnTo>
                    <a:pt x="1084402" y="4285"/>
                  </a:lnTo>
                  <a:lnTo>
                    <a:pt x="1092260" y="4269"/>
                  </a:lnTo>
                  <a:lnTo>
                    <a:pt x="1100118" y="4255"/>
                  </a:lnTo>
                  <a:lnTo>
                    <a:pt x="1107976" y="4239"/>
                  </a:lnTo>
                  <a:lnTo>
                    <a:pt x="1115834" y="4222"/>
                  </a:lnTo>
                  <a:lnTo>
                    <a:pt x="1123692" y="4206"/>
                  </a:lnTo>
                  <a:lnTo>
                    <a:pt x="1131550" y="4189"/>
                  </a:lnTo>
                  <a:lnTo>
                    <a:pt x="1139408" y="4176"/>
                  </a:lnTo>
                  <a:lnTo>
                    <a:pt x="1147266" y="4162"/>
                  </a:lnTo>
                  <a:lnTo>
                    <a:pt x="1155124" y="4145"/>
                  </a:lnTo>
                  <a:lnTo>
                    <a:pt x="1162982" y="4128"/>
                  </a:lnTo>
                  <a:lnTo>
                    <a:pt x="1170840" y="4108"/>
                  </a:lnTo>
                  <a:lnTo>
                    <a:pt x="1178698" y="4091"/>
                  </a:lnTo>
                  <a:lnTo>
                    <a:pt x="1186556" y="4075"/>
                  </a:lnTo>
                  <a:lnTo>
                    <a:pt x="1194414" y="4059"/>
                  </a:lnTo>
                  <a:lnTo>
                    <a:pt x="1202272" y="4040"/>
                  </a:lnTo>
                  <a:lnTo>
                    <a:pt x="1210130" y="4022"/>
                  </a:lnTo>
                  <a:lnTo>
                    <a:pt x="1217988" y="4002"/>
                  </a:lnTo>
                  <a:lnTo>
                    <a:pt x="1225846" y="3986"/>
                  </a:lnTo>
                  <a:lnTo>
                    <a:pt x="1233704" y="3966"/>
                  </a:lnTo>
                  <a:lnTo>
                    <a:pt x="1241562" y="3947"/>
                  </a:lnTo>
                  <a:lnTo>
                    <a:pt x="1249420" y="3926"/>
                  </a:lnTo>
                  <a:lnTo>
                    <a:pt x="1257278" y="3906"/>
                  </a:lnTo>
                  <a:lnTo>
                    <a:pt x="1265136" y="3884"/>
                  </a:lnTo>
                  <a:lnTo>
                    <a:pt x="1272994" y="3864"/>
                  </a:lnTo>
                  <a:lnTo>
                    <a:pt x="1280852" y="3843"/>
                  </a:lnTo>
                  <a:lnTo>
                    <a:pt x="1288710" y="3822"/>
                  </a:lnTo>
                  <a:lnTo>
                    <a:pt x="1296568" y="3801"/>
                  </a:lnTo>
                  <a:lnTo>
                    <a:pt x="1304426" y="3779"/>
                  </a:lnTo>
                  <a:lnTo>
                    <a:pt x="1312284" y="3757"/>
                  </a:lnTo>
                  <a:lnTo>
                    <a:pt x="1320142" y="3736"/>
                  </a:lnTo>
                  <a:lnTo>
                    <a:pt x="1328000" y="3713"/>
                  </a:lnTo>
                  <a:lnTo>
                    <a:pt x="1335858" y="3690"/>
                  </a:lnTo>
                  <a:lnTo>
                    <a:pt x="1343716" y="3665"/>
                  </a:lnTo>
                  <a:lnTo>
                    <a:pt x="1351574" y="3638"/>
                  </a:lnTo>
                  <a:lnTo>
                    <a:pt x="1359432" y="3616"/>
                  </a:lnTo>
                  <a:lnTo>
                    <a:pt x="1367290" y="3594"/>
                  </a:lnTo>
                  <a:lnTo>
                    <a:pt x="1375148" y="3569"/>
                  </a:lnTo>
                  <a:lnTo>
                    <a:pt x="1383006" y="3549"/>
                  </a:lnTo>
                  <a:lnTo>
                    <a:pt x="1390864" y="3524"/>
                  </a:lnTo>
                  <a:lnTo>
                    <a:pt x="1398722" y="3499"/>
                  </a:lnTo>
                  <a:lnTo>
                    <a:pt x="1406580" y="3475"/>
                  </a:lnTo>
                  <a:lnTo>
                    <a:pt x="1414438" y="3451"/>
                  </a:lnTo>
                  <a:lnTo>
                    <a:pt x="1422296" y="3425"/>
                  </a:lnTo>
                  <a:lnTo>
                    <a:pt x="1430154" y="3398"/>
                  </a:lnTo>
                  <a:lnTo>
                    <a:pt x="1438012" y="3370"/>
                  </a:lnTo>
                  <a:lnTo>
                    <a:pt x="1445870" y="3341"/>
                  </a:lnTo>
                  <a:lnTo>
                    <a:pt x="1453728" y="3315"/>
                  </a:lnTo>
                  <a:lnTo>
                    <a:pt x="1461586" y="3289"/>
                  </a:lnTo>
                  <a:lnTo>
                    <a:pt x="1469444" y="3263"/>
                  </a:lnTo>
                  <a:lnTo>
                    <a:pt x="1477302" y="3235"/>
                  </a:lnTo>
                  <a:lnTo>
                    <a:pt x="1485160" y="3203"/>
                  </a:lnTo>
                  <a:lnTo>
                    <a:pt x="1493018" y="3175"/>
                  </a:lnTo>
                  <a:lnTo>
                    <a:pt x="1500876" y="3143"/>
                  </a:lnTo>
                  <a:lnTo>
                    <a:pt x="1508734" y="3113"/>
                  </a:lnTo>
                  <a:lnTo>
                    <a:pt x="1516592" y="3082"/>
                  </a:lnTo>
                  <a:lnTo>
                    <a:pt x="1524450" y="3053"/>
                  </a:lnTo>
                  <a:lnTo>
                    <a:pt x="1532308" y="3017"/>
                  </a:lnTo>
                  <a:lnTo>
                    <a:pt x="1540166" y="2981"/>
                  </a:lnTo>
                  <a:lnTo>
                    <a:pt x="1548024" y="2946"/>
                  </a:lnTo>
                  <a:lnTo>
                    <a:pt x="1555882" y="2915"/>
                  </a:lnTo>
                  <a:lnTo>
                    <a:pt x="1563740" y="2883"/>
                  </a:lnTo>
                  <a:lnTo>
                    <a:pt x="1571598" y="2851"/>
                  </a:lnTo>
                  <a:lnTo>
                    <a:pt x="1579456" y="2817"/>
                  </a:lnTo>
                  <a:lnTo>
                    <a:pt x="1587314" y="2783"/>
                  </a:lnTo>
                  <a:lnTo>
                    <a:pt x="1595172" y="2748"/>
                  </a:lnTo>
                  <a:lnTo>
                    <a:pt x="1603030" y="2710"/>
                  </a:lnTo>
                  <a:lnTo>
                    <a:pt x="1610888" y="2674"/>
                  </a:lnTo>
                  <a:lnTo>
                    <a:pt x="1618746" y="2636"/>
                  </a:lnTo>
                  <a:lnTo>
                    <a:pt x="1626604" y="2607"/>
                  </a:lnTo>
                  <a:lnTo>
                    <a:pt x="1634462" y="2572"/>
                  </a:lnTo>
                  <a:lnTo>
                    <a:pt x="1642320" y="2535"/>
                  </a:lnTo>
                  <a:lnTo>
                    <a:pt x="1650178" y="2502"/>
                  </a:lnTo>
                  <a:lnTo>
                    <a:pt x="1658036" y="2467"/>
                  </a:lnTo>
                  <a:lnTo>
                    <a:pt x="1665894" y="2427"/>
                  </a:lnTo>
                  <a:lnTo>
                    <a:pt x="1673752" y="2389"/>
                  </a:lnTo>
                  <a:lnTo>
                    <a:pt x="1681610" y="2353"/>
                  </a:lnTo>
                  <a:lnTo>
                    <a:pt x="1689468" y="2319"/>
                  </a:lnTo>
                  <a:lnTo>
                    <a:pt x="1697326" y="2277"/>
                  </a:lnTo>
                  <a:lnTo>
                    <a:pt x="1705184" y="2232"/>
                  </a:lnTo>
                  <a:lnTo>
                    <a:pt x="1713042" y="2189"/>
                  </a:lnTo>
                  <a:lnTo>
                    <a:pt x="1720900" y="2145"/>
                  </a:lnTo>
                  <a:lnTo>
                    <a:pt x="1728758" y="2103"/>
                  </a:lnTo>
                  <a:lnTo>
                    <a:pt x="1736616" y="2058"/>
                  </a:lnTo>
                  <a:lnTo>
                    <a:pt x="1744474" y="2016"/>
                  </a:lnTo>
                  <a:lnTo>
                    <a:pt x="1752332" y="1972"/>
                  </a:lnTo>
                  <a:lnTo>
                    <a:pt x="1760190" y="1933"/>
                  </a:lnTo>
                  <a:lnTo>
                    <a:pt x="1768048" y="1890"/>
                  </a:lnTo>
                  <a:lnTo>
                    <a:pt x="1775906" y="1841"/>
                  </a:lnTo>
                  <a:lnTo>
                    <a:pt x="1783764" y="1798"/>
                  </a:lnTo>
                  <a:lnTo>
                    <a:pt x="1791622" y="1756"/>
                  </a:lnTo>
                  <a:lnTo>
                    <a:pt x="1799480" y="1709"/>
                  </a:lnTo>
                  <a:lnTo>
                    <a:pt x="1807338" y="1660"/>
                  </a:lnTo>
                  <a:lnTo>
                    <a:pt x="1815196" y="1615"/>
                  </a:lnTo>
                  <a:lnTo>
                    <a:pt x="1823054" y="1568"/>
                  </a:lnTo>
                  <a:lnTo>
                    <a:pt x="1830912" y="1520"/>
                  </a:lnTo>
                  <a:lnTo>
                    <a:pt x="1838770" y="1469"/>
                  </a:lnTo>
                  <a:lnTo>
                    <a:pt x="1846628" y="1416"/>
                  </a:lnTo>
                  <a:lnTo>
                    <a:pt x="1854486" y="1364"/>
                  </a:lnTo>
                  <a:lnTo>
                    <a:pt x="1862344" y="1312"/>
                  </a:lnTo>
                  <a:lnTo>
                    <a:pt x="1870202" y="1256"/>
                  </a:lnTo>
                  <a:lnTo>
                    <a:pt x="1878060" y="1205"/>
                  </a:lnTo>
                  <a:lnTo>
                    <a:pt x="1885918" y="1153"/>
                  </a:lnTo>
                  <a:lnTo>
                    <a:pt x="1893776" y="1101"/>
                  </a:lnTo>
                  <a:lnTo>
                    <a:pt x="1901634" y="1049"/>
                  </a:lnTo>
                  <a:lnTo>
                    <a:pt x="1909492" y="991"/>
                  </a:lnTo>
                  <a:lnTo>
                    <a:pt x="1917350" y="931"/>
                  </a:lnTo>
                  <a:lnTo>
                    <a:pt x="1925208" y="874"/>
                  </a:lnTo>
                  <a:lnTo>
                    <a:pt x="1933066" y="815"/>
                  </a:lnTo>
                  <a:lnTo>
                    <a:pt x="1940924" y="754"/>
                  </a:lnTo>
                  <a:lnTo>
                    <a:pt x="1948782" y="694"/>
                  </a:lnTo>
                  <a:lnTo>
                    <a:pt x="1956640" y="636"/>
                  </a:lnTo>
                  <a:lnTo>
                    <a:pt x="1964498" y="578"/>
                  </a:lnTo>
                  <a:lnTo>
                    <a:pt x="1972356" y="517"/>
                  </a:lnTo>
                  <a:lnTo>
                    <a:pt x="1980214" y="454"/>
                  </a:lnTo>
                  <a:lnTo>
                    <a:pt x="1988072" y="390"/>
                  </a:lnTo>
                  <a:lnTo>
                    <a:pt x="1995930" y="332"/>
                  </a:lnTo>
                  <a:lnTo>
                    <a:pt x="2003788" y="273"/>
                  </a:lnTo>
                  <a:lnTo>
                    <a:pt x="2011646" y="211"/>
                  </a:lnTo>
                  <a:lnTo>
                    <a:pt x="2019504" y="148"/>
                  </a:lnTo>
                  <a:lnTo>
                    <a:pt x="2027362" y="77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7"/>
            <p:cNvSpPr/>
            <p:nvPr/>
          </p:nvSpPr>
          <p:spPr>
            <a:xfrm>
              <a:off x="6029658" y="3104570"/>
              <a:ext cx="2035220" cy="899"/>
            </a:xfrm>
            <a:custGeom>
              <a:avLst/>
              <a:pathLst>
                <a:path w="2035220" h="899">
                  <a:moveTo>
                    <a:pt x="0" y="899"/>
                  </a:moveTo>
                  <a:lnTo>
                    <a:pt x="7857" y="898"/>
                  </a:lnTo>
                  <a:lnTo>
                    <a:pt x="15715" y="897"/>
                  </a:lnTo>
                  <a:lnTo>
                    <a:pt x="23573" y="896"/>
                  </a:lnTo>
                  <a:lnTo>
                    <a:pt x="31431" y="896"/>
                  </a:lnTo>
                  <a:lnTo>
                    <a:pt x="39289" y="895"/>
                  </a:lnTo>
                  <a:lnTo>
                    <a:pt x="47147" y="894"/>
                  </a:lnTo>
                  <a:lnTo>
                    <a:pt x="55005" y="893"/>
                  </a:lnTo>
                  <a:lnTo>
                    <a:pt x="62863" y="892"/>
                  </a:lnTo>
                  <a:lnTo>
                    <a:pt x="70721" y="891"/>
                  </a:lnTo>
                  <a:lnTo>
                    <a:pt x="78579" y="891"/>
                  </a:lnTo>
                  <a:lnTo>
                    <a:pt x="86437" y="890"/>
                  </a:lnTo>
                  <a:lnTo>
                    <a:pt x="94295" y="889"/>
                  </a:lnTo>
                  <a:lnTo>
                    <a:pt x="102153" y="888"/>
                  </a:lnTo>
                  <a:lnTo>
                    <a:pt x="110011" y="887"/>
                  </a:lnTo>
                  <a:lnTo>
                    <a:pt x="117869" y="886"/>
                  </a:lnTo>
                  <a:lnTo>
                    <a:pt x="125727" y="885"/>
                  </a:lnTo>
                  <a:lnTo>
                    <a:pt x="133585" y="884"/>
                  </a:lnTo>
                  <a:lnTo>
                    <a:pt x="141443" y="883"/>
                  </a:lnTo>
                  <a:lnTo>
                    <a:pt x="149301" y="882"/>
                  </a:lnTo>
                  <a:lnTo>
                    <a:pt x="157159" y="881"/>
                  </a:lnTo>
                  <a:lnTo>
                    <a:pt x="165017" y="880"/>
                  </a:lnTo>
                  <a:lnTo>
                    <a:pt x="172875" y="879"/>
                  </a:lnTo>
                  <a:lnTo>
                    <a:pt x="180733" y="878"/>
                  </a:lnTo>
                  <a:lnTo>
                    <a:pt x="188591" y="876"/>
                  </a:lnTo>
                  <a:lnTo>
                    <a:pt x="196449" y="875"/>
                  </a:lnTo>
                  <a:lnTo>
                    <a:pt x="204307" y="874"/>
                  </a:lnTo>
                  <a:lnTo>
                    <a:pt x="212165" y="873"/>
                  </a:lnTo>
                  <a:lnTo>
                    <a:pt x="220023" y="872"/>
                  </a:lnTo>
                  <a:lnTo>
                    <a:pt x="227881" y="871"/>
                  </a:lnTo>
                  <a:lnTo>
                    <a:pt x="235739" y="870"/>
                  </a:lnTo>
                  <a:lnTo>
                    <a:pt x="243597" y="869"/>
                  </a:lnTo>
                  <a:lnTo>
                    <a:pt x="251455" y="868"/>
                  </a:lnTo>
                  <a:lnTo>
                    <a:pt x="259313" y="867"/>
                  </a:lnTo>
                  <a:lnTo>
                    <a:pt x="267171" y="866"/>
                  </a:lnTo>
                  <a:lnTo>
                    <a:pt x="275029" y="865"/>
                  </a:lnTo>
                  <a:lnTo>
                    <a:pt x="282887" y="863"/>
                  </a:lnTo>
                  <a:lnTo>
                    <a:pt x="290745" y="862"/>
                  </a:lnTo>
                  <a:lnTo>
                    <a:pt x="298603" y="861"/>
                  </a:lnTo>
                  <a:lnTo>
                    <a:pt x="306461" y="860"/>
                  </a:lnTo>
                  <a:lnTo>
                    <a:pt x="314319" y="858"/>
                  </a:lnTo>
                  <a:lnTo>
                    <a:pt x="322177" y="857"/>
                  </a:lnTo>
                  <a:lnTo>
                    <a:pt x="330035" y="856"/>
                  </a:lnTo>
                  <a:lnTo>
                    <a:pt x="337893" y="855"/>
                  </a:lnTo>
                  <a:lnTo>
                    <a:pt x="345751" y="853"/>
                  </a:lnTo>
                  <a:lnTo>
                    <a:pt x="353609" y="852"/>
                  </a:lnTo>
                  <a:lnTo>
                    <a:pt x="361467" y="851"/>
                  </a:lnTo>
                  <a:lnTo>
                    <a:pt x="369325" y="850"/>
                  </a:lnTo>
                  <a:lnTo>
                    <a:pt x="377183" y="848"/>
                  </a:lnTo>
                  <a:lnTo>
                    <a:pt x="385041" y="847"/>
                  </a:lnTo>
                  <a:lnTo>
                    <a:pt x="392899" y="846"/>
                  </a:lnTo>
                  <a:lnTo>
                    <a:pt x="400757" y="844"/>
                  </a:lnTo>
                  <a:lnTo>
                    <a:pt x="408615" y="843"/>
                  </a:lnTo>
                  <a:lnTo>
                    <a:pt x="416473" y="842"/>
                  </a:lnTo>
                  <a:lnTo>
                    <a:pt x="424331" y="840"/>
                  </a:lnTo>
                  <a:lnTo>
                    <a:pt x="432189" y="839"/>
                  </a:lnTo>
                  <a:lnTo>
                    <a:pt x="440047" y="837"/>
                  </a:lnTo>
                  <a:lnTo>
                    <a:pt x="447905" y="836"/>
                  </a:lnTo>
                  <a:lnTo>
                    <a:pt x="455763" y="835"/>
                  </a:lnTo>
                  <a:lnTo>
                    <a:pt x="463621" y="833"/>
                  </a:lnTo>
                  <a:lnTo>
                    <a:pt x="471479" y="832"/>
                  </a:lnTo>
                  <a:lnTo>
                    <a:pt x="479337" y="830"/>
                  </a:lnTo>
                  <a:lnTo>
                    <a:pt x="487195" y="829"/>
                  </a:lnTo>
                  <a:lnTo>
                    <a:pt x="495053" y="827"/>
                  </a:lnTo>
                  <a:lnTo>
                    <a:pt x="502911" y="826"/>
                  </a:lnTo>
                  <a:lnTo>
                    <a:pt x="510769" y="825"/>
                  </a:lnTo>
                  <a:lnTo>
                    <a:pt x="518627" y="823"/>
                  </a:lnTo>
                  <a:lnTo>
                    <a:pt x="526485" y="822"/>
                  </a:lnTo>
                  <a:lnTo>
                    <a:pt x="534343" y="820"/>
                  </a:lnTo>
                  <a:lnTo>
                    <a:pt x="542201" y="818"/>
                  </a:lnTo>
                  <a:lnTo>
                    <a:pt x="550059" y="816"/>
                  </a:lnTo>
                  <a:lnTo>
                    <a:pt x="557917" y="814"/>
                  </a:lnTo>
                  <a:lnTo>
                    <a:pt x="565775" y="812"/>
                  </a:lnTo>
                  <a:lnTo>
                    <a:pt x="573633" y="811"/>
                  </a:lnTo>
                  <a:lnTo>
                    <a:pt x="581491" y="809"/>
                  </a:lnTo>
                  <a:lnTo>
                    <a:pt x="589349" y="807"/>
                  </a:lnTo>
                  <a:lnTo>
                    <a:pt x="597207" y="805"/>
                  </a:lnTo>
                  <a:lnTo>
                    <a:pt x="605065" y="803"/>
                  </a:lnTo>
                  <a:lnTo>
                    <a:pt x="612923" y="801"/>
                  </a:lnTo>
                  <a:lnTo>
                    <a:pt x="620781" y="799"/>
                  </a:lnTo>
                  <a:lnTo>
                    <a:pt x="628639" y="798"/>
                  </a:lnTo>
                  <a:lnTo>
                    <a:pt x="636497" y="796"/>
                  </a:lnTo>
                  <a:lnTo>
                    <a:pt x="644355" y="795"/>
                  </a:lnTo>
                  <a:lnTo>
                    <a:pt x="652213" y="793"/>
                  </a:lnTo>
                  <a:lnTo>
                    <a:pt x="660071" y="791"/>
                  </a:lnTo>
                  <a:lnTo>
                    <a:pt x="667929" y="789"/>
                  </a:lnTo>
                  <a:lnTo>
                    <a:pt x="675787" y="787"/>
                  </a:lnTo>
                  <a:lnTo>
                    <a:pt x="683645" y="786"/>
                  </a:lnTo>
                  <a:lnTo>
                    <a:pt x="691503" y="784"/>
                  </a:lnTo>
                  <a:lnTo>
                    <a:pt x="699361" y="782"/>
                  </a:lnTo>
                  <a:lnTo>
                    <a:pt x="707219" y="781"/>
                  </a:lnTo>
                  <a:lnTo>
                    <a:pt x="715077" y="779"/>
                  </a:lnTo>
                  <a:lnTo>
                    <a:pt x="722935" y="777"/>
                  </a:lnTo>
                  <a:lnTo>
                    <a:pt x="730793" y="774"/>
                  </a:lnTo>
                  <a:lnTo>
                    <a:pt x="738651" y="772"/>
                  </a:lnTo>
                  <a:lnTo>
                    <a:pt x="746509" y="769"/>
                  </a:lnTo>
                  <a:lnTo>
                    <a:pt x="754367" y="767"/>
                  </a:lnTo>
                  <a:lnTo>
                    <a:pt x="762225" y="765"/>
                  </a:lnTo>
                  <a:lnTo>
                    <a:pt x="770083" y="763"/>
                  </a:lnTo>
                  <a:lnTo>
                    <a:pt x="777941" y="762"/>
                  </a:lnTo>
                  <a:lnTo>
                    <a:pt x="785799" y="759"/>
                  </a:lnTo>
                  <a:lnTo>
                    <a:pt x="793657" y="757"/>
                  </a:lnTo>
                  <a:lnTo>
                    <a:pt x="801515" y="755"/>
                  </a:lnTo>
                  <a:lnTo>
                    <a:pt x="809373" y="753"/>
                  </a:lnTo>
                  <a:lnTo>
                    <a:pt x="817231" y="751"/>
                  </a:lnTo>
                  <a:lnTo>
                    <a:pt x="825089" y="749"/>
                  </a:lnTo>
                  <a:lnTo>
                    <a:pt x="832947" y="746"/>
                  </a:lnTo>
                  <a:lnTo>
                    <a:pt x="840805" y="744"/>
                  </a:lnTo>
                  <a:lnTo>
                    <a:pt x="848663" y="742"/>
                  </a:lnTo>
                  <a:lnTo>
                    <a:pt x="856521" y="739"/>
                  </a:lnTo>
                  <a:lnTo>
                    <a:pt x="864379" y="736"/>
                  </a:lnTo>
                  <a:lnTo>
                    <a:pt x="872237" y="734"/>
                  </a:lnTo>
                  <a:lnTo>
                    <a:pt x="880095" y="732"/>
                  </a:lnTo>
                  <a:lnTo>
                    <a:pt x="887953" y="729"/>
                  </a:lnTo>
                  <a:lnTo>
                    <a:pt x="895811" y="727"/>
                  </a:lnTo>
                  <a:lnTo>
                    <a:pt x="903669" y="725"/>
                  </a:lnTo>
                  <a:lnTo>
                    <a:pt x="911527" y="723"/>
                  </a:lnTo>
                  <a:lnTo>
                    <a:pt x="919385" y="720"/>
                  </a:lnTo>
                  <a:lnTo>
                    <a:pt x="927243" y="717"/>
                  </a:lnTo>
                  <a:lnTo>
                    <a:pt x="935101" y="715"/>
                  </a:lnTo>
                  <a:lnTo>
                    <a:pt x="942959" y="712"/>
                  </a:lnTo>
                  <a:lnTo>
                    <a:pt x="950817" y="709"/>
                  </a:lnTo>
                  <a:lnTo>
                    <a:pt x="958675" y="707"/>
                  </a:lnTo>
                  <a:lnTo>
                    <a:pt x="966533" y="705"/>
                  </a:lnTo>
                  <a:lnTo>
                    <a:pt x="974391" y="702"/>
                  </a:lnTo>
                  <a:lnTo>
                    <a:pt x="982249" y="700"/>
                  </a:lnTo>
                  <a:lnTo>
                    <a:pt x="990107" y="697"/>
                  </a:lnTo>
                  <a:lnTo>
                    <a:pt x="997965" y="695"/>
                  </a:lnTo>
                  <a:lnTo>
                    <a:pt x="1005823" y="692"/>
                  </a:lnTo>
                  <a:lnTo>
                    <a:pt x="1013681" y="690"/>
                  </a:lnTo>
                  <a:lnTo>
                    <a:pt x="1021539" y="688"/>
                  </a:lnTo>
                  <a:lnTo>
                    <a:pt x="1029397" y="685"/>
                  </a:lnTo>
                  <a:lnTo>
                    <a:pt x="1037254" y="682"/>
                  </a:lnTo>
                  <a:lnTo>
                    <a:pt x="1045112" y="679"/>
                  </a:lnTo>
                  <a:lnTo>
                    <a:pt x="1052970" y="676"/>
                  </a:lnTo>
                  <a:lnTo>
                    <a:pt x="1060828" y="673"/>
                  </a:lnTo>
                  <a:lnTo>
                    <a:pt x="1068686" y="671"/>
                  </a:lnTo>
                  <a:lnTo>
                    <a:pt x="1076544" y="668"/>
                  </a:lnTo>
                  <a:lnTo>
                    <a:pt x="1084402" y="665"/>
                  </a:lnTo>
                  <a:lnTo>
                    <a:pt x="1092260" y="662"/>
                  </a:lnTo>
                  <a:lnTo>
                    <a:pt x="1100118" y="659"/>
                  </a:lnTo>
                  <a:lnTo>
                    <a:pt x="1107976" y="656"/>
                  </a:lnTo>
                  <a:lnTo>
                    <a:pt x="1115834" y="652"/>
                  </a:lnTo>
                  <a:lnTo>
                    <a:pt x="1123692" y="649"/>
                  </a:lnTo>
                  <a:lnTo>
                    <a:pt x="1131550" y="645"/>
                  </a:lnTo>
                  <a:lnTo>
                    <a:pt x="1139408" y="642"/>
                  </a:lnTo>
                  <a:lnTo>
                    <a:pt x="1147266" y="638"/>
                  </a:lnTo>
                  <a:lnTo>
                    <a:pt x="1155124" y="634"/>
                  </a:lnTo>
                  <a:lnTo>
                    <a:pt x="1162982" y="631"/>
                  </a:lnTo>
                  <a:lnTo>
                    <a:pt x="1170840" y="627"/>
                  </a:lnTo>
                  <a:lnTo>
                    <a:pt x="1178698" y="622"/>
                  </a:lnTo>
                  <a:lnTo>
                    <a:pt x="1186556" y="620"/>
                  </a:lnTo>
                  <a:lnTo>
                    <a:pt x="1194414" y="616"/>
                  </a:lnTo>
                  <a:lnTo>
                    <a:pt x="1202272" y="613"/>
                  </a:lnTo>
                  <a:lnTo>
                    <a:pt x="1210130" y="610"/>
                  </a:lnTo>
                  <a:lnTo>
                    <a:pt x="1217988" y="607"/>
                  </a:lnTo>
                  <a:lnTo>
                    <a:pt x="1225846" y="603"/>
                  </a:lnTo>
                  <a:lnTo>
                    <a:pt x="1233704" y="600"/>
                  </a:lnTo>
                  <a:lnTo>
                    <a:pt x="1241562" y="597"/>
                  </a:lnTo>
                  <a:lnTo>
                    <a:pt x="1249420" y="594"/>
                  </a:lnTo>
                  <a:lnTo>
                    <a:pt x="1257278" y="590"/>
                  </a:lnTo>
                  <a:lnTo>
                    <a:pt x="1265136" y="587"/>
                  </a:lnTo>
                  <a:lnTo>
                    <a:pt x="1272994" y="583"/>
                  </a:lnTo>
                  <a:lnTo>
                    <a:pt x="1280852" y="578"/>
                  </a:lnTo>
                  <a:lnTo>
                    <a:pt x="1288710" y="575"/>
                  </a:lnTo>
                  <a:lnTo>
                    <a:pt x="1296568" y="571"/>
                  </a:lnTo>
                  <a:lnTo>
                    <a:pt x="1304426" y="568"/>
                  </a:lnTo>
                  <a:lnTo>
                    <a:pt x="1312284" y="564"/>
                  </a:lnTo>
                  <a:lnTo>
                    <a:pt x="1320142" y="562"/>
                  </a:lnTo>
                  <a:lnTo>
                    <a:pt x="1328000" y="558"/>
                  </a:lnTo>
                  <a:lnTo>
                    <a:pt x="1335858" y="555"/>
                  </a:lnTo>
                  <a:lnTo>
                    <a:pt x="1343716" y="550"/>
                  </a:lnTo>
                  <a:lnTo>
                    <a:pt x="1351574" y="546"/>
                  </a:lnTo>
                  <a:lnTo>
                    <a:pt x="1359432" y="542"/>
                  </a:lnTo>
                  <a:lnTo>
                    <a:pt x="1367290" y="539"/>
                  </a:lnTo>
                  <a:lnTo>
                    <a:pt x="1375148" y="534"/>
                  </a:lnTo>
                  <a:lnTo>
                    <a:pt x="1383006" y="530"/>
                  </a:lnTo>
                  <a:lnTo>
                    <a:pt x="1390864" y="525"/>
                  </a:lnTo>
                  <a:lnTo>
                    <a:pt x="1398722" y="520"/>
                  </a:lnTo>
                  <a:lnTo>
                    <a:pt x="1406580" y="516"/>
                  </a:lnTo>
                  <a:lnTo>
                    <a:pt x="1414438" y="511"/>
                  </a:lnTo>
                  <a:lnTo>
                    <a:pt x="1422296" y="507"/>
                  </a:lnTo>
                  <a:lnTo>
                    <a:pt x="1430154" y="503"/>
                  </a:lnTo>
                  <a:lnTo>
                    <a:pt x="1438012" y="499"/>
                  </a:lnTo>
                  <a:lnTo>
                    <a:pt x="1445870" y="495"/>
                  </a:lnTo>
                  <a:lnTo>
                    <a:pt x="1453728" y="489"/>
                  </a:lnTo>
                  <a:lnTo>
                    <a:pt x="1461586" y="484"/>
                  </a:lnTo>
                  <a:lnTo>
                    <a:pt x="1469444" y="479"/>
                  </a:lnTo>
                  <a:lnTo>
                    <a:pt x="1477302" y="473"/>
                  </a:lnTo>
                  <a:lnTo>
                    <a:pt x="1485160" y="469"/>
                  </a:lnTo>
                  <a:lnTo>
                    <a:pt x="1493018" y="463"/>
                  </a:lnTo>
                  <a:lnTo>
                    <a:pt x="1500876" y="459"/>
                  </a:lnTo>
                  <a:lnTo>
                    <a:pt x="1508734" y="454"/>
                  </a:lnTo>
                  <a:lnTo>
                    <a:pt x="1516592" y="450"/>
                  </a:lnTo>
                  <a:lnTo>
                    <a:pt x="1524450" y="446"/>
                  </a:lnTo>
                  <a:lnTo>
                    <a:pt x="1532308" y="441"/>
                  </a:lnTo>
                  <a:lnTo>
                    <a:pt x="1540166" y="435"/>
                  </a:lnTo>
                  <a:lnTo>
                    <a:pt x="1548024" y="430"/>
                  </a:lnTo>
                  <a:lnTo>
                    <a:pt x="1555882" y="425"/>
                  </a:lnTo>
                  <a:lnTo>
                    <a:pt x="1563740" y="419"/>
                  </a:lnTo>
                  <a:lnTo>
                    <a:pt x="1571598" y="414"/>
                  </a:lnTo>
                  <a:lnTo>
                    <a:pt x="1579456" y="408"/>
                  </a:lnTo>
                  <a:lnTo>
                    <a:pt x="1587314" y="403"/>
                  </a:lnTo>
                  <a:lnTo>
                    <a:pt x="1595172" y="398"/>
                  </a:lnTo>
                  <a:lnTo>
                    <a:pt x="1603030" y="392"/>
                  </a:lnTo>
                  <a:lnTo>
                    <a:pt x="1610888" y="386"/>
                  </a:lnTo>
                  <a:lnTo>
                    <a:pt x="1618746" y="381"/>
                  </a:lnTo>
                  <a:lnTo>
                    <a:pt x="1626604" y="377"/>
                  </a:lnTo>
                  <a:lnTo>
                    <a:pt x="1634462" y="371"/>
                  </a:lnTo>
                  <a:lnTo>
                    <a:pt x="1642320" y="364"/>
                  </a:lnTo>
                  <a:lnTo>
                    <a:pt x="1650178" y="358"/>
                  </a:lnTo>
                  <a:lnTo>
                    <a:pt x="1658036" y="352"/>
                  </a:lnTo>
                  <a:lnTo>
                    <a:pt x="1665894" y="346"/>
                  </a:lnTo>
                  <a:lnTo>
                    <a:pt x="1673752" y="340"/>
                  </a:lnTo>
                  <a:lnTo>
                    <a:pt x="1681610" y="333"/>
                  </a:lnTo>
                  <a:lnTo>
                    <a:pt x="1689468" y="328"/>
                  </a:lnTo>
                  <a:lnTo>
                    <a:pt x="1697326" y="323"/>
                  </a:lnTo>
                  <a:lnTo>
                    <a:pt x="1705184" y="316"/>
                  </a:lnTo>
                  <a:lnTo>
                    <a:pt x="1713042" y="309"/>
                  </a:lnTo>
                  <a:lnTo>
                    <a:pt x="1720900" y="303"/>
                  </a:lnTo>
                  <a:lnTo>
                    <a:pt x="1728758" y="297"/>
                  </a:lnTo>
                  <a:lnTo>
                    <a:pt x="1736616" y="291"/>
                  </a:lnTo>
                  <a:lnTo>
                    <a:pt x="1744474" y="285"/>
                  </a:lnTo>
                  <a:lnTo>
                    <a:pt x="1752332" y="278"/>
                  </a:lnTo>
                  <a:lnTo>
                    <a:pt x="1760190" y="271"/>
                  </a:lnTo>
                  <a:lnTo>
                    <a:pt x="1768048" y="264"/>
                  </a:lnTo>
                  <a:lnTo>
                    <a:pt x="1775906" y="257"/>
                  </a:lnTo>
                  <a:lnTo>
                    <a:pt x="1783764" y="251"/>
                  </a:lnTo>
                  <a:lnTo>
                    <a:pt x="1791622" y="245"/>
                  </a:lnTo>
                  <a:lnTo>
                    <a:pt x="1799480" y="238"/>
                  </a:lnTo>
                  <a:lnTo>
                    <a:pt x="1807338" y="230"/>
                  </a:lnTo>
                  <a:lnTo>
                    <a:pt x="1815196" y="224"/>
                  </a:lnTo>
                  <a:lnTo>
                    <a:pt x="1823054" y="217"/>
                  </a:lnTo>
                  <a:lnTo>
                    <a:pt x="1830912" y="209"/>
                  </a:lnTo>
                  <a:lnTo>
                    <a:pt x="1838770" y="201"/>
                  </a:lnTo>
                  <a:lnTo>
                    <a:pt x="1846628" y="193"/>
                  </a:lnTo>
                  <a:lnTo>
                    <a:pt x="1854486" y="186"/>
                  </a:lnTo>
                  <a:lnTo>
                    <a:pt x="1862344" y="179"/>
                  </a:lnTo>
                  <a:lnTo>
                    <a:pt x="1870202" y="171"/>
                  </a:lnTo>
                  <a:lnTo>
                    <a:pt x="1878060" y="163"/>
                  </a:lnTo>
                  <a:lnTo>
                    <a:pt x="1885918" y="157"/>
                  </a:lnTo>
                  <a:lnTo>
                    <a:pt x="1893776" y="151"/>
                  </a:lnTo>
                  <a:lnTo>
                    <a:pt x="1901634" y="143"/>
                  </a:lnTo>
                  <a:lnTo>
                    <a:pt x="1909492" y="135"/>
                  </a:lnTo>
                  <a:lnTo>
                    <a:pt x="1917350" y="128"/>
                  </a:lnTo>
                  <a:lnTo>
                    <a:pt x="1925208" y="120"/>
                  </a:lnTo>
                  <a:lnTo>
                    <a:pt x="1933066" y="112"/>
                  </a:lnTo>
                  <a:lnTo>
                    <a:pt x="1940924" y="102"/>
                  </a:lnTo>
                  <a:lnTo>
                    <a:pt x="1948782" y="93"/>
                  </a:lnTo>
                  <a:lnTo>
                    <a:pt x="1956640" y="86"/>
                  </a:lnTo>
                  <a:lnTo>
                    <a:pt x="1964498" y="78"/>
                  </a:lnTo>
                  <a:lnTo>
                    <a:pt x="1972356" y="70"/>
                  </a:lnTo>
                  <a:lnTo>
                    <a:pt x="1980214" y="62"/>
                  </a:lnTo>
                  <a:lnTo>
                    <a:pt x="1988072" y="54"/>
                  </a:lnTo>
                  <a:lnTo>
                    <a:pt x="1995930" y="46"/>
                  </a:lnTo>
                  <a:lnTo>
                    <a:pt x="2003788" y="38"/>
                  </a:lnTo>
                  <a:lnTo>
                    <a:pt x="2011646" y="29"/>
                  </a:lnTo>
                  <a:lnTo>
                    <a:pt x="2019504" y="19"/>
                  </a:lnTo>
                  <a:lnTo>
                    <a:pt x="2027362" y="9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8"/>
            <p:cNvSpPr/>
            <p:nvPr/>
          </p:nvSpPr>
          <p:spPr>
            <a:xfrm>
              <a:off x="6029658" y="3105372"/>
              <a:ext cx="2035220" cy="180"/>
            </a:xfrm>
            <a:custGeom>
              <a:avLst/>
              <a:pathLst>
                <a:path w="2035220" h="180">
                  <a:moveTo>
                    <a:pt x="0" y="0"/>
                  </a:moveTo>
                  <a:lnTo>
                    <a:pt x="7857" y="1"/>
                  </a:lnTo>
                  <a:lnTo>
                    <a:pt x="15715" y="4"/>
                  </a:lnTo>
                  <a:lnTo>
                    <a:pt x="23573" y="5"/>
                  </a:lnTo>
                  <a:lnTo>
                    <a:pt x="31431" y="7"/>
                  </a:lnTo>
                  <a:lnTo>
                    <a:pt x="39289" y="9"/>
                  </a:lnTo>
                  <a:lnTo>
                    <a:pt x="47147" y="12"/>
                  </a:lnTo>
                  <a:lnTo>
                    <a:pt x="55005" y="14"/>
                  </a:lnTo>
                  <a:lnTo>
                    <a:pt x="62863" y="16"/>
                  </a:lnTo>
                  <a:lnTo>
                    <a:pt x="70721" y="17"/>
                  </a:lnTo>
                  <a:lnTo>
                    <a:pt x="78579" y="19"/>
                  </a:lnTo>
                  <a:lnTo>
                    <a:pt x="86437" y="21"/>
                  </a:lnTo>
                  <a:lnTo>
                    <a:pt x="94295" y="23"/>
                  </a:lnTo>
                  <a:lnTo>
                    <a:pt x="102153" y="25"/>
                  </a:lnTo>
                  <a:lnTo>
                    <a:pt x="110011" y="27"/>
                  </a:lnTo>
                  <a:lnTo>
                    <a:pt x="117869" y="29"/>
                  </a:lnTo>
                  <a:lnTo>
                    <a:pt x="125727" y="31"/>
                  </a:lnTo>
                  <a:lnTo>
                    <a:pt x="133585" y="32"/>
                  </a:lnTo>
                  <a:lnTo>
                    <a:pt x="141443" y="34"/>
                  </a:lnTo>
                  <a:lnTo>
                    <a:pt x="149301" y="36"/>
                  </a:lnTo>
                  <a:lnTo>
                    <a:pt x="157159" y="37"/>
                  </a:lnTo>
                  <a:lnTo>
                    <a:pt x="165017" y="39"/>
                  </a:lnTo>
                  <a:lnTo>
                    <a:pt x="172875" y="41"/>
                  </a:lnTo>
                  <a:lnTo>
                    <a:pt x="180733" y="42"/>
                  </a:lnTo>
                  <a:lnTo>
                    <a:pt x="188591" y="44"/>
                  </a:lnTo>
                  <a:lnTo>
                    <a:pt x="196449" y="45"/>
                  </a:lnTo>
                  <a:lnTo>
                    <a:pt x="204307" y="47"/>
                  </a:lnTo>
                  <a:lnTo>
                    <a:pt x="212165" y="48"/>
                  </a:lnTo>
                  <a:lnTo>
                    <a:pt x="220023" y="50"/>
                  </a:lnTo>
                  <a:lnTo>
                    <a:pt x="227881" y="52"/>
                  </a:lnTo>
                  <a:lnTo>
                    <a:pt x="235739" y="53"/>
                  </a:lnTo>
                  <a:lnTo>
                    <a:pt x="243597" y="55"/>
                  </a:lnTo>
                  <a:lnTo>
                    <a:pt x="251455" y="57"/>
                  </a:lnTo>
                  <a:lnTo>
                    <a:pt x="259313" y="58"/>
                  </a:lnTo>
                  <a:lnTo>
                    <a:pt x="267171" y="60"/>
                  </a:lnTo>
                  <a:lnTo>
                    <a:pt x="275029" y="61"/>
                  </a:lnTo>
                  <a:lnTo>
                    <a:pt x="282887" y="62"/>
                  </a:lnTo>
                  <a:lnTo>
                    <a:pt x="290745" y="63"/>
                  </a:lnTo>
                  <a:lnTo>
                    <a:pt x="298603" y="65"/>
                  </a:lnTo>
                  <a:lnTo>
                    <a:pt x="306461" y="66"/>
                  </a:lnTo>
                  <a:lnTo>
                    <a:pt x="314319" y="68"/>
                  </a:lnTo>
                  <a:lnTo>
                    <a:pt x="322177" y="69"/>
                  </a:lnTo>
                  <a:lnTo>
                    <a:pt x="330035" y="70"/>
                  </a:lnTo>
                  <a:lnTo>
                    <a:pt x="337893" y="72"/>
                  </a:lnTo>
                  <a:lnTo>
                    <a:pt x="345751" y="73"/>
                  </a:lnTo>
                  <a:lnTo>
                    <a:pt x="353609" y="74"/>
                  </a:lnTo>
                  <a:lnTo>
                    <a:pt x="361467" y="75"/>
                  </a:lnTo>
                  <a:lnTo>
                    <a:pt x="369325" y="77"/>
                  </a:lnTo>
                  <a:lnTo>
                    <a:pt x="377183" y="78"/>
                  </a:lnTo>
                  <a:lnTo>
                    <a:pt x="385041" y="79"/>
                  </a:lnTo>
                  <a:lnTo>
                    <a:pt x="392899" y="80"/>
                  </a:lnTo>
                  <a:lnTo>
                    <a:pt x="400757" y="82"/>
                  </a:lnTo>
                  <a:lnTo>
                    <a:pt x="408615" y="83"/>
                  </a:lnTo>
                  <a:lnTo>
                    <a:pt x="416473" y="84"/>
                  </a:lnTo>
                  <a:lnTo>
                    <a:pt x="424331" y="85"/>
                  </a:lnTo>
                  <a:lnTo>
                    <a:pt x="432189" y="86"/>
                  </a:lnTo>
                  <a:lnTo>
                    <a:pt x="440047" y="87"/>
                  </a:lnTo>
                  <a:lnTo>
                    <a:pt x="447905" y="89"/>
                  </a:lnTo>
                  <a:lnTo>
                    <a:pt x="455763" y="90"/>
                  </a:lnTo>
                  <a:lnTo>
                    <a:pt x="463621" y="91"/>
                  </a:lnTo>
                  <a:lnTo>
                    <a:pt x="471479" y="92"/>
                  </a:lnTo>
                  <a:lnTo>
                    <a:pt x="479337" y="93"/>
                  </a:lnTo>
                  <a:lnTo>
                    <a:pt x="487195" y="94"/>
                  </a:lnTo>
                  <a:lnTo>
                    <a:pt x="495053" y="95"/>
                  </a:lnTo>
                  <a:lnTo>
                    <a:pt x="502911" y="96"/>
                  </a:lnTo>
                  <a:lnTo>
                    <a:pt x="510769" y="97"/>
                  </a:lnTo>
                  <a:lnTo>
                    <a:pt x="518627" y="98"/>
                  </a:lnTo>
                  <a:lnTo>
                    <a:pt x="526485" y="100"/>
                  </a:lnTo>
                  <a:lnTo>
                    <a:pt x="534343" y="101"/>
                  </a:lnTo>
                  <a:lnTo>
                    <a:pt x="542201" y="102"/>
                  </a:lnTo>
                  <a:lnTo>
                    <a:pt x="550059" y="102"/>
                  </a:lnTo>
                  <a:lnTo>
                    <a:pt x="557917" y="103"/>
                  </a:lnTo>
                  <a:lnTo>
                    <a:pt x="565775" y="104"/>
                  </a:lnTo>
                  <a:lnTo>
                    <a:pt x="573633" y="105"/>
                  </a:lnTo>
                  <a:lnTo>
                    <a:pt x="581491" y="106"/>
                  </a:lnTo>
                  <a:lnTo>
                    <a:pt x="589349" y="107"/>
                  </a:lnTo>
                  <a:lnTo>
                    <a:pt x="597207" y="107"/>
                  </a:lnTo>
                  <a:lnTo>
                    <a:pt x="605065" y="108"/>
                  </a:lnTo>
                  <a:lnTo>
                    <a:pt x="612923" y="109"/>
                  </a:lnTo>
                  <a:lnTo>
                    <a:pt x="620781" y="110"/>
                  </a:lnTo>
                  <a:lnTo>
                    <a:pt x="628639" y="111"/>
                  </a:lnTo>
                  <a:lnTo>
                    <a:pt x="636497" y="112"/>
                  </a:lnTo>
                  <a:lnTo>
                    <a:pt x="644355" y="113"/>
                  </a:lnTo>
                  <a:lnTo>
                    <a:pt x="652213" y="114"/>
                  </a:lnTo>
                  <a:lnTo>
                    <a:pt x="660071" y="115"/>
                  </a:lnTo>
                  <a:lnTo>
                    <a:pt x="667929" y="115"/>
                  </a:lnTo>
                  <a:lnTo>
                    <a:pt x="675787" y="116"/>
                  </a:lnTo>
                  <a:lnTo>
                    <a:pt x="683645" y="117"/>
                  </a:lnTo>
                  <a:lnTo>
                    <a:pt x="691503" y="118"/>
                  </a:lnTo>
                  <a:lnTo>
                    <a:pt x="699361" y="119"/>
                  </a:lnTo>
                  <a:lnTo>
                    <a:pt x="707219" y="120"/>
                  </a:lnTo>
                  <a:lnTo>
                    <a:pt x="715077" y="120"/>
                  </a:lnTo>
                  <a:lnTo>
                    <a:pt x="722935" y="121"/>
                  </a:lnTo>
                  <a:lnTo>
                    <a:pt x="730793" y="122"/>
                  </a:lnTo>
                  <a:lnTo>
                    <a:pt x="738651" y="123"/>
                  </a:lnTo>
                  <a:lnTo>
                    <a:pt x="746509" y="124"/>
                  </a:lnTo>
                  <a:lnTo>
                    <a:pt x="754367" y="124"/>
                  </a:lnTo>
                  <a:lnTo>
                    <a:pt x="762225" y="125"/>
                  </a:lnTo>
                  <a:lnTo>
                    <a:pt x="770083" y="126"/>
                  </a:lnTo>
                  <a:lnTo>
                    <a:pt x="777941" y="126"/>
                  </a:lnTo>
                  <a:lnTo>
                    <a:pt x="785799" y="127"/>
                  </a:lnTo>
                  <a:lnTo>
                    <a:pt x="793657" y="128"/>
                  </a:lnTo>
                  <a:lnTo>
                    <a:pt x="801515" y="129"/>
                  </a:lnTo>
                  <a:lnTo>
                    <a:pt x="809373" y="129"/>
                  </a:lnTo>
                  <a:lnTo>
                    <a:pt x="817231" y="130"/>
                  </a:lnTo>
                  <a:lnTo>
                    <a:pt x="825089" y="130"/>
                  </a:lnTo>
                  <a:lnTo>
                    <a:pt x="832947" y="131"/>
                  </a:lnTo>
                  <a:lnTo>
                    <a:pt x="840805" y="132"/>
                  </a:lnTo>
                  <a:lnTo>
                    <a:pt x="848663" y="132"/>
                  </a:lnTo>
                  <a:lnTo>
                    <a:pt x="856521" y="133"/>
                  </a:lnTo>
                  <a:lnTo>
                    <a:pt x="864379" y="134"/>
                  </a:lnTo>
                  <a:lnTo>
                    <a:pt x="872237" y="134"/>
                  </a:lnTo>
                  <a:lnTo>
                    <a:pt x="880095" y="135"/>
                  </a:lnTo>
                  <a:lnTo>
                    <a:pt x="887953" y="136"/>
                  </a:lnTo>
                  <a:lnTo>
                    <a:pt x="895811" y="136"/>
                  </a:lnTo>
                  <a:lnTo>
                    <a:pt x="903669" y="137"/>
                  </a:lnTo>
                  <a:lnTo>
                    <a:pt x="911527" y="137"/>
                  </a:lnTo>
                  <a:lnTo>
                    <a:pt x="919385" y="138"/>
                  </a:lnTo>
                  <a:lnTo>
                    <a:pt x="927243" y="138"/>
                  </a:lnTo>
                  <a:lnTo>
                    <a:pt x="935101" y="139"/>
                  </a:lnTo>
                  <a:lnTo>
                    <a:pt x="942959" y="140"/>
                  </a:lnTo>
                  <a:lnTo>
                    <a:pt x="950817" y="140"/>
                  </a:lnTo>
                  <a:lnTo>
                    <a:pt x="958675" y="141"/>
                  </a:lnTo>
                  <a:lnTo>
                    <a:pt x="966533" y="141"/>
                  </a:lnTo>
                  <a:lnTo>
                    <a:pt x="974391" y="142"/>
                  </a:lnTo>
                  <a:lnTo>
                    <a:pt x="982249" y="142"/>
                  </a:lnTo>
                  <a:lnTo>
                    <a:pt x="990107" y="143"/>
                  </a:lnTo>
                  <a:lnTo>
                    <a:pt x="997965" y="143"/>
                  </a:lnTo>
                  <a:lnTo>
                    <a:pt x="1005823" y="144"/>
                  </a:lnTo>
                  <a:lnTo>
                    <a:pt x="1013681" y="144"/>
                  </a:lnTo>
                  <a:lnTo>
                    <a:pt x="1021539" y="145"/>
                  </a:lnTo>
                  <a:lnTo>
                    <a:pt x="1029397" y="145"/>
                  </a:lnTo>
                  <a:lnTo>
                    <a:pt x="1037254" y="146"/>
                  </a:lnTo>
                  <a:lnTo>
                    <a:pt x="1045112" y="146"/>
                  </a:lnTo>
                  <a:lnTo>
                    <a:pt x="1052970" y="147"/>
                  </a:lnTo>
                  <a:lnTo>
                    <a:pt x="1060828" y="147"/>
                  </a:lnTo>
                  <a:lnTo>
                    <a:pt x="1068686" y="147"/>
                  </a:lnTo>
                  <a:lnTo>
                    <a:pt x="1076544" y="148"/>
                  </a:lnTo>
                  <a:lnTo>
                    <a:pt x="1084402" y="148"/>
                  </a:lnTo>
                  <a:lnTo>
                    <a:pt x="1092260" y="149"/>
                  </a:lnTo>
                  <a:lnTo>
                    <a:pt x="1100118" y="149"/>
                  </a:lnTo>
                  <a:lnTo>
                    <a:pt x="1107976" y="150"/>
                  </a:lnTo>
                  <a:lnTo>
                    <a:pt x="1115834" y="150"/>
                  </a:lnTo>
                  <a:lnTo>
                    <a:pt x="1123692" y="151"/>
                  </a:lnTo>
                  <a:lnTo>
                    <a:pt x="1131550" y="151"/>
                  </a:lnTo>
                  <a:lnTo>
                    <a:pt x="1139408" y="152"/>
                  </a:lnTo>
                  <a:lnTo>
                    <a:pt x="1147266" y="152"/>
                  </a:lnTo>
                  <a:lnTo>
                    <a:pt x="1155124" y="152"/>
                  </a:lnTo>
                  <a:lnTo>
                    <a:pt x="1162982" y="153"/>
                  </a:lnTo>
                  <a:lnTo>
                    <a:pt x="1170840" y="153"/>
                  </a:lnTo>
                  <a:lnTo>
                    <a:pt x="1178698" y="154"/>
                  </a:lnTo>
                  <a:lnTo>
                    <a:pt x="1186556" y="154"/>
                  </a:lnTo>
                  <a:lnTo>
                    <a:pt x="1194414" y="154"/>
                  </a:lnTo>
                  <a:lnTo>
                    <a:pt x="1202272" y="155"/>
                  </a:lnTo>
                  <a:lnTo>
                    <a:pt x="1210130" y="155"/>
                  </a:lnTo>
                  <a:lnTo>
                    <a:pt x="1217988" y="156"/>
                  </a:lnTo>
                  <a:lnTo>
                    <a:pt x="1225846" y="156"/>
                  </a:lnTo>
                  <a:lnTo>
                    <a:pt x="1233704" y="156"/>
                  </a:lnTo>
                  <a:lnTo>
                    <a:pt x="1241562" y="157"/>
                  </a:lnTo>
                  <a:lnTo>
                    <a:pt x="1249420" y="157"/>
                  </a:lnTo>
                  <a:lnTo>
                    <a:pt x="1257278" y="158"/>
                  </a:lnTo>
                  <a:lnTo>
                    <a:pt x="1265136" y="158"/>
                  </a:lnTo>
                  <a:lnTo>
                    <a:pt x="1272994" y="158"/>
                  </a:lnTo>
                  <a:lnTo>
                    <a:pt x="1280852" y="159"/>
                  </a:lnTo>
                  <a:lnTo>
                    <a:pt x="1288710" y="159"/>
                  </a:lnTo>
                  <a:lnTo>
                    <a:pt x="1296568" y="159"/>
                  </a:lnTo>
                  <a:lnTo>
                    <a:pt x="1304426" y="160"/>
                  </a:lnTo>
                  <a:lnTo>
                    <a:pt x="1312284" y="160"/>
                  </a:lnTo>
                  <a:lnTo>
                    <a:pt x="1320142" y="160"/>
                  </a:lnTo>
                  <a:lnTo>
                    <a:pt x="1328000" y="161"/>
                  </a:lnTo>
                  <a:lnTo>
                    <a:pt x="1335858" y="161"/>
                  </a:lnTo>
                  <a:lnTo>
                    <a:pt x="1343716" y="161"/>
                  </a:lnTo>
                  <a:lnTo>
                    <a:pt x="1351574" y="162"/>
                  </a:lnTo>
                  <a:lnTo>
                    <a:pt x="1359432" y="162"/>
                  </a:lnTo>
                  <a:lnTo>
                    <a:pt x="1367290" y="162"/>
                  </a:lnTo>
                  <a:lnTo>
                    <a:pt x="1375148" y="163"/>
                  </a:lnTo>
                  <a:lnTo>
                    <a:pt x="1383006" y="163"/>
                  </a:lnTo>
                  <a:lnTo>
                    <a:pt x="1390864" y="163"/>
                  </a:lnTo>
                  <a:lnTo>
                    <a:pt x="1398722" y="164"/>
                  </a:lnTo>
                  <a:lnTo>
                    <a:pt x="1406580" y="164"/>
                  </a:lnTo>
                  <a:lnTo>
                    <a:pt x="1414438" y="164"/>
                  </a:lnTo>
                  <a:lnTo>
                    <a:pt x="1422296" y="164"/>
                  </a:lnTo>
                  <a:lnTo>
                    <a:pt x="1430154" y="165"/>
                  </a:lnTo>
                  <a:lnTo>
                    <a:pt x="1438012" y="165"/>
                  </a:lnTo>
                  <a:lnTo>
                    <a:pt x="1445870" y="165"/>
                  </a:lnTo>
                  <a:lnTo>
                    <a:pt x="1453728" y="166"/>
                  </a:lnTo>
                  <a:lnTo>
                    <a:pt x="1461586" y="166"/>
                  </a:lnTo>
                  <a:lnTo>
                    <a:pt x="1469444" y="166"/>
                  </a:lnTo>
                  <a:lnTo>
                    <a:pt x="1477302" y="166"/>
                  </a:lnTo>
                  <a:lnTo>
                    <a:pt x="1485160" y="167"/>
                  </a:lnTo>
                  <a:lnTo>
                    <a:pt x="1493018" y="167"/>
                  </a:lnTo>
                  <a:lnTo>
                    <a:pt x="1500876" y="167"/>
                  </a:lnTo>
                  <a:lnTo>
                    <a:pt x="1508734" y="167"/>
                  </a:lnTo>
                  <a:lnTo>
                    <a:pt x="1516592" y="168"/>
                  </a:lnTo>
                  <a:lnTo>
                    <a:pt x="1524450" y="168"/>
                  </a:lnTo>
                  <a:lnTo>
                    <a:pt x="1532308" y="168"/>
                  </a:lnTo>
                  <a:lnTo>
                    <a:pt x="1540166" y="168"/>
                  </a:lnTo>
                  <a:lnTo>
                    <a:pt x="1548024" y="169"/>
                  </a:lnTo>
                  <a:lnTo>
                    <a:pt x="1555882" y="169"/>
                  </a:lnTo>
                  <a:lnTo>
                    <a:pt x="1563740" y="169"/>
                  </a:lnTo>
                  <a:lnTo>
                    <a:pt x="1571598" y="169"/>
                  </a:lnTo>
                  <a:lnTo>
                    <a:pt x="1579456" y="170"/>
                  </a:lnTo>
                  <a:lnTo>
                    <a:pt x="1587314" y="170"/>
                  </a:lnTo>
                  <a:lnTo>
                    <a:pt x="1595172" y="170"/>
                  </a:lnTo>
                  <a:lnTo>
                    <a:pt x="1603030" y="170"/>
                  </a:lnTo>
                  <a:lnTo>
                    <a:pt x="1610888" y="171"/>
                  </a:lnTo>
                  <a:lnTo>
                    <a:pt x="1618746" y="171"/>
                  </a:lnTo>
                  <a:lnTo>
                    <a:pt x="1626604" y="171"/>
                  </a:lnTo>
                  <a:lnTo>
                    <a:pt x="1634462" y="171"/>
                  </a:lnTo>
                  <a:lnTo>
                    <a:pt x="1642320" y="171"/>
                  </a:lnTo>
                  <a:lnTo>
                    <a:pt x="1650178" y="172"/>
                  </a:lnTo>
                  <a:lnTo>
                    <a:pt x="1658036" y="172"/>
                  </a:lnTo>
                  <a:lnTo>
                    <a:pt x="1665894" y="172"/>
                  </a:lnTo>
                  <a:lnTo>
                    <a:pt x="1673752" y="172"/>
                  </a:lnTo>
                  <a:lnTo>
                    <a:pt x="1681610" y="172"/>
                  </a:lnTo>
                  <a:lnTo>
                    <a:pt x="1689468" y="173"/>
                  </a:lnTo>
                  <a:lnTo>
                    <a:pt x="1697326" y="173"/>
                  </a:lnTo>
                  <a:lnTo>
                    <a:pt x="1705184" y="173"/>
                  </a:lnTo>
                  <a:lnTo>
                    <a:pt x="1713042" y="173"/>
                  </a:lnTo>
                  <a:lnTo>
                    <a:pt x="1720900" y="173"/>
                  </a:lnTo>
                  <a:lnTo>
                    <a:pt x="1728758" y="174"/>
                  </a:lnTo>
                  <a:lnTo>
                    <a:pt x="1736616" y="174"/>
                  </a:lnTo>
                  <a:lnTo>
                    <a:pt x="1744474" y="174"/>
                  </a:lnTo>
                  <a:lnTo>
                    <a:pt x="1752332" y="174"/>
                  </a:lnTo>
                  <a:lnTo>
                    <a:pt x="1760190" y="174"/>
                  </a:lnTo>
                  <a:lnTo>
                    <a:pt x="1768048" y="175"/>
                  </a:lnTo>
                  <a:lnTo>
                    <a:pt x="1775906" y="175"/>
                  </a:lnTo>
                  <a:lnTo>
                    <a:pt x="1783764" y="175"/>
                  </a:lnTo>
                  <a:lnTo>
                    <a:pt x="1791622" y="175"/>
                  </a:lnTo>
                  <a:lnTo>
                    <a:pt x="1799480" y="175"/>
                  </a:lnTo>
                  <a:lnTo>
                    <a:pt x="1807338" y="175"/>
                  </a:lnTo>
                  <a:lnTo>
                    <a:pt x="1815196" y="176"/>
                  </a:lnTo>
                  <a:lnTo>
                    <a:pt x="1823054" y="176"/>
                  </a:lnTo>
                  <a:lnTo>
                    <a:pt x="1830912" y="176"/>
                  </a:lnTo>
                  <a:lnTo>
                    <a:pt x="1838770" y="176"/>
                  </a:lnTo>
                  <a:lnTo>
                    <a:pt x="1846628" y="176"/>
                  </a:lnTo>
                  <a:lnTo>
                    <a:pt x="1854486" y="176"/>
                  </a:lnTo>
                  <a:lnTo>
                    <a:pt x="1862344" y="177"/>
                  </a:lnTo>
                  <a:lnTo>
                    <a:pt x="1870202" y="177"/>
                  </a:lnTo>
                  <a:lnTo>
                    <a:pt x="1878060" y="177"/>
                  </a:lnTo>
                  <a:lnTo>
                    <a:pt x="1885918" y="177"/>
                  </a:lnTo>
                  <a:lnTo>
                    <a:pt x="1893776" y="177"/>
                  </a:lnTo>
                  <a:lnTo>
                    <a:pt x="1901634" y="177"/>
                  </a:lnTo>
                  <a:lnTo>
                    <a:pt x="1909492" y="178"/>
                  </a:lnTo>
                  <a:lnTo>
                    <a:pt x="1917350" y="178"/>
                  </a:lnTo>
                  <a:lnTo>
                    <a:pt x="1925208" y="178"/>
                  </a:lnTo>
                  <a:lnTo>
                    <a:pt x="1933066" y="178"/>
                  </a:lnTo>
                  <a:lnTo>
                    <a:pt x="1940924" y="178"/>
                  </a:lnTo>
                  <a:lnTo>
                    <a:pt x="1948782" y="178"/>
                  </a:lnTo>
                  <a:lnTo>
                    <a:pt x="1956640" y="178"/>
                  </a:lnTo>
                  <a:lnTo>
                    <a:pt x="1964498" y="179"/>
                  </a:lnTo>
                  <a:lnTo>
                    <a:pt x="1972356" y="179"/>
                  </a:lnTo>
                  <a:lnTo>
                    <a:pt x="1980214" y="179"/>
                  </a:lnTo>
                  <a:lnTo>
                    <a:pt x="1988072" y="179"/>
                  </a:lnTo>
                  <a:lnTo>
                    <a:pt x="1995930" y="179"/>
                  </a:lnTo>
                  <a:lnTo>
                    <a:pt x="2003788" y="179"/>
                  </a:lnTo>
                  <a:lnTo>
                    <a:pt x="2011646" y="179"/>
                  </a:lnTo>
                  <a:lnTo>
                    <a:pt x="2019504" y="179"/>
                  </a:lnTo>
                  <a:lnTo>
                    <a:pt x="2027362" y="180"/>
                  </a:lnTo>
                  <a:lnTo>
                    <a:pt x="2035220" y="18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19"/>
            <p:cNvSpPr/>
            <p:nvPr/>
          </p:nvSpPr>
          <p:spPr>
            <a:xfrm>
              <a:off x="6029658" y="3105119"/>
              <a:ext cx="2035220" cy="290"/>
            </a:xfrm>
            <a:custGeom>
              <a:avLst/>
              <a:pathLst>
                <a:path w="2035220" h="290">
                  <a:moveTo>
                    <a:pt x="0" y="0"/>
                  </a:moveTo>
                  <a:lnTo>
                    <a:pt x="7857" y="1"/>
                  </a:lnTo>
                  <a:lnTo>
                    <a:pt x="15715" y="2"/>
                  </a:lnTo>
                  <a:lnTo>
                    <a:pt x="23573" y="4"/>
                  </a:lnTo>
                  <a:lnTo>
                    <a:pt x="31431" y="6"/>
                  </a:lnTo>
                  <a:lnTo>
                    <a:pt x="39289" y="8"/>
                  </a:lnTo>
                  <a:lnTo>
                    <a:pt x="47147" y="10"/>
                  </a:lnTo>
                  <a:lnTo>
                    <a:pt x="55005" y="11"/>
                  </a:lnTo>
                  <a:lnTo>
                    <a:pt x="62863" y="12"/>
                  </a:lnTo>
                  <a:lnTo>
                    <a:pt x="70721" y="14"/>
                  </a:lnTo>
                  <a:lnTo>
                    <a:pt x="78579" y="16"/>
                  </a:lnTo>
                  <a:lnTo>
                    <a:pt x="86437" y="18"/>
                  </a:lnTo>
                  <a:lnTo>
                    <a:pt x="94295" y="19"/>
                  </a:lnTo>
                  <a:lnTo>
                    <a:pt x="102153" y="20"/>
                  </a:lnTo>
                  <a:lnTo>
                    <a:pt x="110011" y="22"/>
                  </a:lnTo>
                  <a:lnTo>
                    <a:pt x="117869" y="25"/>
                  </a:lnTo>
                  <a:lnTo>
                    <a:pt x="125727" y="27"/>
                  </a:lnTo>
                  <a:lnTo>
                    <a:pt x="133585" y="29"/>
                  </a:lnTo>
                  <a:lnTo>
                    <a:pt x="141443" y="31"/>
                  </a:lnTo>
                  <a:lnTo>
                    <a:pt x="149301" y="33"/>
                  </a:lnTo>
                  <a:lnTo>
                    <a:pt x="157159" y="36"/>
                  </a:lnTo>
                  <a:lnTo>
                    <a:pt x="165017" y="38"/>
                  </a:lnTo>
                  <a:lnTo>
                    <a:pt x="172875" y="39"/>
                  </a:lnTo>
                  <a:lnTo>
                    <a:pt x="180733" y="41"/>
                  </a:lnTo>
                  <a:lnTo>
                    <a:pt x="188591" y="43"/>
                  </a:lnTo>
                  <a:lnTo>
                    <a:pt x="196449" y="44"/>
                  </a:lnTo>
                  <a:lnTo>
                    <a:pt x="204307" y="46"/>
                  </a:lnTo>
                  <a:lnTo>
                    <a:pt x="212165" y="47"/>
                  </a:lnTo>
                  <a:lnTo>
                    <a:pt x="220023" y="49"/>
                  </a:lnTo>
                  <a:lnTo>
                    <a:pt x="227881" y="50"/>
                  </a:lnTo>
                  <a:lnTo>
                    <a:pt x="235739" y="52"/>
                  </a:lnTo>
                  <a:lnTo>
                    <a:pt x="243597" y="53"/>
                  </a:lnTo>
                  <a:lnTo>
                    <a:pt x="251455" y="55"/>
                  </a:lnTo>
                  <a:lnTo>
                    <a:pt x="259313" y="56"/>
                  </a:lnTo>
                  <a:lnTo>
                    <a:pt x="267171" y="58"/>
                  </a:lnTo>
                  <a:lnTo>
                    <a:pt x="275029" y="60"/>
                  </a:lnTo>
                  <a:lnTo>
                    <a:pt x="282887" y="61"/>
                  </a:lnTo>
                  <a:lnTo>
                    <a:pt x="290745" y="62"/>
                  </a:lnTo>
                  <a:lnTo>
                    <a:pt x="298603" y="64"/>
                  </a:lnTo>
                  <a:lnTo>
                    <a:pt x="306461" y="66"/>
                  </a:lnTo>
                  <a:lnTo>
                    <a:pt x="314319" y="67"/>
                  </a:lnTo>
                  <a:lnTo>
                    <a:pt x="322177" y="69"/>
                  </a:lnTo>
                  <a:lnTo>
                    <a:pt x="330035" y="71"/>
                  </a:lnTo>
                  <a:lnTo>
                    <a:pt x="337893" y="73"/>
                  </a:lnTo>
                  <a:lnTo>
                    <a:pt x="345751" y="75"/>
                  </a:lnTo>
                  <a:lnTo>
                    <a:pt x="353609" y="77"/>
                  </a:lnTo>
                  <a:lnTo>
                    <a:pt x="361467" y="78"/>
                  </a:lnTo>
                  <a:lnTo>
                    <a:pt x="369325" y="80"/>
                  </a:lnTo>
                  <a:lnTo>
                    <a:pt x="377183" y="81"/>
                  </a:lnTo>
                  <a:lnTo>
                    <a:pt x="385041" y="83"/>
                  </a:lnTo>
                  <a:lnTo>
                    <a:pt x="392899" y="85"/>
                  </a:lnTo>
                  <a:lnTo>
                    <a:pt x="400757" y="86"/>
                  </a:lnTo>
                  <a:lnTo>
                    <a:pt x="408615" y="87"/>
                  </a:lnTo>
                  <a:lnTo>
                    <a:pt x="416473" y="89"/>
                  </a:lnTo>
                  <a:lnTo>
                    <a:pt x="424331" y="90"/>
                  </a:lnTo>
                  <a:lnTo>
                    <a:pt x="432189" y="91"/>
                  </a:lnTo>
                  <a:lnTo>
                    <a:pt x="440047" y="93"/>
                  </a:lnTo>
                  <a:lnTo>
                    <a:pt x="447905" y="93"/>
                  </a:lnTo>
                  <a:lnTo>
                    <a:pt x="455763" y="95"/>
                  </a:lnTo>
                  <a:lnTo>
                    <a:pt x="463621" y="97"/>
                  </a:lnTo>
                  <a:lnTo>
                    <a:pt x="471479" y="98"/>
                  </a:lnTo>
                  <a:lnTo>
                    <a:pt x="479337" y="99"/>
                  </a:lnTo>
                  <a:lnTo>
                    <a:pt x="487195" y="101"/>
                  </a:lnTo>
                  <a:lnTo>
                    <a:pt x="495053" y="102"/>
                  </a:lnTo>
                  <a:lnTo>
                    <a:pt x="502911" y="103"/>
                  </a:lnTo>
                  <a:lnTo>
                    <a:pt x="510769" y="104"/>
                  </a:lnTo>
                  <a:lnTo>
                    <a:pt x="518627" y="106"/>
                  </a:lnTo>
                  <a:lnTo>
                    <a:pt x="526485" y="107"/>
                  </a:lnTo>
                  <a:lnTo>
                    <a:pt x="534343" y="109"/>
                  </a:lnTo>
                  <a:lnTo>
                    <a:pt x="542201" y="111"/>
                  </a:lnTo>
                  <a:lnTo>
                    <a:pt x="550059" y="112"/>
                  </a:lnTo>
                  <a:lnTo>
                    <a:pt x="557917" y="113"/>
                  </a:lnTo>
                  <a:lnTo>
                    <a:pt x="565775" y="114"/>
                  </a:lnTo>
                  <a:lnTo>
                    <a:pt x="573633" y="115"/>
                  </a:lnTo>
                  <a:lnTo>
                    <a:pt x="581491" y="117"/>
                  </a:lnTo>
                  <a:lnTo>
                    <a:pt x="589349" y="118"/>
                  </a:lnTo>
                  <a:lnTo>
                    <a:pt x="597207" y="119"/>
                  </a:lnTo>
                  <a:lnTo>
                    <a:pt x="605065" y="120"/>
                  </a:lnTo>
                  <a:lnTo>
                    <a:pt x="612923" y="121"/>
                  </a:lnTo>
                  <a:lnTo>
                    <a:pt x="620781" y="122"/>
                  </a:lnTo>
                  <a:lnTo>
                    <a:pt x="628639" y="124"/>
                  </a:lnTo>
                  <a:lnTo>
                    <a:pt x="636497" y="125"/>
                  </a:lnTo>
                  <a:lnTo>
                    <a:pt x="644355" y="127"/>
                  </a:lnTo>
                  <a:lnTo>
                    <a:pt x="652213" y="128"/>
                  </a:lnTo>
                  <a:lnTo>
                    <a:pt x="660071" y="129"/>
                  </a:lnTo>
                  <a:lnTo>
                    <a:pt x="667929" y="131"/>
                  </a:lnTo>
                  <a:lnTo>
                    <a:pt x="675787" y="132"/>
                  </a:lnTo>
                  <a:lnTo>
                    <a:pt x="683645" y="133"/>
                  </a:lnTo>
                  <a:lnTo>
                    <a:pt x="691503" y="135"/>
                  </a:lnTo>
                  <a:lnTo>
                    <a:pt x="699361" y="136"/>
                  </a:lnTo>
                  <a:lnTo>
                    <a:pt x="707219" y="137"/>
                  </a:lnTo>
                  <a:lnTo>
                    <a:pt x="715077" y="139"/>
                  </a:lnTo>
                  <a:lnTo>
                    <a:pt x="722935" y="140"/>
                  </a:lnTo>
                  <a:lnTo>
                    <a:pt x="730793" y="141"/>
                  </a:lnTo>
                  <a:lnTo>
                    <a:pt x="738651" y="142"/>
                  </a:lnTo>
                  <a:lnTo>
                    <a:pt x="746509" y="143"/>
                  </a:lnTo>
                  <a:lnTo>
                    <a:pt x="754367" y="145"/>
                  </a:lnTo>
                  <a:lnTo>
                    <a:pt x="762225" y="146"/>
                  </a:lnTo>
                  <a:lnTo>
                    <a:pt x="770083" y="147"/>
                  </a:lnTo>
                  <a:lnTo>
                    <a:pt x="777941" y="148"/>
                  </a:lnTo>
                  <a:lnTo>
                    <a:pt x="785799" y="149"/>
                  </a:lnTo>
                  <a:lnTo>
                    <a:pt x="793657" y="151"/>
                  </a:lnTo>
                  <a:lnTo>
                    <a:pt x="801515" y="152"/>
                  </a:lnTo>
                  <a:lnTo>
                    <a:pt x="809373" y="153"/>
                  </a:lnTo>
                  <a:lnTo>
                    <a:pt x="817231" y="155"/>
                  </a:lnTo>
                  <a:lnTo>
                    <a:pt x="825089" y="156"/>
                  </a:lnTo>
                  <a:lnTo>
                    <a:pt x="832947" y="158"/>
                  </a:lnTo>
                  <a:lnTo>
                    <a:pt x="840805" y="158"/>
                  </a:lnTo>
                  <a:lnTo>
                    <a:pt x="848663" y="160"/>
                  </a:lnTo>
                  <a:lnTo>
                    <a:pt x="856521" y="161"/>
                  </a:lnTo>
                  <a:lnTo>
                    <a:pt x="864379" y="162"/>
                  </a:lnTo>
                  <a:lnTo>
                    <a:pt x="872237" y="163"/>
                  </a:lnTo>
                  <a:lnTo>
                    <a:pt x="880095" y="165"/>
                  </a:lnTo>
                  <a:lnTo>
                    <a:pt x="887953" y="165"/>
                  </a:lnTo>
                  <a:lnTo>
                    <a:pt x="895811" y="166"/>
                  </a:lnTo>
                  <a:lnTo>
                    <a:pt x="903669" y="168"/>
                  </a:lnTo>
                  <a:lnTo>
                    <a:pt x="911527" y="169"/>
                  </a:lnTo>
                  <a:lnTo>
                    <a:pt x="919385" y="169"/>
                  </a:lnTo>
                  <a:lnTo>
                    <a:pt x="927243" y="171"/>
                  </a:lnTo>
                  <a:lnTo>
                    <a:pt x="935101" y="172"/>
                  </a:lnTo>
                  <a:lnTo>
                    <a:pt x="942959" y="173"/>
                  </a:lnTo>
                  <a:lnTo>
                    <a:pt x="950817" y="174"/>
                  </a:lnTo>
                  <a:lnTo>
                    <a:pt x="958675" y="175"/>
                  </a:lnTo>
                  <a:lnTo>
                    <a:pt x="966533" y="176"/>
                  </a:lnTo>
                  <a:lnTo>
                    <a:pt x="974391" y="177"/>
                  </a:lnTo>
                  <a:lnTo>
                    <a:pt x="982249" y="178"/>
                  </a:lnTo>
                  <a:lnTo>
                    <a:pt x="990107" y="179"/>
                  </a:lnTo>
                  <a:lnTo>
                    <a:pt x="997965" y="180"/>
                  </a:lnTo>
                  <a:lnTo>
                    <a:pt x="1005823" y="181"/>
                  </a:lnTo>
                  <a:lnTo>
                    <a:pt x="1013681" y="183"/>
                  </a:lnTo>
                  <a:lnTo>
                    <a:pt x="1021539" y="184"/>
                  </a:lnTo>
                  <a:lnTo>
                    <a:pt x="1029397" y="185"/>
                  </a:lnTo>
                  <a:lnTo>
                    <a:pt x="1037254" y="186"/>
                  </a:lnTo>
                  <a:lnTo>
                    <a:pt x="1045112" y="188"/>
                  </a:lnTo>
                  <a:lnTo>
                    <a:pt x="1052970" y="189"/>
                  </a:lnTo>
                  <a:lnTo>
                    <a:pt x="1060828" y="189"/>
                  </a:lnTo>
                  <a:lnTo>
                    <a:pt x="1068686" y="190"/>
                  </a:lnTo>
                  <a:lnTo>
                    <a:pt x="1076544" y="192"/>
                  </a:lnTo>
                  <a:lnTo>
                    <a:pt x="1084402" y="193"/>
                  </a:lnTo>
                  <a:lnTo>
                    <a:pt x="1092260" y="193"/>
                  </a:lnTo>
                  <a:lnTo>
                    <a:pt x="1100118" y="193"/>
                  </a:lnTo>
                  <a:lnTo>
                    <a:pt x="1107976" y="195"/>
                  </a:lnTo>
                  <a:lnTo>
                    <a:pt x="1115834" y="196"/>
                  </a:lnTo>
                  <a:lnTo>
                    <a:pt x="1123692" y="196"/>
                  </a:lnTo>
                  <a:lnTo>
                    <a:pt x="1131550" y="197"/>
                  </a:lnTo>
                  <a:lnTo>
                    <a:pt x="1139408" y="199"/>
                  </a:lnTo>
                  <a:lnTo>
                    <a:pt x="1147266" y="200"/>
                  </a:lnTo>
                  <a:lnTo>
                    <a:pt x="1155124" y="200"/>
                  </a:lnTo>
                  <a:lnTo>
                    <a:pt x="1162982" y="201"/>
                  </a:lnTo>
                  <a:lnTo>
                    <a:pt x="1170840" y="202"/>
                  </a:lnTo>
                  <a:lnTo>
                    <a:pt x="1178698" y="203"/>
                  </a:lnTo>
                  <a:lnTo>
                    <a:pt x="1186556" y="204"/>
                  </a:lnTo>
                  <a:lnTo>
                    <a:pt x="1194414" y="205"/>
                  </a:lnTo>
                  <a:lnTo>
                    <a:pt x="1202272" y="205"/>
                  </a:lnTo>
                  <a:lnTo>
                    <a:pt x="1210130" y="206"/>
                  </a:lnTo>
                  <a:lnTo>
                    <a:pt x="1217988" y="207"/>
                  </a:lnTo>
                  <a:lnTo>
                    <a:pt x="1225846" y="208"/>
                  </a:lnTo>
                  <a:lnTo>
                    <a:pt x="1233704" y="209"/>
                  </a:lnTo>
                  <a:lnTo>
                    <a:pt x="1241562" y="210"/>
                  </a:lnTo>
                  <a:lnTo>
                    <a:pt x="1249420" y="211"/>
                  </a:lnTo>
                  <a:lnTo>
                    <a:pt x="1257278" y="212"/>
                  </a:lnTo>
                  <a:lnTo>
                    <a:pt x="1265136" y="213"/>
                  </a:lnTo>
                  <a:lnTo>
                    <a:pt x="1272994" y="215"/>
                  </a:lnTo>
                  <a:lnTo>
                    <a:pt x="1280852" y="216"/>
                  </a:lnTo>
                  <a:lnTo>
                    <a:pt x="1288710" y="216"/>
                  </a:lnTo>
                  <a:lnTo>
                    <a:pt x="1296568" y="217"/>
                  </a:lnTo>
                  <a:lnTo>
                    <a:pt x="1304426" y="219"/>
                  </a:lnTo>
                  <a:lnTo>
                    <a:pt x="1312284" y="220"/>
                  </a:lnTo>
                  <a:lnTo>
                    <a:pt x="1320142" y="220"/>
                  </a:lnTo>
                  <a:lnTo>
                    <a:pt x="1328000" y="221"/>
                  </a:lnTo>
                  <a:lnTo>
                    <a:pt x="1335858" y="223"/>
                  </a:lnTo>
                  <a:lnTo>
                    <a:pt x="1343716" y="223"/>
                  </a:lnTo>
                  <a:lnTo>
                    <a:pt x="1351574" y="224"/>
                  </a:lnTo>
                  <a:lnTo>
                    <a:pt x="1359432" y="225"/>
                  </a:lnTo>
                  <a:lnTo>
                    <a:pt x="1367290" y="226"/>
                  </a:lnTo>
                  <a:lnTo>
                    <a:pt x="1375148" y="227"/>
                  </a:lnTo>
                  <a:lnTo>
                    <a:pt x="1383006" y="228"/>
                  </a:lnTo>
                  <a:lnTo>
                    <a:pt x="1390864" y="229"/>
                  </a:lnTo>
                  <a:lnTo>
                    <a:pt x="1398722" y="230"/>
                  </a:lnTo>
                  <a:lnTo>
                    <a:pt x="1406580" y="231"/>
                  </a:lnTo>
                  <a:lnTo>
                    <a:pt x="1414438" y="232"/>
                  </a:lnTo>
                  <a:lnTo>
                    <a:pt x="1422296" y="233"/>
                  </a:lnTo>
                  <a:lnTo>
                    <a:pt x="1430154" y="234"/>
                  </a:lnTo>
                  <a:lnTo>
                    <a:pt x="1438012" y="234"/>
                  </a:lnTo>
                  <a:lnTo>
                    <a:pt x="1445870" y="235"/>
                  </a:lnTo>
                  <a:lnTo>
                    <a:pt x="1453728" y="236"/>
                  </a:lnTo>
                  <a:lnTo>
                    <a:pt x="1461586" y="237"/>
                  </a:lnTo>
                  <a:lnTo>
                    <a:pt x="1469444" y="238"/>
                  </a:lnTo>
                  <a:lnTo>
                    <a:pt x="1477302" y="239"/>
                  </a:lnTo>
                  <a:lnTo>
                    <a:pt x="1485160" y="239"/>
                  </a:lnTo>
                  <a:lnTo>
                    <a:pt x="1493018" y="239"/>
                  </a:lnTo>
                  <a:lnTo>
                    <a:pt x="1500876" y="240"/>
                  </a:lnTo>
                  <a:lnTo>
                    <a:pt x="1508734" y="241"/>
                  </a:lnTo>
                  <a:lnTo>
                    <a:pt x="1516592" y="242"/>
                  </a:lnTo>
                  <a:lnTo>
                    <a:pt x="1524450" y="242"/>
                  </a:lnTo>
                  <a:lnTo>
                    <a:pt x="1532308" y="243"/>
                  </a:lnTo>
                  <a:lnTo>
                    <a:pt x="1540166" y="244"/>
                  </a:lnTo>
                  <a:lnTo>
                    <a:pt x="1548024" y="244"/>
                  </a:lnTo>
                  <a:lnTo>
                    <a:pt x="1555882" y="246"/>
                  </a:lnTo>
                  <a:lnTo>
                    <a:pt x="1563740" y="246"/>
                  </a:lnTo>
                  <a:lnTo>
                    <a:pt x="1571598" y="247"/>
                  </a:lnTo>
                  <a:lnTo>
                    <a:pt x="1579456" y="248"/>
                  </a:lnTo>
                  <a:lnTo>
                    <a:pt x="1587314" y="249"/>
                  </a:lnTo>
                  <a:lnTo>
                    <a:pt x="1595172" y="249"/>
                  </a:lnTo>
                  <a:lnTo>
                    <a:pt x="1603030" y="250"/>
                  </a:lnTo>
                  <a:lnTo>
                    <a:pt x="1610888" y="251"/>
                  </a:lnTo>
                  <a:lnTo>
                    <a:pt x="1618746" y="252"/>
                  </a:lnTo>
                  <a:lnTo>
                    <a:pt x="1626604" y="253"/>
                  </a:lnTo>
                  <a:lnTo>
                    <a:pt x="1634462" y="254"/>
                  </a:lnTo>
                  <a:lnTo>
                    <a:pt x="1642320" y="255"/>
                  </a:lnTo>
                  <a:lnTo>
                    <a:pt x="1650178" y="255"/>
                  </a:lnTo>
                  <a:lnTo>
                    <a:pt x="1658036" y="256"/>
                  </a:lnTo>
                  <a:lnTo>
                    <a:pt x="1665894" y="257"/>
                  </a:lnTo>
                  <a:lnTo>
                    <a:pt x="1673752" y="258"/>
                  </a:lnTo>
                  <a:lnTo>
                    <a:pt x="1681610" y="258"/>
                  </a:lnTo>
                  <a:lnTo>
                    <a:pt x="1689468" y="259"/>
                  </a:lnTo>
                  <a:lnTo>
                    <a:pt x="1697326" y="260"/>
                  </a:lnTo>
                  <a:lnTo>
                    <a:pt x="1705184" y="261"/>
                  </a:lnTo>
                  <a:lnTo>
                    <a:pt x="1713042" y="262"/>
                  </a:lnTo>
                  <a:lnTo>
                    <a:pt x="1720900" y="263"/>
                  </a:lnTo>
                  <a:lnTo>
                    <a:pt x="1728758" y="264"/>
                  </a:lnTo>
                  <a:lnTo>
                    <a:pt x="1736616" y="264"/>
                  </a:lnTo>
                  <a:lnTo>
                    <a:pt x="1744474" y="265"/>
                  </a:lnTo>
                  <a:lnTo>
                    <a:pt x="1752332" y="266"/>
                  </a:lnTo>
                  <a:lnTo>
                    <a:pt x="1760190" y="267"/>
                  </a:lnTo>
                  <a:lnTo>
                    <a:pt x="1768048" y="267"/>
                  </a:lnTo>
                  <a:lnTo>
                    <a:pt x="1775906" y="268"/>
                  </a:lnTo>
                  <a:lnTo>
                    <a:pt x="1783764" y="268"/>
                  </a:lnTo>
                  <a:lnTo>
                    <a:pt x="1791622" y="269"/>
                  </a:lnTo>
                  <a:lnTo>
                    <a:pt x="1799480" y="269"/>
                  </a:lnTo>
                  <a:lnTo>
                    <a:pt x="1807338" y="270"/>
                  </a:lnTo>
                  <a:lnTo>
                    <a:pt x="1815196" y="271"/>
                  </a:lnTo>
                  <a:lnTo>
                    <a:pt x="1823054" y="272"/>
                  </a:lnTo>
                  <a:lnTo>
                    <a:pt x="1830912" y="273"/>
                  </a:lnTo>
                  <a:lnTo>
                    <a:pt x="1838770" y="273"/>
                  </a:lnTo>
                  <a:lnTo>
                    <a:pt x="1846628" y="274"/>
                  </a:lnTo>
                  <a:lnTo>
                    <a:pt x="1854486" y="275"/>
                  </a:lnTo>
                  <a:lnTo>
                    <a:pt x="1862344" y="275"/>
                  </a:lnTo>
                  <a:lnTo>
                    <a:pt x="1870202" y="276"/>
                  </a:lnTo>
                  <a:lnTo>
                    <a:pt x="1878060" y="277"/>
                  </a:lnTo>
                  <a:lnTo>
                    <a:pt x="1885918" y="277"/>
                  </a:lnTo>
                  <a:lnTo>
                    <a:pt x="1893776" y="278"/>
                  </a:lnTo>
                  <a:lnTo>
                    <a:pt x="1901634" y="279"/>
                  </a:lnTo>
                  <a:lnTo>
                    <a:pt x="1909492" y="279"/>
                  </a:lnTo>
                  <a:lnTo>
                    <a:pt x="1917350" y="280"/>
                  </a:lnTo>
                  <a:lnTo>
                    <a:pt x="1925208" y="281"/>
                  </a:lnTo>
                  <a:lnTo>
                    <a:pt x="1933066" y="281"/>
                  </a:lnTo>
                  <a:lnTo>
                    <a:pt x="1940924" y="282"/>
                  </a:lnTo>
                  <a:lnTo>
                    <a:pt x="1948782" y="283"/>
                  </a:lnTo>
                  <a:lnTo>
                    <a:pt x="1956640" y="284"/>
                  </a:lnTo>
                  <a:lnTo>
                    <a:pt x="1964498" y="285"/>
                  </a:lnTo>
                  <a:lnTo>
                    <a:pt x="1972356" y="285"/>
                  </a:lnTo>
                  <a:lnTo>
                    <a:pt x="1980214" y="286"/>
                  </a:lnTo>
                  <a:lnTo>
                    <a:pt x="1988072" y="287"/>
                  </a:lnTo>
                  <a:lnTo>
                    <a:pt x="1995930" y="287"/>
                  </a:lnTo>
                  <a:lnTo>
                    <a:pt x="2003788" y="288"/>
                  </a:lnTo>
                  <a:lnTo>
                    <a:pt x="2011646" y="288"/>
                  </a:lnTo>
                  <a:lnTo>
                    <a:pt x="2019504" y="289"/>
                  </a:lnTo>
                  <a:lnTo>
                    <a:pt x="2027362" y="289"/>
                  </a:lnTo>
                  <a:lnTo>
                    <a:pt x="2035220" y="29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0"/>
            <p:cNvSpPr/>
            <p:nvPr/>
          </p:nvSpPr>
          <p:spPr>
            <a:xfrm>
              <a:off x="6029658" y="3105355"/>
              <a:ext cx="2035220" cy="22"/>
            </a:xfrm>
            <a:custGeom>
              <a:avLst/>
              <a:pathLst>
                <a:path w="2035220" h="22">
                  <a:moveTo>
                    <a:pt x="0" y="22"/>
                  </a:moveTo>
                  <a:lnTo>
                    <a:pt x="7857" y="22"/>
                  </a:lnTo>
                  <a:lnTo>
                    <a:pt x="15715" y="21"/>
                  </a:lnTo>
                  <a:lnTo>
                    <a:pt x="23573" y="20"/>
                  </a:lnTo>
                  <a:lnTo>
                    <a:pt x="31431" y="20"/>
                  </a:lnTo>
                  <a:lnTo>
                    <a:pt x="39289" y="19"/>
                  </a:lnTo>
                  <a:lnTo>
                    <a:pt x="47147" y="20"/>
                  </a:lnTo>
                  <a:lnTo>
                    <a:pt x="55005" y="21"/>
                  </a:lnTo>
                  <a:lnTo>
                    <a:pt x="62863" y="21"/>
                  </a:lnTo>
                  <a:lnTo>
                    <a:pt x="70721" y="21"/>
                  </a:lnTo>
                  <a:lnTo>
                    <a:pt x="78579" y="21"/>
                  </a:lnTo>
                  <a:lnTo>
                    <a:pt x="86437" y="21"/>
                  </a:lnTo>
                  <a:lnTo>
                    <a:pt x="94295" y="21"/>
                  </a:lnTo>
                  <a:lnTo>
                    <a:pt x="102153" y="21"/>
                  </a:lnTo>
                  <a:lnTo>
                    <a:pt x="110011" y="20"/>
                  </a:lnTo>
                  <a:lnTo>
                    <a:pt x="117869" y="20"/>
                  </a:lnTo>
                  <a:lnTo>
                    <a:pt x="125727" y="20"/>
                  </a:lnTo>
                  <a:lnTo>
                    <a:pt x="133585" y="21"/>
                  </a:lnTo>
                  <a:lnTo>
                    <a:pt x="141443" y="21"/>
                  </a:lnTo>
                  <a:lnTo>
                    <a:pt x="149301" y="21"/>
                  </a:lnTo>
                  <a:lnTo>
                    <a:pt x="157159" y="20"/>
                  </a:lnTo>
                  <a:lnTo>
                    <a:pt x="165017" y="19"/>
                  </a:lnTo>
                  <a:lnTo>
                    <a:pt x="172875" y="19"/>
                  </a:lnTo>
                  <a:lnTo>
                    <a:pt x="180733" y="21"/>
                  </a:lnTo>
                  <a:lnTo>
                    <a:pt x="188591" y="20"/>
                  </a:lnTo>
                  <a:lnTo>
                    <a:pt x="196449" y="20"/>
                  </a:lnTo>
                  <a:lnTo>
                    <a:pt x="204307" y="20"/>
                  </a:lnTo>
                  <a:lnTo>
                    <a:pt x="212165" y="21"/>
                  </a:lnTo>
                  <a:lnTo>
                    <a:pt x="220023" y="20"/>
                  </a:lnTo>
                  <a:lnTo>
                    <a:pt x="227881" y="20"/>
                  </a:lnTo>
                  <a:lnTo>
                    <a:pt x="235739" y="21"/>
                  </a:lnTo>
                  <a:lnTo>
                    <a:pt x="243597" y="21"/>
                  </a:lnTo>
                  <a:lnTo>
                    <a:pt x="251455" y="21"/>
                  </a:lnTo>
                  <a:lnTo>
                    <a:pt x="259313" y="21"/>
                  </a:lnTo>
                  <a:lnTo>
                    <a:pt x="267171" y="21"/>
                  </a:lnTo>
                  <a:lnTo>
                    <a:pt x="275029" y="21"/>
                  </a:lnTo>
                  <a:lnTo>
                    <a:pt x="282887" y="21"/>
                  </a:lnTo>
                  <a:lnTo>
                    <a:pt x="290745" y="21"/>
                  </a:lnTo>
                  <a:lnTo>
                    <a:pt x="298603" y="21"/>
                  </a:lnTo>
                  <a:lnTo>
                    <a:pt x="306461" y="20"/>
                  </a:lnTo>
                  <a:lnTo>
                    <a:pt x="314319" y="20"/>
                  </a:lnTo>
                  <a:lnTo>
                    <a:pt x="322177" y="20"/>
                  </a:lnTo>
                  <a:lnTo>
                    <a:pt x="330035" y="20"/>
                  </a:lnTo>
                  <a:lnTo>
                    <a:pt x="337893" y="20"/>
                  </a:lnTo>
                  <a:lnTo>
                    <a:pt x="345751" y="21"/>
                  </a:lnTo>
                  <a:lnTo>
                    <a:pt x="353609" y="21"/>
                  </a:lnTo>
                  <a:lnTo>
                    <a:pt x="361467" y="20"/>
                  </a:lnTo>
                  <a:lnTo>
                    <a:pt x="369325" y="20"/>
                  </a:lnTo>
                  <a:lnTo>
                    <a:pt x="377183" y="20"/>
                  </a:lnTo>
                  <a:lnTo>
                    <a:pt x="385041" y="20"/>
                  </a:lnTo>
                  <a:lnTo>
                    <a:pt x="392899" y="20"/>
                  </a:lnTo>
                  <a:lnTo>
                    <a:pt x="400757" y="21"/>
                  </a:lnTo>
                  <a:lnTo>
                    <a:pt x="408615" y="19"/>
                  </a:lnTo>
                  <a:lnTo>
                    <a:pt x="416473" y="19"/>
                  </a:lnTo>
                  <a:lnTo>
                    <a:pt x="424331" y="18"/>
                  </a:lnTo>
                  <a:lnTo>
                    <a:pt x="432189" y="18"/>
                  </a:lnTo>
                  <a:lnTo>
                    <a:pt x="440047" y="18"/>
                  </a:lnTo>
                  <a:lnTo>
                    <a:pt x="447905" y="18"/>
                  </a:lnTo>
                  <a:lnTo>
                    <a:pt x="455763" y="18"/>
                  </a:lnTo>
                  <a:lnTo>
                    <a:pt x="463621" y="18"/>
                  </a:lnTo>
                  <a:lnTo>
                    <a:pt x="471479" y="18"/>
                  </a:lnTo>
                  <a:lnTo>
                    <a:pt x="479337" y="18"/>
                  </a:lnTo>
                  <a:lnTo>
                    <a:pt x="487195" y="17"/>
                  </a:lnTo>
                  <a:lnTo>
                    <a:pt x="495053" y="17"/>
                  </a:lnTo>
                  <a:lnTo>
                    <a:pt x="502911" y="18"/>
                  </a:lnTo>
                  <a:lnTo>
                    <a:pt x="510769" y="18"/>
                  </a:lnTo>
                  <a:lnTo>
                    <a:pt x="518627" y="18"/>
                  </a:lnTo>
                  <a:lnTo>
                    <a:pt x="526485" y="18"/>
                  </a:lnTo>
                  <a:lnTo>
                    <a:pt x="534343" y="18"/>
                  </a:lnTo>
                  <a:lnTo>
                    <a:pt x="542201" y="18"/>
                  </a:lnTo>
                  <a:lnTo>
                    <a:pt x="550059" y="18"/>
                  </a:lnTo>
                  <a:lnTo>
                    <a:pt x="557917" y="18"/>
                  </a:lnTo>
                  <a:lnTo>
                    <a:pt x="565775" y="17"/>
                  </a:lnTo>
                  <a:lnTo>
                    <a:pt x="573633" y="17"/>
                  </a:lnTo>
                  <a:lnTo>
                    <a:pt x="581491" y="17"/>
                  </a:lnTo>
                  <a:lnTo>
                    <a:pt x="589349" y="16"/>
                  </a:lnTo>
                  <a:lnTo>
                    <a:pt x="597207" y="15"/>
                  </a:lnTo>
                  <a:lnTo>
                    <a:pt x="605065" y="15"/>
                  </a:lnTo>
                  <a:lnTo>
                    <a:pt x="612923" y="16"/>
                  </a:lnTo>
                  <a:lnTo>
                    <a:pt x="620781" y="15"/>
                  </a:lnTo>
                  <a:lnTo>
                    <a:pt x="628639" y="14"/>
                  </a:lnTo>
                  <a:lnTo>
                    <a:pt x="636497" y="14"/>
                  </a:lnTo>
                  <a:lnTo>
                    <a:pt x="644355" y="14"/>
                  </a:lnTo>
                  <a:lnTo>
                    <a:pt x="652213" y="13"/>
                  </a:lnTo>
                  <a:lnTo>
                    <a:pt x="660071" y="13"/>
                  </a:lnTo>
                  <a:lnTo>
                    <a:pt x="667929" y="13"/>
                  </a:lnTo>
                  <a:lnTo>
                    <a:pt x="675787" y="12"/>
                  </a:lnTo>
                  <a:lnTo>
                    <a:pt x="683645" y="12"/>
                  </a:lnTo>
                  <a:lnTo>
                    <a:pt x="691503" y="12"/>
                  </a:lnTo>
                  <a:lnTo>
                    <a:pt x="699361" y="13"/>
                  </a:lnTo>
                  <a:lnTo>
                    <a:pt x="707219" y="13"/>
                  </a:lnTo>
                  <a:lnTo>
                    <a:pt x="715077" y="13"/>
                  </a:lnTo>
                  <a:lnTo>
                    <a:pt x="722935" y="13"/>
                  </a:lnTo>
                  <a:lnTo>
                    <a:pt x="730793" y="13"/>
                  </a:lnTo>
                  <a:lnTo>
                    <a:pt x="738651" y="14"/>
                  </a:lnTo>
                  <a:lnTo>
                    <a:pt x="746509" y="13"/>
                  </a:lnTo>
                  <a:lnTo>
                    <a:pt x="754367" y="13"/>
                  </a:lnTo>
                  <a:lnTo>
                    <a:pt x="762225" y="13"/>
                  </a:lnTo>
                  <a:lnTo>
                    <a:pt x="770083" y="13"/>
                  </a:lnTo>
                  <a:lnTo>
                    <a:pt x="777941" y="14"/>
                  </a:lnTo>
                  <a:lnTo>
                    <a:pt x="785799" y="14"/>
                  </a:lnTo>
                  <a:lnTo>
                    <a:pt x="793657" y="14"/>
                  </a:lnTo>
                  <a:lnTo>
                    <a:pt x="801515" y="14"/>
                  </a:lnTo>
                  <a:lnTo>
                    <a:pt x="809373" y="15"/>
                  </a:lnTo>
                  <a:lnTo>
                    <a:pt x="817231" y="14"/>
                  </a:lnTo>
                  <a:lnTo>
                    <a:pt x="825089" y="14"/>
                  </a:lnTo>
                  <a:lnTo>
                    <a:pt x="832947" y="13"/>
                  </a:lnTo>
                  <a:lnTo>
                    <a:pt x="840805" y="13"/>
                  </a:lnTo>
                  <a:lnTo>
                    <a:pt x="848663" y="13"/>
                  </a:lnTo>
                  <a:lnTo>
                    <a:pt x="856521" y="13"/>
                  </a:lnTo>
                  <a:lnTo>
                    <a:pt x="864379" y="13"/>
                  </a:lnTo>
                  <a:lnTo>
                    <a:pt x="872237" y="14"/>
                  </a:lnTo>
                  <a:lnTo>
                    <a:pt x="880095" y="13"/>
                  </a:lnTo>
                  <a:lnTo>
                    <a:pt x="887953" y="13"/>
                  </a:lnTo>
                  <a:lnTo>
                    <a:pt x="895811" y="13"/>
                  </a:lnTo>
                  <a:lnTo>
                    <a:pt x="903669" y="13"/>
                  </a:lnTo>
                  <a:lnTo>
                    <a:pt x="911527" y="12"/>
                  </a:lnTo>
                  <a:lnTo>
                    <a:pt x="919385" y="13"/>
                  </a:lnTo>
                  <a:lnTo>
                    <a:pt x="927243" y="14"/>
                  </a:lnTo>
                  <a:lnTo>
                    <a:pt x="935101" y="13"/>
                  </a:lnTo>
                  <a:lnTo>
                    <a:pt x="942959" y="13"/>
                  </a:lnTo>
                  <a:lnTo>
                    <a:pt x="950817" y="12"/>
                  </a:lnTo>
                  <a:lnTo>
                    <a:pt x="958675" y="12"/>
                  </a:lnTo>
                  <a:lnTo>
                    <a:pt x="966533" y="11"/>
                  </a:lnTo>
                  <a:lnTo>
                    <a:pt x="974391" y="11"/>
                  </a:lnTo>
                  <a:lnTo>
                    <a:pt x="982249" y="11"/>
                  </a:lnTo>
                  <a:lnTo>
                    <a:pt x="990107" y="11"/>
                  </a:lnTo>
                  <a:lnTo>
                    <a:pt x="997965" y="11"/>
                  </a:lnTo>
                  <a:lnTo>
                    <a:pt x="1005823" y="11"/>
                  </a:lnTo>
                  <a:lnTo>
                    <a:pt x="1013681" y="10"/>
                  </a:lnTo>
                  <a:lnTo>
                    <a:pt x="1021539" y="11"/>
                  </a:lnTo>
                  <a:lnTo>
                    <a:pt x="1029397" y="12"/>
                  </a:lnTo>
                  <a:lnTo>
                    <a:pt x="1037254" y="12"/>
                  </a:lnTo>
                  <a:lnTo>
                    <a:pt x="1045112" y="12"/>
                  </a:lnTo>
                  <a:lnTo>
                    <a:pt x="1052970" y="12"/>
                  </a:lnTo>
                  <a:lnTo>
                    <a:pt x="1060828" y="12"/>
                  </a:lnTo>
                  <a:lnTo>
                    <a:pt x="1068686" y="12"/>
                  </a:lnTo>
                  <a:lnTo>
                    <a:pt x="1076544" y="12"/>
                  </a:lnTo>
                  <a:lnTo>
                    <a:pt x="1084402" y="12"/>
                  </a:lnTo>
                  <a:lnTo>
                    <a:pt x="1092260" y="12"/>
                  </a:lnTo>
                  <a:lnTo>
                    <a:pt x="1100118" y="12"/>
                  </a:lnTo>
                  <a:lnTo>
                    <a:pt x="1107976" y="11"/>
                  </a:lnTo>
                  <a:lnTo>
                    <a:pt x="1115834" y="11"/>
                  </a:lnTo>
                  <a:lnTo>
                    <a:pt x="1123692" y="11"/>
                  </a:lnTo>
                  <a:lnTo>
                    <a:pt x="1131550" y="11"/>
                  </a:lnTo>
                  <a:lnTo>
                    <a:pt x="1139408" y="11"/>
                  </a:lnTo>
                  <a:lnTo>
                    <a:pt x="1147266" y="11"/>
                  </a:lnTo>
                  <a:lnTo>
                    <a:pt x="1155124" y="11"/>
                  </a:lnTo>
                  <a:lnTo>
                    <a:pt x="1162982" y="11"/>
                  </a:lnTo>
                  <a:lnTo>
                    <a:pt x="1170840" y="11"/>
                  </a:lnTo>
                  <a:lnTo>
                    <a:pt x="1178698" y="11"/>
                  </a:lnTo>
                  <a:lnTo>
                    <a:pt x="1186556" y="10"/>
                  </a:lnTo>
                  <a:lnTo>
                    <a:pt x="1194414" y="10"/>
                  </a:lnTo>
                  <a:lnTo>
                    <a:pt x="1202272" y="10"/>
                  </a:lnTo>
                  <a:lnTo>
                    <a:pt x="1210130" y="10"/>
                  </a:lnTo>
                  <a:lnTo>
                    <a:pt x="1217988" y="9"/>
                  </a:lnTo>
                  <a:lnTo>
                    <a:pt x="1225846" y="9"/>
                  </a:lnTo>
                  <a:lnTo>
                    <a:pt x="1233704" y="9"/>
                  </a:lnTo>
                  <a:lnTo>
                    <a:pt x="1241562" y="9"/>
                  </a:lnTo>
                  <a:lnTo>
                    <a:pt x="1249420" y="8"/>
                  </a:lnTo>
                  <a:lnTo>
                    <a:pt x="1257278" y="8"/>
                  </a:lnTo>
                  <a:lnTo>
                    <a:pt x="1265136" y="8"/>
                  </a:lnTo>
                  <a:lnTo>
                    <a:pt x="1272994" y="7"/>
                  </a:lnTo>
                  <a:lnTo>
                    <a:pt x="1280852" y="7"/>
                  </a:lnTo>
                  <a:lnTo>
                    <a:pt x="1288710" y="6"/>
                  </a:lnTo>
                  <a:lnTo>
                    <a:pt x="1296568" y="6"/>
                  </a:lnTo>
                  <a:lnTo>
                    <a:pt x="1304426" y="6"/>
                  </a:lnTo>
                  <a:lnTo>
                    <a:pt x="1312284" y="5"/>
                  </a:lnTo>
                  <a:lnTo>
                    <a:pt x="1320142" y="5"/>
                  </a:lnTo>
                  <a:lnTo>
                    <a:pt x="1328000" y="5"/>
                  </a:lnTo>
                  <a:lnTo>
                    <a:pt x="1335858" y="5"/>
                  </a:lnTo>
                  <a:lnTo>
                    <a:pt x="1343716" y="5"/>
                  </a:lnTo>
                  <a:lnTo>
                    <a:pt x="1351574" y="5"/>
                  </a:lnTo>
                  <a:lnTo>
                    <a:pt x="1359432" y="5"/>
                  </a:lnTo>
                  <a:lnTo>
                    <a:pt x="1367290" y="5"/>
                  </a:lnTo>
                  <a:lnTo>
                    <a:pt x="1375148" y="5"/>
                  </a:lnTo>
                  <a:lnTo>
                    <a:pt x="1383006" y="5"/>
                  </a:lnTo>
                  <a:lnTo>
                    <a:pt x="1390864" y="5"/>
                  </a:lnTo>
                  <a:lnTo>
                    <a:pt x="1398722" y="5"/>
                  </a:lnTo>
                  <a:lnTo>
                    <a:pt x="1406580" y="5"/>
                  </a:lnTo>
                  <a:lnTo>
                    <a:pt x="1414438" y="4"/>
                  </a:lnTo>
                  <a:lnTo>
                    <a:pt x="1422296" y="4"/>
                  </a:lnTo>
                  <a:lnTo>
                    <a:pt x="1430154" y="4"/>
                  </a:lnTo>
                  <a:lnTo>
                    <a:pt x="1438012" y="4"/>
                  </a:lnTo>
                  <a:lnTo>
                    <a:pt x="1445870" y="5"/>
                  </a:lnTo>
                  <a:lnTo>
                    <a:pt x="1453728" y="4"/>
                  </a:lnTo>
                  <a:lnTo>
                    <a:pt x="1461586" y="4"/>
                  </a:lnTo>
                  <a:lnTo>
                    <a:pt x="1469444" y="4"/>
                  </a:lnTo>
                  <a:lnTo>
                    <a:pt x="1477302" y="4"/>
                  </a:lnTo>
                  <a:lnTo>
                    <a:pt x="1485160" y="4"/>
                  </a:lnTo>
                  <a:lnTo>
                    <a:pt x="1493018" y="3"/>
                  </a:lnTo>
                  <a:lnTo>
                    <a:pt x="1500876" y="2"/>
                  </a:lnTo>
                  <a:lnTo>
                    <a:pt x="1508734" y="2"/>
                  </a:lnTo>
                  <a:lnTo>
                    <a:pt x="1516592" y="2"/>
                  </a:lnTo>
                  <a:lnTo>
                    <a:pt x="1524450" y="2"/>
                  </a:lnTo>
                  <a:lnTo>
                    <a:pt x="1532308" y="1"/>
                  </a:lnTo>
                  <a:lnTo>
                    <a:pt x="1540166" y="1"/>
                  </a:lnTo>
                  <a:lnTo>
                    <a:pt x="1548024" y="1"/>
                  </a:lnTo>
                  <a:lnTo>
                    <a:pt x="1555882" y="1"/>
                  </a:lnTo>
                  <a:lnTo>
                    <a:pt x="1563740" y="2"/>
                  </a:lnTo>
                  <a:lnTo>
                    <a:pt x="1571598" y="2"/>
                  </a:lnTo>
                  <a:lnTo>
                    <a:pt x="1579456" y="2"/>
                  </a:lnTo>
                  <a:lnTo>
                    <a:pt x="1587314" y="2"/>
                  </a:lnTo>
                  <a:lnTo>
                    <a:pt x="1595172" y="2"/>
                  </a:lnTo>
                  <a:lnTo>
                    <a:pt x="1603030" y="2"/>
                  </a:lnTo>
                  <a:lnTo>
                    <a:pt x="1610888" y="3"/>
                  </a:lnTo>
                  <a:lnTo>
                    <a:pt x="1618746" y="2"/>
                  </a:lnTo>
                  <a:lnTo>
                    <a:pt x="1626604" y="2"/>
                  </a:lnTo>
                  <a:lnTo>
                    <a:pt x="1634462" y="2"/>
                  </a:lnTo>
                  <a:lnTo>
                    <a:pt x="1642320" y="2"/>
                  </a:lnTo>
                  <a:lnTo>
                    <a:pt x="1650178" y="1"/>
                  </a:lnTo>
                  <a:lnTo>
                    <a:pt x="1658036" y="1"/>
                  </a:lnTo>
                  <a:lnTo>
                    <a:pt x="1665894" y="1"/>
                  </a:lnTo>
                  <a:lnTo>
                    <a:pt x="1673752" y="1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1"/>
                  </a:lnTo>
                  <a:lnTo>
                    <a:pt x="1783764" y="1"/>
                  </a:lnTo>
                  <a:lnTo>
                    <a:pt x="1791622" y="1"/>
                  </a:lnTo>
                  <a:lnTo>
                    <a:pt x="1799480" y="1"/>
                  </a:lnTo>
                  <a:lnTo>
                    <a:pt x="1807338" y="1"/>
                  </a:lnTo>
                  <a:lnTo>
                    <a:pt x="1815196" y="1"/>
                  </a:lnTo>
                  <a:lnTo>
                    <a:pt x="1823054" y="1"/>
                  </a:lnTo>
                  <a:lnTo>
                    <a:pt x="1830912" y="1"/>
                  </a:lnTo>
                  <a:lnTo>
                    <a:pt x="1838770" y="1"/>
                  </a:lnTo>
                  <a:lnTo>
                    <a:pt x="1846628" y="1"/>
                  </a:lnTo>
                  <a:lnTo>
                    <a:pt x="1854486" y="1"/>
                  </a:lnTo>
                  <a:lnTo>
                    <a:pt x="1862344" y="1"/>
                  </a:lnTo>
                  <a:lnTo>
                    <a:pt x="1870202" y="1"/>
                  </a:lnTo>
                  <a:lnTo>
                    <a:pt x="1878060" y="1"/>
                  </a:lnTo>
                  <a:lnTo>
                    <a:pt x="1885918" y="2"/>
                  </a:lnTo>
                  <a:lnTo>
                    <a:pt x="1893776" y="2"/>
                  </a:lnTo>
                  <a:lnTo>
                    <a:pt x="1901634" y="2"/>
                  </a:lnTo>
                  <a:lnTo>
                    <a:pt x="1909492" y="2"/>
                  </a:lnTo>
                  <a:lnTo>
                    <a:pt x="1917350" y="2"/>
                  </a:lnTo>
                  <a:lnTo>
                    <a:pt x="1925208" y="2"/>
                  </a:lnTo>
                  <a:lnTo>
                    <a:pt x="1933066" y="2"/>
                  </a:lnTo>
                  <a:lnTo>
                    <a:pt x="1940924" y="2"/>
                  </a:lnTo>
                  <a:lnTo>
                    <a:pt x="1948782" y="2"/>
                  </a:lnTo>
                  <a:lnTo>
                    <a:pt x="1956640" y="3"/>
                  </a:lnTo>
                  <a:lnTo>
                    <a:pt x="1964498" y="2"/>
                  </a:lnTo>
                  <a:lnTo>
                    <a:pt x="1972356" y="2"/>
                  </a:lnTo>
                  <a:lnTo>
                    <a:pt x="1980214" y="2"/>
                  </a:lnTo>
                  <a:lnTo>
                    <a:pt x="1988072" y="2"/>
                  </a:lnTo>
                  <a:lnTo>
                    <a:pt x="1995930" y="2"/>
                  </a:lnTo>
                  <a:lnTo>
                    <a:pt x="2003788" y="2"/>
                  </a:lnTo>
                  <a:lnTo>
                    <a:pt x="2011646" y="1"/>
                  </a:lnTo>
                  <a:lnTo>
                    <a:pt x="2019504" y="1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rc221"/>
            <p:cNvSpPr/>
            <p:nvPr/>
          </p:nvSpPr>
          <p:spPr>
            <a:xfrm>
              <a:off x="5927897" y="2396548"/>
              <a:ext cx="2238742" cy="742778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rc222"/>
            <p:cNvSpPr/>
            <p:nvPr/>
          </p:nvSpPr>
          <p:spPr>
            <a:xfrm>
              <a:off x="5927897" y="3322206"/>
              <a:ext cx="2238742" cy="7427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pl223"/>
            <p:cNvSpPr/>
            <p:nvPr/>
          </p:nvSpPr>
          <p:spPr>
            <a:xfrm>
              <a:off x="5927897" y="4031223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4"/>
            <p:cNvSpPr/>
            <p:nvPr/>
          </p:nvSpPr>
          <p:spPr>
            <a:xfrm>
              <a:off x="5927897" y="3806647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5"/>
            <p:cNvSpPr/>
            <p:nvPr/>
          </p:nvSpPr>
          <p:spPr>
            <a:xfrm>
              <a:off x="5927897" y="3582071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6"/>
            <p:cNvSpPr/>
            <p:nvPr/>
          </p:nvSpPr>
          <p:spPr>
            <a:xfrm>
              <a:off x="5927897" y="3357495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7"/>
            <p:cNvSpPr/>
            <p:nvPr/>
          </p:nvSpPr>
          <p:spPr>
            <a:xfrm>
              <a:off x="5946228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8"/>
            <p:cNvSpPr/>
            <p:nvPr/>
          </p:nvSpPr>
          <p:spPr>
            <a:xfrm>
              <a:off x="6466071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29"/>
            <p:cNvSpPr/>
            <p:nvPr/>
          </p:nvSpPr>
          <p:spPr>
            <a:xfrm>
              <a:off x="6985915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0"/>
            <p:cNvSpPr/>
            <p:nvPr/>
          </p:nvSpPr>
          <p:spPr>
            <a:xfrm>
              <a:off x="7505759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1"/>
            <p:cNvSpPr/>
            <p:nvPr/>
          </p:nvSpPr>
          <p:spPr>
            <a:xfrm>
              <a:off x="8025603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2"/>
            <p:cNvSpPr/>
            <p:nvPr/>
          </p:nvSpPr>
          <p:spPr>
            <a:xfrm>
              <a:off x="6029658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4" name="pl233"/>
            <p:cNvSpPr/>
            <p:nvPr/>
          </p:nvSpPr>
          <p:spPr>
            <a:xfrm>
              <a:off x="6029658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5" name="pl234"/>
            <p:cNvSpPr/>
            <p:nvPr/>
          </p:nvSpPr>
          <p:spPr>
            <a:xfrm>
              <a:off x="6029658" y="4031110"/>
              <a:ext cx="2035220" cy="0"/>
            </a:xfrm>
            <a:custGeom>
              <a:avLst/>
              <a:pathLst>
                <a:path w="2035220" h="0">
                  <a:moveTo>
                    <a:pt x="2035220" y="0"/>
                  </a:move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6" name="pg235"/>
            <p:cNvSpPr/>
            <p:nvPr/>
          </p:nvSpPr>
          <p:spPr>
            <a:xfrm>
              <a:off x="6029658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7" name="pl236"/>
            <p:cNvSpPr/>
            <p:nvPr/>
          </p:nvSpPr>
          <p:spPr>
            <a:xfrm>
              <a:off x="6029658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8" name="pl237"/>
            <p:cNvSpPr/>
            <p:nvPr/>
          </p:nvSpPr>
          <p:spPr>
            <a:xfrm>
              <a:off x="6029658" y="4031110"/>
              <a:ext cx="2035220" cy="0"/>
            </a:xfrm>
            <a:custGeom>
              <a:avLst/>
              <a:pathLst>
                <a:path w="2035220" h="0">
                  <a:moveTo>
                    <a:pt x="2035220" y="0"/>
                  </a:move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9" name="pg238"/>
            <p:cNvSpPr/>
            <p:nvPr/>
          </p:nvSpPr>
          <p:spPr>
            <a:xfrm>
              <a:off x="6029658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40" name="pl239"/>
            <p:cNvSpPr/>
            <p:nvPr/>
          </p:nvSpPr>
          <p:spPr>
            <a:xfrm>
              <a:off x="6029658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1" name="pl240"/>
            <p:cNvSpPr/>
            <p:nvPr/>
          </p:nvSpPr>
          <p:spPr>
            <a:xfrm>
              <a:off x="6029658" y="4031110"/>
              <a:ext cx="2035220" cy="0"/>
            </a:xfrm>
            <a:custGeom>
              <a:avLst/>
              <a:pathLst>
                <a:path w="2035220" h="0">
                  <a:moveTo>
                    <a:pt x="2035220" y="0"/>
                  </a:move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2" name="pg241"/>
            <p:cNvSpPr/>
            <p:nvPr/>
          </p:nvSpPr>
          <p:spPr>
            <a:xfrm>
              <a:off x="6029658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43" name="pl242"/>
            <p:cNvSpPr/>
            <p:nvPr/>
          </p:nvSpPr>
          <p:spPr>
            <a:xfrm>
              <a:off x="6029658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4" name="pl243"/>
            <p:cNvSpPr/>
            <p:nvPr/>
          </p:nvSpPr>
          <p:spPr>
            <a:xfrm>
              <a:off x="6029658" y="4031110"/>
              <a:ext cx="2035220" cy="0"/>
            </a:xfrm>
            <a:custGeom>
              <a:avLst/>
              <a:pathLst>
                <a:path w="2035220" h="0">
                  <a:moveTo>
                    <a:pt x="2035220" y="0"/>
                  </a:move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5" name="pg244"/>
            <p:cNvSpPr/>
            <p:nvPr/>
          </p:nvSpPr>
          <p:spPr>
            <a:xfrm>
              <a:off x="6029658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46" name="pl245"/>
            <p:cNvSpPr/>
            <p:nvPr/>
          </p:nvSpPr>
          <p:spPr>
            <a:xfrm>
              <a:off x="6029658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7" name="pl246"/>
            <p:cNvSpPr/>
            <p:nvPr/>
          </p:nvSpPr>
          <p:spPr>
            <a:xfrm>
              <a:off x="6029658" y="4031110"/>
              <a:ext cx="2035220" cy="0"/>
            </a:xfrm>
            <a:custGeom>
              <a:avLst/>
              <a:pathLst>
                <a:path w="2035220" h="0">
                  <a:moveTo>
                    <a:pt x="2035220" y="0"/>
                  </a:move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8" name="pl247"/>
            <p:cNvSpPr/>
            <p:nvPr/>
          </p:nvSpPr>
          <p:spPr>
            <a:xfrm>
              <a:off x="6029658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8"/>
            <p:cNvSpPr/>
            <p:nvPr/>
          </p:nvSpPr>
          <p:spPr>
            <a:xfrm>
              <a:off x="6029658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49"/>
            <p:cNvSpPr/>
            <p:nvPr/>
          </p:nvSpPr>
          <p:spPr>
            <a:xfrm>
              <a:off x="6029658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0"/>
            <p:cNvSpPr/>
            <p:nvPr/>
          </p:nvSpPr>
          <p:spPr>
            <a:xfrm>
              <a:off x="6029658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1"/>
            <p:cNvSpPr/>
            <p:nvPr/>
          </p:nvSpPr>
          <p:spPr>
            <a:xfrm>
              <a:off x="6029658" y="4031110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rc252"/>
            <p:cNvSpPr/>
            <p:nvPr/>
          </p:nvSpPr>
          <p:spPr>
            <a:xfrm>
              <a:off x="5927897" y="3322206"/>
              <a:ext cx="2238742" cy="742778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rc253"/>
            <p:cNvSpPr/>
            <p:nvPr/>
          </p:nvSpPr>
          <p:spPr>
            <a:xfrm>
              <a:off x="5927897" y="4247864"/>
              <a:ext cx="2238742" cy="7427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pl254"/>
            <p:cNvSpPr/>
            <p:nvPr/>
          </p:nvSpPr>
          <p:spPr>
            <a:xfrm>
              <a:off x="5927897" y="4956881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5"/>
            <p:cNvSpPr/>
            <p:nvPr/>
          </p:nvSpPr>
          <p:spPr>
            <a:xfrm>
              <a:off x="5927897" y="4732305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6"/>
            <p:cNvSpPr/>
            <p:nvPr/>
          </p:nvSpPr>
          <p:spPr>
            <a:xfrm>
              <a:off x="5927897" y="4507729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7"/>
            <p:cNvSpPr/>
            <p:nvPr/>
          </p:nvSpPr>
          <p:spPr>
            <a:xfrm>
              <a:off x="5927897" y="4283153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8"/>
            <p:cNvSpPr/>
            <p:nvPr/>
          </p:nvSpPr>
          <p:spPr>
            <a:xfrm>
              <a:off x="5946228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59"/>
            <p:cNvSpPr/>
            <p:nvPr/>
          </p:nvSpPr>
          <p:spPr>
            <a:xfrm>
              <a:off x="6466071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0"/>
            <p:cNvSpPr/>
            <p:nvPr/>
          </p:nvSpPr>
          <p:spPr>
            <a:xfrm>
              <a:off x="6985915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1"/>
            <p:cNvSpPr/>
            <p:nvPr/>
          </p:nvSpPr>
          <p:spPr>
            <a:xfrm>
              <a:off x="7505759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2"/>
            <p:cNvSpPr/>
            <p:nvPr/>
          </p:nvSpPr>
          <p:spPr>
            <a:xfrm>
              <a:off x="8025603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3"/>
            <p:cNvSpPr/>
            <p:nvPr/>
          </p:nvSpPr>
          <p:spPr>
            <a:xfrm>
              <a:off x="6029658" y="4932343"/>
              <a:ext cx="2035220" cy="24447"/>
            </a:xfrm>
            <a:custGeom>
              <a:avLst/>
              <a:pathLst>
                <a:path w="2035220" h="24447">
                  <a:moveTo>
                    <a:pt x="0" y="24114"/>
                  </a:moveTo>
                  <a:lnTo>
                    <a:pt x="7857" y="24109"/>
                  </a:lnTo>
                  <a:lnTo>
                    <a:pt x="15715" y="24106"/>
                  </a:lnTo>
                  <a:lnTo>
                    <a:pt x="23573" y="24103"/>
                  </a:lnTo>
                  <a:lnTo>
                    <a:pt x="31431" y="24100"/>
                  </a:lnTo>
                  <a:lnTo>
                    <a:pt x="39289" y="24096"/>
                  </a:lnTo>
                  <a:lnTo>
                    <a:pt x="47147" y="24091"/>
                  </a:lnTo>
                  <a:lnTo>
                    <a:pt x="55005" y="24087"/>
                  </a:lnTo>
                  <a:lnTo>
                    <a:pt x="62863" y="24083"/>
                  </a:lnTo>
                  <a:lnTo>
                    <a:pt x="70721" y="24077"/>
                  </a:lnTo>
                  <a:lnTo>
                    <a:pt x="78579" y="24075"/>
                  </a:lnTo>
                  <a:lnTo>
                    <a:pt x="86437" y="24070"/>
                  </a:lnTo>
                  <a:lnTo>
                    <a:pt x="94295" y="24066"/>
                  </a:lnTo>
                  <a:lnTo>
                    <a:pt x="102153" y="24062"/>
                  </a:lnTo>
                  <a:lnTo>
                    <a:pt x="110011" y="24057"/>
                  </a:lnTo>
                  <a:lnTo>
                    <a:pt x="117869" y="24053"/>
                  </a:lnTo>
                  <a:lnTo>
                    <a:pt x="125727" y="24048"/>
                  </a:lnTo>
                  <a:lnTo>
                    <a:pt x="133585" y="24042"/>
                  </a:lnTo>
                  <a:lnTo>
                    <a:pt x="141443" y="24038"/>
                  </a:lnTo>
                  <a:lnTo>
                    <a:pt x="149301" y="24034"/>
                  </a:lnTo>
                  <a:lnTo>
                    <a:pt x="157159" y="24030"/>
                  </a:lnTo>
                  <a:lnTo>
                    <a:pt x="165017" y="24025"/>
                  </a:lnTo>
                  <a:lnTo>
                    <a:pt x="172875" y="24018"/>
                  </a:lnTo>
                  <a:lnTo>
                    <a:pt x="180733" y="24011"/>
                  </a:lnTo>
                  <a:lnTo>
                    <a:pt x="188591" y="24003"/>
                  </a:lnTo>
                  <a:lnTo>
                    <a:pt x="196449" y="23999"/>
                  </a:lnTo>
                  <a:lnTo>
                    <a:pt x="204307" y="23994"/>
                  </a:lnTo>
                  <a:lnTo>
                    <a:pt x="212165" y="23989"/>
                  </a:lnTo>
                  <a:lnTo>
                    <a:pt x="220023" y="23981"/>
                  </a:lnTo>
                  <a:lnTo>
                    <a:pt x="227881" y="23977"/>
                  </a:lnTo>
                  <a:lnTo>
                    <a:pt x="235739" y="23971"/>
                  </a:lnTo>
                  <a:lnTo>
                    <a:pt x="243597" y="23964"/>
                  </a:lnTo>
                  <a:lnTo>
                    <a:pt x="251455" y="23957"/>
                  </a:lnTo>
                  <a:lnTo>
                    <a:pt x="259313" y="23953"/>
                  </a:lnTo>
                  <a:lnTo>
                    <a:pt x="267171" y="23949"/>
                  </a:lnTo>
                  <a:lnTo>
                    <a:pt x="275029" y="23941"/>
                  </a:lnTo>
                  <a:lnTo>
                    <a:pt x="282887" y="23936"/>
                  </a:lnTo>
                  <a:lnTo>
                    <a:pt x="290745" y="23931"/>
                  </a:lnTo>
                  <a:lnTo>
                    <a:pt x="298603" y="23924"/>
                  </a:lnTo>
                  <a:lnTo>
                    <a:pt x="306461" y="23916"/>
                  </a:lnTo>
                  <a:lnTo>
                    <a:pt x="314319" y="23906"/>
                  </a:lnTo>
                  <a:lnTo>
                    <a:pt x="322177" y="23895"/>
                  </a:lnTo>
                  <a:lnTo>
                    <a:pt x="330035" y="23889"/>
                  </a:lnTo>
                  <a:lnTo>
                    <a:pt x="337893" y="23886"/>
                  </a:lnTo>
                  <a:lnTo>
                    <a:pt x="345751" y="23880"/>
                  </a:lnTo>
                  <a:lnTo>
                    <a:pt x="353609" y="23872"/>
                  </a:lnTo>
                  <a:lnTo>
                    <a:pt x="361467" y="23860"/>
                  </a:lnTo>
                  <a:lnTo>
                    <a:pt x="369325" y="23848"/>
                  </a:lnTo>
                  <a:lnTo>
                    <a:pt x="377183" y="23841"/>
                  </a:lnTo>
                  <a:lnTo>
                    <a:pt x="385041" y="23833"/>
                  </a:lnTo>
                  <a:lnTo>
                    <a:pt x="392899" y="23822"/>
                  </a:lnTo>
                  <a:lnTo>
                    <a:pt x="400757" y="23815"/>
                  </a:lnTo>
                  <a:lnTo>
                    <a:pt x="408615" y="23809"/>
                  </a:lnTo>
                  <a:lnTo>
                    <a:pt x="416473" y="23803"/>
                  </a:lnTo>
                  <a:lnTo>
                    <a:pt x="424331" y="23795"/>
                  </a:lnTo>
                  <a:lnTo>
                    <a:pt x="432189" y="23785"/>
                  </a:lnTo>
                  <a:lnTo>
                    <a:pt x="440047" y="23778"/>
                  </a:lnTo>
                  <a:lnTo>
                    <a:pt x="447905" y="23769"/>
                  </a:lnTo>
                  <a:lnTo>
                    <a:pt x="455763" y="23762"/>
                  </a:lnTo>
                  <a:lnTo>
                    <a:pt x="463621" y="23753"/>
                  </a:lnTo>
                  <a:lnTo>
                    <a:pt x="471479" y="23741"/>
                  </a:lnTo>
                  <a:lnTo>
                    <a:pt x="479337" y="23732"/>
                  </a:lnTo>
                  <a:lnTo>
                    <a:pt x="487195" y="23723"/>
                  </a:lnTo>
                  <a:lnTo>
                    <a:pt x="495053" y="23716"/>
                  </a:lnTo>
                  <a:lnTo>
                    <a:pt x="502911" y="23706"/>
                  </a:lnTo>
                  <a:lnTo>
                    <a:pt x="510769" y="23696"/>
                  </a:lnTo>
                  <a:lnTo>
                    <a:pt x="518627" y="23683"/>
                  </a:lnTo>
                  <a:lnTo>
                    <a:pt x="526485" y="23671"/>
                  </a:lnTo>
                  <a:lnTo>
                    <a:pt x="534343" y="23661"/>
                  </a:lnTo>
                  <a:lnTo>
                    <a:pt x="542201" y="23650"/>
                  </a:lnTo>
                  <a:lnTo>
                    <a:pt x="550059" y="23640"/>
                  </a:lnTo>
                  <a:lnTo>
                    <a:pt x="557917" y="23627"/>
                  </a:lnTo>
                  <a:lnTo>
                    <a:pt x="565775" y="23613"/>
                  </a:lnTo>
                  <a:lnTo>
                    <a:pt x="573633" y="23597"/>
                  </a:lnTo>
                  <a:lnTo>
                    <a:pt x="581491" y="23584"/>
                  </a:lnTo>
                  <a:lnTo>
                    <a:pt x="589349" y="23573"/>
                  </a:lnTo>
                  <a:lnTo>
                    <a:pt x="597207" y="23561"/>
                  </a:lnTo>
                  <a:lnTo>
                    <a:pt x="605065" y="23546"/>
                  </a:lnTo>
                  <a:lnTo>
                    <a:pt x="612923" y="23532"/>
                  </a:lnTo>
                  <a:lnTo>
                    <a:pt x="620781" y="23519"/>
                  </a:lnTo>
                  <a:lnTo>
                    <a:pt x="628639" y="23508"/>
                  </a:lnTo>
                  <a:lnTo>
                    <a:pt x="636497" y="23493"/>
                  </a:lnTo>
                  <a:lnTo>
                    <a:pt x="644355" y="23480"/>
                  </a:lnTo>
                  <a:lnTo>
                    <a:pt x="652213" y="23467"/>
                  </a:lnTo>
                  <a:lnTo>
                    <a:pt x="660071" y="23452"/>
                  </a:lnTo>
                  <a:lnTo>
                    <a:pt x="667929" y="23435"/>
                  </a:lnTo>
                  <a:lnTo>
                    <a:pt x="675787" y="23422"/>
                  </a:lnTo>
                  <a:lnTo>
                    <a:pt x="683645" y="23406"/>
                  </a:lnTo>
                  <a:lnTo>
                    <a:pt x="691503" y="23388"/>
                  </a:lnTo>
                  <a:lnTo>
                    <a:pt x="699361" y="23368"/>
                  </a:lnTo>
                  <a:lnTo>
                    <a:pt x="707219" y="23349"/>
                  </a:lnTo>
                  <a:lnTo>
                    <a:pt x="715077" y="23335"/>
                  </a:lnTo>
                  <a:lnTo>
                    <a:pt x="722935" y="23319"/>
                  </a:lnTo>
                  <a:lnTo>
                    <a:pt x="730793" y="23301"/>
                  </a:lnTo>
                  <a:lnTo>
                    <a:pt x="738651" y="23280"/>
                  </a:lnTo>
                  <a:lnTo>
                    <a:pt x="746509" y="23260"/>
                  </a:lnTo>
                  <a:lnTo>
                    <a:pt x="754367" y="23245"/>
                  </a:lnTo>
                  <a:lnTo>
                    <a:pt x="762225" y="23226"/>
                  </a:lnTo>
                  <a:lnTo>
                    <a:pt x="770083" y="23206"/>
                  </a:lnTo>
                  <a:lnTo>
                    <a:pt x="777941" y="23182"/>
                  </a:lnTo>
                  <a:lnTo>
                    <a:pt x="785799" y="23156"/>
                  </a:lnTo>
                  <a:lnTo>
                    <a:pt x="793657" y="23132"/>
                  </a:lnTo>
                  <a:lnTo>
                    <a:pt x="801515" y="23115"/>
                  </a:lnTo>
                  <a:lnTo>
                    <a:pt x="809373" y="23098"/>
                  </a:lnTo>
                  <a:lnTo>
                    <a:pt x="817231" y="23073"/>
                  </a:lnTo>
                  <a:lnTo>
                    <a:pt x="825089" y="23040"/>
                  </a:lnTo>
                  <a:lnTo>
                    <a:pt x="832947" y="23013"/>
                  </a:lnTo>
                  <a:lnTo>
                    <a:pt x="840805" y="22995"/>
                  </a:lnTo>
                  <a:lnTo>
                    <a:pt x="848663" y="22968"/>
                  </a:lnTo>
                  <a:lnTo>
                    <a:pt x="856521" y="22945"/>
                  </a:lnTo>
                  <a:lnTo>
                    <a:pt x="864379" y="22922"/>
                  </a:lnTo>
                  <a:lnTo>
                    <a:pt x="872237" y="22898"/>
                  </a:lnTo>
                  <a:lnTo>
                    <a:pt x="880095" y="22874"/>
                  </a:lnTo>
                  <a:lnTo>
                    <a:pt x="887953" y="22845"/>
                  </a:lnTo>
                  <a:lnTo>
                    <a:pt x="895811" y="22818"/>
                  </a:lnTo>
                  <a:lnTo>
                    <a:pt x="903669" y="22787"/>
                  </a:lnTo>
                  <a:lnTo>
                    <a:pt x="911527" y="22764"/>
                  </a:lnTo>
                  <a:lnTo>
                    <a:pt x="919385" y="22737"/>
                  </a:lnTo>
                  <a:lnTo>
                    <a:pt x="927243" y="22706"/>
                  </a:lnTo>
                  <a:lnTo>
                    <a:pt x="935101" y="22680"/>
                  </a:lnTo>
                  <a:lnTo>
                    <a:pt x="942959" y="22655"/>
                  </a:lnTo>
                  <a:lnTo>
                    <a:pt x="950817" y="22621"/>
                  </a:lnTo>
                  <a:lnTo>
                    <a:pt x="958675" y="22592"/>
                  </a:lnTo>
                  <a:lnTo>
                    <a:pt x="966533" y="22552"/>
                  </a:lnTo>
                  <a:lnTo>
                    <a:pt x="974391" y="22512"/>
                  </a:lnTo>
                  <a:lnTo>
                    <a:pt x="982249" y="22480"/>
                  </a:lnTo>
                  <a:lnTo>
                    <a:pt x="990107" y="22442"/>
                  </a:lnTo>
                  <a:lnTo>
                    <a:pt x="997965" y="22402"/>
                  </a:lnTo>
                  <a:lnTo>
                    <a:pt x="1005823" y="22362"/>
                  </a:lnTo>
                  <a:lnTo>
                    <a:pt x="1013681" y="22322"/>
                  </a:lnTo>
                  <a:lnTo>
                    <a:pt x="1021539" y="22280"/>
                  </a:lnTo>
                  <a:lnTo>
                    <a:pt x="1029397" y="22238"/>
                  </a:lnTo>
                  <a:lnTo>
                    <a:pt x="1037254" y="22194"/>
                  </a:lnTo>
                  <a:lnTo>
                    <a:pt x="1045112" y="22152"/>
                  </a:lnTo>
                  <a:lnTo>
                    <a:pt x="1052970" y="22108"/>
                  </a:lnTo>
                  <a:lnTo>
                    <a:pt x="1060828" y="22065"/>
                  </a:lnTo>
                  <a:lnTo>
                    <a:pt x="1068686" y="22025"/>
                  </a:lnTo>
                  <a:lnTo>
                    <a:pt x="1076544" y="21983"/>
                  </a:lnTo>
                  <a:lnTo>
                    <a:pt x="1084402" y="21943"/>
                  </a:lnTo>
                  <a:lnTo>
                    <a:pt x="1092260" y="21898"/>
                  </a:lnTo>
                  <a:lnTo>
                    <a:pt x="1100118" y="21852"/>
                  </a:lnTo>
                  <a:lnTo>
                    <a:pt x="1107976" y="21805"/>
                  </a:lnTo>
                  <a:lnTo>
                    <a:pt x="1115834" y="21757"/>
                  </a:lnTo>
                  <a:lnTo>
                    <a:pt x="1123692" y="21709"/>
                  </a:lnTo>
                  <a:lnTo>
                    <a:pt x="1131550" y="21659"/>
                  </a:lnTo>
                  <a:lnTo>
                    <a:pt x="1139408" y="21609"/>
                  </a:lnTo>
                  <a:lnTo>
                    <a:pt x="1147266" y="21558"/>
                  </a:lnTo>
                  <a:lnTo>
                    <a:pt x="1155124" y="21506"/>
                  </a:lnTo>
                  <a:lnTo>
                    <a:pt x="1162982" y="21448"/>
                  </a:lnTo>
                  <a:lnTo>
                    <a:pt x="1170840" y="21399"/>
                  </a:lnTo>
                  <a:lnTo>
                    <a:pt x="1178698" y="21338"/>
                  </a:lnTo>
                  <a:lnTo>
                    <a:pt x="1186556" y="21283"/>
                  </a:lnTo>
                  <a:lnTo>
                    <a:pt x="1194414" y="21231"/>
                  </a:lnTo>
                  <a:lnTo>
                    <a:pt x="1202272" y="21173"/>
                  </a:lnTo>
                  <a:lnTo>
                    <a:pt x="1210130" y="21114"/>
                  </a:lnTo>
                  <a:lnTo>
                    <a:pt x="1217988" y="21055"/>
                  </a:lnTo>
                  <a:lnTo>
                    <a:pt x="1225846" y="20985"/>
                  </a:lnTo>
                  <a:lnTo>
                    <a:pt x="1233704" y="20910"/>
                  </a:lnTo>
                  <a:lnTo>
                    <a:pt x="1241562" y="20847"/>
                  </a:lnTo>
                  <a:lnTo>
                    <a:pt x="1249420" y="20783"/>
                  </a:lnTo>
                  <a:lnTo>
                    <a:pt x="1257278" y="20718"/>
                  </a:lnTo>
                  <a:lnTo>
                    <a:pt x="1265136" y="20637"/>
                  </a:lnTo>
                  <a:lnTo>
                    <a:pt x="1272994" y="20561"/>
                  </a:lnTo>
                  <a:lnTo>
                    <a:pt x="1280852" y="20489"/>
                  </a:lnTo>
                  <a:lnTo>
                    <a:pt x="1288710" y="20408"/>
                  </a:lnTo>
                  <a:lnTo>
                    <a:pt x="1296568" y="20327"/>
                  </a:lnTo>
                  <a:lnTo>
                    <a:pt x="1304426" y="20240"/>
                  </a:lnTo>
                  <a:lnTo>
                    <a:pt x="1312284" y="20149"/>
                  </a:lnTo>
                  <a:lnTo>
                    <a:pt x="1320142" y="20063"/>
                  </a:lnTo>
                  <a:lnTo>
                    <a:pt x="1328000" y="19963"/>
                  </a:lnTo>
                  <a:lnTo>
                    <a:pt x="1335858" y="19869"/>
                  </a:lnTo>
                  <a:lnTo>
                    <a:pt x="1343716" y="19781"/>
                  </a:lnTo>
                  <a:lnTo>
                    <a:pt x="1351574" y="19696"/>
                  </a:lnTo>
                  <a:lnTo>
                    <a:pt x="1359432" y="19610"/>
                  </a:lnTo>
                  <a:lnTo>
                    <a:pt x="1367290" y="19521"/>
                  </a:lnTo>
                  <a:lnTo>
                    <a:pt x="1375148" y="19431"/>
                  </a:lnTo>
                  <a:lnTo>
                    <a:pt x="1383006" y="19347"/>
                  </a:lnTo>
                  <a:lnTo>
                    <a:pt x="1390864" y="19255"/>
                  </a:lnTo>
                  <a:lnTo>
                    <a:pt x="1398722" y="19151"/>
                  </a:lnTo>
                  <a:lnTo>
                    <a:pt x="1406580" y="19044"/>
                  </a:lnTo>
                  <a:lnTo>
                    <a:pt x="1414438" y="18935"/>
                  </a:lnTo>
                  <a:lnTo>
                    <a:pt x="1422296" y="18825"/>
                  </a:lnTo>
                  <a:lnTo>
                    <a:pt x="1430154" y="18725"/>
                  </a:lnTo>
                  <a:lnTo>
                    <a:pt x="1438012" y="18624"/>
                  </a:lnTo>
                  <a:lnTo>
                    <a:pt x="1445870" y="18521"/>
                  </a:lnTo>
                  <a:lnTo>
                    <a:pt x="1453728" y="18416"/>
                  </a:lnTo>
                  <a:lnTo>
                    <a:pt x="1461586" y="18286"/>
                  </a:lnTo>
                  <a:lnTo>
                    <a:pt x="1469444" y="18157"/>
                  </a:lnTo>
                  <a:lnTo>
                    <a:pt x="1477302" y="18028"/>
                  </a:lnTo>
                  <a:lnTo>
                    <a:pt x="1485160" y="17865"/>
                  </a:lnTo>
                  <a:lnTo>
                    <a:pt x="1493018" y="17725"/>
                  </a:lnTo>
                  <a:lnTo>
                    <a:pt x="1500876" y="17590"/>
                  </a:lnTo>
                  <a:lnTo>
                    <a:pt x="1508734" y="17453"/>
                  </a:lnTo>
                  <a:lnTo>
                    <a:pt x="1516592" y="17313"/>
                  </a:lnTo>
                  <a:lnTo>
                    <a:pt x="1524450" y="17183"/>
                  </a:lnTo>
                  <a:lnTo>
                    <a:pt x="1532308" y="17059"/>
                  </a:lnTo>
                  <a:lnTo>
                    <a:pt x="1540166" y="16932"/>
                  </a:lnTo>
                  <a:lnTo>
                    <a:pt x="1548024" y="16804"/>
                  </a:lnTo>
                  <a:lnTo>
                    <a:pt x="1555882" y="16674"/>
                  </a:lnTo>
                  <a:lnTo>
                    <a:pt x="1563740" y="16541"/>
                  </a:lnTo>
                  <a:lnTo>
                    <a:pt x="1571598" y="16407"/>
                  </a:lnTo>
                  <a:lnTo>
                    <a:pt x="1579456" y="16251"/>
                  </a:lnTo>
                  <a:lnTo>
                    <a:pt x="1587314" y="16057"/>
                  </a:lnTo>
                  <a:lnTo>
                    <a:pt x="1595172" y="15914"/>
                  </a:lnTo>
                  <a:lnTo>
                    <a:pt x="1603030" y="15769"/>
                  </a:lnTo>
                  <a:lnTo>
                    <a:pt x="1610888" y="15619"/>
                  </a:lnTo>
                  <a:lnTo>
                    <a:pt x="1618746" y="15454"/>
                  </a:lnTo>
                  <a:lnTo>
                    <a:pt x="1626604" y="15326"/>
                  </a:lnTo>
                  <a:lnTo>
                    <a:pt x="1634462" y="15145"/>
                  </a:lnTo>
                  <a:lnTo>
                    <a:pt x="1642320" y="14959"/>
                  </a:lnTo>
                  <a:lnTo>
                    <a:pt x="1650178" y="14769"/>
                  </a:lnTo>
                  <a:lnTo>
                    <a:pt x="1658036" y="14575"/>
                  </a:lnTo>
                  <a:lnTo>
                    <a:pt x="1665894" y="14378"/>
                  </a:lnTo>
                  <a:lnTo>
                    <a:pt x="1673752" y="14176"/>
                  </a:lnTo>
                  <a:lnTo>
                    <a:pt x="1681610" y="13971"/>
                  </a:lnTo>
                  <a:lnTo>
                    <a:pt x="1689468" y="13762"/>
                  </a:lnTo>
                  <a:lnTo>
                    <a:pt x="1697326" y="13540"/>
                  </a:lnTo>
                  <a:lnTo>
                    <a:pt x="1705184" y="13303"/>
                  </a:lnTo>
                  <a:lnTo>
                    <a:pt x="1713042" y="13064"/>
                  </a:lnTo>
                  <a:lnTo>
                    <a:pt x="1720900" y="12839"/>
                  </a:lnTo>
                  <a:lnTo>
                    <a:pt x="1728758" y="12610"/>
                  </a:lnTo>
                  <a:lnTo>
                    <a:pt x="1736616" y="12377"/>
                  </a:lnTo>
                  <a:lnTo>
                    <a:pt x="1744474" y="12139"/>
                  </a:lnTo>
                  <a:lnTo>
                    <a:pt x="1752332" y="11898"/>
                  </a:lnTo>
                  <a:lnTo>
                    <a:pt x="1760190" y="11651"/>
                  </a:lnTo>
                  <a:lnTo>
                    <a:pt x="1768048" y="11408"/>
                  </a:lnTo>
                  <a:lnTo>
                    <a:pt x="1775906" y="11167"/>
                  </a:lnTo>
                  <a:lnTo>
                    <a:pt x="1783764" y="10909"/>
                  </a:lnTo>
                  <a:lnTo>
                    <a:pt x="1791622" y="10651"/>
                  </a:lnTo>
                  <a:lnTo>
                    <a:pt x="1799480" y="10365"/>
                  </a:lnTo>
                  <a:lnTo>
                    <a:pt x="1807338" y="10133"/>
                  </a:lnTo>
                  <a:lnTo>
                    <a:pt x="1815196" y="9866"/>
                  </a:lnTo>
                  <a:lnTo>
                    <a:pt x="1823054" y="9593"/>
                  </a:lnTo>
                  <a:lnTo>
                    <a:pt x="1830912" y="9315"/>
                  </a:lnTo>
                  <a:lnTo>
                    <a:pt x="1838770" y="9016"/>
                  </a:lnTo>
                  <a:lnTo>
                    <a:pt x="1846628" y="8703"/>
                  </a:lnTo>
                  <a:lnTo>
                    <a:pt x="1854486" y="8383"/>
                  </a:lnTo>
                  <a:lnTo>
                    <a:pt x="1862344" y="8058"/>
                  </a:lnTo>
                  <a:lnTo>
                    <a:pt x="1870202" y="7725"/>
                  </a:lnTo>
                  <a:lnTo>
                    <a:pt x="1878060" y="7387"/>
                  </a:lnTo>
                  <a:lnTo>
                    <a:pt x="1885918" y="7041"/>
                  </a:lnTo>
                  <a:lnTo>
                    <a:pt x="1893776" y="6689"/>
                  </a:lnTo>
                  <a:lnTo>
                    <a:pt x="1901634" y="6330"/>
                  </a:lnTo>
                  <a:lnTo>
                    <a:pt x="1909492" y="5963"/>
                  </a:lnTo>
                  <a:lnTo>
                    <a:pt x="1917350" y="5590"/>
                  </a:lnTo>
                  <a:lnTo>
                    <a:pt x="1925208" y="5215"/>
                  </a:lnTo>
                  <a:lnTo>
                    <a:pt x="1933066" y="4839"/>
                  </a:lnTo>
                  <a:lnTo>
                    <a:pt x="1940924" y="4457"/>
                  </a:lnTo>
                  <a:lnTo>
                    <a:pt x="1948782" y="4067"/>
                  </a:lnTo>
                  <a:lnTo>
                    <a:pt x="1956640" y="3669"/>
                  </a:lnTo>
                  <a:lnTo>
                    <a:pt x="1964498" y="3264"/>
                  </a:lnTo>
                  <a:lnTo>
                    <a:pt x="1972356" y="2854"/>
                  </a:lnTo>
                  <a:lnTo>
                    <a:pt x="1980214" y="2512"/>
                  </a:lnTo>
                  <a:lnTo>
                    <a:pt x="1988072" y="2169"/>
                  </a:lnTo>
                  <a:lnTo>
                    <a:pt x="1995930" y="1821"/>
                  </a:lnTo>
                  <a:lnTo>
                    <a:pt x="2003788" y="1468"/>
                  </a:lnTo>
                  <a:lnTo>
                    <a:pt x="2011646" y="1109"/>
                  </a:lnTo>
                  <a:lnTo>
                    <a:pt x="2019504" y="745"/>
                  </a:lnTo>
                  <a:lnTo>
                    <a:pt x="2027362" y="375"/>
                  </a:lnTo>
                  <a:lnTo>
                    <a:pt x="2035220" y="0"/>
                  </a:lnTo>
                  <a:lnTo>
                    <a:pt x="2035220" y="23346"/>
                  </a:lnTo>
                  <a:lnTo>
                    <a:pt x="2027362" y="23353"/>
                  </a:lnTo>
                  <a:lnTo>
                    <a:pt x="2019504" y="23360"/>
                  </a:lnTo>
                  <a:lnTo>
                    <a:pt x="2011646" y="23366"/>
                  </a:lnTo>
                  <a:lnTo>
                    <a:pt x="2003788" y="23374"/>
                  </a:lnTo>
                  <a:lnTo>
                    <a:pt x="1995930" y="23383"/>
                  </a:lnTo>
                  <a:lnTo>
                    <a:pt x="1988072" y="23392"/>
                  </a:lnTo>
                  <a:lnTo>
                    <a:pt x="1980214" y="23401"/>
                  </a:lnTo>
                  <a:lnTo>
                    <a:pt x="1972356" y="23410"/>
                  </a:lnTo>
                  <a:lnTo>
                    <a:pt x="1964498" y="23419"/>
                  </a:lnTo>
                  <a:lnTo>
                    <a:pt x="1956640" y="23428"/>
                  </a:lnTo>
                  <a:lnTo>
                    <a:pt x="1948782" y="23437"/>
                  </a:lnTo>
                  <a:lnTo>
                    <a:pt x="1940924" y="23446"/>
                  </a:lnTo>
                  <a:lnTo>
                    <a:pt x="1933066" y="23456"/>
                  </a:lnTo>
                  <a:lnTo>
                    <a:pt x="1925208" y="23464"/>
                  </a:lnTo>
                  <a:lnTo>
                    <a:pt x="1917350" y="23471"/>
                  </a:lnTo>
                  <a:lnTo>
                    <a:pt x="1909492" y="23480"/>
                  </a:lnTo>
                  <a:lnTo>
                    <a:pt x="1901634" y="23488"/>
                  </a:lnTo>
                  <a:lnTo>
                    <a:pt x="1893776" y="23496"/>
                  </a:lnTo>
                  <a:lnTo>
                    <a:pt x="1885918" y="23505"/>
                  </a:lnTo>
                  <a:lnTo>
                    <a:pt x="1878060" y="23513"/>
                  </a:lnTo>
                  <a:lnTo>
                    <a:pt x="1870202" y="23521"/>
                  </a:lnTo>
                  <a:lnTo>
                    <a:pt x="1862344" y="23529"/>
                  </a:lnTo>
                  <a:lnTo>
                    <a:pt x="1854486" y="23537"/>
                  </a:lnTo>
                  <a:lnTo>
                    <a:pt x="1846628" y="23541"/>
                  </a:lnTo>
                  <a:lnTo>
                    <a:pt x="1838770" y="23544"/>
                  </a:lnTo>
                  <a:lnTo>
                    <a:pt x="1830912" y="23547"/>
                  </a:lnTo>
                  <a:lnTo>
                    <a:pt x="1823054" y="23550"/>
                  </a:lnTo>
                  <a:lnTo>
                    <a:pt x="1815196" y="23553"/>
                  </a:lnTo>
                  <a:lnTo>
                    <a:pt x="1807338" y="23559"/>
                  </a:lnTo>
                  <a:lnTo>
                    <a:pt x="1799480" y="23566"/>
                  </a:lnTo>
                  <a:lnTo>
                    <a:pt x="1791622" y="23573"/>
                  </a:lnTo>
                  <a:lnTo>
                    <a:pt x="1783764" y="23580"/>
                  </a:lnTo>
                  <a:lnTo>
                    <a:pt x="1775906" y="23587"/>
                  </a:lnTo>
                  <a:lnTo>
                    <a:pt x="1768048" y="23594"/>
                  </a:lnTo>
                  <a:lnTo>
                    <a:pt x="1760190" y="23602"/>
                  </a:lnTo>
                  <a:lnTo>
                    <a:pt x="1752332" y="23610"/>
                  </a:lnTo>
                  <a:lnTo>
                    <a:pt x="1744474" y="23617"/>
                  </a:lnTo>
                  <a:lnTo>
                    <a:pt x="1736616" y="23624"/>
                  </a:lnTo>
                  <a:lnTo>
                    <a:pt x="1728758" y="23629"/>
                  </a:lnTo>
                  <a:lnTo>
                    <a:pt x="1720900" y="23634"/>
                  </a:lnTo>
                  <a:lnTo>
                    <a:pt x="1713042" y="23640"/>
                  </a:lnTo>
                  <a:lnTo>
                    <a:pt x="1705184" y="23647"/>
                  </a:lnTo>
                  <a:lnTo>
                    <a:pt x="1697326" y="23653"/>
                  </a:lnTo>
                  <a:lnTo>
                    <a:pt x="1689468" y="23657"/>
                  </a:lnTo>
                  <a:lnTo>
                    <a:pt x="1681610" y="23664"/>
                  </a:lnTo>
                  <a:lnTo>
                    <a:pt x="1673752" y="23671"/>
                  </a:lnTo>
                  <a:lnTo>
                    <a:pt x="1665894" y="23678"/>
                  </a:lnTo>
                  <a:lnTo>
                    <a:pt x="1658036" y="23684"/>
                  </a:lnTo>
                  <a:lnTo>
                    <a:pt x="1650178" y="23691"/>
                  </a:lnTo>
                  <a:lnTo>
                    <a:pt x="1642320" y="23697"/>
                  </a:lnTo>
                  <a:lnTo>
                    <a:pt x="1634462" y="23703"/>
                  </a:lnTo>
                  <a:lnTo>
                    <a:pt x="1626604" y="23709"/>
                  </a:lnTo>
                  <a:lnTo>
                    <a:pt x="1618746" y="23715"/>
                  </a:lnTo>
                  <a:lnTo>
                    <a:pt x="1610888" y="23717"/>
                  </a:lnTo>
                  <a:lnTo>
                    <a:pt x="1603030" y="23719"/>
                  </a:lnTo>
                  <a:lnTo>
                    <a:pt x="1595172" y="23723"/>
                  </a:lnTo>
                  <a:lnTo>
                    <a:pt x="1587314" y="23727"/>
                  </a:lnTo>
                  <a:lnTo>
                    <a:pt x="1579456" y="23731"/>
                  </a:lnTo>
                  <a:lnTo>
                    <a:pt x="1571598" y="23735"/>
                  </a:lnTo>
                  <a:lnTo>
                    <a:pt x="1563740" y="23742"/>
                  </a:lnTo>
                  <a:lnTo>
                    <a:pt x="1555882" y="23748"/>
                  </a:lnTo>
                  <a:lnTo>
                    <a:pt x="1548024" y="23754"/>
                  </a:lnTo>
                  <a:lnTo>
                    <a:pt x="1540166" y="23760"/>
                  </a:lnTo>
                  <a:lnTo>
                    <a:pt x="1532308" y="23766"/>
                  </a:lnTo>
                  <a:lnTo>
                    <a:pt x="1524450" y="23769"/>
                  </a:lnTo>
                  <a:lnTo>
                    <a:pt x="1516592" y="23772"/>
                  </a:lnTo>
                  <a:lnTo>
                    <a:pt x="1508734" y="23776"/>
                  </a:lnTo>
                  <a:lnTo>
                    <a:pt x="1500876" y="23782"/>
                  </a:lnTo>
                  <a:lnTo>
                    <a:pt x="1493018" y="23788"/>
                  </a:lnTo>
                  <a:lnTo>
                    <a:pt x="1485160" y="23795"/>
                  </a:lnTo>
                  <a:lnTo>
                    <a:pt x="1477302" y="23801"/>
                  </a:lnTo>
                  <a:lnTo>
                    <a:pt x="1469444" y="23805"/>
                  </a:lnTo>
                  <a:lnTo>
                    <a:pt x="1461586" y="23810"/>
                  </a:lnTo>
                  <a:lnTo>
                    <a:pt x="1453728" y="23816"/>
                  </a:lnTo>
                  <a:lnTo>
                    <a:pt x="1445870" y="23822"/>
                  </a:lnTo>
                  <a:lnTo>
                    <a:pt x="1438012" y="23827"/>
                  </a:lnTo>
                  <a:lnTo>
                    <a:pt x="1430154" y="23833"/>
                  </a:lnTo>
                  <a:lnTo>
                    <a:pt x="1422296" y="23839"/>
                  </a:lnTo>
                  <a:lnTo>
                    <a:pt x="1414438" y="23844"/>
                  </a:lnTo>
                  <a:lnTo>
                    <a:pt x="1406580" y="23850"/>
                  </a:lnTo>
                  <a:lnTo>
                    <a:pt x="1398722" y="23855"/>
                  </a:lnTo>
                  <a:lnTo>
                    <a:pt x="1390864" y="23860"/>
                  </a:lnTo>
                  <a:lnTo>
                    <a:pt x="1383006" y="23863"/>
                  </a:lnTo>
                  <a:lnTo>
                    <a:pt x="1375148" y="23868"/>
                  </a:lnTo>
                  <a:lnTo>
                    <a:pt x="1367290" y="23871"/>
                  </a:lnTo>
                  <a:lnTo>
                    <a:pt x="1359432" y="23875"/>
                  </a:lnTo>
                  <a:lnTo>
                    <a:pt x="1351574" y="23879"/>
                  </a:lnTo>
                  <a:lnTo>
                    <a:pt x="1343716" y="23882"/>
                  </a:lnTo>
                  <a:lnTo>
                    <a:pt x="1335858" y="23887"/>
                  </a:lnTo>
                  <a:lnTo>
                    <a:pt x="1328000" y="23893"/>
                  </a:lnTo>
                  <a:lnTo>
                    <a:pt x="1320142" y="23897"/>
                  </a:lnTo>
                  <a:lnTo>
                    <a:pt x="1312284" y="23903"/>
                  </a:lnTo>
                  <a:lnTo>
                    <a:pt x="1304426" y="23907"/>
                  </a:lnTo>
                  <a:lnTo>
                    <a:pt x="1296568" y="23910"/>
                  </a:lnTo>
                  <a:lnTo>
                    <a:pt x="1288710" y="23912"/>
                  </a:lnTo>
                  <a:lnTo>
                    <a:pt x="1280852" y="23916"/>
                  </a:lnTo>
                  <a:lnTo>
                    <a:pt x="1272994" y="23920"/>
                  </a:lnTo>
                  <a:lnTo>
                    <a:pt x="1265136" y="23924"/>
                  </a:lnTo>
                  <a:lnTo>
                    <a:pt x="1257278" y="23927"/>
                  </a:lnTo>
                  <a:lnTo>
                    <a:pt x="1249420" y="23931"/>
                  </a:lnTo>
                  <a:lnTo>
                    <a:pt x="1241562" y="23936"/>
                  </a:lnTo>
                  <a:lnTo>
                    <a:pt x="1233704" y="23942"/>
                  </a:lnTo>
                  <a:lnTo>
                    <a:pt x="1225846" y="23945"/>
                  </a:lnTo>
                  <a:lnTo>
                    <a:pt x="1217988" y="23948"/>
                  </a:lnTo>
                  <a:lnTo>
                    <a:pt x="1210130" y="23951"/>
                  </a:lnTo>
                  <a:lnTo>
                    <a:pt x="1202272" y="23957"/>
                  </a:lnTo>
                  <a:lnTo>
                    <a:pt x="1194414" y="23960"/>
                  </a:lnTo>
                  <a:lnTo>
                    <a:pt x="1186556" y="23964"/>
                  </a:lnTo>
                  <a:lnTo>
                    <a:pt x="1178698" y="23967"/>
                  </a:lnTo>
                  <a:lnTo>
                    <a:pt x="1170840" y="23970"/>
                  </a:lnTo>
                  <a:lnTo>
                    <a:pt x="1162982" y="23975"/>
                  </a:lnTo>
                  <a:lnTo>
                    <a:pt x="1155124" y="23979"/>
                  </a:lnTo>
                  <a:lnTo>
                    <a:pt x="1147266" y="23983"/>
                  </a:lnTo>
                  <a:lnTo>
                    <a:pt x="1139408" y="23988"/>
                  </a:lnTo>
                  <a:lnTo>
                    <a:pt x="1131550" y="23993"/>
                  </a:lnTo>
                  <a:lnTo>
                    <a:pt x="1123692" y="23997"/>
                  </a:lnTo>
                  <a:lnTo>
                    <a:pt x="1115834" y="24003"/>
                  </a:lnTo>
                  <a:lnTo>
                    <a:pt x="1107976" y="24009"/>
                  </a:lnTo>
                  <a:lnTo>
                    <a:pt x="1100118" y="24014"/>
                  </a:lnTo>
                  <a:lnTo>
                    <a:pt x="1092260" y="24018"/>
                  </a:lnTo>
                  <a:lnTo>
                    <a:pt x="1084402" y="24023"/>
                  </a:lnTo>
                  <a:lnTo>
                    <a:pt x="1076544" y="24028"/>
                  </a:lnTo>
                  <a:lnTo>
                    <a:pt x="1068686" y="24033"/>
                  </a:lnTo>
                  <a:lnTo>
                    <a:pt x="1060828" y="24037"/>
                  </a:lnTo>
                  <a:lnTo>
                    <a:pt x="1052970" y="24041"/>
                  </a:lnTo>
                  <a:lnTo>
                    <a:pt x="1045112" y="24046"/>
                  </a:lnTo>
                  <a:lnTo>
                    <a:pt x="1037254" y="24051"/>
                  </a:lnTo>
                  <a:lnTo>
                    <a:pt x="1029397" y="24055"/>
                  </a:lnTo>
                  <a:lnTo>
                    <a:pt x="1021539" y="24060"/>
                  </a:lnTo>
                  <a:lnTo>
                    <a:pt x="1013681" y="24066"/>
                  </a:lnTo>
                  <a:lnTo>
                    <a:pt x="1005823" y="24069"/>
                  </a:lnTo>
                  <a:lnTo>
                    <a:pt x="997965" y="24073"/>
                  </a:lnTo>
                  <a:lnTo>
                    <a:pt x="990107" y="24077"/>
                  </a:lnTo>
                  <a:lnTo>
                    <a:pt x="982249" y="24082"/>
                  </a:lnTo>
                  <a:lnTo>
                    <a:pt x="974391" y="24088"/>
                  </a:lnTo>
                  <a:lnTo>
                    <a:pt x="966533" y="24091"/>
                  </a:lnTo>
                  <a:lnTo>
                    <a:pt x="958675" y="24094"/>
                  </a:lnTo>
                  <a:lnTo>
                    <a:pt x="950817" y="24098"/>
                  </a:lnTo>
                  <a:lnTo>
                    <a:pt x="942959" y="24103"/>
                  </a:lnTo>
                  <a:lnTo>
                    <a:pt x="935101" y="24108"/>
                  </a:lnTo>
                  <a:lnTo>
                    <a:pt x="927243" y="24113"/>
                  </a:lnTo>
                  <a:lnTo>
                    <a:pt x="919385" y="24119"/>
                  </a:lnTo>
                  <a:lnTo>
                    <a:pt x="911527" y="24123"/>
                  </a:lnTo>
                  <a:lnTo>
                    <a:pt x="903669" y="24126"/>
                  </a:lnTo>
                  <a:lnTo>
                    <a:pt x="895811" y="24130"/>
                  </a:lnTo>
                  <a:lnTo>
                    <a:pt x="887953" y="24133"/>
                  </a:lnTo>
                  <a:lnTo>
                    <a:pt x="880095" y="24136"/>
                  </a:lnTo>
                  <a:lnTo>
                    <a:pt x="872237" y="24141"/>
                  </a:lnTo>
                  <a:lnTo>
                    <a:pt x="864379" y="24145"/>
                  </a:lnTo>
                  <a:lnTo>
                    <a:pt x="856521" y="24147"/>
                  </a:lnTo>
                  <a:lnTo>
                    <a:pt x="848663" y="24153"/>
                  </a:lnTo>
                  <a:lnTo>
                    <a:pt x="840805" y="24159"/>
                  </a:lnTo>
                  <a:lnTo>
                    <a:pt x="832947" y="24164"/>
                  </a:lnTo>
                  <a:lnTo>
                    <a:pt x="825089" y="24166"/>
                  </a:lnTo>
                  <a:lnTo>
                    <a:pt x="817231" y="24169"/>
                  </a:lnTo>
                  <a:lnTo>
                    <a:pt x="809373" y="24173"/>
                  </a:lnTo>
                  <a:lnTo>
                    <a:pt x="801515" y="24176"/>
                  </a:lnTo>
                  <a:lnTo>
                    <a:pt x="793657" y="24180"/>
                  </a:lnTo>
                  <a:lnTo>
                    <a:pt x="785799" y="24184"/>
                  </a:lnTo>
                  <a:lnTo>
                    <a:pt x="777941" y="24187"/>
                  </a:lnTo>
                  <a:lnTo>
                    <a:pt x="770083" y="24192"/>
                  </a:lnTo>
                  <a:lnTo>
                    <a:pt x="762225" y="24196"/>
                  </a:lnTo>
                  <a:lnTo>
                    <a:pt x="754367" y="24200"/>
                  </a:lnTo>
                  <a:lnTo>
                    <a:pt x="746509" y="24203"/>
                  </a:lnTo>
                  <a:lnTo>
                    <a:pt x="738651" y="24206"/>
                  </a:lnTo>
                  <a:lnTo>
                    <a:pt x="730793" y="24210"/>
                  </a:lnTo>
                  <a:lnTo>
                    <a:pt x="722935" y="24213"/>
                  </a:lnTo>
                  <a:lnTo>
                    <a:pt x="715077" y="24216"/>
                  </a:lnTo>
                  <a:lnTo>
                    <a:pt x="707219" y="24220"/>
                  </a:lnTo>
                  <a:lnTo>
                    <a:pt x="699361" y="24224"/>
                  </a:lnTo>
                  <a:lnTo>
                    <a:pt x="691503" y="24227"/>
                  </a:lnTo>
                  <a:lnTo>
                    <a:pt x="683645" y="24229"/>
                  </a:lnTo>
                  <a:lnTo>
                    <a:pt x="675787" y="24232"/>
                  </a:lnTo>
                  <a:lnTo>
                    <a:pt x="667929" y="24235"/>
                  </a:lnTo>
                  <a:lnTo>
                    <a:pt x="660071" y="24239"/>
                  </a:lnTo>
                  <a:lnTo>
                    <a:pt x="652213" y="24241"/>
                  </a:lnTo>
                  <a:lnTo>
                    <a:pt x="644355" y="24245"/>
                  </a:lnTo>
                  <a:lnTo>
                    <a:pt x="636497" y="24249"/>
                  </a:lnTo>
                  <a:lnTo>
                    <a:pt x="628639" y="24253"/>
                  </a:lnTo>
                  <a:lnTo>
                    <a:pt x="620781" y="24256"/>
                  </a:lnTo>
                  <a:lnTo>
                    <a:pt x="612923" y="24260"/>
                  </a:lnTo>
                  <a:lnTo>
                    <a:pt x="605065" y="24262"/>
                  </a:lnTo>
                  <a:lnTo>
                    <a:pt x="597207" y="24265"/>
                  </a:lnTo>
                  <a:lnTo>
                    <a:pt x="589349" y="24268"/>
                  </a:lnTo>
                  <a:lnTo>
                    <a:pt x="581491" y="24271"/>
                  </a:lnTo>
                  <a:lnTo>
                    <a:pt x="573633" y="24275"/>
                  </a:lnTo>
                  <a:lnTo>
                    <a:pt x="565775" y="24277"/>
                  </a:lnTo>
                  <a:lnTo>
                    <a:pt x="557917" y="24281"/>
                  </a:lnTo>
                  <a:lnTo>
                    <a:pt x="550059" y="24284"/>
                  </a:lnTo>
                  <a:lnTo>
                    <a:pt x="542201" y="24287"/>
                  </a:lnTo>
                  <a:lnTo>
                    <a:pt x="534343" y="24291"/>
                  </a:lnTo>
                  <a:lnTo>
                    <a:pt x="526485" y="24295"/>
                  </a:lnTo>
                  <a:lnTo>
                    <a:pt x="518627" y="24297"/>
                  </a:lnTo>
                  <a:lnTo>
                    <a:pt x="510769" y="24300"/>
                  </a:lnTo>
                  <a:lnTo>
                    <a:pt x="502911" y="24303"/>
                  </a:lnTo>
                  <a:lnTo>
                    <a:pt x="495053" y="24305"/>
                  </a:lnTo>
                  <a:lnTo>
                    <a:pt x="487195" y="24308"/>
                  </a:lnTo>
                  <a:lnTo>
                    <a:pt x="479337" y="24310"/>
                  </a:lnTo>
                  <a:lnTo>
                    <a:pt x="471479" y="24314"/>
                  </a:lnTo>
                  <a:lnTo>
                    <a:pt x="463621" y="24317"/>
                  </a:lnTo>
                  <a:lnTo>
                    <a:pt x="455763" y="24320"/>
                  </a:lnTo>
                  <a:lnTo>
                    <a:pt x="447905" y="24322"/>
                  </a:lnTo>
                  <a:lnTo>
                    <a:pt x="440047" y="24324"/>
                  </a:lnTo>
                  <a:lnTo>
                    <a:pt x="432189" y="24328"/>
                  </a:lnTo>
                  <a:lnTo>
                    <a:pt x="424331" y="24330"/>
                  </a:lnTo>
                  <a:lnTo>
                    <a:pt x="416473" y="24333"/>
                  </a:lnTo>
                  <a:lnTo>
                    <a:pt x="408615" y="24336"/>
                  </a:lnTo>
                  <a:lnTo>
                    <a:pt x="400757" y="24339"/>
                  </a:lnTo>
                  <a:lnTo>
                    <a:pt x="392899" y="24342"/>
                  </a:lnTo>
                  <a:lnTo>
                    <a:pt x="385041" y="24345"/>
                  </a:lnTo>
                  <a:lnTo>
                    <a:pt x="377183" y="24348"/>
                  </a:lnTo>
                  <a:lnTo>
                    <a:pt x="369325" y="24350"/>
                  </a:lnTo>
                  <a:lnTo>
                    <a:pt x="361467" y="24353"/>
                  </a:lnTo>
                  <a:lnTo>
                    <a:pt x="353609" y="24356"/>
                  </a:lnTo>
                  <a:lnTo>
                    <a:pt x="345751" y="24358"/>
                  </a:lnTo>
                  <a:lnTo>
                    <a:pt x="337893" y="24360"/>
                  </a:lnTo>
                  <a:lnTo>
                    <a:pt x="330035" y="24363"/>
                  </a:lnTo>
                  <a:lnTo>
                    <a:pt x="322177" y="24365"/>
                  </a:lnTo>
                  <a:lnTo>
                    <a:pt x="314319" y="24368"/>
                  </a:lnTo>
                  <a:lnTo>
                    <a:pt x="306461" y="24370"/>
                  </a:lnTo>
                  <a:lnTo>
                    <a:pt x="298603" y="24372"/>
                  </a:lnTo>
                  <a:lnTo>
                    <a:pt x="290745" y="24374"/>
                  </a:lnTo>
                  <a:lnTo>
                    <a:pt x="282887" y="24376"/>
                  </a:lnTo>
                  <a:lnTo>
                    <a:pt x="275029" y="24379"/>
                  </a:lnTo>
                  <a:lnTo>
                    <a:pt x="267171" y="24381"/>
                  </a:lnTo>
                  <a:lnTo>
                    <a:pt x="259313" y="24383"/>
                  </a:lnTo>
                  <a:lnTo>
                    <a:pt x="251455" y="24385"/>
                  </a:lnTo>
                  <a:lnTo>
                    <a:pt x="243597" y="24387"/>
                  </a:lnTo>
                  <a:lnTo>
                    <a:pt x="235739" y="24390"/>
                  </a:lnTo>
                  <a:lnTo>
                    <a:pt x="227881" y="24392"/>
                  </a:lnTo>
                  <a:lnTo>
                    <a:pt x="220023" y="24395"/>
                  </a:lnTo>
                  <a:lnTo>
                    <a:pt x="212165" y="24397"/>
                  </a:lnTo>
                  <a:lnTo>
                    <a:pt x="204307" y="24399"/>
                  </a:lnTo>
                  <a:lnTo>
                    <a:pt x="196449" y="24402"/>
                  </a:lnTo>
                  <a:lnTo>
                    <a:pt x="188591" y="24404"/>
                  </a:lnTo>
                  <a:lnTo>
                    <a:pt x="180733" y="24406"/>
                  </a:lnTo>
                  <a:lnTo>
                    <a:pt x="172875" y="24408"/>
                  </a:lnTo>
                  <a:lnTo>
                    <a:pt x="165017" y="24409"/>
                  </a:lnTo>
                  <a:lnTo>
                    <a:pt x="157159" y="24411"/>
                  </a:lnTo>
                  <a:lnTo>
                    <a:pt x="149301" y="24413"/>
                  </a:lnTo>
                  <a:lnTo>
                    <a:pt x="141443" y="24414"/>
                  </a:lnTo>
                  <a:lnTo>
                    <a:pt x="133585" y="24416"/>
                  </a:lnTo>
                  <a:lnTo>
                    <a:pt x="125727" y="24418"/>
                  </a:lnTo>
                  <a:lnTo>
                    <a:pt x="117869" y="24420"/>
                  </a:lnTo>
                  <a:lnTo>
                    <a:pt x="110011" y="24422"/>
                  </a:lnTo>
                  <a:lnTo>
                    <a:pt x="102153" y="24424"/>
                  </a:lnTo>
                  <a:lnTo>
                    <a:pt x="94295" y="24426"/>
                  </a:lnTo>
                  <a:lnTo>
                    <a:pt x="86437" y="24427"/>
                  </a:lnTo>
                  <a:lnTo>
                    <a:pt x="78579" y="24430"/>
                  </a:lnTo>
                  <a:lnTo>
                    <a:pt x="70721" y="24431"/>
                  </a:lnTo>
                  <a:lnTo>
                    <a:pt x="62863" y="24433"/>
                  </a:lnTo>
                  <a:lnTo>
                    <a:pt x="55005" y="24435"/>
                  </a:lnTo>
                  <a:lnTo>
                    <a:pt x="47147" y="24437"/>
                  </a:lnTo>
                  <a:lnTo>
                    <a:pt x="39289" y="24438"/>
                  </a:lnTo>
                  <a:lnTo>
                    <a:pt x="31431" y="24440"/>
                  </a:lnTo>
                  <a:lnTo>
                    <a:pt x="23573" y="24442"/>
                  </a:lnTo>
                  <a:lnTo>
                    <a:pt x="15715" y="24444"/>
                  </a:lnTo>
                  <a:lnTo>
                    <a:pt x="7857" y="24445"/>
                  </a:lnTo>
                  <a:lnTo>
                    <a:pt x="0" y="24447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65" name="pl264"/>
            <p:cNvSpPr/>
            <p:nvPr/>
          </p:nvSpPr>
          <p:spPr>
            <a:xfrm>
              <a:off x="6029658" y="4932343"/>
              <a:ext cx="2035220" cy="24114"/>
            </a:xfrm>
            <a:custGeom>
              <a:avLst/>
              <a:pathLst>
                <a:path w="2035220" h="24114">
                  <a:moveTo>
                    <a:pt x="0" y="24114"/>
                  </a:moveTo>
                  <a:lnTo>
                    <a:pt x="7857" y="24109"/>
                  </a:lnTo>
                  <a:lnTo>
                    <a:pt x="15715" y="24106"/>
                  </a:lnTo>
                  <a:lnTo>
                    <a:pt x="23573" y="24103"/>
                  </a:lnTo>
                  <a:lnTo>
                    <a:pt x="31431" y="24100"/>
                  </a:lnTo>
                  <a:lnTo>
                    <a:pt x="39289" y="24096"/>
                  </a:lnTo>
                  <a:lnTo>
                    <a:pt x="47147" y="24091"/>
                  </a:lnTo>
                  <a:lnTo>
                    <a:pt x="55005" y="24087"/>
                  </a:lnTo>
                  <a:lnTo>
                    <a:pt x="62863" y="24083"/>
                  </a:lnTo>
                  <a:lnTo>
                    <a:pt x="70721" y="24077"/>
                  </a:lnTo>
                  <a:lnTo>
                    <a:pt x="78579" y="24075"/>
                  </a:lnTo>
                  <a:lnTo>
                    <a:pt x="86437" y="24070"/>
                  </a:lnTo>
                  <a:lnTo>
                    <a:pt x="94295" y="24066"/>
                  </a:lnTo>
                  <a:lnTo>
                    <a:pt x="102153" y="24062"/>
                  </a:lnTo>
                  <a:lnTo>
                    <a:pt x="110011" y="24057"/>
                  </a:lnTo>
                  <a:lnTo>
                    <a:pt x="117869" y="24053"/>
                  </a:lnTo>
                  <a:lnTo>
                    <a:pt x="125727" y="24048"/>
                  </a:lnTo>
                  <a:lnTo>
                    <a:pt x="133585" y="24042"/>
                  </a:lnTo>
                  <a:lnTo>
                    <a:pt x="141443" y="24038"/>
                  </a:lnTo>
                  <a:lnTo>
                    <a:pt x="149301" y="24034"/>
                  </a:lnTo>
                  <a:lnTo>
                    <a:pt x="157159" y="24030"/>
                  </a:lnTo>
                  <a:lnTo>
                    <a:pt x="165017" y="24025"/>
                  </a:lnTo>
                  <a:lnTo>
                    <a:pt x="172875" y="24018"/>
                  </a:lnTo>
                  <a:lnTo>
                    <a:pt x="180733" y="24011"/>
                  </a:lnTo>
                  <a:lnTo>
                    <a:pt x="188591" y="24003"/>
                  </a:lnTo>
                  <a:lnTo>
                    <a:pt x="196449" y="23999"/>
                  </a:lnTo>
                  <a:lnTo>
                    <a:pt x="204307" y="23994"/>
                  </a:lnTo>
                  <a:lnTo>
                    <a:pt x="212165" y="23989"/>
                  </a:lnTo>
                  <a:lnTo>
                    <a:pt x="220023" y="23981"/>
                  </a:lnTo>
                  <a:lnTo>
                    <a:pt x="227881" y="23977"/>
                  </a:lnTo>
                  <a:lnTo>
                    <a:pt x="235739" y="23971"/>
                  </a:lnTo>
                  <a:lnTo>
                    <a:pt x="243597" y="23964"/>
                  </a:lnTo>
                  <a:lnTo>
                    <a:pt x="251455" y="23957"/>
                  </a:lnTo>
                  <a:lnTo>
                    <a:pt x="259313" y="23953"/>
                  </a:lnTo>
                  <a:lnTo>
                    <a:pt x="267171" y="23949"/>
                  </a:lnTo>
                  <a:lnTo>
                    <a:pt x="275029" y="23941"/>
                  </a:lnTo>
                  <a:lnTo>
                    <a:pt x="282887" y="23936"/>
                  </a:lnTo>
                  <a:lnTo>
                    <a:pt x="290745" y="23931"/>
                  </a:lnTo>
                  <a:lnTo>
                    <a:pt x="298603" y="23924"/>
                  </a:lnTo>
                  <a:lnTo>
                    <a:pt x="306461" y="23916"/>
                  </a:lnTo>
                  <a:lnTo>
                    <a:pt x="314319" y="23906"/>
                  </a:lnTo>
                  <a:lnTo>
                    <a:pt x="322177" y="23895"/>
                  </a:lnTo>
                  <a:lnTo>
                    <a:pt x="330035" y="23889"/>
                  </a:lnTo>
                  <a:lnTo>
                    <a:pt x="337893" y="23886"/>
                  </a:lnTo>
                  <a:lnTo>
                    <a:pt x="345751" y="23880"/>
                  </a:lnTo>
                  <a:lnTo>
                    <a:pt x="353609" y="23872"/>
                  </a:lnTo>
                  <a:lnTo>
                    <a:pt x="361467" y="23860"/>
                  </a:lnTo>
                  <a:lnTo>
                    <a:pt x="369325" y="23848"/>
                  </a:lnTo>
                  <a:lnTo>
                    <a:pt x="377183" y="23841"/>
                  </a:lnTo>
                  <a:lnTo>
                    <a:pt x="385041" y="23833"/>
                  </a:lnTo>
                  <a:lnTo>
                    <a:pt x="392899" y="23822"/>
                  </a:lnTo>
                  <a:lnTo>
                    <a:pt x="400757" y="23815"/>
                  </a:lnTo>
                  <a:lnTo>
                    <a:pt x="408615" y="23809"/>
                  </a:lnTo>
                  <a:lnTo>
                    <a:pt x="416473" y="23803"/>
                  </a:lnTo>
                  <a:lnTo>
                    <a:pt x="424331" y="23795"/>
                  </a:lnTo>
                  <a:lnTo>
                    <a:pt x="432189" y="23785"/>
                  </a:lnTo>
                  <a:lnTo>
                    <a:pt x="440047" y="23778"/>
                  </a:lnTo>
                  <a:lnTo>
                    <a:pt x="447905" y="23769"/>
                  </a:lnTo>
                  <a:lnTo>
                    <a:pt x="455763" y="23762"/>
                  </a:lnTo>
                  <a:lnTo>
                    <a:pt x="463621" y="23753"/>
                  </a:lnTo>
                  <a:lnTo>
                    <a:pt x="471479" y="23741"/>
                  </a:lnTo>
                  <a:lnTo>
                    <a:pt x="479337" y="23732"/>
                  </a:lnTo>
                  <a:lnTo>
                    <a:pt x="487195" y="23723"/>
                  </a:lnTo>
                  <a:lnTo>
                    <a:pt x="495053" y="23716"/>
                  </a:lnTo>
                  <a:lnTo>
                    <a:pt x="502911" y="23706"/>
                  </a:lnTo>
                  <a:lnTo>
                    <a:pt x="510769" y="23696"/>
                  </a:lnTo>
                  <a:lnTo>
                    <a:pt x="518627" y="23683"/>
                  </a:lnTo>
                  <a:lnTo>
                    <a:pt x="526485" y="23671"/>
                  </a:lnTo>
                  <a:lnTo>
                    <a:pt x="534343" y="23661"/>
                  </a:lnTo>
                  <a:lnTo>
                    <a:pt x="542201" y="23650"/>
                  </a:lnTo>
                  <a:lnTo>
                    <a:pt x="550059" y="23640"/>
                  </a:lnTo>
                  <a:lnTo>
                    <a:pt x="557917" y="23627"/>
                  </a:lnTo>
                  <a:lnTo>
                    <a:pt x="565775" y="23613"/>
                  </a:lnTo>
                  <a:lnTo>
                    <a:pt x="573633" y="23597"/>
                  </a:lnTo>
                  <a:lnTo>
                    <a:pt x="581491" y="23584"/>
                  </a:lnTo>
                  <a:lnTo>
                    <a:pt x="589349" y="23573"/>
                  </a:lnTo>
                  <a:lnTo>
                    <a:pt x="597207" y="23561"/>
                  </a:lnTo>
                  <a:lnTo>
                    <a:pt x="605065" y="23546"/>
                  </a:lnTo>
                  <a:lnTo>
                    <a:pt x="612923" y="23532"/>
                  </a:lnTo>
                  <a:lnTo>
                    <a:pt x="620781" y="23519"/>
                  </a:lnTo>
                  <a:lnTo>
                    <a:pt x="628639" y="23508"/>
                  </a:lnTo>
                  <a:lnTo>
                    <a:pt x="636497" y="23493"/>
                  </a:lnTo>
                  <a:lnTo>
                    <a:pt x="644355" y="23480"/>
                  </a:lnTo>
                  <a:lnTo>
                    <a:pt x="652213" y="23467"/>
                  </a:lnTo>
                  <a:lnTo>
                    <a:pt x="660071" y="23452"/>
                  </a:lnTo>
                  <a:lnTo>
                    <a:pt x="667929" y="23435"/>
                  </a:lnTo>
                  <a:lnTo>
                    <a:pt x="675787" y="23422"/>
                  </a:lnTo>
                  <a:lnTo>
                    <a:pt x="683645" y="23406"/>
                  </a:lnTo>
                  <a:lnTo>
                    <a:pt x="691503" y="23388"/>
                  </a:lnTo>
                  <a:lnTo>
                    <a:pt x="699361" y="23368"/>
                  </a:lnTo>
                  <a:lnTo>
                    <a:pt x="707219" y="23349"/>
                  </a:lnTo>
                  <a:lnTo>
                    <a:pt x="715077" y="23335"/>
                  </a:lnTo>
                  <a:lnTo>
                    <a:pt x="722935" y="23319"/>
                  </a:lnTo>
                  <a:lnTo>
                    <a:pt x="730793" y="23301"/>
                  </a:lnTo>
                  <a:lnTo>
                    <a:pt x="738651" y="23280"/>
                  </a:lnTo>
                  <a:lnTo>
                    <a:pt x="746509" y="23260"/>
                  </a:lnTo>
                  <a:lnTo>
                    <a:pt x="754367" y="23245"/>
                  </a:lnTo>
                  <a:lnTo>
                    <a:pt x="762225" y="23226"/>
                  </a:lnTo>
                  <a:lnTo>
                    <a:pt x="770083" y="23206"/>
                  </a:lnTo>
                  <a:lnTo>
                    <a:pt x="777941" y="23182"/>
                  </a:lnTo>
                  <a:lnTo>
                    <a:pt x="785799" y="23156"/>
                  </a:lnTo>
                  <a:lnTo>
                    <a:pt x="793657" y="23132"/>
                  </a:lnTo>
                  <a:lnTo>
                    <a:pt x="801515" y="23115"/>
                  </a:lnTo>
                  <a:lnTo>
                    <a:pt x="809373" y="23098"/>
                  </a:lnTo>
                  <a:lnTo>
                    <a:pt x="817231" y="23073"/>
                  </a:lnTo>
                  <a:lnTo>
                    <a:pt x="825089" y="23040"/>
                  </a:lnTo>
                  <a:lnTo>
                    <a:pt x="832947" y="23013"/>
                  </a:lnTo>
                  <a:lnTo>
                    <a:pt x="840805" y="22995"/>
                  </a:lnTo>
                  <a:lnTo>
                    <a:pt x="848663" y="22968"/>
                  </a:lnTo>
                  <a:lnTo>
                    <a:pt x="856521" y="22945"/>
                  </a:lnTo>
                  <a:lnTo>
                    <a:pt x="864379" y="22922"/>
                  </a:lnTo>
                  <a:lnTo>
                    <a:pt x="872237" y="22898"/>
                  </a:lnTo>
                  <a:lnTo>
                    <a:pt x="880095" y="22874"/>
                  </a:lnTo>
                  <a:lnTo>
                    <a:pt x="887953" y="22845"/>
                  </a:lnTo>
                  <a:lnTo>
                    <a:pt x="895811" y="22818"/>
                  </a:lnTo>
                  <a:lnTo>
                    <a:pt x="903669" y="22787"/>
                  </a:lnTo>
                  <a:lnTo>
                    <a:pt x="911527" y="22764"/>
                  </a:lnTo>
                  <a:lnTo>
                    <a:pt x="919385" y="22737"/>
                  </a:lnTo>
                  <a:lnTo>
                    <a:pt x="927243" y="22706"/>
                  </a:lnTo>
                  <a:lnTo>
                    <a:pt x="935101" y="22680"/>
                  </a:lnTo>
                  <a:lnTo>
                    <a:pt x="942959" y="22655"/>
                  </a:lnTo>
                  <a:lnTo>
                    <a:pt x="950817" y="22621"/>
                  </a:lnTo>
                  <a:lnTo>
                    <a:pt x="958675" y="22592"/>
                  </a:lnTo>
                  <a:lnTo>
                    <a:pt x="966533" y="22552"/>
                  </a:lnTo>
                  <a:lnTo>
                    <a:pt x="974391" y="22512"/>
                  </a:lnTo>
                  <a:lnTo>
                    <a:pt x="982249" y="22480"/>
                  </a:lnTo>
                  <a:lnTo>
                    <a:pt x="990107" y="22442"/>
                  </a:lnTo>
                  <a:lnTo>
                    <a:pt x="997965" y="22402"/>
                  </a:lnTo>
                  <a:lnTo>
                    <a:pt x="1005823" y="22362"/>
                  </a:lnTo>
                  <a:lnTo>
                    <a:pt x="1013681" y="22322"/>
                  </a:lnTo>
                  <a:lnTo>
                    <a:pt x="1021539" y="22280"/>
                  </a:lnTo>
                  <a:lnTo>
                    <a:pt x="1029397" y="22238"/>
                  </a:lnTo>
                  <a:lnTo>
                    <a:pt x="1037254" y="22194"/>
                  </a:lnTo>
                  <a:lnTo>
                    <a:pt x="1045112" y="22152"/>
                  </a:lnTo>
                  <a:lnTo>
                    <a:pt x="1052970" y="22108"/>
                  </a:lnTo>
                  <a:lnTo>
                    <a:pt x="1060828" y="22065"/>
                  </a:lnTo>
                  <a:lnTo>
                    <a:pt x="1068686" y="22025"/>
                  </a:lnTo>
                  <a:lnTo>
                    <a:pt x="1076544" y="21983"/>
                  </a:lnTo>
                  <a:lnTo>
                    <a:pt x="1084402" y="21943"/>
                  </a:lnTo>
                  <a:lnTo>
                    <a:pt x="1092260" y="21898"/>
                  </a:lnTo>
                  <a:lnTo>
                    <a:pt x="1100118" y="21852"/>
                  </a:lnTo>
                  <a:lnTo>
                    <a:pt x="1107976" y="21805"/>
                  </a:lnTo>
                  <a:lnTo>
                    <a:pt x="1115834" y="21757"/>
                  </a:lnTo>
                  <a:lnTo>
                    <a:pt x="1123692" y="21709"/>
                  </a:lnTo>
                  <a:lnTo>
                    <a:pt x="1131550" y="21659"/>
                  </a:lnTo>
                  <a:lnTo>
                    <a:pt x="1139408" y="21609"/>
                  </a:lnTo>
                  <a:lnTo>
                    <a:pt x="1147266" y="21558"/>
                  </a:lnTo>
                  <a:lnTo>
                    <a:pt x="1155124" y="21506"/>
                  </a:lnTo>
                  <a:lnTo>
                    <a:pt x="1162982" y="21448"/>
                  </a:lnTo>
                  <a:lnTo>
                    <a:pt x="1170840" y="21399"/>
                  </a:lnTo>
                  <a:lnTo>
                    <a:pt x="1178698" y="21338"/>
                  </a:lnTo>
                  <a:lnTo>
                    <a:pt x="1186556" y="21283"/>
                  </a:lnTo>
                  <a:lnTo>
                    <a:pt x="1194414" y="21231"/>
                  </a:lnTo>
                  <a:lnTo>
                    <a:pt x="1202272" y="21173"/>
                  </a:lnTo>
                  <a:lnTo>
                    <a:pt x="1210130" y="21114"/>
                  </a:lnTo>
                  <a:lnTo>
                    <a:pt x="1217988" y="21055"/>
                  </a:lnTo>
                  <a:lnTo>
                    <a:pt x="1225846" y="20985"/>
                  </a:lnTo>
                  <a:lnTo>
                    <a:pt x="1233704" y="20910"/>
                  </a:lnTo>
                  <a:lnTo>
                    <a:pt x="1241562" y="20847"/>
                  </a:lnTo>
                  <a:lnTo>
                    <a:pt x="1249420" y="20783"/>
                  </a:lnTo>
                  <a:lnTo>
                    <a:pt x="1257278" y="20718"/>
                  </a:lnTo>
                  <a:lnTo>
                    <a:pt x="1265136" y="20637"/>
                  </a:lnTo>
                  <a:lnTo>
                    <a:pt x="1272994" y="20561"/>
                  </a:lnTo>
                  <a:lnTo>
                    <a:pt x="1280852" y="20489"/>
                  </a:lnTo>
                  <a:lnTo>
                    <a:pt x="1288710" y="20408"/>
                  </a:lnTo>
                  <a:lnTo>
                    <a:pt x="1296568" y="20327"/>
                  </a:lnTo>
                  <a:lnTo>
                    <a:pt x="1304426" y="20240"/>
                  </a:lnTo>
                  <a:lnTo>
                    <a:pt x="1312284" y="20149"/>
                  </a:lnTo>
                  <a:lnTo>
                    <a:pt x="1320142" y="20063"/>
                  </a:lnTo>
                  <a:lnTo>
                    <a:pt x="1328000" y="19963"/>
                  </a:lnTo>
                  <a:lnTo>
                    <a:pt x="1335858" y="19869"/>
                  </a:lnTo>
                  <a:lnTo>
                    <a:pt x="1343716" y="19781"/>
                  </a:lnTo>
                  <a:lnTo>
                    <a:pt x="1351574" y="19696"/>
                  </a:lnTo>
                  <a:lnTo>
                    <a:pt x="1359432" y="19610"/>
                  </a:lnTo>
                  <a:lnTo>
                    <a:pt x="1367290" y="19521"/>
                  </a:lnTo>
                  <a:lnTo>
                    <a:pt x="1375148" y="19431"/>
                  </a:lnTo>
                  <a:lnTo>
                    <a:pt x="1383006" y="19347"/>
                  </a:lnTo>
                  <a:lnTo>
                    <a:pt x="1390864" y="19255"/>
                  </a:lnTo>
                  <a:lnTo>
                    <a:pt x="1398722" y="19151"/>
                  </a:lnTo>
                  <a:lnTo>
                    <a:pt x="1406580" y="19044"/>
                  </a:lnTo>
                  <a:lnTo>
                    <a:pt x="1414438" y="18935"/>
                  </a:lnTo>
                  <a:lnTo>
                    <a:pt x="1422296" y="18825"/>
                  </a:lnTo>
                  <a:lnTo>
                    <a:pt x="1430154" y="18725"/>
                  </a:lnTo>
                  <a:lnTo>
                    <a:pt x="1438012" y="18624"/>
                  </a:lnTo>
                  <a:lnTo>
                    <a:pt x="1445870" y="18521"/>
                  </a:lnTo>
                  <a:lnTo>
                    <a:pt x="1453728" y="18416"/>
                  </a:lnTo>
                  <a:lnTo>
                    <a:pt x="1461586" y="18286"/>
                  </a:lnTo>
                  <a:lnTo>
                    <a:pt x="1469444" y="18157"/>
                  </a:lnTo>
                  <a:lnTo>
                    <a:pt x="1477302" y="18028"/>
                  </a:lnTo>
                  <a:lnTo>
                    <a:pt x="1485160" y="17865"/>
                  </a:lnTo>
                  <a:lnTo>
                    <a:pt x="1493018" y="17725"/>
                  </a:lnTo>
                  <a:lnTo>
                    <a:pt x="1500876" y="17590"/>
                  </a:lnTo>
                  <a:lnTo>
                    <a:pt x="1508734" y="17453"/>
                  </a:lnTo>
                  <a:lnTo>
                    <a:pt x="1516592" y="17313"/>
                  </a:lnTo>
                  <a:lnTo>
                    <a:pt x="1524450" y="17183"/>
                  </a:lnTo>
                  <a:lnTo>
                    <a:pt x="1532308" y="17059"/>
                  </a:lnTo>
                  <a:lnTo>
                    <a:pt x="1540166" y="16932"/>
                  </a:lnTo>
                  <a:lnTo>
                    <a:pt x="1548024" y="16804"/>
                  </a:lnTo>
                  <a:lnTo>
                    <a:pt x="1555882" y="16674"/>
                  </a:lnTo>
                  <a:lnTo>
                    <a:pt x="1563740" y="16541"/>
                  </a:lnTo>
                  <a:lnTo>
                    <a:pt x="1571598" y="16407"/>
                  </a:lnTo>
                  <a:lnTo>
                    <a:pt x="1579456" y="16251"/>
                  </a:lnTo>
                  <a:lnTo>
                    <a:pt x="1587314" y="16057"/>
                  </a:lnTo>
                  <a:lnTo>
                    <a:pt x="1595172" y="15914"/>
                  </a:lnTo>
                  <a:lnTo>
                    <a:pt x="1603030" y="15769"/>
                  </a:lnTo>
                  <a:lnTo>
                    <a:pt x="1610888" y="15619"/>
                  </a:lnTo>
                  <a:lnTo>
                    <a:pt x="1618746" y="15454"/>
                  </a:lnTo>
                  <a:lnTo>
                    <a:pt x="1626604" y="15326"/>
                  </a:lnTo>
                  <a:lnTo>
                    <a:pt x="1634462" y="15145"/>
                  </a:lnTo>
                  <a:lnTo>
                    <a:pt x="1642320" y="14959"/>
                  </a:lnTo>
                  <a:lnTo>
                    <a:pt x="1650178" y="14769"/>
                  </a:lnTo>
                  <a:lnTo>
                    <a:pt x="1658036" y="14575"/>
                  </a:lnTo>
                  <a:lnTo>
                    <a:pt x="1665894" y="14378"/>
                  </a:lnTo>
                  <a:lnTo>
                    <a:pt x="1673752" y="14176"/>
                  </a:lnTo>
                  <a:lnTo>
                    <a:pt x="1681610" y="13971"/>
                  </a:lnTo>
                  <a:lnTo>
                    <a:pt x="1689468" y="13762"/>
                  </a:lnTo>
                  <a:lnTo>
                    <a:pt x="1697326" y="13540"/>
                  </a:lnTo>
                  <a:lnTo>
                    <a:pt x="1705184" y="13303"/>
                  </a:lnTo>
                  <a:lnTo>
                    <a:pt x="1713042" y="13064"/>
                  </a:lnTo>
                  <a:lnTo>
                    <a:pt x="1720900" y="12839"/>
                  </a:lnTo>
                  <a:lnTo>
                    <a:pt x="1728758" y="12610"/>
                  </a:lnTo>
                  <a:lnTo>
                    <a:pt x="1736616" y="12377"/>
                  </a:lnTo>
                  <a:lnTo>
                    <a:pt x="1744474" y="12139"/>
                  </a:lnTo>
                  <a:lnTo>
                    <a:pt x="1752332" y="11898"/>
                  </a:lnTo>
                  <a:lnTo>
                    <a:pt x="1760190" y="11651"/>
                  </a:lnTo>
                  <a:lnTo>
                    <a:pt x="1768048" y="11408"/>
                  </a:lnTo>
                  <a:lnTo>
                    <a:pt x="1775906" y="11167"/>
                  </a:lnTo>
                  <a:lnTo>
                    <a:pt x="1783764" y="10909"/>
                  </a:lnTo>
                  <a:lnTo>
                    <a:pt x="1791622" y="10651"/>
                  </a:lnTo>
                  <a:lnTo>
                    <a:pt x="1799480" y="10365"/>
                  </a:lnTo>
                  <a:lnTo>
                    <a:pt x="1807338" y="10133"/>
                  </a:lnTo>
                  <a:lnTo>
                    <a:pt x="1815196" y="9866"/>
                  </a:lnTo>
                  <a:lnTo>
                    <a:pt x="1823054" y="9593"/>
                  </a:lnTo>
                  <a:lnTo>
                    <a:pt x="1830912" y="9315"/>
                  </a:lnTo>
                  <a:lnTo>
                    <a:pt x="1838770" y="9016"/>
                  </a:lnTo>
                  <a:lnTo>
                    <a:pt x="1846628" y="8703"/>
                  </a:lnTo>
                  <a:lnTo>
                    <a:pt x="1854486" y="8383"/>
                  </a:lnTo>
                  <a:lnTo>
                    <a:pt x="1862344" y="8058"/>
                  </a:lnTo>
                  <a:lnTo>
                    <a:pt x="1870202" y="7725"/>
                  </a:lnTo>
                  <a:lnTo>
                    <a:pt x="1878060" y="7387"/>
                  </a:lnTo>
                  <a:lnTo>
                    <a:pt x="1885918" y="7041"/>
                  </a:lnTo>
                  <a:lnTo>
                    <a:pt x="1893776" y="6689"/>
                  </a:lnTo>
                  <a:lnTo>
                    <a:pt x="1901634" y="6330"/>
                  </a:lnTo>
                  <a:lnTo>
                    <a:pt x="1909492" y="5963"/>
                  </a:lnTo>
                  <a:lnTo>
                    <a:pt x="1917350" y="5590"/>
                  </a:lnTo>
                  <a:lnTo>
                    <a:pt x="1925208" y="5215"/>
                  </a:lnTo>
                  <a:lnTo>
                    <a:pt x="1933066" y="4839"/>
                  </a:lnTo>
                  <a:lnTo>
                    <a:pt x="1940924" y="4457"/>
                  </a:lnTo>
                  <a:lnTo>
                    <a:pt x="1948782" y="4067"/>
                  </a:lnTo>
                  <a:lnTo>
                    <a:pt x="1956640" y="3669"/>
                  </a:lnTo>
                  <a:lnTo>
                    <a:pt x="1964498" y="3264"/>
                  </a:lnTo>
                  <a:lnTo>
                    <a:pt x="1972356" y="2854"/>
                  </a:lnTo>
                  <a:lnTo>
                    <a:pt x="1980214" y="2512"/>
                  </a:lnTo>
                  <a:lnTo>
                    <a:pt x="1988072" y="2169"/>
                  </a:lnTo>
                  <a:lnTo>
                    <a:pt x="1995930" y="1821"/>
                  </a:lnTo>
                  <a:lnTo>
                    <a:pt x="2003788" y="1468"/>
                  </a:lnTo>
                  <a:lnTo>
                    <a:pt x="2011646" y="1109"/>
                  </a:lnTo>
                  <a:lnTo>
                    <a:pt x="2019504" y="745"/>
                  </a:lnTo>
                  <a:lnTo>
                    <a:pt x="2027362" y="375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6" name="pl265"/>
            <p:cNvSpPr/>
            <p:nvPr/>
          </p:nvSpPr>
          <p:spPr>
            <a:xfrm>
              <a:off x="6029658" y="4955689"/>
              <a:ext cx="2035220" cy="1100"/>
            </a:xfrm>
            <a:custGeom>
              <a:avLst/>
              <a:pathLst>
                <a:path w="2035220" h="1100">
                  <a:moveTo>
                    <a:pt x="2035220" y="0"/>
                  </a:moveTo>
                  <a:lnTo>
                    <a:pt x="2027362" y="6"/>
                  </a:lnTo>
                  <a:lnTo>
                    <a:pt x="2019504" y="13"/>
                  </a:lnTo>
                  <a:lnTo>
                    <a:pt x="2011646" y="20"/>
                  </a:lnTo>
                  <a:lnTo>
                    <a:pt x="2003788" y="27"/>
                  </a:lnTo>
                  <a:lnTo>
                    <a:pt x="1995930" y="36"/>
                  </a:lnTo>
                  <a:lnTo>
                    <a:pt x="1988072" y="46"/>
                  </a:lnTo>
                  <a:lnTo>
                    <a:pt x="1980214" y="55"/>
                  </a:lnTo>
                  <a:lnTo>
                    <a:pt x="1972356" y="64"/>
                  </a:lnTo>
                  <a:lnTo>
                    <a:pt x="1964498" y="73"/>
                  </a:lnTo>
                  <a:lnTo>
                    <a:pt x="1956640" y="81"/>
                  </a:lnTo>
                  <a:lnTo>
                    <a:pt x="1948782" y="90"/>
                  </a:lnTo>
                  <a:lnTo>
                    <a:pt x="1940924" y="99"/>
                  </a:lnTo>
                  <a:lnTo>
                    <a:pt x="1933066" y="109"/>
                  </a:lnTo>
                  <a:lnTo>
                    <a:pt x="1925208" y="117"/>
                  </a:lnTo>
                  <a:lnTo>
                    <a:pt x="1917350" y="124"/>
                  </a:lnTo>
                  <a:lnTo>
                    <a:pt x="1909492" y="133"/>
                  </a:lnTo>
                  <a:lnTo>
                    <a:pt x="1901634" y="141"/>
                  </a:lnTo>
                  <a:lnTo>
                    <a:pt x="1893776" y="150"/>
                  </a:lnTo>
                  <a:lnTo>
                    <a:pt x="1885918" y="158"/>
                  </a:lnTo>
                  <a:lnTo>
                    <a:pt x="1878060" y="166"/>
                  </a:lnTo>
                  <a:lnTo>
                    <a:pt x="1870202" y="174"/>
                  </a:lnTo>
                  <a:lnTo>
                    <a:pt x="1862344" y="182"/>
                  </a:lnTo>
                  <a:lnTo>
                    <a:pt x="1854486" y="190"/>
                  </a:lnTo>
                  <a:lnTo>
                    <a:pt x="1846628" y="194"/>
                  </a:lnTo>
                  <a:lnTo>
                    <a:pt x="1838770" y="197"/>
                  </a:lnTo>
                  <a:lnTo>
                    <a:pt x="1830912" y="200"/>
                  </a:lnTo>
                  <a:lnTo>
                    <a:pt x="1823054" y="204"/>
                  </a:lnTo>
                  <a:lnTo>
                    <a:pt x="1815196" y="207"/>
                  </a:lnTo>
                  <a:lnTo>
                    <a:pt x="1807338" y="212"/>
                  </a:lnTo>
                  <a:lnTo>
                    <a:pt x="1799480" y="219"/>
                  </a:lnTo>
                  <a:lnTo>
                    <a:pt x="1791622" y="226"/>
                  </a:lnTo>
                  <a:lnTo>
                    <a:pt x="1783764" y="233"/>
                  </a:lnTo>
                  <a:lnTo>
                    <a:pt x="1775906" y="240"/>
                  </a:lnTo>
                  <a:lnTo>
                    <a:pt x="1768048" y="248"/>
                  </a:lnTo>
                  <a:lnTo>
                    <a:pt x="1760190" y="255"/>
                  </a:lnTo>
                  <a:lnTo>
                    <a:pt x="1752332" y="263"/>
                  </a:lnTo>
                  <a:lnTo>
                    <a:pt x="1744474" y="270"/>
                  </a:lnTo>
                  <a:lnTo>
                    <a:pt x="1736616" y="278"/>
                  </a:lnTo>
                  <a:lnTo>
                    <a:pt x="1728758" y="282"/>
                  </a:lnTo>
                  <a:lnTo>
                    <a:pt x="1720900" y="287"/>
                  </a:lnTo>
                  <a:lnTo>
                    <a:pt x="1713042" y="294"/>
                  </a:lnTo>
                  <a:lnTo>
                    <a:pt x="1705184" y="300"/>
                  </a:lnTo>
                  <a:lnTo>
                    <a:pt x="1697326" y="307"/>
                  </a:lnTo>
                  <a:lnTo>
                    <a:pt x="1689468" y="311"/>
                  </a:lnTo>
                  <a:lnTo>
                    <a:pt x="1681610" y="317"/>
                  </a:lnTo>
                  <a:lnTo>
                    <a:pt x="1673752" y="324"/>
                  </a:lnTo>
                  <a:lnTo>
                    <a:pt x="1665894" y="331"/>
                  </a:lnTo>
                  <a:lnTo>
                    <a:pt x="1658036" y="338"/>
                  </a:lnTo>
                  <a:lnTo>
                    <a:pt x="1650178" y="344"/>
                  </a:lnTo>
                  <a:lnTo>
                    <a:pt x="1642320" y="350"/>
                  </a:lnTo>
                  <a:lnTo>
                    <a:pt x="1634462" y="356"/>
                  </a:lnTo>
                  <a:lnTo>
                    <a:pt x="1626604" y="362"/>
                  </a:lnTo>
                  <a:lnTo>
                    <a:pt x="1618746" y="368"/>
                  </a:lnTo>
                  <a:lnTo>
                    <a:pt x="1610888" y="370"/>
                  </a:lnTo>
                  <a:lnTo>
                    <a:pt x="1603030" y="373"/>
                  </a:lnTo>
                  <a:lnTo>
                    <a:pt x="1595172" y="376"/>
                  </a:lnTo>
                  <a:lnTo>
                    <a:pt x="1587314" y="380"/>
                  </a:lnTo>
                  <a:lnTo>
                    <a:pt x="1579456" y="384"/>
                  </a:lnTo>
                  <a:lnTo>
                    <a:pt x="1571598" y="389"/>
                  </a:lnTo>
                  <a:lnTo>
                    <a:pt x="1563740" y="395"/>
                  </a:lnTo>
                  <a:lnTo>
                    <a:pt x="1555882" y="401"/>
                  </a:lnTo>
                  <a:lnTo>
                    <a:pt x="1548024" y="407"/>
                  </a:lnTo>
                  <a:lnTo>
                    <a:pt x="1540166" y="413"/>
                  </a:lnTo>
                  <a:lnTo>
                    <a:pt x="1532308" y="419"/>
                  </a:lnTo>
                  <a:lnTo>
                    <a:pt x="1524450" y="422"/>
                  </a:lnTo>
                  <a:lnTo>
                    <a:pt x="1516592" y="425"/>
                  </a:lnTo>
                  <a:lnTo>
                    <a:pt x="1508734" y="430"/>
                  </a:lnTo>
                  <a:lnTo>
                    <a:pt x="1500876" y="436"/>
                  </a:lnTo>
                  <a:lnTo>
                    <a:pt x="1493018" y="442"/>
                  </a:lnTo>
                  <a:lnTo>
                    <a:pt x="1485160" y="448"/>
                  </a:lnTo>
                  <a:lnTo>
                    <a:pt x="1477302" y="454"/>
                  </a:lnTo>
                  <a:lnTo>
                    <a:pt x="1469444" y="458"/>
                  </a:lnTo>
                  <a:lnTo>
                    <a:pt x="1461586" y="464"/>
                  </a:lnTo>
                  <a:lnTo>
                    <a:pt x="1453728" y="469"/>
                  </a:lnTo>
                  <a:lnTo>
                    <a:pt x="1445870" y="475"/>
                  </a:lnTo>
                  <a:lnTo>
                    <a:pt x="1438012" y="481"/>
                  </a:lnTo>
                  <a:lnTo>
                    <a:pt x="1430154" y="487"/>
                  </a:lnTo>
                  <a:lnTo>
                    <a:pt x="1422296" y="492"/>
                  </a:lnTo>
                  <a:lnTo>
                    <a:pt x="1414438" y="498"/>
                  </a:lnTo>
                  <a:lnTo>
                    <a:pt x="1406580" y="503"/>
                  </a:lnTo>
                  <a:lnTo>
                    <a:pt x="1398722" y="509"/>
                  </a:lnTo>
                  <a:lnTo>
                    <a:pt x="1390864" y="513"/>
                  </a:lnTo>
                  <a:lnTo>
                    <a:pt x="1383006" y="517"/>
                  </a:lnTo>
                  <a:lnTo>
                    <a:pt x="1375148" y="521"/>
                  </a:lnTo>
                  <a:lnTo>
                    <a:pt x="1367290" y="525"/>
                  </a:lnTo>
                  <a:lnTo>
                    <a:pt x="1359432" y="528"/>
                  </a:lnTo>
                  <a:lnTo>
                    <a:pt x="1351574" y="532"/>
                  </a:lnTo>
                  <a:lnTo>
                    <a:pt x="1343716" y="536"/>
                  </a:lnTo>
                  <a:lnTo>
                    <a:pt x="1335858" y="540"/>
                  </a:lnTo>
                  <a:lnTo>
                    <a:pt x="1328000" y="546"/>
                  </a:lnTo>
                  <a:lnTo>
                    <a:pt x="1320142" y="550"/>
                  </a:lnTo>
                  <a:lnTo>
                    <a:pt x="1312284" y="556"/>
                  </a:lnTo>
                  <a:lnTo>
                    <a:pt x="1304426" y="560"/>
                  </a:lnTo>
                  <a:lnTo>
                    <a:pt x="1296568" y="563"/>
                  </a:lnTo>
                  <a:lnTo>
                    <a:pt x="1288710" y="566"/>
                  </a:lnTo>
                  <a:lnTo>
                    <a:pt x="1280852" y="570"/>
                  </a:lnTo>
                  <a:lnTo>
                    <a:pt x="1272994" y="573"/>
                  </a:lnTo>
                  <a:lnTo>
                    <a:pt x="1265136" y="577"/>
                  </a:lnTo>
                  <a:lnTo>
                    <a:pt x="1257278" y="581"/>
                  </a:lnTo>
                  <a:lnTo>
                    <a:pt x="1249420" y="584"/>
                  </a:lnTo>
                  <a:lnTo>
                    <a:pt x="1241562" y="589"/>
                  </a:lnTo>
                  <a:lnTo>
                    <a:pt x="1233704" y="595"/>
                  </a:lnTo>
                  <a:lnTo>
                    <a:pt x="1225846" y="598"/>
                  </a:lnTo>
                  <a:lnTo>
                    <a:pt x="1217988" y="601"/>
                  </a:lnTo>
                  <a:lnTo>
                    <a:pt x="1210130" y="604"/>
                  </a:lnTo>
                  <a:lnTo>
                    <a:pt x="1202272" y="610"/>
                  </a:lnTo>
                  <a:lnTo>
                    <a:pt x="1194414" y="614"/>
                  </a:lnTo>
                  <a:lnTo>
                    <a:pt x="1186556" y="617"/>
                  </a:lnTo>
                  <a:lnTo>
                    <a:pt x="1178698" y="620"/>
                  </a:lnTo>
                  <a:lnTo>
                    <a:pt x="1170840" y="624"/>
                  </a:lnTo>
                  <a:lnTo>
                    <a:pt x="1162982" y="628"/>
                  </a:lnTo>
                  <a:lnTo>
                    <a:pt x="1155124" y="633"/>
                  </a:lnTo>
                  <a:lnTo>
                    <a:pt x="1147266" y="636"/>
                  </a:lnTo>
                  <a:lnTo>
                    <a:pt x="1139408" y="641"/>
                  </a:lnTo>
                  <a:lnTo>
                    <a:pt x="1131550" y="646"/>
                  </a:lnTo>
                  <a:lnTo>
                    <a:pt x="1123692" y="651"/>
                  </a:lnTo>
                  <a:lnTo>
                    <a:pt x="1115834" y="657"/>
                  </a:lnTo>
                  <a:lnTo>
                    <a:pt x="1107976" y="662"/>
                  </a:lnTo>
                  <a:lnTo>
                    <a:pt x="1100118" y="668"/>
                  </a:lnTo>
                  <a:lnTo>
                    <a:pt x="1092260" y="671"/>
                  </a:lnTo>
                  <a:lnTo>
                    <a:pt x="1084402" y="677"/>
                  </a:lnTo>
                  <a:lnTo>
                    <a:pt x="1076544" y="682"/>
                  </a:lnTo>
                  <a:lnTo>
                    <a:pt x="1068686" y="686"/>
                  </a:lnTo>
                  <a:lnTo>
                    <a:pt x="1060828" y="690"/>
                  </a:lnTo>
                  <a:lnTo>
                    <a:pt x="1052970" y="694"/>
                  </a:lnTo>
                  <a:lnTo>
                    <a:pt x="1045112" y="699"/>
                  </a:lnTo>
                  <a:lnTo>
                    <a:pt x="1037254" y="704"/>
                  </a:lnTo>
                  <a:lnTo>
                    <a:pt x="1029397" y="708"/>
                  </a:lnTo>
                  <a:lnTo>
                    <a:pt x="1021539" y="714"/>
                  </a:lnTo>
                  <a:lnTo>
                    <a:pt x="1013681" y="719"/>
                  </a:lnTo>
                  <a:lnTo>
                    <a:pt x="1005823" y="723"/>
                  </a:lnTo>
                  <a:lnTo>
                    <a:pt x="997965" y="727"/>
                  </a:lnTo>
                  <a:lnTo>
                    <a:pt x="990107" y="730"/>
                  </a:lnTo>
                  <a:lnTo>
                    <a:pt x="982249" y="736"/>
                  </a:lnTo>
                  <a:lnTo>
                    <a:pt x="974391" y="741"/>
                  </a:lnTo>
                  <a:lnTo>
                    <a:pt x="966533" y="744"/>
                  </a:lnTo>
                  <a:lnTo>
                    <a:pt x="958675" y="747"/>
                  </a:lnTo>
                  <a:lnTo>
                    <a:pt x="950817" y="752"/>
                  </a:lnTo>
                  <a:lnTo>
                    <a:pt x="942959" y="757"/>
                  </a:lnTo>
                  <a:lnTo>
                    <a:pt x="935101" y="761"/>
                  </a:lnTo>
                  <a:lnTo>
                    <a:pt x="927243" y="767"/>
                  </a:lnTo>
                  <a:lnTo>
                    <a:pt x="919385" y="773"/>
                  </a:lnTo>
                  <a:lnTo>
                    <a:pt x="911527" y="776"/>
                  </a:lnTo>
                  <a:lnTo>
                    <a:pt x="903669" y="780"/>
                  </a:lnTo>
                  <a:lnTo>
                    <a:pt x="895811" y="784"/>
                  </a:lnTo>
                  <a:lnTo>
                    <a:pt x="887953" y="787"/>
                  </a:lnTo>
                  <a:lnTo>
                    <a:pt x="880095" y="790"/>
                  </a:lnTo>
                  <a:lnTo>
                    <a:pt x="872237" y="795"/>
                  </a:lnTo>
                  <a:lnTo>
                    <a:pt x="864379" y="798"/>
                  </a:lnTo>
                  <a:lnTo>
                    <a:pt x="856521" y="801"/>
                  </a:lnTo>
                  <a:lnTo>
                    <a:pt x="848663" y="806"/>
                  </a:lnTo>
                  <a:lnTo>
                    <a:pt x="840805" y="812"/>
                  </a:lnTo>
                  <a:lnTo>
                    <a:pt x="832947" y="817"/>
                  </a:lnTo>
                  <a:lnTo>
                    <a:pt x="825089" y="819"/>
                  </a:lnTo>
                  <a:lnTo>
                    <a:pt x="817231" y="823"/>
                  </a:lnTo>
                  <a:lnTo>
                    <a:pt x="809373" y="826"/>
                  </a:lnTo>
                  <a:lnTo>
                    <a:pt x="801515" y="829"/>
                  </a:lnTo>
                  <a:lnTo>
                    <a:pt x="793657" y="834"/>
                  </a:lnTo>
                  <a:lnTo>
                    <a:pt x="785799" y="838"/>
                  </a:lnTo>
                  <a:lnTo>
                    <a:pt x="777941" y="841"/>
                  </a:lnTo>
                  <a:lnTo>
                    <a:pt x="770083" y="845"/>
                  </a:lnTo>
                  <a:lnTo>
                    <a:pt x="762225" y="850"/>
                  </a:lnTo>
                  <a:lnTo>
                    <a:pt x="754367" y="853"/>
                  </a:lnTo>
                  <a:lnTo>
                    <a:pt x="746509" y="856"/>
                  </a:lnTo>
                  <a:lnTo>
                    <a:pt x="738651" y="860"/>
                  </a:lnTo>
                  <a:lnTo>
                    <a:pt x="730793" y="863"/>
                  </a:lnTo>
                  <a:lnTo>
                    <a:pt x="722935" y="866"/>
                  </a:lnTo>
                  <a:lnTo>
                    <a:pt x="715077" y="870"/>
                  </a:lnTo>
                  <a:lnTo>
                    <a:pt x="707219" y="874"/>
                  </a:lnTo>
                  <a:lnTo>
                    <a:pt x="699361" y="877"/>
                  </a:lnTo>
                  <a:lnTo>
                    <a:pt x="691503" y="880"/>
                  </a:lnTo>
                  <a:lnTo>
                    <a:pt x="683645" y="883"/>
                  </a:lnTo>
                  <a:lnTo>
                    <a:pt x="675787" y="885"/>
                  </a:lnTo>
                  <a:lnTo>
                    <a:pt x="667929" y="888"/>
                  </a:lnTo>
                  <a:lnTo>
                    <a:pt x="660071" y="892"/>
                  </a:lnTo>
                  <a:lnTo>
                    <a:pt x="652213" y="894"/>
                  </a:lnTo>
                  <a:lnTo>
                    <a:pt x="644355" y="898"/>
                  </a:lnTo>
                  <a:lnTo>
                    <a:pt x="636497" y="903"/>
                  </a:lnTo>
                  <a:lnTo>
                    <a:pt x="628639" y="907"/>
                  </a:lnTo>
                  <a:lnTo>
                    <a:pt x="620781" y="910"/>
                  </a:lnTo>
                  <a:lnTo>
                    <a:pt x="612923" y="913"/>
                  </a:lnTo>
                  <a:lnTo>
                    <a:pt x="605065" y="916"/>
                  </a:lnTo>
                  <a:lnTo>
                    <a:pt x="597207" y="918"/>
                  </a:lnTo>
                  <a:lnTo>
                    <a:pt x="589349" y="921"/>
                  </a:lnTo>
                  <a:lnTo>
                    <a:pt x="581491" y="925"/>
                  </a:lnTo>
                  <a:lnTo>
                    <a:pt x="573633" y="928"/>
                  </a:lnTo>
                  <a:lnTo>
                    <a:pt x="565775" y="931"/>
                  </a:lnTo>
                  <a:lnTo>
                    <a:pt x="557917" y="934"/>
                  </a:lnTo>
                  <a:lnTo>
                    <a:pt x="550059" y="938"/>
                  </a:lnTo>
                  <a:lnTo>
                    <a:pt x="542201" y="941"/>
                  </a:lnTo>
                  <a:lnTo>
                    <a:pt x="534343" y="944"/>
                  </a:lnTo>
                  <a:lnTo>
                    <a:pt x="526485" y="948"/>
                  </a:lnTo>
                  <a:lnTo>
                    <a:pt x="518627" y="950"/>
                  </a:lnTo>
                  <a:lnTo>
                    <a:pt x="510769" y="953"/>
                  </a:lnTo>
                  <a:lnTo>
                    <a:pt x="502911" y="956"/>
                  </a:lnTo>
                  <a:lnTo>
                    <a:pt x="495053" y="959"/>
                  </a:lnTo>
                  <a:lnTo>
                    <a:pt x="487195" y="961"/>
                  </a:lnTo>
                  <a:lnTo>
                    <a:pt x="479337" y="964"/>
                  </a:lnTo>
                  <a:lnTo>
                    <a:pt x="471479" y="967"/>
                  </a:lnTo>
                  <a:lnTo>
                    <a:pt x="463621" y="970"/>
                  </a:lnTo>
                  <a:lnTo>
                    <a:pt x="455763" y="973"/>
                  </a:lnTo>
                  <a:lnTo>
                    <a:pt x="447905" y="976"/>
                  </a:lnTo>
                  <a:lnTo>
                    <a:pt x="440047" y="978"/>
                  </a:lnTo>
                  <a:lnTo>
                    <a:pt x="432189" y="981"/>
                  </a:lnTo>
                  <a:lnTo>
                    <a:pt x="424331" y="983"/>
                  </a:lnTo>
                  <a:lnTo>
                    <a:pt x="416473" y="986"/>
                  </a:lnTo>
                  <a:lnTo>
                    <a:pt x="408615" y="990"/>
                  </a:lnTo>
                  <a:lnTo>
                    <a:pt x="400757" y="993"/>
                  </a:lnTo>
                  <a:lnTo>
                    <a:pt x="392899" y="996"/>
                  </a:lnTo>
                  <a:lnTo>
                    <a:pt x="385041" y="999"/>
                  </a:lnTo>
                  <a:lnTo>
                    <a:pt x="377183" y="1002"/>
                  </a:lnTo>
                  <a:lnTo>
                    <a:pt x="369325" y="1004"/>
                  </a:lnTo>
                  <a:lnTo>
                    <a:pt x="361467" y="1007"/>
                  </a:lnTo>
                  <a:lnTo>
                    <a:pt x="353609" y="1009"/>
                  </a:lnTo>
                  <a:lnTo>
                    <a:pt x="345751" y="1011"/>
                  </a:lnTo>
                  <a:lnTo>
                    <a:pt x="337893" y="1013"/>
                  </a:lnTo>
                  <a:lnTo>
                    <a:pt x="330035" y="1016"/>
                  </a:lnTo>
                  <a:lnTo>
                    <a:pt x="322177" y="1018"/>
                  </a:lnTo>
                  <a:lnTo>
                    <a:pt x="314319" y="1021"/>
                  </a:lnTo>
                  <a:lnTo>
                    <a:pt x="306461" y="1024"/>
                  </a:lnTo>
                  <a:lnTo>
                    <a:pt x="298603" y="1026"/>
                  </a:lnTo>
                  <a:lnTo>
                    <a:pt x="290745" y="1028"/>
                  </a:lnTo>
                  <a:lnTo>
                    <a:pt x="282887" y="1030"/>
                  </a:lnTo>
                  <a:lnTo>
                    <a:pt x="275029" y="1032"/>
                  </a:lnTo>
                  <a:lnTo>
                    <a:pt x="267171" y="1034"/>
                  </a:lnTo>
                  <a:lnTo>
                    <a:pt x="259313" y="1036"/>
                  </a:lnTo>
                  <a:lnTo>
                    <a:pt x="251455" y="1039"/>
                  </a:lnTo>
                  <a:lnTo>
                    <a:pt x="243597" y="1041"/>
                  </a:lnTo>
                  <a:lnTo>
                    <a:pt x="235739" y="1043"/>
                  </a:lnTo>
                  <a:lnTo>
                    <a:pt x="227881" y="1045"/>
                  </a:lnTo>
                  <a:lnTo>
                    <a:pt x="220023" y="1048"/>
                  </a:lnTo>
                  <a:lnTo>
                    <a:pt x="212165" y="1051"/>
                  </a:lnTo>
                  <a:lnTo>
                    <a:pt x="204307" y="1053"/>
                  </a:lnTo>
                  <a:lnTo>
                    <a:pt x="196449" y="1055"/>
                  </a:lnTo>
                  <a:lnTo>
                    <a:pt x="188591" y="1057"/>
                  </a:lnTo>
                  <a:lnTo>
                    <a:pt x="180733" y="1059"/>
                  </a:lnTo>
                  <a:lnTo>
                    <a:pt x="172875" y="1061"/>
                  </a:lnTo>
                  <a:lnTo>
                    <a:pt x="165017" y="1063"/>
                  </a:lnTo>
                  <a:lnTo>
                    <a:pt x="157159" y="1065"/>
                  </a:lnTo>
                  <a:lnTo>
                    <a:pt x="149301" y="1066"/>
                  </a:lnTo>
                  <a:lnTo>
                    <a:pt x="141443" y="1068"/>
                  </a:lnTo>
                  <a:lnTo>
                    <a:pt x="133585" y="1070"/>
                  </a:lnTo>
                  <a:lnTo>
                    <a:pt x="125727" y="1072"/>
                  </a:lnTo>
                  <a:lnTo>
                    <a:pt x="117869" y="1074"/>
                  </a:lnTo>
                  <a:lnTo>
                    <a:pt x="110011" y="1075"/>
                  </a:lnTo>
                  <a:lnTo>
                    <a:pt x="102153" y="1077"/>
                  </a:lnTo>
                  <a:lnTo>
                    <a:pt x="94295" y="1079"/>
                  </a:lnTo>
                  <a:lnTo>
                    <a:pt x="86437" y="1081"/>
                  </a:lnTo>
                  <a:lnTo>
                    <a:pt x="78579" y="1083"/>
                  </a:lnTo>
                  <a:lnTo>
                    <a:pt x="70721" y="1085"/>
                  </a:lnTo>
                  <a:lnTo>
                    <a:pt x="62863" y="1087"/>
                  </a:lnTo>
                  <a:lnTo>
                    <a:pt x="55005" y="1089"/>
                  </a:lnTo>
                  <a:lnTo>
                    <a:pt x="47147" y="1090"/>
                  </a:lnTo>
                  <a:lnTo>
                    <a:pt x="39289" y="1092"/>
                  </a:lnTo>
                  <a:lnTo>
                    <a:pt x="31431" y="1094"/>
                  </a:lnTo>
                  <a:lnTo>
                    <a:pt x="23573" y="1096"/>
                  </a:lnTo>
                  <a:lnTo>
                    <a:pt x="15715" y="1097"/>
                  </a:lnTo>
                  <a:lnTo>
                    <a:pt x="7857" y="1099"/>
                  </a:lnTo>
                  <a:lnTo>
                    <a:pt x="0" y="11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7" name="pg266"/>
            <p:cNvSpPr/>
            <p:nvPr/>
          </p:nvSpPr>
          <p:spPr>
            <a:xfrm>
              <a:off x="6029658" y="4948899"/>
              <a:ext cx="2035220" cy="7943"/>
            </a:xfrm>
            <a:custGeom>
              <a:avLst/>
              <a:pathLst>
                <a:path w="2035220" h="7943">
                  <a:moveTo>
                    <a:pt x="0" y="7755"/>
                  </a:moveTo>
                  <a:lnTo>
                    <a:pt x="7857" y="7754"/>
                  </a:lnTo>
                  <a:lnTo>
                    <a:pt x="15715" y="7753"/>
                  </a:lnTo>
                  <a:lnTo>
                    <a:pt x="23573" y="7752"/>
                  </a:lnTo>
                  <a:lnTo>
                    <a:pt x="31431" y="7752"/>
                  </a:lnTo>
                  <a:lnTo>
                    <a:pt x="39289" y="7750"/>
                  </a:lnTo>
                  <a:lnTo>
                    <a:pt x="47147" y="7751"/>
                  </a:lnTo>
                  <a:lnTo>
                    <a:pt x="55005" y="7749"/>
                  </a:lnTo>
                  <a:lnTo>
                    <a:pt x="62863" y="7747"/>
                  </a:lnTo>
                  <a:lnTo>
                    <a:pt x="70721" y="7747"/>
                  </a:lnTo>
                  <a:lnTo>
                    <a:pt x="78579" y="7746"/>
                  </a:lnTo>
                  <a:lnTo>
                    <a:pt x="86437" y="7745"/>
                  </a:lnTo>
                  <a:lnTo>
                    <a:pt x="94295" y="7743"/>
                  </a:lnTo>
                  <a:lnTo>
                    <a:pt x="102153" y="7741"/>
                  </a:lnTo>
                  <a:lnTo>
                    <a:pt x="110011" y="7740"/>
                  </a:lnTo>
                  <a:lnTo>
                    <a:pt x="117869" y="7740"/>
                  </a:lnTo>
                  <a:lnTo>
                    <a:pt x="125727" y="7739"/>
                  </a:lnTo>
                  <a:lnTo>
                    <a:pt x="133585" y="7738"/>
                  </a:lnTo>
                  <a:lnTo>
                    <a:pt x="141443" y="7737"/>
                  </a:lnTo>
                  <a:lnTo>
                    <a:pt x="149301" y="7736"/>
                  </a:lnTo>
                  <a:lnTo>
                    <a:pt x="157159" y="7735"/>
                  </a:lnTo>
                  <a:lnTo>
                    <a:pt x="165017" y="7733"/>
                  </a:lnTo>
                  <a:lnTo>
                    <a:pt x="172875" y="7731"/>
                  </a:lnTo>
                  <a:lnTo>
                    <a:pt x="180733" y="7730"/>
                  </a:lnTo>
                  <a:lnTo>
                    <a:pt x="188591" y="7728"/>
                  </a:lnTo>
                  <a:lnTo>
                    <a:pt x="196449" y="7726"/>
                  </a:lnTo>
                  <a:lnTo>
                    <a:pt x="204307" y="7724"/>
                  </a:lnTo>
                  <a:lnTo>
                    <a:pt x="212165" y="7723"/>
                  </a:lnTo>
                  <a:lnTo>
                    <a:pt x="220023" y="7722"/>
                  </a:lnTo>
                  <a:lnTo>
                    <a:pt x="227881" y="7721"/>
                  </a:lnTo>
                  <a:lnTo>
                    <a:pt x="235739" y="7719"/>
                  </a:lnTo>
                  <a:lnTo>
                    <a:pt x="243597" y="7718"/>
                  </a:lnTo>
                  <a:lnTo>
                    <a:pt x="251455" y="7716"/>
                  </a:lnTo>
                  <a:lnTo>
                    <a:pt x="259313" y="7714"/>
                  </a:lnTo>
                  <a:lnTo>
                    <a:pt x="267171" y="7712"/>
                  </a:lnTo>
                  <a:lnTo>
                    <a:pt x="275029" y="7709"/>
                  </a:lnTo>
                  <a:lnTo>
                    <a:pt x="282887" y="7708"/>
                  </a:lnTo>
                  <a:lnTo>
                    <a:pt x="290745" y="7707"/>
                  </a:lnTo>
                  <a:lnTo>
                    <a:pt x="298603" y="7706"/>
                  </a:lnTo>
                  <a:lnTo>
                    <a:pt x="306461" y="7705"/>
                  </a:lnTo>
                  <a:lnTo>
                    <a:pt x="314319" y="7704"/>
                  </a:lnTo>
                  <a:lnTo>
                    <a:pt x="322177" y="7701"/>
                  </a:lnTo>
                  <a:lnTo>
                    <a:pt x="330035" y="7701"/>
                  </a:lnTo>
                  <a:lnTo>
                    <a:pt x="337893" y="7697"/>
                  </a:lnTo>
                  <a:lnTo>
                    <a:pt x="345751" y="7694"/>
                  </a:lnTo>
                  <a:lnTo>
                    <a:pt x="353609" y="7691"/>
                  </a:lnTo>
                  <a:lnTo>
                    <a:pt x="361467" y="7688"/>
                  </a:lnTo>
                  <a:lnTo>
                    <a:pt x="369325" y="7687"/>
                  </a:lnTo>
                  <a:lnTo>
                    <a:pt x="377183" y="7684"/>
                  </a:lnTo>
                  <a:lnTo>
                    <a:pt x="385041" y="7680"/>
                  </a:lnTo>
                  <a:lnTo>
                    <a:pt x="392899" y="7677"/>
                  </a:lnTo>
                  <a:lnTo>
                    <a:pt x="400757" y="7675"/>
                  </a:lnTo>
                  <a:lnTo>
                    <a:pt x="408615" y="7672"/>
                  </a:lnTo>
                  <a:lnTo>
                    <a:pt x="416473" y="7669"/>
                  </a:lnTo>
                  <a:lnTo>
                    <a:pt x="424331" y="7668"/>
                  </a:lnTo>
                  <a:lnTo>
                    <a:pt x="432189" y="7667"/>
                  </a:lnTo>
                  <a:lnTo>
                    <a:pt x="440047" y="7664"/>
                  </a:lnTo>
                  <a:lnTo>
                    <a:pt x="447905" y="7662"/>
                  </a:lnTo>
                  <a:lnTo>
                    <a:pt x="455763" y="7661"/>
                  </a:lnTo>
                  <a:lnTo>
                    <a:pt x="463621" y="7659"/>
                  </a:lnTo>
                  <a:lnTo>
                    <a:pt x="471479" y="7657"/>
                  </a:lnTo>
                  <a:lnTo>
                    <a:pt x="479337" y="7655"/>
                  </a:lnTo>
                  <a:lnTo>
                    <a:pt x="487195" y="7651"/>
                  </a:lnTo>
                  <a:lnTo>
                    <a:pt x="495053" y="7646"/>
                  </a:lnTo>
                  <a:lnTo>
                    <a:pt x="502911" y="7645"/>
                  </a:lnTo>
                  <a:lnTo>
                    <a:pt x="510769" y="7641"/>
                  </a:lnTo>
                  <a:lnTo>
                    <a:pt x="518627" y="7637"/>
                  </a:lnTo>
                  <a:lnTo>
                    <a:pt x="526485" y="7633"/>
                  </a:lnTo>
                  <a:lnTo>
                    <a:pt x="534343" y="7629"/>
                  </a:lnTo>
                  <a:lnTo>
                    <a:pt x="542201" y="7625"/>
                  </a:lnTo>
                  <a:lnTo>
                    <a:pt x="550059" y="7619"/>
                  </a:lnTo>
                  <a:lnTo>
                    <a:pt x="557917" y="7615"/>
                  </a:lnTo>
                  <a:lnTo>
                    <a:pt x="565775" y="7612"/>
                  </a:lnTo>
                  <a:lnTo>
                    <a:pt x="573633" y="7609"/>
                  </a:lnTo>
                  <a:lnTo>
                    <a:pt x="581491" y="7604"/>
                  </a:lnTo>
                  <a:lnTo>
                    <a:pt x="589349" y="7601"/>
                  </a:lnTo>
                  <a:lnTo>
                    <a:pt x="597207" y="7597"/>
                  </a:lnTo>
                  <a:lnTo>
                    <a:pt x="605065" y="7593"/>
                  </a:lnTo>
                  <a:lnTo>
                    <a:pt x="612923" y="7590"/>
                  </a:lnTo>
                  <a:lnTo>
                    <a:pt x="620781" y="7586"/>
                  </a:lnTo>
                  <a:lnTo>
                    <a:pt x="628639" y="7580"/>
                  </a:lnTo>
                  <a:lnTo>
                    <a:pt x="636497" y="7571"/>
                  </a:lnTo>
                  <a:lnTo>
                    <a:pt x="644355" y="7567"/>
                  </a:lnTo>
                  <a:lnTo>
                    <a:pt x="652213" y="7564"/>
                  </a:lnTo>
                  <a:lnTo>
                    <a:pt x="660071" y="7558"/>
                  </a:lnTo>
                  <a:lnTo>
                    <a:pt x="667929" y="7551"/>
                  </a:lnTo>
                  <a:lnTo>
                    <a:pt x="675787" y="7549"/>
                  </a:lnTo>
                  <a:lnTo>
                    <a:pt x="683645" y="7545"/>
                  </a:lnTo>
                  <a:lnTo>
                    <a:pt x="691503" y="7540"/>
                  </a:lnTo>
                  <a:lnTo>
                    <a:pt x="699361" y="7534"/>
                  </a:lnTo>
                  <a:lnTo>
                    <a:pt x="707219" y="7528"/>
                  </a:lnTo>
                  <a:lnTo>
                    <a:pt x="715077" y="7522"/>
                  </a:lnTo>
                  <a:lnTo>
                    <a:pt x="722935" y="7516"/>
                  </a:lnTo>
                  <a:lnTo>
                    <a:pt x="730793" y="7507"/>
                  </a:lnTo>
                  <a:lnTo>
                    <a:pt x="738651" y="7502"/>
                  </a:lnTo>
                  <a:lnTo>
                    <a:pt x="746509" y="7496"/>
                  </a:lnTo>
                  <a:lnTo>
                    <a:pt x="754367" y="7489"/>
                  </a:lnTo>
                  <a:lnTo>
                    <a:pt x="762225" y="7480"/>
                  </a:lnTo>
                  <a:lnTo>
                    <a:pt x="770083" y="7472"/>
                  </a:lnTo>
                  <a:lnTo>
                    <a:pt x="777941" y="7465"/>
                  </a:lnTo>
                  <a:lnTo>
                    <a:pt x="785799" y="7460"/>
                  </a:lnTo>
                  <a:lnTo>
                    <a:pt x="793657" y="7456"/>
                  </a:lnTo>
                  <a:lnTo>
                    <a:pt x="801515" y="7447"/>
                  </a:lnTo>
                  <a:lnTo>
                    <a:pt x="809373" y="7438"/>
                  </a:lnTo>
                  <a:lnTo>
                    <a:pt x="817231" y="7428"/>
                  </a:lnTo>
                  <a:lnTo>
                    <a:pt x="825089" y="7420"/>
                  </a:lnTo>
                  <a:lnTo>
                    <a:pt x="832947" y="7412"/>
                  </a:lnTo>
                  <a:lnTo>
                    <a:pt x="840805" y="7402"/>
                  </a:lnTo>
                  <a:lnTo>
                    <a:pt x="848663" y="7389"/>
                  </a:lnTo>
                  <a:lnTo>
                    <a:pt x="856521" y="7381"/>
                  </a:lnTo>
                  <a:lnTo>
                    <a:pt x="864379" y="7372"/>
                  </a:lnTo>
                  <a:lnTo>
                    <a:pt x="872237" y="7362"/>
                  </a:lnTo>
                  <a:lnTo>
                    <a:pt x="880095" y="7352"/>
                  </a:lnTo>
                  <a:lnTo>
                    <a:pt x="887953" y="7342"/>
                  </a:lnTo>
                  <a:lnTo>
                    <a:pt x="895811" y="7332"/>
                  </a:lnTo>
                  <a:lnTo>
                    <a:pt x="903669" y="7322"/>
                  </a:lnTo>
                  <a:lnTo>
                    <a:pt x="911527" y="7312"/>
                  </a:lnTo>
                  <a:lnTo>
                    <a:pt x="919385" y="7302"/>
                  </a:lnTo>
                  <a:lnTo>
                    <a:pt x="927243" y="7291"/>
                  </a:lnTo>
                  <a:lnTo>
                    <a:pt x="935101" y="7281"/>
                  </a:lnTo>
                  <a:lnTo>
                    <a:pt x="942959" y="7274"/>
                  </a:lnTo>
                  <a:lnTo>
                    <a:pt x="950817" y="7261"/>
                  </a:lnTo>
                  <a:lnTo>
                    <a:pt x="958675" y="7248"/>
                  </a:lnTo>
                  <a:lnTo>
                    <a:pt x="966533" y="7237"/>
                  </a:lnTo>
                  <a:lnTo>
                    <a:pt x="974391" y="7226"/>
                  </a:lnTo>
                  <a:lnTo>
                    <a:pt x="982249" y="7214"/>
                  </a:lnTo>
                  <a:lnTo>
                    <a:pt x="990107" y="7197"/>
                  </a:lnTo>
                  <a:lnTo>
                    <a:pt x="997965" y="7181"/>
                  </a:lnTo>
                  <a:lnTo>
                    <a:pt x="1005823" y="7165"/>
                  </a:lnTo>
                  <a:lnTo>
                    <a:pt x="1013681" y="7149"/>
                  </a:lnTo>
                  <a:lnTo>
                    <a:pt x="1021539" y="7136"/>
                  </a:lnTo>
                  <a:lnTo>
                    <a:pt x="1029397" y="7124"/>
                  </a:lnTo>
                  <a:lnTo>
                    <a:pt x="1037254" y="7111"/>
                  </a:lnTo>
                  <a:lnTo>
                    <a:pt x="1045112" y="7096"/>
                  </a:lnTo>
                  <a:lnTo>
                    <a:pt x="1052970" y="7080"/>
                  </a:lnTo>
                  <a:lnTo>
                    <a:pt x="1060828" y="7063"/>
                  </a:lnTo>
                  <a:lnTo>
                    <a:pt x="1068686" y="7046"/>
                  </a:lnTo>
                  <a:lnTo>
                    <a:pt x="1076544" y="7028"/>
                  </a:lnTo>
                  <a:lnTo>
                    <a:pt x="1084402" y="7011"/>
                  </a:lnTo>
                  <a:lnTo>
                    <a:pt x="1092260" y="6996"/>
                  </a:lnTo>
                  <a:lnTo>
                    <a:pt x="1100118" y="6984"/>
                  </a:lnTo>
                  <a:lnTo>
                    <a:pt x="1107976" y="6973"/>
                  </a:lnTo>
                  <a:lnTo>
                    <a:pt x="1115834" y="6957"/>
                  </a:lnTo>
                  <a:lnTo>
                    <a:pt x="1123692" y="6936"/>
                  </a:lnTo>
                  <a:lnTo>
                    <a:pt x="1131550" y="6915"/>
                  </a:lnTo>
                  <a:lnTo>
                    <a:pt x="1139408" y="6893"/>
                  </a:lnTo>
                  <a:lnTo>
                    <a:pt x="1147266" y="6871"/>
                  </a:lnTo>
                  <a:lnTo>
                    <a:pt x="1155124" y="6853"/>
                  </a:lnTo>
                  <a:lnTo>
                    <a:pt x="1162982" y="6835"/>
                  </a:lnTo>
                  <a:lnTo>
                    <a:pt x="1170840" y="6816"/>
                  </a:lnTo>
                  <a:lnTo>
                    <a:pt x="1178698" y="6798"/>
                  </a:lnTo>
                  <a:lnTo>
                    <a:pt x="1186556" y="6779"/>
                  </a:lnTo>
                  <a:lnTo>
                    <a:pt x="1194414" y="6759"/>
                  </a:lnTo>
                  <a:lnTo>
                    <a:pt x="1202272" y="6740"/>
                  </a:lnTo>
                  <a:lnTo>
                    <a:pt x="1210130" y="6720"/>
                  </a:lnTo>
                  <a:lnTo>
                    <a:pt x="1217988" y="6699"/>
                  </a:lnTo>
                  <a:lnTo>
                    <a:pt x="1225846" y="6679"/>
                  </a:lnTo>
                  <a:lnTo>
                    <a:pt x="1233704" y="6658"/>
                  </a:lnTo>
                  <a:lnTo>
                    <a:pt x="1241562" y="6634"/>
                  </a:lnTo>
                  <a:lnTo>
                    <a:pt x="1249420" y="6612"/>
                  </a:lnTo>
                  <a:lnTo>
                    <a:pt x="1257278" y="6584"/>
                  </a:lnTo>
                  <a:lnTo>
                    <a:pt x="1265136" y="6549"/>
                  </a:lnTo>
                  <a:lnTo>
                    <a:pt x="1272994" y="6518"/>
                  </a:lnTo>
                  <a:lnTo>
                    <a:pt x="1280852" y="6497"/>
                  </a:lnTo>
                  <a:lnTo>
                    <a:pt x="1288710" y="6475"/>
                  </a:lnTo>
                  <a:lnTo>
                    <a:pt x="1296568" y="6455"/>
                  </a:lnTo>
                  <a:lnTo>
                    <a:pt x="1304426" y="6433"/>
                  </a:lnTo>
                  <a:lnTo>
                    <a:pt x="1312284" y="6411"/>
                  </a:lnTo>
                  <a:lnTo>
                    <a:pt x="1320142" y="6388"/>
                  </a:lnTo>
                  <a:lnTo>
                    <a:pt x="1328000" y="6362"/>
                  </a:lnTo>
                  <a:lnTo>
                    <a:pt x="1335858" y="6331"/>
                  </a:lnTo>
                  <a:lnTo>
                    <a:pt x="1343716" y="6300"/>
                  </a:lnTo>
                  <a:lnTo>
                    <a:pt x="1351574" y="6262"/>
                  </a:lnTo>
                  <a:lnTo>
                    <a:pt x="1359432" y="6232"/>
                  </a:lnTo>
                  <a:lnTo>
                    <a:pt x="1367290" y="6200"/>
                  </a:lnTo>
                  <a:lnTo>
                    <a:pt x="1375148" y="6166"/>
                  </a:lnTo>
                  <a:lnTo>
                    <a:pt x="1383006" y="6131"/>
                  </a:lnTo>
                  <a:lnTo>
                    <a:pt x="1390864" y="6095"/>
                  </a:lnTo>
                  <a:lnTo>
                    <a:pt x="1398722" y="6059"/>
                  </a:lnTo>
                  <a:lnTo>
                    <a:pt x="1406580" y="6023"/>
                  </a:lnTo>
                  <a:lnTo>
                    <a:pt x="1414438" y="5987"/>
                  </a:lnTo>
                  <a:lnTo>
                    <a:pt x="1422296" y="5958"/>
                  </a:lnTo>
                  <a:lnTo>
                    <a:pt x="1430154" y="5929"/>
                  </a:lnTo>
                  <a:lnTo>
                    <a:pt x="1438012" y="5899"/>
                  </a:lnTo>
                  <a:lnTo>
                    <a:pt x="1445870" y="5869"/>
                  </a:lnTo>
                  <a:lnTo>
                    <a:pt x="1453728" y="5839"/>
                  </a:lnTo>
                  <a:lnTo>
                    <a:pt x="1461586" y="5808"/>
                  </a:lnTo>
                  <a:lnTo>
                    <a:pt x="1469444" y="5777"/>
                  </a:lnTo>
                  <a:lnTo>
                    <a:pt x="1477302" y="5738"/>
                  </a:lnTo>
                  <a:lnTo>
                    <a:pt x="1485160" y="5696"/>
                  </a:lnTo>
                  <a:lnTo>
                    <a:pt x="1493018" y="5653"/>
                  </a:lnTo>
                  <a:lnTo>
                    <a:pt x="1500876" y="5609"/>
                  </a:lnTo>
                  <a:lnTo>
                    <a:pt x="1508734" y="5564"/>
                  </a:lnTo>
                  <a:lnTo>
                    <a:pt x="1516592" y="5519"/>
                  </a:lnTo>
                  <a:lnTo>
                    <a:pt x="1524450" y="5476"/>
                  </a:lnTo>
                  <a:lnTo>
                    <a:pt x="1532308" y="5437"/>
                  </a:lnTo>
                  <a:lnTo>
                    <a:pt x="1540166" y="5397"/>
                  </a:lnTo>
                  <a:lnTo>
                    <a:pt x="1548024" y="5350"/>
                  </a:lnTo>
                  <a:lnTo>
                    <a:pt x="1555882" y="5297"/>
                  </a:lnTo>
                  <a:lnTo>
                    <a:pt x="1563740" y="5243"/>
                  </a:lnTo>
                  <a:lnTo>
                    <a:pt x="1571598" y="5188"/>
                  </a:lnTo>
                  <a:lnTo>
                    <a:pt x="1579456" y="5132"/>
                  </a:lnTo>
                  <a:lnTo>
                    <a:pt x="1587314" y="5074"/>
                  </a:lnTo>
                  <a:lnTo>
                    <a:pt x="1595172" y="5016"/>
                  </a:lnTo>
                  <a:lnTo>
                    <a:pt x="1603030" y="4957"/>
                  </a:lnTo>
                  <a:lnTo>
                    <a:pt x="1610888" y="4911"/>
                  </a:lnTo>
                  <a:lnTo>
                    <a:pt x="1618746" y="4864"/>
                  </a:lnTo>
                  <a:lnTo>
                    <a:pt x="1626604" y="4804"/>
                  </a:lnTo>
                  <a:lnTo>
                    <a:pt x="1634462" y="4742"/>
                  </a:lnTo>
                  <a:lnTo>
                    <a:pt x="1642320" y="4692"/>
                  </a:lnTo>
                  <a:lnTo>
                    <a:pt x="1650178" y="4643"/>
                  </a:lnTo>
                  <a:lnTo>
                    <a:pt x="1658036" y="4593"/>
                  </a:lnTo>
                  <a:lnTo>
                    <a:pt x="1665894" y="4539"/>
                  </a:lnTo>
                  <a:lnTo>
                    <a:pt x="1673752" y="4477"/>
                  </a:lnTo>
                  <a:lnTo>
                    <a:pt x="1681610" y="4431"/>
                  </a:lnTo>
                  <a:lnTo>
                    <a:pt x="1689468" y="4385"/>
                  </a:lnTo>
                  <a:lnTo>
                    <a:pt x="1697326" y="4337"/>
                  </a:lnTo>
                  <a:lnTo>
                    <a:pt x="1705184" y="4289"/>
                  </a:lnTo>
                  <a:lnTo>
                    <a:pt x="1713042" y="4240"/>
                  </a:lnTo>
                  <a:lnTo>
                    <a:pt x="1720900" y="4170"/>
                  </a:lnTo>
                  <a:lnTo>
                    <a:pt x="1728758" y="4114"/>
                  </a:lnTo>
                  <a:lnTo>
                    <a:pt x="1736616" y="4056"/>
                  </a:lnTo>
                  <a:lnTo>
                    <a:pt x="1744474" y="3983"/>
                  </a:lnTo>
                  <a:lnTo>
                    <a:pt x="1752332" y="3899"/>
                  </a:lnTo>
                  <a:lnTo>
                    <a:pt x="1760190" y="3813"/>
                  </a:lnTo>
                  <a:lnTo>
                    <a:pt x="1768048" y="3726"/>
                  </a:lnTo>
                  <a:lnTo>
                    <a:pt x="1775906" y="3636"/>
                  </a:lnTo>
                  <a:lnTo>
                    <a:pt x="1783764" y="3553"/>
                  </a:lnTo>
                  <a:lnTo>
                    <a:pt x="1791622" y="3469"/>
                  </a:lnTo>
                  <a:lnTo>
                    <a:pt x="1799480" y="3384"/>
                  </a:lnTo>
                  <a:lnTo>
                    <a:pt x="1807338" y="3297"/>
                  </a:lnTo>
                  <a:lnTo>
                    <a:pt x="1815196" y="3208"/>
                  </a:lnTo>
                  <a:lnTo>
                    <a:pt x="1823054" y="3117"/>
                  </a:lnTo>
                  <a:lnTo>
                    <a:pt x="1830912" y="3025"/>
                  </a:lnTo>
                  <a:lnTo>
                    <a:pt x="1838770" y="2931"/>
                  </a:lnTo>
                  <a:lnTo>
                    <a:pt x="1846628" y="2836"/>
                  </a:lnTo>
                  <a:lnTo>
                    <a:pt x="1854486" y="2738"/>
                  </a:lnTo>
                  <a:lnTo>
                    <a:pt x="1862344" y="2639"/>
                  </a:lnTo>
                  <a:lnTo>
                    <a:pt x="1870202" y="2538"/>
                  </a:lnTo>
                  <a:lnTo>
                    <a:pt x="1878060" y="2436"/>
                  </a:lnTo>
                  <a:lnTo>
                    <a:pt x="1885918" y="2331"/>
                  </a:lnTo>
                  <a:lnTo>
                    <a:pt x="1893776" y="2224"/>
                  </a:lnTo>
                  <a:lnTo>
                    <a:pt x="1901634" y="2116"/>
                  </a:lnTo>
                  <a:lnTo>
                    <a:pt x="1909492" y="2005"/>
                  </a:lnTo>
                  <a:lnTo>
                    <a:pt x="1917350" y="1892"/>
                  </a:lnTo>
                  <a:lnTo>
                    <a:pt x="1925208" y="1777"/>
                  </a:lnTo>
                  <a:lnTo>
                    <a:pt x="1933066" y="1660"/>
                  </a:lnTo>
                  <a:lnTo>
                    <a:pt x="1940924" y="1541"/>
                  </a:lnTo>
                  <a:lnTo>
                    <a:pt x="1948782" y="1420"/>
                  </a:lnTo>
                  <a:lnTo>
                    <a:pt x="1956640" y="1296"/>
                  </a:lnTo>
                  <a:lnTo>
                    <a:pt x="1964498" y="1170"/>
                  </a:lnTo>
                  <a:lnTo>
                    <a:pt x="1972356" y="1042"/>
                  </a:lnTo>
                  <a:lnTo>
                    <a:pt x="1980214" y="911"/>
                  </a:lnTo>
                  <a:lnTo>
                    <a:pt x="1988072" y="779"/>
                  </a:lnTo>
                  <a:lnTo>
                    <a:pt x="1995930" y="644"/>
                  </a:lnTo>
                  <a:lnTo>
                    <a:pt x="2003788" y="507"/>
                  </a:lnTo>
                  <a:lnTo>
                    <a:pt x="2011646" y="385"/>
                  </a:lnTo>
                  <a:lnTo>
                    <a:pt x="2019504" y="275"/>
                  </a:lnTo>
                  <a:lnTo>
                    <a:pt x="2027362" y="156"/>
                  </a:lnTo>
                  <a:lnTo>
                    <a:pt x="2035220" y="0"/>
                  </a:lnTo>
                  <a:lnTo>
                    <a:pt x="2035220" y="7868"/>
                  </a:lnTo>
                  <a:lnTo>
                    <a:pt x="2027362" y="7868"/>
                  </a:lnTo>
                  <a:lnTo>
                    <a:pt x="2019504" y="7868"/>
                  </a:lnTo>
                  <a:lnTo>
                    <a:pt x="2011646" y="7868"/>
                  </a:lnTo>
                  <a:lnTo>
                    <a:pt x="2003788" y="7868"/>
                  </a:lnTo>
                  <a:lnTo>
                    <a:pt x="1995930" y="7868"/>
                  </a:lnTo>
                  <a:lnTo>
                    <a:pt x="1988072" y="7868"/>
                  </a:lnTo>
                  <a:lnTo>
                    <a:pt x="1980214" y="7868"/>
                  </a:lnTo>
                  <a:lnTo>
                    <a:pt x="1972356" y="7868"/>
                  </a:lnTo>
                  <a:lnTo>
                    <a:pt x="1964498" y="7868"/>
                  </a:lnTo>
                  <a:lnTo>
                    <a:pt x="1956640" y="7868"/>
                  </a:lnTo>
                  <a:lnTo>
                    <a:pt x="1948782" y="7868"/>
                  </a:lnTo>
                  <a:lnTo>
                    <a:pt x="1940924" y="7868"/>
                  </a:lnTo>
                  <a:lnTo>
                    <a:pt x="1933066" y="7868"/>
                  </a:lnTo>
                  <a:lnTo>
                    <a:pt x="1925208" y="7868"/>
                  </a:lnTo>
                  <a:lnTo>
                    <a:pt x="1917350" y="7868"/>
                  </a:lnTo>
                  <a:lnTo>
                    <a:pt x="1909492" y="7868"/>
                  </a:lnTo>
                  <a:lnTo>
                    <a:pt x="1901634" y="7868"/>
                  </a:lnTo>
                  <a:lnTo>
                    <a:pt x="1893776" y="7869"/>
                  </a:lnTo>
                  <a:lnTo>
                    <a:pt x="1885918" y="7869"/>
                  </a:lnTo>
                  <a:lnTo>
                    <a:pt x="1878060" y="7869"/>
                  </a:lnTo>
                  <a:lnTo>
                    <a:pt x="1870202" y="7869"/>
                  </a:lnTo>
                  <a:lnTo>
                    <a:pt x="1862344" y="7869"/>
                  </a:lnTo>
                  <a:lnTo>
                    <a:pt x="1854486" y="7869"/>
                  </a:lnTo>
                  <a:lnTo>
                    <a:pt x="1846628" y="7869"/>
                  </a:lnTo>
                  <a:lnTo>
                    <a:pt x="1838770" y="7869"/>
                  </a:lnTo>
                  <a:lnTo>
                    <a:pt x="1830912" y="7869"/>
                  </a:lnTo>
                  <a:lnTo>
                    <a:pt x="1823054" y="7869"/>
                  </a:lnTo>
                  <a:lnTo>
                    <a:pt x="1815196" y="7868"/>
                  </a:lnTo>
                  <a:lnTo>
                    <a:pt x="1807338" y="7868"/>
                  </a:lnTo>
                  <a:lnTo>
                    <a:pt x="1799480" y="7869"/>
                  </a:lnTo>
                  <a:lnTo>
                    <a:pt x="1791622" y="7869"/>
                  </a:lnTo>
                  <a:lnTo>
                    <a:pt x="1783764" y="7869"/>
                  </a:lnTo>
                  <a:lnTo>
                    <a:pt x="1775906" y="7869"/>
                  </a:lnTo>
                  <a:lnTo>
                    <a:pt x="1768048" y="7869"/>
                  </a:lnTo>
                  <a:lnTo>
                    <a:pt x="1760190" y="7868"/>
                  </a:lnTo>
                  <a:lnTo>
                    <a:pt x="1752332" y="7868"/>
                  </a:lnTo>
                  <a:lnTo>
                    <a:pt x="1744474" y="7868"/>
                  </a:lnTo>
                  <a:lnTo>
                    <a:pt x="1736616" y="7868"/>
                  </a:lnTo>
                  <a:lnTo>
                    <a:pt x="1728758" y="7868"/>
                  </a:lnTo>
                  <a:lnTo>
                    <a:pt x="1720900" y="7868"/>
                  </a:lnTo>
                  <a:lnTo>
                    <a:pt x="1713042" y="7868"/>
                  </a:lnTo>
                  <a:lnTo>
                    <a:pt x="1705184" y="7867"/>
                  </a:lnTo>
                  <a:lnTo>
                    <a:pt x="1697326" y="7868"/>
                  </a:lnTo>
                  <a:lnTo>
                    <a:pt x="1689468" y="7868"/>
                  </a:lnTo>
                  <a:lnTo>
                    <a:pt x="1681610" y="7868"/>
                  </a:lnTo>
                  <a:lnTo>
                    <a:pt x="1673752" y="7868"/>
                  </a:lnTo>
                  <a:lnTo>
                    <a:pt x="1665894" y="7868"/>
                  </a:lnTo>
                  <a:lnTo>
                    <a:pt x="1658036" y="7868"/>
                  </a:lnTo>
                  <a:lnTo>
                    <a:pt x="1650178" y="7868"/>
                  </a:lnTo>
                  <a:lnTo>
                    <a:pt x="1642320" y="7869"/>
                  </a:lnTo>
                  <a:lnTo>
                    <a:pt x="1634462" y="7869"/>
                  </a:lnTo>
                  <a:lnTo>
                    <a:pt x="1626604" y="7869"/>
                  </a:lnTo>
                  <a:lnTo>
                    <a:pt x="1618746" y="7869"/>
                  </a:lnTo>
                  <a:lnTo>
                    <a:pt x="1610888" y="7869"/>
                  </a:lnTo>
                  <a:lnTo>
                    <a:pt x="1603030" y="7869"/>
                  </a:lnTo>
                  <a:lnTo>
                    <a:pt x="1595172" y="7869"/>
                  </a:lnTo>
                  <a:lnTo>
                    <a:pt x="1587314" y="7869"/>
                  </a:lnTo>
                  <a:lnTo>
                    <a:pt x="1579456" y="7869"/>
                  </a:lnTo>
                  <a:lnTo>
                    <a:pt x="1571598" y="7869"/>
                  </a:lnTo>
                  <a:lnTo>
                    <a:pt x="1563740" y="7869"/>
                  </a:lnTo>
                  <a:lnTo>
                    <a:pt x="1555882" y="7868"/>
                  </a:lnTo>
                  <a:lnTo>
                    <a:pt x="1548024" y="7868"/>
                  </a:lnTo>
                  <a:lnTo>
                    <a:pt x="1540166" y="7869"/>
                  </a:lnTo>
                  <a:lnTo>
                    <a:pt x="1532308" y="7869"/>
                  </a:lnTo>
                  <a:lnTo>
                    <a:pt x="1524450" y="7869"/>
                  </a:lnTo>
                  <a:lnTo>
                    <a:pt x="1516592" y="7869"/>
                  </a:lnTo>
                  <a:lnTo>
                    <a:pt x="1508734" y="7869"/>
                  </a:lnTo>
                  <a:lnTo>
                    <a:pt x="1500876" y="7869"/>
                  </a:lnTo>
                  <a:lnTo>
                    <a:pt x="1493018" y="7869"/>
                  </a:lnTo>
                  <a:lnTo>
                    <a:pt x="1485160" y="7869"/>
                  </a:lnTo>
                  <a:lnTo>
                    <a:pt x="1477302" y="7869"/>
                  </a:lnTo>
                  <a:lnTo>
                    <a:pt x="1469444" y="7869"/>
                  </a:lnTo>
                  <a:lnTo>
                    <a:pt x="1461586" y="7868"/>
                  </a:lnTo>
                  <a:lnTo>
                    <a:pt x="1453728" y="7868"/>
                  </a:lnTo>
                  <a:lnTo>
                    <a:pt x="1445870" y="7868"/>
                  </a:lnTo>
                  <a:lnTo>
                    <a:pt x="1438012" y="7868"/>
                  </a:lnTo>
                  <a:lnTo>
                    <a:pt x="1430154" y="7868"/>
                  </a:lnTo>
                  <a:lnTo>
                    <a:pt x="1422296" y="7868"/>
                  </a:lnTo>
                  <a:lnTo>
                    <a:pt x="1414438" y="7867"/>
                  </a:lnTo>
                  <a:lnTo>
                    <a:pt x="1406580" y="7867"/>
                  </a:lnTo>
                  <a:lnTo>
                    <a:pt x="1398722" y="7867"/>
                  </a:lnTo>
                  <a:lnTo>
                    <a:pt x="1390864" y="7866"/>
                  </a:lnTo>
                  <a:lnTo>
                    <a:pt x="1383006" y="7866"/>
                  </a:lnTo>
                  <a:lnTo>
                    <a:pt x="1375148" y="7866"/>
                  </a:lnTo>
                  <a:lnTo>
                    <a:pt x="1367290" y="7866"/>
                  </a:lnTo>
                  <a:lnTo>
                    <a:pt x="1359432" y="7865"/>
                  </a:lnTo>
                  <a:lnTo>
                    <a:pt x="1351574" y="7865"/>
                  </a:lnTo>
                  <a:lnTo>
                    <a:pt x="1343716" y="7865"/>
                  </a:lnTo>
                  <a:lnTo>
                    <a:pt x="1335858" y="7864"/>
                  </a:lnTo>
                  <a:lnTo>
                    <a:pt x="1328000" y="7864"/>
                  </a:lnTo>
                  <a:lnTo>
                    <a:pt x="1320142" y="7864"/>
                  </a:lnTo>
                  <a:lnTo>
                    <a:pt x="1312284" y="7864"/>
                  </a:lnTo>
                  <a:lnTo>
                    <a:pt x="1304426" y="7864"/>
                  </a:lnTo>
                  <a:lnTo>
                    <a:pt x="1296568" y="7863"/>
                  </a:lnTo>
                  <a:lnTo>
                    <a:pt x="1288710" y="7863"/>
                  </a:lnTo>
                  <a:lnTo>
                    <a:pt x="1280852" y="7863"/>
                  </a:lnTo>
                  <a:lnTo>
                    <a:pt x="1272994" y="7864"/>
                  </a:lnTo>
                  <a:lnTo>
                    <a:pt x="1265136" y="7864"/>
                  </a:lnTo>
                  <a:lnTo>
                    <a:pt x="1257278" y="7864"/>
                  </a:lnTo>
                  <a:lnTo>
                    <a:pt x="1249420" y="7864"/>
                  </a:lnTo>
                  <a:lnTo>
                    <a:pt x="1241562" y="7864"/>
                  </a:lnTo>
                  <a:lnTo>
                    <a:pt x="1233704" y="7864"/>
                  </a:lnTo>
                  <a:lnTo>
                    <a:pt x="1225846" y="7864"/>
                  </a:lnTo>
                  <a:lnTo>
                    <a:pt x="1217988" y="7864"/>
                  </a:lnTo>
                  <a:lnTo>
                    <a:pt x="1210130" y="7864"/>
                  </a:lnTo>
                  <a:lnTo>
                    <a:pt x="1202272" y="7865"/>
                  </a:lnTo>
                  <a:lnTo>
                    <a:pt x="1194414" y="7865"/>
                  </a:lnTo>
                  <a:lnTo>
                    <a:pt x="1186556" y="7866"/>
                  </a:lnTo>
                  <a:lnTo>
                    <a:pt x="1178698" y="7865"/>
                  </a:lnTo>
                  <a:lnTo>
                    <a:pt x="1170840" y="7866"/>
                  </a:lnTo>
                  <a:lnTo>
                    <a:pt x="1162982" y="7867"/>
                  </a:lnTo>
                  <a:lnTo>
                    <a:pt x="1155124" y="7867"/>
                  </a:lnTo>
                  <a:lnTo>
                    <a:pt x="1147266" y="7867"/>
                  </a:lnTo>
                  <a:lnTo>
                    <a:pt x="1139408" y="7867"/>
                  </a:lnTo>
                  <a:lnTo>
                    <a:pt x="1131550" y="7868"/>
                  </a:lnTo>
                  <a:lnTo>
                    <a:pt x="1123692" y="7868"/>
                  </a:lnTo>
                  <a:lnTo>
                    <a:pt x="1115834" y="7869"/>
                  </a:lnTo>
                  <a:lnTo>
                    <a:pt x="1107976" y="7869"/>
                  </a:lnTo>
                  <a:lnTo>
                    <a:pt x="1100118" y="7869"/>
                  </a:lnTo>
                  <a:lnTo>
                    <a:pt x="1092260" y="7870"/>
                  </a:lnTo>
                  <a:lnTo>
                    <a:pt x="1084402" y="7869"/>
                  </a:lnTo>
                  <a:lnTo>
                    <a:pt x="1076544" y="7869"/>
                  </a:lnTo>
                  <a:lnTo>
                    <a:pt x="1068686" y="7868"/>
                  </a:lnTo>
                  <a:lnTo>
                    <a:pt x="1060828" y="7868"/>
                  </a:lnTo>
                  <a:lnTo>
                    <a:pt x="1052970" y="7869"/>
                  </a:lnTo>
                  <a:lnTo>
                    <a:pt x="1045112" y="7869"/>
                  </a:lnTo>
                  <a:lnTo>
                    <a:pt x="1037254" y="7869"/>
                  </a:lnTo>
                  <a:lnTo>
                    <a:pt x="1029397" y="7869"/>
                  </a:lnTo>
                  <a:lnTo>
                    <a:pt x="1021539" y="7869"/>
                  </a:lnTo>
                  <a:lnTo>
                    <a:pt x="1013681" y="7869"/>
                  </a:lnTo>
                  <a:lnTo>
                    <a:pt x="1005823" y="7869"/>
                  </a:lnTo>
                  <a:lnTo>
                    <a:pt x="997965" y="7869"/>
                  </a:lnTo>
                  <a:lnTo>
                    <a:pt x="990107" y="7869"/>
                  </a:lnTo>
                  <a:lnTo>
                    <a:pt x="982249" y="7869"/>
                  </a:lnTo>
                  <a:lnTo>
                    <a:pt x="974391" y="7870"/>
                  </a:lnTo>
                  <a:lnTo>
                    <a:pt x="966533" y="7869"/>
                  </a:lnTo>
                  <a:lnTo>
                    <a:pt x="958675" y="7869"/>
                  </a:lnTo>
                  <a:lnTo>
                    <a:pt x="950817" y="7869"/>
                  </a:lnTo>
                  <a:lnTo>
                    <a:pt x="942959" y="7869"/>
                  </a:lnTo>
                  <a:lnTo>
                    <a:pt x="935101" y="7869"/>
                  </a:lnTo>
                  <a:lnTo>
                    <a:pt x="927243" y="7869"/>
                  </a:lnTo>
                  <a:lnTo>
                    <a:pt x="919385" y="7869"/>
                  </a:lnTo>
                  <a:lnTo>
                    <a:pt x="911527" y="7869"/>
                  </a:lnTo>
                  <a:lnTo>
                    <a:pt x="903669" y="7870"/>
                  </a:lnTo>
                  <a:lnTo>
                    <a:pt x="895811" y="7870"/>
                  </a:lnTo>
                  <a:lnTo>
                    <a:pt x="887953" y="7870"/>
                  </a:lnTo>
                  <a:lnTo>
                    <a:pt x="880095" y="7871"/>
                  </a:lnTo>
                  <a:lnTo>
                    <a:pt x="872237" y="7871"/>
                  </a:lnTo>
                  <a:lnTo>
                    <a:pt x="864379" y="7870"/>
                  </a:lnTo>
                  <a:lnTo>
                    <a:pt x="856521" y="7871"/>
                  </a:lnTo>
                  <a:lnTo>
                    <a:pt x="848663" y="7871"/>
                  </a:lnTo>
                  <a:lnTo>
                    <a:pt x="840805" y="7872"/>
                  </a:lnTo>
                  <a:lnTo>
                    <a:pt x="832947" y="7872"/>
                  </a:lnTo>
                  <a:lnTo>
                    <a:pt x="825089" y="7872"/>
                  </a:lnTo>
                  <a:lnTo>
                    <a:pt x="817231" y="7873"/>
                  </a:lnTo>
                  <a:lnTo>
                    <a:pt x="809373" y="7874"/>
                  </a:lnTo>
                  <a:lnTo>
                    <a:pt x="801515" y="7874"/>
                  </a:lnTo>
                  <a:lnTo>
                    <a:pt x="793657" y="7875"/>
                  </a:lnTo>
                  <a:lnTo>
                    <a:pt x="785799" y="7876"/>
                  </a:lnTo>
                  <a:lnTo>
                    <a:pt x="777941" y="7876"/>
                  </a:lnTo>
                  <a:lnTo>
                    <a:pt x="770083" y="7877"/>
                  </a:lnTo>
                  <a:lnTo>
                    <a:pt x="762225" y="7877"/>
                  </a:lnTo>
                  <a:lnTo>
                    <a:pt x="754367" y="7877"/>
                  </a:lnTo>
                  <a:lnTo>
                    <a:pt x="746509" y="7878"/>
                  </a:lnTo>
                  <a:lnTo>
                    <a:pt x="738651" y="7878"/>
                  </a:lnTo>
                  <a:lnTo>
                    <a:pt x="730793" y="7878"/>
                  </a:lnTo>
                  <a:lnTo>
                    <a:pt x="722935" y="7878"/>
                  </a:lnTo>
                  <a:lnTo>
                    <a:pt x="715077" y="7878"/>
                  </a:lnTo>
                  <a:lnTo>
                    <a:pt x="707219" y="7878"/>
                  </a:lnTo>
                  <a:lnTo>
                    <a:pt x="699361" y="7878"/>
                  </a:lnTo>
                  <a:lnTo>
                    <a:pt x="691503" y="7879"/>
                  </a:lnTo>
                  <a:lnTo>
                    <a:pt x="683645" y="7879"/>
                  </a:lnTo>
                  <a:lnTo>
                    <a:pt x="675787" y="7880"/>
                  </a:lnTo>
                  <a:lnTo>
                    <a:pt x="667929" y="7881"/>
                  </a:lnTo>
                  <a:lnTo>
                    <a:pt x="660071" y="7881"/>
                  </a:lnTo>
                  <a:lnTo>
                    <a:pt x="652213" y="7882"/>
                  </a:lnTo>
                  <a:lnTo>
                    <a:pt x="644355" y="7883"/>
                  </a:lnTo>
                  <a:lnTo>
                    <a:pt x="636497" y="7885"/>
                  </a:lnTo>
                  <a:lnTo>
                    <a:pt x="628639" y="7885"/>
                  </a:lnTo>
                  <a:lnTo>
                    <a:pt x="620781" y="7886"/>
                  </a:lnTo>
                  <a:lnTo>
                    <a:pt x="612923" y="7886"/>
                  </a:lnTo>
                  <a:lnTo>
                    <a:pt x="605065" y="7887"/>
                  </a:lnTo>
                  <a:lnTo>
                    <a:pt x="597207" y="7888"/>
                  </a:lnTo>
                  <a:lnTo>
                    <a:pt x="589349" y="7888"/>
                  </a:lnTo>
                  <a:lnTo>
                    <a:pt x="581491" y="7888"/>
                  </a:lnTo>
                  <a:lnTo>
                    <a:pt x="573633" y="7889"/>
                  </a:lnTo>
                  <a:lnTo>
                    <a:pt x="565775" y="7890"/>
                  </a:lnTo>
                  <a:lnTo>
                    <a:pt x="557917" y="7891"/>
                  </a:lnTo>
                  <a:lnTo>
                    <a:pt x="550059" y="7891"/>
                  </a:lnTo>
                  <a:lnTo>
                    <a:pt x="542201" y="7892"/>
                  </a:lnTo>
                  <a:lnTo>
                    <a:pt x="534343" y="7892"/>
                  </a:lnTo>
                  <a:lnTo>
                    <a:pt x="526485" y="7892"/>
                  </a:lnTo>
                  <a:lnTo>
                    <a:pt x="518627" y="7893"/>
                  </a:lnTo>
                  <a:lnTo>
                    <a:pt x="510769" y="7894"/>
                  </a:lnTo>
                  <a:lnTo>
                    <a:pt x="502911" y="7895"/>
                  </a:lnTo>
                  <a:lnTo>
                    <a:pt x="495053" y="7896"/>
                  </a:lnTo>
                  <a:lnTo>
                    <a:pt x="487195" y="7897"/>
                  </a:lnTo>
                  <a:lnTo>
                    <a:pt x="479337" y="7897"/>
                  </a:lnTo>
                  <a:lnTo>
                    <a:pt x="471479" y="7898"/>
                  </a:lnTo>
                  <a:lnTo>
                    <a:pt x="463621" y="7899"/>
                  </a:lnTo>
                  <a:lnTo>
                    <a:pt x="455763" y="7900"/>
                  </a:lnTo>
                  <a:lnTo>
                    <a:pt x="447905" y="7901"/>
                  </a:lnTo>
                  <a:lnTo>
                    <a:pt x="440047" y="7902"/>
                  </a:lnTo>
                  <a:lnTo>
                    <a:pt x="432189" y="7902"/>
                  </a:lnTo>
                  <a:lnTo>
                    <a:pt x="424331" y="7903"/>
                  </a:lnTo>
                  <a:lnTo>
                    <a:pt x="416473" y="7904"/>
                  </a:lnTo>
                  <a:lnTo>
                    <a:pt x="408615" y="7905"/>
                  </a:lnTo>
                  <a:lnTo>
                    <a:pt x="400757" y="7905"/>
                  </a:lnTo>
                  <a:lnTo>
                    <a:pt x="392899" y="7906"/>
                  </a:lnTo>
                  <a:lnTo>
                    <a:pt x="385041" y="7907"/>
                  </a:lnTo>
                  <a:lnTo>
                    <a:pt x="377183" y="7908"/>
                  </a:lnTo>
                  <a:lnTo>
                    <a:pt x="369325" y="7909"/>
                  </a:lnTo>
                  <a:lnTo>
                    <a:pt x="361467" y="7909"/>
                  </a:lnTo>
                  <a:lnTo>
                    <a:pt x="353609" y="7910"/>
                  </a:lnTo>
                  <a:lnTo>
                    <a:pt x="345751" y="7911"/>
                  </a:lnTo>
                  <a:lnTo>
                    <a:pt x="337893" y="7912"/>
                  </a:lnTo>
                  <a:lnTo>
                    <a:pt x="330035" y="7912"/>
                  </a:lnTo>
                  <a:lnTo>
                    <a:pt x="322177" y="7913"/>
                  </a:lnTo>
                  <a:lnTo>
                    <a:pt x="314319" y="7914"/>
                  </a:lnTo>
                  <a:lnTo>
                    <a:pt x="306461" y="7915"/>
                  </a:lnTo>
                  <a:lnTo>
                    <a:pt x="298603" y="7915"/>
                  </a:lnTo>
                  <a:lnTo>
                    <a:pt x="290745" y="7916"/>
                  </a:lnTo>
                  <a:lnTo>
                    <a:pt x="282887" y="7917"/>
                  </a:lnTo>
                  <a:lnTo>
                    <a:pt x="275029" y="7918"/>
                  </a:lnTo>
                  <a:lnTo>
                    <a:pt x="267171" y="7919"/>
                  </a:lnTo>
                  <a:lnTo>
                    <a:pt x="259313" y="7920"/>
                  </a:lnTo>
                  <a:lnTo>
                    <a:pt x="251455" y="7921"/>
                  </a:lnTo>
                  <a:lnTo>
                    <a:pt x="243597" y="7922"/>
                  </a:lnTo>
                  <a:lnTo>
                    <a:pt x="235739" y="7923"/>
                  </a:lnTo>
                  <a:lnTo>
                    <a:pt x="227881" y="7923"/>
                  </a:lnTo>
                  <a:lnTo>
                    <a:pt x="220023" y="7924"/>
                  </a:lnTo>
                  <a:lnTo>
                    <a:pt x="212165" y="7925"/>
                  </a:lnTo>
                  <a:lnTo>
                    <a:pt x="204307" y="7925"/>
                  </a:lnTo>
                  <a:lnTo>
                    <a:pt x="196449" y="7926"/>
                  </a:lnTo>
                  <a:lnTo>
                    <a:pt x="188591" y="7927"/>
                  </a:lnTo>
                  <a:lnTo>
                    <a:pt x="180733" y="7927"/>
                  </a:lnTo>
                  <a:lnTo>
                    <a:pt x="172875" y="7928"/>
                  </a:lnTo>
                  <a:lnTo>
                    <a:pt x="165017" y="7928"/>
                  </a:lnTo>
                  <a:lnTo>
                    <a:pt x="157159" y="7929"/>
                  </a:lnTo>
                  <a:lnTo>
                    <a:pt x="149301" y="7930"/>
                  </a:lnTo>
                  <a:lnTo>
                    <a:pt x="141443" y="7930"/>
                  </a:lnTo>
                  <a:lnTo>
                    <a:pt x="133585" y="7931"/>
                  </a:lnTo>
                  <a:lnTo>
                    <a:pt x="125727" y="7932"/>
                  </a:lnTo>
                  <a:lnTo>
                    <a:pt x="117869" y="7932"/>
                  </a:lnTo>
                  <a:lnTo>
                    <a:pt x="110011" y="7933"/>
                  </a:lnTo>
                  <a:lnTo>
                    <a:pt x="102153" y="7934"/>
                  </a:lnTo>
                  <a:lnTo>
                    <a:pt x="94295" y="7935"/>
                  </a:lnTo>
                  <a:lnTo>
                    <a:pt x="86437" y="7935"/>
                  </a:lnTo>
                  <a:lnTo>
                    <a:pt x="78579" y="7936"/>
                  </a:lnTo>
                  <a:lnTo>
                    <a:pt x="70721" y="7937"/>
                  </a:lnTo>
                  <a:lnTo>
                    <a:pt x="62863" y="7937"/>
                  </a:lnTo>
                  <a:lnTo>
                    <a:pt x="55005" y="7938"/>
                  </a:lnTo>
                  <a:lnTo>
                    <a:pt x="47147" y="7938"/>
                  </a:lnTo>
                  <a:lnTo>
                    <a:pt x="39289" y="7939"/>
                  </a:lnTo>
                  <a:lnTo>
                    <a:pt x="31431" y="7940"/>
                  </a:lnTo>
                  <a:lnTo>
                    <a:pt x="23573" y="7941"/>
                  </a:lnTo>
                  <a:lnTo>
                    <a:pt x="15715" y="7941"/>
                  </a:lnTo>
                  <a:lnTo>
                    <a:pt x="7857" y="7942"/>
                  </a:lnTo>
                  <a:lnTo>
                    <a:pt x="0" y="7943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68" name="pl267"/>
            <p:cNvSpPr/>
            <p:nvPr/>
          </p:nvSpPr>
          <p:spPr>
            <a:xfrm>
              <a:off x="6029658" y="4948899"/>
              <a:ext cx="2035220" cy="7755"/>
            </a:xfrm>
            <a:custGeom>
              <a:avLst/>
              <a:pathLst>
                <a:path w="2035220" h="7755">
                  <a:moveTo>
                    <a:pt x="0" y="7755"/>
                  </a:moveTo>
                  <a:lnTo>
                    <a:pt x="7857" y="7754"/>
                  </a:lnTo>
                  <a:lnTo>
                    <a:pt x="15715" y="7753"/>
                  </a:lnTo>
                  <a:lnTo>
                    <a:pt x="23573" y="7752"/>
                  </a:lnTo>
                  <a:lnTo>
                    <a:pt x="31431" y="7752"/>
                  </a:lnTo>
                  <a:lnTo>
                    <a:pt x="39289" y="7750"/>
                  </a:lnTo>
                  <a:lnTo>
                    <a:pt x="47147" y="7751"/>
                  </a:lnTo>
                  <a:lnTo>
                    <a:pt x="55005" y="7749"/>
                  </a:lnTo>
                  <a:lnTo>
                    <a:pt x="62863" y="7747"/>
                  </a:lnTo>
                  <a:lnTo>
                    <a:pt x="70721" y="7747"/>
                  </a:lnTo>
                  <a:lnTo>
                    <a:pt x="78579" y="7746"/>
                  </a:lnTo>
                  <a:lnTo>
                    <a:pt x="86437" y="7745"/>
                  </a:lnTo>
                  <a:lnTo>
                    <a:pt x="94295" y="7743"/>
                  </a:lnTo>
                  <a:lnTo>
                    <a:pt x="102153" y="7741"/>
                  </a:lnTo>
                  <a:lnTo>
                    <a:pt x="110011" y="7740"/>
                  </a:lnTo>
                  <a:lnTo>
                    <a:pt x="117869" y="7740"/>
                  </a:lnTo>
                  <a:lnTo>
                    <a:pt x="125727" y="7739"/>
                  </a:lnTo>
                  <a:lnTo>
                    <a:pt x="133585" y="7738"/>
                  </a:lnTo>
                  <a:lnTo>
                    <a:pt x="141443" y="7737"/>
                  </a:lnTo>
                  <a:lnTo>
                    <a:pt x="149301" y="7736"/>
                  </a:lnTo>
                  <a:lnTo>
                    <a:pt x="157159" y="7735"/>
                  </a:lnTo>
                  <a:lnTo>
                    <a:pt x="165017" y="7733"/>
                  </a:lnTo>
                  <a:lnTo>
                    <a:pt x="172875" y="7731"/>
                  </a:lnTo>
                  <a:lnTo>
                    <a:pt x="180733" y="7730"/>
                  </a:lnTo>
                  <a:lnTo>
                    <a:pt x="188591" y="7728"/>
                  </a:lnTo>
                  <a:lnTo>
                    <a:pt x="196449" y="7726"/>
                  </a:lnTo>
                  <a:lnTo>
                    <a:pt x="204307" y="7724"/>
                  </a:lnTo>
                  <a:lnTo>
                    <a:pt x="212165" y="7723"/>
                  </a:lnTo>
                  <a:lnTo>
                    <a:pt x="220023" y="7722"/>
                  </a:lnTo>
                  <a:lnTo>
                    <a:pt x="227881" y="7721"/>
                  </a:lnTo>
                  <a:lnTo>
                    <a:pt x="235739" y="7719"/>
                  </a:lnTo>
                  <a:lnTo>
                    <a:pt x="243597" y="7718"/>
                  </a:lnTo>
                  <a:lnTo>
                    <a:pt x="251455" y="7716"/>
                  </a:lnTo>
                  <a:lnTo>
                    <a:pt x="259313" y="7714"/>
                  </a:lnTo>
                  <a:lnTo>
                    <a:pt x="267171" y="7712"/>
                  </a:lnTo>
                  <a:lnTo>
                    <a:pt x="275029" y="7709"/>
                  </a:lnTo>
                  <a:lnTo>
                    <a:pt x="282887" y="7708"/>
                  </a:lnTo>
                  <a:lnTo>
                    <a:pt x="290745" y="7707"/>
                  </a:lnTo>
                  <a:lnTo>
                    <a:pt x="298603" y="7706"/>
                  </a:lnTo>
                  <a:lnTo>
                    <a:pt x="306461" y="7705"/>
                  </a:lnTo>
                  <a:lnTo>
                    <a:pt x="314319" y="7704"/>
                  </a:lnTo>
                  <a:lnTo>
                    <a:pt x="322177" y="7701"/>
                  </a:lnTo>
                  <a:lnTo>
                    <a:pt x="330035" y="7701"/>
                  </a:lnTo>
                  <a:lnTo>
                    <a:pt x="337893" y="7697"/>
                  </a:lnTo>
                  <a:lnTo>
                    <a:pt x="345751" y="7694"/>
                  </a:lnTo>
                  <a:lnTo>
                    <a:pt x="353609" y="7691"/>
                  </a:lnTo>
                  <a:lnTo>
                    <a:pt x="361467" y="7688"/>
                  </a:lnTo>
                  <a:lnTo>
                    <a:pt x="369325" y="7687"/>
                  </a:lnTo>
                  <a:lnTo>
                    <a:pt x="377183" y="7684"/>
                  </a:lnTo>
                  <a:lnTo>
                    <a:pt x="385041" y="7680"/>
                  </a:lnTo>
                  <a:lnTo>
                    <a:pt x="392899" y="7677"/>
                  </a:lnTo>
                  <a:lnTo>
                    <a:pt x="400757" y="7675"/>
                  </a:lnTo>
                  <a:lnTo>
                    <a:pt x="408615" y="7672"/>
                  </a:lnTo>
                  <a:lnTo>
                    <a:pt x="416473" y="7669"/>
                  </a:lnTo>
                  <a:lnTo>
                    <a:pt x="424331" y="7668"/>
                  </a:lnTo>
                  <a:lnTo>
                    <a:pt x="432189" y="7667"/>
                  </a:lnTo>
                  <a:lnTo>
                    <a:pt x="440047" y="7664"/>
                  </a:lnTo>
                  <a:lnTo>
                    <a:pt x="447905" y="7662"/>
                  </a:lnTo>
                  <a:lnTo>
                    <a:pt x="455763" y="7661"/>
                  </a:lnTo>
                  <a:lnTo>
                    <a:pt x="463621" y="7659"/>
                  </a:lnTo>
                  <a:lnTo>
                    <a:pt x="471479" y="7657"/>
                  </a:lnTo>
                  <a:lnTo>
                    <a:pt x="479337" y="7655"/>
                  </a:lnTo>
                  <a:lnTo>
                    <a:pt x="487195" y="7651"/>
                  </a:lnTo>
                  <a:lnTo>
                    <a:pt x="495053" y="7646"/>
                  </a:lnTo>
                  <a:lnTo>
                    <a:pt x="502911" y="7645"/>
                  </a:lnTo>
                  <a:lnTo>
                    <a:pt x="510769" y="7641"/>
                  </a:lnTo>
                  <a:lnTo>
                    <a:pt x="518627" y="7637"/>
                  </a:lnTo>
                  <a:lnTo>
                    <a:pt x="526485" y="7633"/>
                  </a:lnTo>
                  <a:lnTo>
                    <a:pt x="534343" y="7629"/>
                  </a:lnTo>
                  <a:lnTo>
                    <a:pt x="542201" y="7625"/>
                  </a:lnTo>
                  <a:lnTo>
                    <a:pt x="550059" y="7619"/>
                  </a:lnTo>
                  <a:lnTo>
                    <a:pt x="557917" y="7615"/>
                  </a:lnTo>
                  <a:lnTo>
                    <a:pt x="565775" y="7612"/>
                  </a:lnTo>
                  <a:lnTo>
                    <a:pt x="573633" y="7609"/>
                  </a:lnTo>
                  <a:lnTo>
                    <a:pt x="581491" y="7604"/>
                  </a:lnTo>
                  <a:lnTo>
                    <a:pt x="589349" y="7601"/>
                  </a:lnTo>
                  <a:lnTo>
                    <a:pt x="597207" y="7597"/>
                  </a:lnTo>
                  <a:lnTo>
                    <a:pt x="605065" y="7593"/>
                  </a:lnTo>
                  <a:lnTo>
                    <a:pt x="612923" y="7590"/>
                  </a:lnTo>
                  <a:lnTo>
                    <a:pt x="620781" y="7586"/>
                  </a:lnTo>
                  <a:lnTo>
                    <a:pt x="628639" y="7580"/>
                  </a:lnTo>
                  <a:lnTo>
                    <a:pt x="636497" y="7571"/>
                  </a:lnTo>
                  <a:lnTo>
                    <a:pt x="644355" y="7567"/>
                  </a:lnTo>
                  <a:lnTo>
                    <a:pt x="652213" y="7564"/>
                  </a:lnTo>
                  <a:lnTo>
                    <a:pt x="660071" y="7558"/>
                  </a:lnTo>
                  <a:lnTo>
                    <a:pt x="667929" y="7551"/>
                  </a:lnTo>
                  <a:lnTo>
                    <a:pt x="675787" y="7549"/>
                  </a:lnTo>
                  <a:lnTo>
                    <a:pt x="683645" y="7545"/>
                  </a:lnTo>
                  <a:lnTo>
                    <a:pt x="691503" y="7540"/>
                  </a:lnTo>
                  <a:lnTo>
                    <a:pt x="699361" y="7534"/>
                  </a:lnTo>
                  <a:lnTo>
                    <a:pt x="707219" y="7528"/>
                  </a:lnTo>
                  <a:lnTo>
                    <a:pt x="715077" y="7522"/>
                  </a:lnTo>
                  <a:lnTo>
                    <a:pt x="722935" y="7516"/>
                  </a:lnTo>
                  <a:lnTo>
                    <a:pt x="730793" y="7507"/>
                  </a:lnTo>
                  <a:lnTo>
                    <a:pt x="738651" y="7502"/>
                  </a:lnTo>
                  <a:lnTo>
                    <a:pt x="746509" y="7496"/>
                  </a:lnTo>
                  <a:lnTo>
                    <a:pt x="754367" y="7489"/>
                  </a:lnTo>
                  <a:lnTo>
                    <a:pt x="762225" y="7480"/>
                  </a:lnTo>
                  <a:lnTo>
                    <a:pt x="770083" y="7472"/>
                  </a:lnTo>
                  <a:lnTo>
                    <a:pt x="777941" y="7465"/>
                  </a:lnTo>
                  <a:lnTo>
                    <a:pt x="785799" y="7460"/>
                  </a:lnTo>
                  <a:lnTo>
                    <a:pt x="793657" y="7456"/>
                  </a:lnTo>
                  <a:lnTo>
                    <a:pt x="801515" y="7447"/>
                  </a:lnTo>
                  <a:lnTo>
                    <a:pt x="809373" y="7438"/>
                  </a:lnTo>
                  <a:lnTo>
                    <a:pt x="817231" y="7428"/>
                  </a:lnTo>
                  <a:lnTo>
                    <a:pt x="825089" y="7420"/>
                  </a:lnTo>
                  <a:lnTo>
                    <a:pt x="832947" y="7412"/>
                  </a:lnTo>
                  <a:lnTo>
                    <a:pt x="840805" y="7402"/>
                  </a:lnTo>
                  <a:lnTo>
                    <a:pt x="848663" y="7389"/>
                  </a:lnTo>
                  <a:lnTo>
                    <a:pt x="856521" y="7381"/>
                  </a:lnTo>
                  <a:lnTo>
                    <a:pt x="864379" y="7372"/>
                  </a:lnTo>
                  <a:lnTo>
                    <a:pt x="872237" y="7362"/>
                  </a:lnTo>
                  <a:lnTo>
                    <a:pt x="880095" y="7352"/>
                  </a:lnTo>
                  <a:lnTo>
                    <a:pt x="887953" y="7342"/>
                  </a:lnTo>
                  <a:lnTo>
                    <a:pt x="895811" y="7332"/>
                  </a:lnTo>
                  <a:lnTo>
                    <a:pt x="903669" y="7322"/>
                  </a:lnTo>
                  <a:lnTo>
                    <a:pt x="911527" y="7312"/>
                  </a:lnTo>
                  <a:lnTo>
                    <a:pt x="919385" y="7302"/>
                  </a:lnTo>
                  <a:lnTo>
                    <a:pt x="927243" y="7291"/>
                  </a:lnTo>
                  <a:lnTo>
                    <a:pt x="935101" y="7281"/>
                  </a:lnTo>
                  <a:lnTo>
                    <a:pt x="942959" y="7274"/>
                  </a:lnTo>
                  <a:lnTo>
                    <a:pt x="950817" y="7261"/>
                  </a:lnTo>
                  <a:lnTo>
                    <a:pt x="958675" y="7248"/>
                  </a:lnTo>
                  <a:lnTo>
                    <a:pt x="966533" y="7237"/>
                  </a:lnTo>
                  <a:lnTo>
                    <a:pt x="974391" y="7226"/>
                  </a:lnTo>
                  <a:lnTo>
                    <a:pt x="982249" y="7214"/>
                  </a:lnTo>
                  <a:lnTo>
                    <a:pt x="990107" y="7197"/>
                  </a:lnTo>
                  <a:lnTo>
                    <a:pt x="997965" y="7181"/>
                  </a:lnTo>
                  <a:lnTo>
                    <a:pt x="1005823" y="7165"/>
                  </a:lnTo>
                  <a:lnTo>
                    <a:pt x="1013681" y="7149"/>
                  </a:lnTo>
                  <a:lnTo>
                    <a:pt x="1021539" y="7136"/>
                  </a:lnTo>
                  <a:lnTo>
                    <a:pt x="1029397" y="7124"/>
                  </a:lnTo>
                  <a:lnTo>
                    <a:pt x="1037254" y="7111"/>
                  </a:lnTo>
                  <a:lnTo>
                    <a:pt x="1045112" y="7096"/>
                  </a:lnTo>
                  <a:lnTo>
                    <a:pt x="1052970" y="7080"/>
                  </a:lnTo>
                  <a:lnTo>
                    <a:pt x="1060828" y="7063"/>
                  </a:lnTo>
                  <a:lnTo>
                    <a:pt x="1068686" y="7046"/>
                  </a:lnTo>
                  <a:lnTo>
                    <a:pt x="1076544" y="7028"/>
                  </a:lnTo>
                  <a:lnTo>
                    <a:pt x="1084402" y="7011"/>
                  </a:lnTo>
                  <a:lnTo>
                    <a:pt x="1092260" y="6996"/>
                  </a:lnTo>
                  <a:lnTo>
                    <a:pt x="1100118" y="6984"/>
                  </a:lnTo>
                  <a:lnTo>
                    <a:pt x="1107976" y="6973"/>
                  </a:lnTo>
                  <a:lnTo>
                    <a:pt x="1115834" y="6957"/>
                  </a:lnTo>
                  <a:lnTo>
                    <a:pt x="1123692" y="6936"/>
                  </a:lnTo>
                  <a:lnTo>
                    <a:pt x="1131550" y="6915"/>
                  </a:lnTo>
                  <a:lnTo>
                    <a:pt x="1139408" y="6893"/>
                  </a:lnTo>
                  <a:lnTo>
                    <a:pt x="1147266" y="6871"/>
                  </a:lnTo>
                  <a:lnTo>
                    <a:pt x="1155124" y="6853"/>
                  </a:lnTo>
                  <a:lnTo>
                    <a:pt x="1162982" y="6835"/>
                  </a:lnTo>
                  <a:lnTo>
                    <a:pt x="1170840" y="6816"/>
                  </a:lnTo>
                  <a:lnTo>
                    <a:pt x="1178698" y="6798"/>
                  </a:lnTo>
                  <a:lnTo>
                    <a:pt x="1186556" y="6779"/>
                  </a:lnTo>
                  <a:lnTo>
                    <a:pt x="1194414" y="6759"/>
                  </a:lnTo>
                  <a:lnTo>
                    <a:pt x="1202272" y="6740"/>
                  </a:lnTo>
                  <a:lnTo>
                    <a:pt x="1210130" y="6720"/>
                  </a:lnTo>
                  <a:lnTo>
                    <a:pt x="1217988" y="6699"/>
                  </a:lnTo>
                  <a:lnTo>
                    <a:pt x="1225846" y="6679"/>
                  </a:lnTo>
                  <a:lnTo>
                    <a:pt x="1233704" y="6658"/>
                  </a:lnTo>
                  <a:lnTo>
                    <a:pt x="1241562" y="6634"/>
                  </a:lnTo>
                  <a:lnTo>
                    <a:pt x="1249420" y="6612"/>
                  </a:lnTo>
                  <a:lnTo>
                    <a:pt x="1257278" y="6584"/>
                  </a:lnTo>
                  <a:lnTo>
                    <a:pt x="1265136" y="6549"/>
                  </a:lnTo>
                  <a:lnTo>
                    <a:pt x="1272994" y="6518"/>
                  </a:lnTo>
                  <a:lnTo>
                    <a:pt x="1280852" y="6497"/>
                  </a:lnTo>
                  <a:lnTo>
                    <a:pt x="1288710" y="6475"/>
                  </a:lnTo>
                  <a:lnTo>
                    <a:pt x="1296568" y="6455"/>
                  </a:lnTo>
                  <a:lnTo>
                    <a:pt x="1304426" y="6433"/>
                  </a:lnTo>
                  <a:lnTo>
                    <a:pt x="1312284" y="6411"/>
                  </a:lnTo>
                  <a:lnTo>
                    <a:pt x="1320142" y="6388"/>
                  </a:lnTo>
                  <a:lnTo>
                    <a:pt x="1328000" y="6362"/>
                  </a:lnTo>
                  <a:lnTo>
                    <a:pt x="1335858" y="6331"/>
                  </a:lnTo>
                  <a:lnTo>
                    <a:pt x="1343716" y="6300"/>
                  </a:lnTo>
                  <a:lnTo>
                    <a:pt x="1351574" y="6262"/>
                  </a:lnTo>
                  <a:lnTo>
                    <a:pt x="1359432" y="6232"/>
                  </a:lnTo>
                  <a:lnTo>
                    <a:pt x="1367290" y="6200"/>
                  </a:lnTo>
                  <a:lnTo>
                    <a:pt x="1375148" y="6166"/>
                  </a:lnTo>
                  <a:lnTo>
                    <a:pt x="1383006" y="6131"/>
                  </a:lnTo>
                  <a:lnTo>
                    <a:pt x="1390864" y="6095"/>
                  </a:lnTo>
                  <a:lnTo>
                    <a:pt x="1398722" y="6059"/>
                  </a:lnTo>
                  <a:lnTo>
                    <a:pt x="1406580" y="6023"/>
                  </a:lnTo>
                  <a:lnTo>
                    <a:pt x="1414438" y="5987"/>
                  </a:lnTo>
                  <a:lnTo>
                    <a:pt x="1422296" y="5958"/>
                  </a:lnTo>
                  <a:lnTo>
                    <a:pt x="1430154" y="5929"/>
                  </a:lnTo>
                  <a:lnTo>
                    <a:pt x="1438012" y="5899"/>
                  </a:lnTo>
                  <a:lnTo>
                    <a:pt x="1445870" y="5869"/>
                  </a:lnTo>
                  <a:lnTo>
                    <a:pt x="1453728" y="5839"/>
                  </a:lnTo>
                  <a:lnTo>
                    <a:pt x="1461586" y="5808"/>
                  </a:lnTo>
                  <a:lnTo>
                    <a:pt x="1469444" y="5777"/>
                  </a:lnTo>
                  <a:lnTo>
                    <a:pt x="1477302" y="5738"/>
                  </a:lnTo>
                  <a:lnTo>
                    <a:pt x="1485160" y="5696"/>
                  </a:lnTo>
                  <a:lnTo>
                    <a:pt x="1493018" y="5653"/>
                  </a:lnTo>
                  <a:lnTo>
                    <a:pt x="1500876" y="5609"/>
                  </a:lnTo>
                  <a:lnTo>
                    <a:pt x="1508734" y="5564"/>
                  </a:lnTo>
                  <a:lnTo>
                    <a:pt x="1516592" y="5519"/>
                  </a:lnTo>
                  <a:lnTo>
                    <a:pt x="1524450" y="5476"/>
                  </a:lnTo>
                  <a:lnTo>
                    <a:pt x="1532308" y="5437"/>
                  </a:lnTo>
                  <a:lnTo>
                    <a:pt x="1540166" y="5397"/>
                  </a:lnTo>
                  <a:lnTo>
                    <a:pt x="1548024" y="5350"/>
                  </a:lnTo>
                  <a:lnTo>
                    <a:pt x="1555882" y="5297"/>
                  </a:lnTo>
                  <a:lnTo>
                    <a:pt x="1563740" y="5243"/>
                  </a:lnTo>
                  <a:lnTo>
                    <a:pt x="1571598" y="5188"/>
                  </a:lnTo>
                  <a:lnTo>
                    <a:pt x="1579456" y="5132"/>
                  </a:lnTo>
                  <a:lnTo>
                    <a:pt x="1587314" y="5074"/>
                  </a:lnTo>
                  <a:lnTo>
                    <a:pt x="1595172" y="5016"/>
                  </a:lnTo>
                  <a:lnTo>
                    <a:pt x="1603030" y="4957"/>
                  </a:lnTo>
                  <a:lnTo>
                    <a:pt x="1610888" y="4911"/>
                  </a:lnTo>
                  <a:lnTo>
                    <a:pt x="1618746" y="4864"/>
                  </a:lnTo>
                  <a:lnTo>
                    <a:pt x="1626604" y="4804"/>
                  </a:lnTo>
                  <a:lnTo>
                    <a:pt x="1634462" y="4742"/>
                  </a:lnTo>
                  <a:lnTo>
                    <a:pt x="1642320" y="4692"/>
                  </a:lnTo>
                  <a:lnTo>
                    <a:pt x="1650178" y="4643"/>
                  </a:lnTo>
                  <a:lnTo>
                    <a:pt x="1658036" y="4593"/>
                  </a:lnTo>
                  <a:lnTo>
                    <a:pt x="1665894" y="4539"/>
                  </a:lnTo>
                  <a:lnTo>
                    <a:pt x="1673752" y="4477"/>
                  </a:lnTo>
                  <a:lnTo>
                    <a:pt x="1681610" y="4431"/>
                  </a:lnTo>
                  <a:lnTo>
                    <a:pt x="1689468" y="4385"/>
                  </a:lnTo>
                  <a:lnTo>
                    <a:pt x="1697326" y="4337"/>
                  </a:lnTo>
                  <a:lnTo>
                    <a:pt x="1705184" y="4289"/>
                  </a:lnTo>
                  <a:lnTo>
                    <a:pt x="1713042" y="4240"/>
                  </a:lnTo>
                  <a:lnTo>
                    <a:pt x="1720900" y="4170"/>
                  </a:lnTo>
                  <a:lnTo>
                    <a:pt x="1728758" y="4114"/>
                  </a:lnTo>
                  <a:lnTo>
                    <a:pt x="1736616" y="4056"/>
                  </a:lnTo>
                  <a:lnTo>
                    <a:pt x="1744474" y="3983"/>
                  </a:lnTo>
                  <a:lnTo>
                    <a:pt x="1752332" y="3899"/>
                  </a:lnTo>
                  <a:lnTo>
                    <a:pt x="1760190" y="3813"/>
                  </a:lnTo>
                  <a:lnTo>
                    <a:pt x="1768048" y="3726"/>
                  </a:lnTo>
                  <a:lnTo>
                    <a:pt x="1775906" y="3636"/>
                  </a:lnTo>
                  <a:lnTo>
                    <a:pt x="1783764" y="3553"/>
                  </a:lnTo>
                  <a:lnTo>
                    <a:pt x="1791622" y="3469"/>
                  </a:lnTo>
                  <a:lnTo>
                    <a:pt x="1799480" y="3384"/>
                  </a:lnTo>
                  <a:lnTo>
                    <a:pt x="1807338" y="3297"/>
                  </a:lnTo>
                  <a:lnTo>
                    <a:pt x="1815196" y="3208"/>
                  </a:lnTo>
                  <a:lnTo>
                    <a:pt x="1823054" y="3117"/>
                  </a:lnTo>
                  <a:lnTo>
                    <a:pt x="1830912" y="3025"/>
                  </a:lnTo>
                  <a:lnTo>
                    <a:pt x="1838770" y="2931"/>
                  </a:lnTo>
                  <a:lnTo>
                    <a:pt x="1846628" y="2836"/>
                  </a:lnTo>
                  <a:lnTo>
                    <a:pt x="1854486" y="2738"/>
                  </a:lnTo>
                  <a:lnTo>
                    <a:pt x="1862344" y="2639"/>
                  </a:lnTo>
                  <a:lnTo>
                    <a:pt x="1870202" y="2538"/>
                  </a:lnTo>
                  <a:lnTo>
                    <a:pt x="1878060" y="2436"/>
                  </a:lnTo>
                  <a:lnTo>
                    <a:pt x="1885918" y="2331"/>
                  </a:lnTo>
                  <a:lnTo>
                    <a:pt x="1893776" y="2224"/>
                  </a:lnTo>
                  <a:lnTo>
                    <a:pt x="1901634" y="2116"/>
                  </a:lnTo>
                  <a:lnTo>
                    <a:pt x="1909492" y="2005"/>
                  </a:lnTo>
                  <a:lnTo>
                    <a:pt x="1917350" y="1892"/>
                  </a:lnTo>
                  <a:lnTo>
                    <a:pt x="1925208" y="1777"/>
                  </a:lnTo>
                  <a:lnTo>
                    <a:pt x="1933066" y="1660"/>
                  </a:lnTo>
                  <a:lnTo>
                    <a:pt x="1940924" y="1541"/>
                  </a:lnTo>
                  <a:lnTo>
                    <a:pt x="1948782" y="1420"/>
                  </a:lnTo>
                  <a:lnTo>
                    <a:pt x="1956640" y="1296"/>
                  </a:lnTo>
                  <a:lnTo>
                    <a:pt x="1964498" y="1170"/>
                  </a:lnTo>
                  <a:lnTo>
                    <a:pt x="1972356" y="1042"/>
                  </a:lnTo>
                  <a:lnTo>
                    <a:pt x="1980214" y="911"/>
                  </a:lnTo>
                  <a:lnTo>
                    <a:pt x="1988072" y="779"/>
                  </a:lnTo>
                  <a:lnTo>
                    <a:pt x="1995930" y="644"/>
                  </a:lnTo>
                  <a:lnTo>
                    <a:pt x="2003788" y="507"/>
                  </a:lnTo>
                  <a:lnTo>
                    <a:pt x="2011646" y="385"/>
                  </a:lnTo>
                  <a:lnTo>
                    <a:pt x="2019504" y="275"/>
                  </a:lnTo>
                  <a:lnTo>
                    <a:pt x="2027362" y="156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9" name="pl268"/>
            <p:cNvSpPr/>
            <p:nvPr/>
          </p:nvSpPr>
          <p:spPr>
            <a:xfrm>
              <a:off x="6029658" y="4956763"/>
              <a:ext cx="2035220" cy="79"/>
            </a:xfrm>
            <a:custGeom>
              <a:avLst/>
              <a:pathLst>
                <a:path w="2035220" h="79">
                  <a:moveTo>
                    <a:pt x="2035220" y="5"/>
                  </a:moveTo>
                  <a:lnTo>
                    <a:pt x="2027362" y="5"/>
                  </a:lnTo>
                  <a:lnTo>
                    <a:pt x="2019504" y="5"/>
                  </a:lnTo>
                  <a:lnTo>
                    <a:pt x="2011646" y="5"/>
                  </a:lnTo>
                  <a:lnTo>
                    <a:pt x="2003788" y="5"/>
                  </a:lnTo>
                  <a:lnTo>
                    <a:pt x="1995930" y="5"/>
                  </a:lnTo>
                  <a:lnTo>
                    <a:pt x="1988072" y="5"/>
                  </a:lnTo>
                  <a:lnTo>
                    <a:pt x="1980214" y="5"/>
                  </a:lnTo>
                  <a:lnTo>
                    <a:pt x="1972356" y="5"/>
                  </a:lnTo>
                  <a:lnTo>
                    <a:pt x="1964498" y="5"/>
                  </a:lnTo>
                  <a:lnTo>
                    <a:pt x="1956640" y="5"/>
                  </a:lnTo>
                  <a:lnTo>
                    <a:pt x="1948782" y="5"/>
                  </a:lnTo>
                  <a:lnTo>
                    <a:pt x="1940924" y="5"/>
                  </a:lnTo>
                  <a:lnTo>
                    <a:pt x="1933066" y="5"/>
                  </a:lnTo>
                  <a:lnTo>
                    <a:pt x="1925208" y="5"/>
                  </a:lnTo>
                  <a:lnTo>
                    <a:pt x="1917350" y="5"/>
                  </a:lnTo>
                  <a:lnTo>
                    <a:pt x="1909492" y="5"/>
                  </a:lnTo>
                  <a:lnTo>
                    <a:pt x="1901634" y="5"/>
                  </a:lnTo>
                  <a:lnTo>
                    <a:pt x="1893776" y="5"/>
                  </a:lnTo>
                  <a:lnTo>
                    <a:pt x="1885918" y="5"/>
                  </a:lnTo>
                  <a:lnTo>
                    <a:pt x="1878060" y="5"/>
                  </a:lnTo>
                  <a:lnTo>
                    <a:pt x="1870202" y="5"/>
                  </a:lnTo>
                  <a:lnTo>
                    <a:pt x="1862344" y="5"/>
                  </a:lnTo>
                  <a:lnTo>
                    <a:pt x="1854486" y="5"/>
                  </a:lnTo>
                  <a:lnTo>
                    <a:pt x="1846628" y="5"/>
                  </a:lnTo>
                  <a:lnTo>
                    <a:pt x="1838770" y="5"/>
                  </a:lnTo>
                  <a:lnTo>
                    <a:pt x="1830912" y="5"/>
                  </a:lnTo>
                  <a:lnTo>
                    <a:pt x="1823054" y="5"/>
                  </a:lnTo>
                  <a:lnTo>
                    <a:pt x="1815196" y="5"/>
                  </a:lnTo>
                  <a:lnTo>
                    <a:pt x="1807338" y="5"/>
                  </a:lnTo>
                  <a:lnTo>
                    <a:pt x="1799480" y="5"/>
                  </a:lnTo>
                  <a:lnTo>
                    <a:pt x="1791622" y="5"/>
                  </a:lnTo>
                  <a:lnTo>
                    <a:pt x="1783764" y="5"/>
                  </a:lnTo>
                  <a:lnTo>
                    <a:pt x="1775906" y="5"/>
                  </a:lnTo>
                  <a:lnTo>
                    <a:pt x="1768048" y="5"/>
                  </a:lnTo>
                  <a:lnTo>
                    <a:pt x="1760190" y="5"/>
                  </a:lnTo>
                  <a:lnTo>
                    <a:pt x="1752332" y="5"/>
                  </a:lnTo>
                  <a:lnTo>
                    <a:pt x="1744474" y="5"/>
                  </a:lnTo>
                  <a:lnTo>
                    <a:pt x="1736616" y="4"/>
                  </a:lnTo>
                  <a:lnTo>
                    <a:pt x="1728758" y="4"/>
                  </a:lnTo>
                  <a:lnTo>
                    <a:pt x="1720900" y="4"/>
                  </a:lnTo>
                  <a:lnTo>
                    <a:pt x="1713042" y="4"/>
                  </a:lnTo>
                  <a:lnTo>
                    <a:pt x="1705184" y="4"/>
                  </a:lnTo>
                  <a:lnTo>
                    <a:pt x="1697326" y="4"/>
                  </a:lnTo>
                  <a:lnTo>
                    <a:pt x="1689468" y="4"/>
                  </a:lnTo>
                  <a:lnTo>
                    <a:pt x="1681610" y="4"/>
                  </a:lnTo>
                  <a:lnTo>
                    <a:pt x="1673752" y="5"/>
                  </a:lnTo>
                  <a:lnTo>
                    <a:pt x="1665894" y="5"/>
                  </a:lnTo>
                  <a:lnTo>
                    <a:pt x="1658036" y="5"/>
                  </a:lnTo>
                  <a:lnTo>
                    <a:pt x="1650178" y="5"/>
                  </a:lnTo>
                  <a:lnTo>
                    <a:pt x="1642320" y="5"/>
                  </a:lnTo>
                  <a:lnTo>
                    <a:pt x="1634462" y="5"/>
                  </a:lnTo>
                  <a:lnTo>
                    <a:pt x="1626604" y="5"/>
                  </a:lnTo>
                  <a:lnTo>
                    <a:pt x="1618746" y="5"/>
                  </a:lnTo>
                  <a:lnTo>
                    <a:pt x="1610888" y="5"/>
                  </a:lnTo>
                  <a:lnTo>
                    <a:pt x="1603030" y="5"/>
                  </a:lnTo>
                  <a:lnTo>
                    <a:pt x="1595172" y="5"/>
                  </a:lnTo>
                  <a:lnTo>
                    <a:pt x="1587314" y="5"/>
                  </a:lnTo>
                  <a:lnTo>
                    <a:pt x="1579456" y="5"/>
                  </a:lnTo>
                  <a:lnTo>
                    <a:pt x="1571598" y="5"/>
                  </a:lnTo>
                  <a:lnTo>
                    <a:pt x="1563740" y="5"/>
                  </a:lnTo>
                  <a:lnTo>
                    <a:pt x="1555882" y="5"/>
                  </a:lnTo>
                  <a:lnTo>
                    <a:pt x="1548024" y="5"/>
                  </a:lnTo>
                  <a:lnTo>
                    <a:pt x="1540166" y="5"/>
                  </a:lnTo>
                  <a:lnTo>
                    <a:pt x="1532308" y="5"/>
                  </a:lnTo>
                  <a:lnTo>
                    <a:pt x="1524450" y="5"/>
                  </a:lnTo>
                  <a:lnTo>
                    <a:pt x="1516592" y="5"/>
                  </a:lnTo>
                  <a:lnTo>
                    <a:pt x="1508734" y="5"/>
                  </a:lnTo>
                  <a:lnTo>
                    <a:pt x="1500876" y="5"/>
                  </a:lnTo>
                  <a:lnTo>
                    <a:pt x="1493018" y="5"/>
                  </a:lnTo>
                  <a:lnTo>
                    <a:pt x="1485160" y="5"/>
                  </a:lnTo>
                  <a:lnTo>
                    <a:pt x="1477302" y="5"/>
                  </a:lnTo>
                  <a:lnTo>
                    <a:pt x="1469444" y="5"/>
                  </a:lnTo>
                  <a:lnTo>
                    <a:pt x="1461586" y="5"/>
                  </a:lnTo>
                  <a:lnTo>
                    <a:pt x="1453728" y="5"/>
                  </a:lnTo>
                  <a:lnTo>
                    <a:pt x="1445870" y="5"/>
                  </a:lnTo>
                  <a:lnTo>
                    <a:pt x="1438012" y="5"/>
                  </a:lnTo>
                  <a:lnTo>
                    <a:pt x="1430154" y="4"/>
                  </a:lnTo>
                  <a:lnTo>
                    <a:pt x="1422296" y="4"/>
                  </a:lnTo>
                  <a:lnTo>
                    <a:pt x="1414438" y="4"/>
                  </a:lnTo>
                  <a:lnTo>
                    <a:pt x="1406580" y="3"/>
                  </a:lnTo>
                  <a:lnTo>
                    <a:pt x="1398722" y="3"/>
                  </a:lnTo>
                  <a:lnTo>
                    <a:pt x="1390864" y="3"/>
                  </a:lnTo>
                  <a:lnTo>
                    <a:pt x="1383006" y="3"/>
                  </a:lnTo>
                  <a:lnTo>
                    <a:pt x="1375148" y="2"/>
                  </a:lnTo>
                  <a:lnTo>
                    <a:pt x="1367290" y="2"/>
                  </a:lnTo>
                  <a:lnTo>
                    <a:pt x="1359432" y="2"/>
                  </a:lnTo>
                  <a:lnTo>
                    <a:pt x="1351574" y="1"/>
                  </a:lnTo>
                  <a:lnTo>
                    <a:pt x="1343716" y="1"/>
                  </a:lnTo>
                  <a:lnTo>
                    <a:pt x="1335858" y="1"/>
                  </a:lnTo>
                  <a:lnTo>
                    <a:pt x="1328000" y="1"/>
                  </a:lnTo>
                  <a:lnTo>
                    <a:pt x="1320142" y="1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1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1"/>
                  </a:lnTo>
                  <a:lnTo>
                    <a:pt x="1210130" y="1"/>
                  </a:lnTo>
                  <a:lnTo>
                    <a:pt x="1202272" y="1"/>
                  </a:lnTo>
                  <a:lnTo>
                    <a:pt x="1194414" y="2"/>
                  </a:lnTo>
                  <a:lnTo>
                    <a:pt x="1186556" y="2"/>
                  </a:lnTo>
                  <a:lnTo>
                    <a:pt x="1178698" y="2"/>
                  </a:lnTo>
                  <a:lnTo>
                    <a:pt x="1170840" y="3"/>
                  </a:lnTo>
                  <a:lnTo>
                    <a:pt x="1162982" y="3"/>
                  </a:lnTo>
                  <a:lnTo>
                    <a:pt x="1155124" y="4"/>
                  </a:lnTo>
                  <a:lnTo>
                    <a:pt x="1147266" y="4"/>
                  </a:lnTo>
                  <a:lnTo>
                    <a:pt x="1139408" y="4"/>
                  </a:lnTo>
                  <a:lnTo>
                    <a:pt x="1131550" y="4"/>
                  </a:lnTo>
                  <a:lnTo>
                    <a:pt x="1123692" y="5"/>
                  </a:lnTo>
                  <a:lnTo>
                    <a:pt x="1115834" y="5"/>
                  </a:lnTo>
                  <a:lnTo>
                    <a:pt x="1107976" y="6"/>
                  </a:lnTo>
                  <a:lnTo>
                    <a:pt x="1100118" y="6"/>
                  </a:lnTo>
                  <a:lnTo>
                    <a:pt x="1092260" y="6"/>
                  </a:lnTo>
                  <a:lnTo>
                    <a:pt x="1084402" y="6"/>
                  </a:lnTo>
                  <a:lnTo>
                    <a:pt x="1076544" y="5"/>
                  </a:lnTo>
                  <a:lnTo>
                    <a:pt x="1068686" y="5"/>
                  </a:lnTo>
                  <a:lnTo>
                    <a:pt x="1060828" y="5"/>
                  </a:lnTo>
                  <a:lnTo>
                    <a:pt x="1052970" y="5"/>
                  </a:lnTo>
                  <a:lnTo>
                    <a:pt x="1045112" y="5"/>
                  </a:lnTo>
                  <a:lnTo>
                    <a:pt x="1037254" y="5"/>
                  </a:lnTo>
                  <a:lnTo>
                    <a:pt x="1029397" y="5"/>
                  </a:lnTo>
                  <a:lnTo>
                    <a:pt x="1021539" y="6"/>
                  </a:lnTo>
                  <a:lnTo>
                    <a:pt x="1013681" y="6"/>
                  </a:lnTo>
                  <a:lnTo>
                    <a:pt x="1005823" y="6"/>
                  </a:lnTo>
                  <a:lnTo>
                    <a:pt x="997965" y="6"/>
                  </a:lnTo>
                  <a:lnTo>
                    <a:pt x="990107" y="6"/>
                  </a:lnTo>
                  <a:lnTo>
                    <a:pt x="982249" y="6"/>
                  </a:lnTo>
                  <a:lnTo>
                    <a:pt x="974391" y="6"/>
                  </a:lnTo>
                  <a:lnTo>
                    <a:pt x="966533" y="6"/>
                  </a:lnTo>
                  <a:lnTo>
                    <a:pt x="958675" y="6"/>
                  </a:lnTo>
                  <a:lnTo>
                    <a:pt x="950817" y="6"/>
                  </a:lnTo>
                  <a:lnTo>
                    <a:pt x="942959" y="6"/>
                  </a:lnTo>
                  <a:lnTo>
                    <a:pt x="935101" y="5"/>
                  </a:lnTo>
                  <a:lnTo>
                    <a:pt x="927243" y="5"/>
                  </a:lnTo>
                  <a:lnTo>
                    <a:pt x="919385" y="5"/>
                  </a:lnTo>
                  <a:lnTo>
                    <a:pt x="911527" y="5"/>
                  </a:lnTo>
                  <a:lnTo>
                    <a:pt x="903669" y="6"/>
                  </a:lnTo>
                  <a:lnTo>
                    <a:pt x="895811" y="7"/>
                  </a:lnTo>
                  <a:lnTo>
                    <a:pt x="887953" y="7"/>
                  </a:lnTo>
                  <a:lnTo>
                    <a:pt x="880095" y="7"/>
                  </a:lnTo>
                  <a:lnTo>
                    <a:pt x="872237" y="7"/>
                  </a:lnTo>
                  <a:lnTo>
                    <a:pt x="864379" y="7"/>
                  </a:lnTo>
                  <a:lnTo>
                    <a:pt x="856521" y="7"/>
                  </a:lnTo>
                  <a:lnTo>
                    <a:pt x="848663" y="7"/>
                  </a:lnTo>
                  <a:lnTo>
                    <a:pt x="840805" y="8"/>
                  </a:lnTo>
                  <a:lnTo>
                    <a:pt x="832947" y="9"/>
                  </a:lnTo>
                  <a:lnTo>
                    <a:pt x="825089" y="9"/>
                  </a:lnTo>
                  <a:lnTo>
                    <a:pt x="817231" y="9"/>
                  </a:lnTo>
                  <a:lnTo>
                    <a:pt x="809373" y="10"/>
                  </a:lnTo>
                  <a:lnTo>
                    <a:pt x="801515" y="11"/>
                  </a:lnTo>
                  <a:lnTo>
                    <a:pt x="793657" y="12"/>
                  </a:lnTo>
                  <a:lnTo>
                    <a:pt x="785799" y="12"/>
                  </a:lnTo>
                  <a:lnTo>
                    <a:pt x="777941" y="13"/>
                  </a:lnTo>
                  <a:lnTo>
                    <a:pt x="770083" y="13"/>
                  </a:lnTo>
                  <a:lnTo>
                    <a:pt x="762225" y="14"/>
                  </a:lnTo>
                  <a:lnTo>
                    <a:pt x="754367" y="14"/>
                  </a:lnTo>
                  <a:lnTo>
                    <a:pt x="746509" y="14"/>
                  </a:lnTo>
                  <a:lnTo>
                    <a:pt x="738651" y="14"/>
                  </a:lnTo>
                  <a:lnTo>
                    <a:pt x="730793" y="14"/>
                  </a:lnTo>
                  <a:lnTo>
                    <a:pt x="722935" y="14"/>
                  </a:lnTo>
                  <a:lnTo>
                    <a:pt x="715077" y="14"/>
                  </a:lnTo>
                  <a:lnTo>
                    <a:pt x="707219" y="15"/>
                  </a:lnTo>
                  <a:lnTo>
                    <a:pt x="699361" y="15"/>
                  </a:lnTo>
                  <a:lnTo>
                    <a:pt x="691503" y="15"/>
                  </a:lnTo>
                  <a:lnTo>
                    <a:pt x="683645" y="16"/>
                  </a:lnTo>
                  <a:lnTo>
                    <a:pt x="675787" y="16"/>
                  </a:lnTo>
                  <a:lnTo>
                    <a:pt x="667929" y="17"/>
                  </a:lnTo>
                  <a:lnTo>
                    <a:pt x="660071" y="18"/>
                  </a:lnTo>
                  <a:lnTo>
                    <a:pt x="652213" y="19"/>
                  </a:lnTo>
                  <a:lnTo>
                    <a:pt x="644355" y="20"/>
                  </a:lnTo>
                  <a:lnTo>
                    <a:pt x="636497" y="21"/>
                  </a:lnTo>
                  <a:lnTo>
                    <a:pt x="628639" y="22"/>
                  </a:lnTo>
                  <a:lnTo>
                    <a:pt x="620781" y="22"/>
                  </a:lnTo>
                  <a:lnTo>
                    <a:pt x="612923" y="23"/>
                  </a:lnTo>
                  <a:lnTo>
                    <a:pt x="605065" y="23"/>
                  </a:lnTo>
                  <a:lnTo>
                    <a:pt x="597207" y="24"/>
                  </a:lnTo>
                  <a:lnTo>
                    <a:pt x="589349" y="25"/>
                  </a:lnTo>
                  <a:lnTo>
                    <a:pt x="581491" y="25"/>
                  </a:lnTo>
                  <a:lnTo>
                    <a:pt x="573633" y="26"/>
                  </a:lnTo>
                  <a:lnTo>
                    <a:pt x="565775" y="26"/>
                  </a:lnTo>
                  <a:lnTo>
                    <a:pt x="557917" y="27"/>
                  </a:lnTo>
                  <a:lnTo>
                    <a:pt x="550059" y="28"/>
                  </a:lnTo>
                  <a:lnTo>
                    <a:pt x="542201" y="28"/>
                  </a:lnTo>
                  <a:lnTo>
                    <a:pt x="534343" y="28"/>
                  </a:lnTo>
                  <a:lnTo>
                    <a:pt x="526485" y="29"/>
                  </a:lnTo>
                  <a:lnTo>
                    <a:pt x="518627" y="30"/>
                  </a:lnTo>
                  <a:lnTo>
                    <a:pt x="510769" y="31"/>
                  </a:lnTo>
                  <a:lnTo>
                    <a:pt x="502911" y="32"/>
                  </a:lnTo>
                  <a:lnTo>
                    <a:pt x="495053" y="33"/>
                  </a:lnTo>
                  <a:lnTo>
                    <a:pt x="487195" y="33"/>
                  </a:lnTo>
                  <a:lnTo>
                    <a:pt x="479337" y="34"/>
                  </a:lnTo>
                  <a:lnTo>
                    <a:pt x="471479" y="35"/>
                  </a:lnTo>
                  <a:lnTo>
                    <a:pt x="463621" y="35"/>
                  </a:lnTo>
                  <a:lnTo>
                    <a:pt x="455763" y="36"/>
                  </a:lnTo>
                  <a:lnTo>
                    <a:pt x="447905" y="37"/>
                  </a:lnTo>
                  <a:lnTo>
                    <a:pt x="440047" y="38"/>
                  </a:lnTo>
                  <a:lnTo>
                    <a:pt x="432189" y="39"/>
                  </a:lnTo>
                  <a:lnTo>
                    <a:pt x="424331" y="40"/>
                  </a:lnTo>
                  <a:lnTo>
                    <a:pt x="416473" y="41"/>
                  </a:lnTo>
                  <a:lnTo>
                    <a:pt x="408615" y="41"/>
                  </a:lnTo>
                  <a:lnTo>
                    <a:pt x="400757" y="42"/>
                  </a:lnTo>
                  <a:lnTo>
                    <a:pt x="392899" y="43"/>
                  </a:lnTo>
                  <a:lnTo>
                    <a:pt x="385041" y="43"/>
                  </a:lnTo>
                  <a:lnTo>
                    <a:pt x="377183" y="44"/>
                  </a:lnTo>
                  <a:lnTo>
                    <a:pt x="369325" y="45"/>
                  </a:lnTo>
                  <a:lnTo>
                    <a:pt x="361467" y="46"/>
                  </a:lnTo>
                  <a:lnTo>
                    <a:pt x="353609" y="47"/>
                  </a:lnTo>
                  <a:lnTo>
                    <a:pt x="345751" y="47"/>
                  </a:lnTo>
                  <a:lnTo>
                    <a:pt x="337893" y="48"/>
                  </a:lnTo>
                  <a:lnTo>
                    <a:pt x="330035" y="49"/>
                  </a:lnTo>
                  <a:lnTo>
                    <a:pt x="322177" y="50"/>
                  </a:lnTo>
                  <a:lnTo>
                    <a:pt x="314319" y="50"/>
                  </a:lnTo>
                  <a:lnTo>
                    <a:pt x="306461" y="51"/>
                  </a:lnTo>
                  <a:lnTo>
                    <a:pt x="298603" y="52"/>
                  </a:lnTo>
                  <a:lnTo>
                    <a:pt x="290745" y="53"/>
                  </a:lnTo>
                  <a:lnTo>
                    <a:pt x="282887" y="53"/>
                  </a:lnTo>
                  <a:lnTo>
                    <a:pt x="275029" y="54"/>
                  </a:lnTo>
                  <a:lnTo>
                    <a:pt x="267171" y="55"/>
                  </a:lnTo>
                  <a:lnTo>
                    <a:pt x="259313" y="56"/>
                  </a:lnTo>
                  <a:lnTo>
                    <a:pt x="251455" y="57"/>
                  </a:lnTo>
                  <a:lnTo>
                    <a:pt x="243597" y="58"/>
                  </a:lnTo>
                  <a:lnTo>
                    <a:pt x="235739" y="59"/>
                  </a:lnTo>
                  <a:lnTo>
                    <a:pt x="227881" y="60"/>
                  </a:lnTo>
                  <a:lnTo>
                    <a:pt x="220023" y="61"/>
                  </a:lnTo>
                  <a:lnTo>
                    <a:pt x="212165" y="61"/>
                  </a:lnTo>
                  <a:lnTo>
                    <a:pt x="204307" y="62"/>
                  </a:lnTo>
                  <a:lnTo>
                    <a:pt x="196449" y="62"/>
                  </a:lnTo>
                  <a:lnTo>
                    <a:pt x="188591" y="63"/>
                  </a:lnTo>
                  <a:lnTo>
                    <a:pt x="180733" y="64"/>
                  </a:lnTo>
                  <a:lnTo>
                    <a:pt x="172875" y="64"/>
                  </a:lnTo>
                  <a:lnTo>
                    <a:pt x="165017" y="65"/>
                  </a:lnTo>
                  <a:lnTo>
                    <a:pt x="157159" y="65"/>
                  </a:lnTo>
                  <a:lnTo>
                    <a:pt x="149301" y="66"/>
                  </a:lnTo>
                  <a:lnTo>
                    <a:pt x="141443" y="67"/>
                  </a:lnTo>
                  <a:lnTo>
                    <a:pt x="133585" y="68"/>
                  </a:lnTo>
                  <a:lnTo>
                    <a:pt x="125727" y="68"/>
                  </a:lnTo>
                  <a:lnTo>
                    <a:pt x="117869" y="69"/>
                  </a:lnTo>
                  <a:lnTo>
                    <a:pt x="110011" y="70"/>
                  </a:lnTo>
                  <a:lnTo>
                    <a:pt x="102153" y="70"/>
                  </a:lnTo>
                  <a:lnTo>
                    <a:pt x="94295" y="71"/>
                  </a:lnTo>
                  <a:lnTo>
                    <a:pt x="86437" y="72"/>
                  </a:lnTo>
                  <a:lnTo>
                    <a:pt x="78579" y="73"/>
                  </a:lnTo>
                  <a:lnTo>
                    <a:pt x="70721" y="73"/>
                  </a:lnTo>
                  <a:lnTo>
                    <a:pt x="62863" y="74"/>
                  </a:lnTo>
                  <a:lnTo>
                    <a:pt x="55005" y="74"/>
                  </a:lnTo>
                  <a:lnTo>
                    <a:pt x="47147" y="75"/>
                  </a:lnTo>
                  <a:lnTo>
                    <a:pt x="39289" y="76"/>
                  </a:lnTo>
                  <a:lnTo>
                    <a:pt x="31431" y="76"/>
                  </a:lnTo>
                  <a:lnTo>
                    <a:pt x="23573" y="77"/>
                  </a:lnTo>
                  <a:lnTo>
                    <a:pt x="15715" y="78"/>
                  </a:lnTo>
                  <a:lnTo>
                    <a:pt x="7857" y="78"/>
                  </a:lnTo>
                  <a:lnTo>
                    <a:pt x="0" y="7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0" name="pg269"/>
            <p:cNvSpPr/>
            <p:nvPr/>
          </p:nvSpPr>
          <p:spPr>
            <a:xfrm>
              <a:off x="6029658" y="4956423"/>
              <a:ext cx="2035220" cy="455"/>
            </a:xfrm>
            <a:custGeom>
              <a:avLst/>
              <a:pathLst>
                <a:path w="2035220" h="455">
                  <a:moveTo>
                    <a:pt x="0" y="0"/>
                  </a:moveTo>
                  <a:lnTo>
                    <a:pt x="7857" y="6"/>
                  </a:lnTo>
                  <a:lnTo>
                    <a:pt x="15715" y="13"/>
                  </a:lnTo>
                  <a:lnTo>
                    <a:pt x="23573" y="19"/>
                  </a:lnTo>
                  <a:lnTo>
                    <a:pt x="31431" y="23"/>
                  </a:lnTo>
                  <a:lnTo>
                    <a:pt x="39289" y="28"/>
                  </a:lnTo>
                  <a:lnTo>
                    <a:pt x="47147" y="35"/>
                  </a:lnTo>
                  <a:lnTo>
                    <a:pt x="55005" y="42"/>
                  </a:lnTo>
                  <a:lnTo>
                    <a:pt x="62863" y="48"/>
                  </a:lnTo>
                  <a:lnTo>
                    <a:pt x="70721" y="54"/>
                  </a:lnTo>
                  <a:lnTo>
                    <a:pt x="78579" y="59"/>
                  </a:lnTo>
                  <a:lnTo>
                    <a:pt x="86437" y="67"/>
                  </a:lnTo>
                  <a:lnTo>
                    <a:pt x="94295" y="73"/>
                  </a:lnTo>
                  <a:lnTo>
                    <a:pt x="102153" y="79"/>
                  </a:lnTo>
                  <a:lnTo>
                    <a:pt x="110011" y="86"/>
                  </a:lnTo>
                  <a:lnTo>
                    <a:pt x="117869" y="91"/>
                  </a:lnTo>
                  <a:lnTo>
                    <a:pt x="125727" y="97"/>
                  </a:lnTo>
                  <a:lnTo>
                    <a:pt x="133585" y="104"/>
                  </a:lnTo>
                  <a:lnTo>
                    <a:pt x="141443" y="109"/>
                  </a:lnTo>
                  <a:lnTo>
                    <a:pt x="149301" y="113"/>
                  </a:lnTo>
                  <a:lnTo>
                    <a:pt x="157159" y="118"/>
                  </a:lnTo>
                  <a:lnTo>
                    <a:pt x="165017" y="123"/>
                  </a:lnTo>
                  <a:lnTo>
                    <a:pt x="172875" y="127"/>
                  </a:lnTo>
                  <a:lnTo>
                    <a:pt x="180733" y="131"/>
                  </a:lnTo>
                  <a:lnTo>
                    <a:pt x="188591" y="135"/>
                  </a:lnTo>
                  <a:lnTo>
                    <a:pt x="196449" y="139"/>
                  </a:lnTo>
                  <a:lnTo>
                    <a:pt x="204307" y="143"/>
                  </a:lnTo>
                  <a:lnTo>
                    <a:pt x="212165" y="148"/>
                  </a:lnTo>
                  <a:lnTo>
                    <a:pt x="220023" y="152"/>
                  </a:lnTo>
                  <a:lnTo>
                    <a:pt x="227881" y="156"/>
                  </a:lnTo>
                  <a:lnTo>
                    <a:pt x="235739" y="162"/>
                  </a:lnTo>
                  <a:lnTo>
                    <a:pt x="243597" y="166"/>
                  </a:lnTo>
                  <a:lnTo>
                    <a:pt x="251455" y="170"/>
                  </a:lnTo>
                  <a:lnTo>
                    <a:pt x="259313" y="173"/>
                  </a:lnTo>
                  <a:lnTo>
                    <a:pt x="267171" y="177"/>
                  </a:lnTo>
                  <a:lnTo>
                    <a:pt x="275029" y="181"/>
                  </a:lnTo>
                  <a:lnTo>
                    <a:pt x="282887" y="185"/>
                  </a:lnTo>
                  <a:lnTo>
                    <a:pt x="290745" y="188"/>
                  </a:lnTo>
                  <a:lnTo>
                    <a:pt x="298603" y="191"/>
                  </a:lnTo>
                  <a:lnTo>
                    <a:pt x="306461" y="194"/>
                  </a:lnTo>
                  <a:lnTo>
                    <a:pt x="314319" y="197"/>
                  </a:lnTo>
                  <a:lnTo>
                    <a:pt x="322177" y="201"/>
                  </a:lnTo>
                  <a:lnTo>
                    <a:pt x="330035" y="204"/>
                  </a:lnTo>
                  <a:lnTo>
                    <a:pt x="337893" y="207"/>
                  </a:lnTo>
                  <a:lnTo>
                    <a:pt x="345751" y="210"/>
                  </a:lnTo>
                  <a:lnTo>
                    <a:pt x="353609" y="213"/>
                  </a:lnTo>
                  <a:lnTo>
                    <a:pt x="361467" y="216"/>
                  </a:lnTo>
                  <a:lnTo>
                    <a:pt x="369325" y="220"/>
                  </a:lnTo>
                  <a:lnTo>
                    <a:pt x="377183" y="222"/>
                  </a:lnTo>
                  <a:lnTo>
                    <a:pt x="385041" y="224"/>
                  </a:lnTo>
                  <a:lnTo>
                    <a:pt x="392899" y="227"/>
                  </a:lnTo>
                  <a:lnTo>
                    <a:pt x="400757" y="230"/>
                  </a:lnTo>
                  <a:lnTo>
                    <a:pt x="408615" y="233"/>
                  </a:lnTo>
                  <a:lnTo>
                    <a:pt x="416473" y="235"/>
                  </a:lnTo>
                  <a:lnTo>
                    <a:pt x="424331" y="238"/>
                  </a:lnTo>
                  <a:lnTo>
                    <a:pt x="432189" y="240"/>
                  </a:lnTo>
                  <a:lnTo>
                    <a:pt x="440047" y="243"/>
                  </a:lnTo>
                  <a:lnTo>
                    <a:pt x="447905" y="245"/>
                  </a:lnTo>
                  <a:lnTo>
                    <a:pt x="455763" y="248"/>
                  </a:lnTo>
                  <a:lnTo>
                    <a:pt x="463621" y="251"/>
                  </a:lnTo>
                  <a:lnTo>
                    <a:pt x="471479" y="253"/>
                  </a:lnTo>
                  <a:lnTo>
                    <a:pt x="479337" y="257"/>
                  </a:lnTo>
                  <a:lnTo>
                    <a:pt x="487195" y="258"/>
                  </a:lnTo>
                  <a:lnTo>
                    <a:pt x="495053" y="260"/>
                  </a:lnTo>
                  <a:lnTo>
                    <a:pt x="502911" y="263"/>
                  </a:lnTo>
                  <a:lnTo>
                    <a:pt x="510769" y="265"/>
                  </a:lnTo>
                  <a:lnTo>
                    <a:pt x="518627" y="267"/>
                  </a:lnTo>
                  <a:lnTo>
                    <a:pt x="526485" y="270"/>
                  </a:lnTo>
                  <a:lnTo>
                    <a:pt x="534343" y="273"/>
                  </a:lnTo>
                  <a:lnTo>
                    <a:pt x="542201" y="276"/>
                  </a:lnTo>
                  <a:lnTo>
                    <a:pt x="550059" y="278"/>
                  </a:lnTo>
                  <a:lnTo>
                    <a:pt x="557917" y="280"/>
                  </a:lnTo>
                  <a:lnTo>
                    <a:pt x="565775" y="282"/>
                  </a:lnTo>
                  <a:lnTo>
                    <a:pt x="573633" y="283"/>
                  </a:lnTo>
                  <a:lnTo>
                    <a:pt x="581491" y="285"/>
                  </a:lnTo>
                  <a:lnTo>
                    <a:pt x="589349" y="287"/>
                  </a:lnTo>
                  <a:lnTo>
                    <a:pt x="597207" y="289"/>
                  </a:lnTo>
                  <a:lnTo>
                    <a:pt x="605065" y="290"/>
                  </a:lnTo>
                  <a:lnTo>
                    <a:pt x="612923" y="291"/>
                  </a:lnTo>
                  <a:lnTo>
                    <a:pt x="620781" y="294"/>
                  </a:lnTo>
                  <a:lnTo>
                    <a:pt x="628639" y="296"/>
                  </a:lnTo>
                  <a:lnTo>
                    <a:pt x="636497" y="298"/>
                  </a:lnTo>
                  <a:lnTo>
                    <a:pt x="644355" y="299"/>
                  </a:lnTo>
                  <a:lnTo>
                    <a:pt x="652213" y="301"/>
                  </a:lnTo>
                  <a:lnTo>
                    <a:pt x="660071" y="302"/>
                  </a:lnTo>
                  <a:lnTo>
                    <a:pt x="667929" y="304"/>
                  </a:lnTo>
                  <a:lnTo>
                    <a:pt x="675787" y="305"/>
                  </a:lnTo>
                  <a:lnTo>
                    <a:pt x="683645" y="307"/>
                  </a:lnTo>
                  <a:lnTo>
                    <a:pt x="691503" y="308"/>
                  </a:lnTo>
                  <a:lnTo>
                    <a:pt x="699361" y="309"/>
                  </a:lnTo>
                  <a:lnTo>
                    <a:pt x="707219" y="311"/>
                  </a:lnTo>
                  <a:lnTo>
                    <a:pt x="715077" y="312"/>
                  </a:lnTo>
                  <a:lnTo>
                    <a:pt x="722935" y="314"/>
                  </a:lnTo>
                  <a:lnTo>
                    <a:pt x="730793" y="315"/>
                  </a:lnTo>
                  <a:lnTo>
                    <a:pt x="738651" y="317"/>
                  </a:lnTo>
                  <a:lnTo>
                    <a:pt x="746509" y="318"/>
                  </a:lnTo>
                  <a:lnTo>
                    <a:pt x="754367" y="319"/>
                  </a:lnTo>
                  <a:lnTo>
                    <a:pt x="762225" y="321"/>
                  </a:lnTo>
                  <a:lnTo>
                    <a:pt x="770083" y="322"/>
                  </a:lnTo>
                  <a:lnTo>
                    <a:pt x="777941" y="324"/>
                  </a:lnTo>
                  <a:lnTo>
                    <a:pt x="785799" y="324"/>
                  </a:lnTo>
                  <a:lnTo>
                    <a:pt x="793657" y="325"/>
                  </a:lnTo>
                  <a:lnTo>
                    <a:pt x="801515" y="325"/>
                  </a:lnTo>
                  <a:lnTo>
                    <a:pt x="809373" y="326"/>
                  </a:lnTo>
                  <a:lnTo>
                    <a:pt x="817231" y="327"/>
                  </a:lnTo>
                  <a:lnTo>
                    <a:pt x="825089" y="328"/>
                  </a:lnTo>
                  <a:lnTo>
                    <a:pt x="832947" y="329"/>
                  </a:lnTo>
                  <a:lnTo>
                    <a:pt x="840805" y="330"/>
                  </a:lnTo>
                  <a:lnTo>
                    <a:pt x="848663" y="331"/>
                  </a:lnTo>
                  <a:lnTo>
                    <a:pt x="856521" y="332"/>
                  </a:lnTo>
                  <a:lnTo>
                    <a:pt x="864379" y="333"/>
                  </a:lnTo>
                  <a:lnTo>
                    <a:pt x="872237" y="334"/>
                  </a:lnTo>
                  <a:lnTo>
                    <a:pt x="880095" y="335"/>
                  </a:lnTo>
                  <a:lnTo>
                    <a:pt x="887953" y="335"/>
                  </a:lnTo>
                  <a:lnTo>
                    <a:pt x="895811" y="337"/>
                  </a:lnTo>
                  <a:lnTo>
                    <a:pt x="903669" y="338"/>
                  </a:lnTo>
                  <a:lnTo>
                    <a:pt x="911527" y="338"/>
                  </a:lnTo>
                  <a:lnTo>
                    <a:pt x="919385" y="340"/>
                  </a:lnTo>
                  <a:lnTo>
                    <a:pt x="927243" y="341"/>
                  </a:lnTo>
                  <a:lnTo>
                    <a:pt x="935101" y="342"/>
                  </a:lnTo>
                  <a:lnTo>
                    <a:pt x="942959" y="344"/>
                  </a:lnTo>
                  <a:lnTo>
                    <a:pt x="950817" y="345"/>
                  </a:lnTo>
                  <a:lnTo>
                    <a:pt x="958675" y="346"/>
                  </a:lnTo>
                  <a:lnTo>
                    <a:pt x="966533" y="347"/>
                  </a:lnTo>
                  <a:lnTo>
                    <a:pt x="974391" y="347"/>
                  </a:lnTo>
                  <a:lnTo>
                    <a:pt x="982249" y="348"/>
                  </a:lnTo>
                  <a:lnTo>
                    <a:pt x="990107" y="349"/>
                  </a:lnTo>
                  <a:lnTo>
                    <a:pt x="997965" y="350"/>
                  </a:lnTo>
                  <a:lnTo>
                    <a:pt x="1005823" y="351"/>
                  </a:lnTo>
                  <a:lnTo>
                    <a:pt x="1013681" y="351"/>
                  </a:lnTo>
                  <a:lnTo>
                    <a:pt x="1021539" y="352"/>
                  </a:lnTo>
                  <a:lnTo>
                    <a:pt x="1029397" y="352"/>
                  </a:lnTo>
                  <a:lnTo>
                    <a:pt x="1037254" y="353"/>
                  </a:lnTo>
                  <a:lnTo>
                    <a:pt x="1045112" y="354"/>
                  </a:lnTo>
                  <a:lnTo>
                    <a:pt x="1052970" y="355"/>
                  </a:lnTo>
                  <a:lnTo>
                    <a:pt x="1060828" y="355"/>
                  </a:lnTo>
                  <a:lnTo>
                    <a:pt x="1068686" y="356"/>
                  </a:lnTo>
                  <a:lnTo>
                    <a:pt x="1076544" y="358"/>
                  </a:lnTo>
                  <a:lnTo>
                    <a:pt x="1084402" y="359"/>
                  </a:lnTo>
                  <a:lnTo>
                    <a:pt x="1092260" y="359"/>
                  </a:lnTo>
                  <a:lnTo>
                    <a:pt x="1100118" y="360"/>
                  </a:lnTo>
                  <a:lnTo>
                    <a:pt x="1107976" y="361"/>
                  </a:lnTo>
                  <a:lnTo>
                    <a:pt x="1115834" y="361"/>
                  </a:lnTo>
                  <a:lnTo>
                    <a:pt x="1123692" y="362"/>
                  </a:lnTo>
                  <a:lnTo>
                    <a:pt x="1131550" y="362"/>
                  </a:lnTo>
                  <a:lnTo>
                    <a:pt x="1139408" y="363"/>
                  </a:lnTo>
                  <a:lnTo>
                    <a:pt x="1147266" y="363"/>
                  </a:lnTo>
                  <a:lnTo>
                    <a:pt x="1155124" y="364"/>
                  </a:lnTo>
                  <a:lnTo>
                    <a:pt x="1162982" y="365"/>
                  </a:lnTo>
                  <a:lnTo>
                    <a:pt x="1170840" y="365"/>
                  </a:lnTo>
                  <a:lnTo>
                    <a:pt x="1178698" y="366"/>
                  </a:lnTo>
                  <a:lnTo>
                    <a:pt x="1186556" y="367"/>
                  </a:lnTo>
                  <a:lnTo>
                    <a:pt x="1194414" y="368"/>
                  </a:lnTo>
                  <a:lnTo>
                    <a:pt x="1202272" y="369"/>
                  </a:lnTo>
                  <a:lnTo>
                    <a:pt x="1210130" y="369"/>
                  </a:lnTo>
                  <a:lnTo>
                    <a:pt x="1217988" y="369"/>
                  </a:lnTo>
                  <a:lnTo>
                    <a:pt x="1225846" y="370"/>
                  </a:lnTo>
                  <a:lnTo>
                    <a:pt x="1233704" y="371"/>
                  </a:lnTo>
                  <a:lnTo>
                    <a:pt x="1241562" y="371"/>
                  </a:lnTo>
                  <a:lnTo>
                    <a:pt x="1249420" y="372"/>
                  </a:lnTo>
                  <a:lnTo>
                    <a:pt x="1257278" y="372"/>
                  </a:lnTo>
                  <a:lnTo>
                    <a:pt x="1265136" y="373"/>
                  </a:lnTo>
                  <a:lnTo>
                    <a:pt x="1272994" y="374"/>
                  </a:lnTo>
                  <a:lnTo>
                    <a:pt x="1280852" y="374"/>
                  </a:lnTo>
                  <a:lnTo>
                    <a:pt x="1288710" y="375"/>
                  </a:lnTo>
                  <a:lnTo>
                    <a:pt x="1296568" y="375"/>
                  </a:lnTo>
                  <a:lnTo>
                    <a:pt x="1304426" y="375"/>
                  </a:lnTo>
                  <a:lnTo>
                    <a:pt x="1312284" y="376"/>
                  </a:lnTo>
                  <a:lnTo>
                    <a:pt x="1320142" y="376"/>
                  </a:lnTo>
                  <a:lnTo>
                    <a:pt x="1328000" y="377"/>
                  </a:lnTo>
                  <a:lnTo>
                    <a:pt x="1335858" y="377"/>
                  </a:lnTo>
                  <a:lnTo>
                    <a:pt x="1343716" y="377"/>
                  </a:lnTo>
                  <a:lnTo>
                    <a:pt x="1351574" y="378"/>
                  </a:lnTo>
                  <a:lnTo>
                    <a:pt x="1359432" y="378"/>
                  </a:lnTo>
                  <a:lnTo>
                    <a:pt x="1367290" y="379"/>
                  </a:lnTo>
                  <a:lnTo>
                    <a:pt x="1375148" y="379"/>
                  </a:lnTo>
                  <a:lnTo>
                    <a:pt x="1383006" y="379"/>
                  </a:lnTo>
                  <a:lnTo>
                    <a:pt x="1390864" y="380"/>
                  </a:lnTo>
                  <a:lnTo>
                    <a:pt x="1398722" y="380"/>
                  </a:lnTo>
                  <a:lnTo>
                    <a:pt x="1406580" y="380"/>
                  </a:lnTo>
                  <a:lnTo>
                    <a:pt x="1414438" y="380"/>
                  </a:lnTo>
                  <a:lnTo>
                    <a:pt x="1422296" y="380"/>
                  </a:lnTo>
                  <a:lnTo>
                    <a:pt x="1430154" y="381"/>
                  </a:lnTo>
                  <a:lnTo>
                    <a:pt x="1438012" y="381"/>
                  </a:lnTo>
                  <a:lnTo>
                    <a:pt x="1445870" y="381"/>
                  </a:lnTo>
                  <a:lnTo>
                    <a:pt x="1453728" y="381"/>
                  </a:lnTo>
                  <a:lnTo>
                    <a:pt x="1461586" y="382"/>
                  </a:lnTo>
                  <a:lnTo>
                    <a:pt x="1469444" y="382"/>
                  </a:lnTo>
                  <a:lnTo>
                    <a:pt x="1477302" y="383"/>
                  </a:lnTo>
                  <a:lnTo>
                    <a:pt x="1485160" y="383"/>
                  </a:lnTo>
                  <a:lnTo>
                    <a:pt x="1493018" y="384"/>
                  </a:lnTo>
                  <a:lnTo>
                    <a:pt x="1500876" y="384"/>
                  </a:lnTo>
                  <a:lnTo>
                    <a:pt x="1508734" y="384"/>
                  </a:lnTo>
                  <a:lnTo>
                    <a:pt x="1516592" y="384"/>
                  </a:lnTo>
                  <a:lnTo>
                    <a:pt x="1524450" y="384"/>
                  </a:lnTo>
                  <a:lnTo>
                    <a:pt x="1532308" y="384"/>
                  </a:lnTo>
                  <a:lnTo>
                    <a:pt x="1540166" y="384"/>
                  </a:lnTo>
                  <a:lnTo>
                    <a:pt x="1548024" y="384"/>
                  </a:lnTo>
                  <a:lnTo>
                    <a:pt x="1555882" y="385"/>
                  </a:lnTo>
                  <a:lnTo>
                    <a:pt x="1563740" y="385"/>
                  </a:lnTo>
                  <a:lnTo>
                    <a:pt x="1571598" y="386"/>
                  </a:lnTo>
                  <a:lnTo>
                    <a:pt x="1579456" y="386"/>
                  </a:lnTo>
                  <a:lnTo>
                    <a:pt x="1587314" y="386"/>
                  </a:lnTo>
                  <a:lnTo>
                    <a:pt x="1595172" y="386"/>
                  </a:lnTo>
                  <a:lnTo>
                    <a:pt x="1603030" y="387"/>
                  </a:lnTo>
                  <a:lnTo>
                    <a:pt x="1610888" y="387"/>
                  </a:lnTo>
                  <a:lnTo>
                    <a:pt x="1618746" y="388"/>
                  </a:lnTo>
                  <a:lnTo>
                    <a:pt x="1626604" y="388"/>
                  </a:lnTo>
                  <a:lnTo>
                    <a:pt x="1634462" y="389"/>
                  </a:lnTo>
                  <a:lnTo>
                    <a:pt x="1642320" y="389"/>
                  </a:lnTo>
                  <a:lnTo>
                    <a:pt x="1650178" y="389"/>
                  </a:lnTo>
                  <a:lnTo>
                    <a:pt x="1658036" y="389"/>
                  </a:lnTo>
                  <a:lnTo>
                    <a:pt x="1665894" y="390"/>
                  </a:lnTo>
                  <a:lnTo>
                    <a:pt x="1673752" y="390"/>
                  </a:lnTo>
                  <a:lnTo>
                    <a:pt x="1681610" y="391"/>
                  </a:lnTo>
                  <a:lnTo>
                    <a:pt x="1689468" y="391"/>
                  </a:lnTo>
                  <a:lnTo>
                    <a:pt x="1697326" y="391"/>
                  </a:lnTo>
                  <a:lnTo>
                    <a:pt x="1705184" y="391"/>
                  </a:lnTo>
                  <a:lnTo>
                    <a:pt x="1713042" y="391"/>
                  </a:lnTo>
                  <a:lnTo>
                    <a:pt x="1720900" y="391"/>
                  </a:lnTo>
                  <a:lnTo>
                    <a:pt x="1728758" y="392"/>
                  </a:lnTo>
                  <a:lnTo>
                    <a:pt x="1736616" y="392"/>
                  </a:lnTo>
                  <a:lnTo>
                    <a:pt x="1744474" y="393"/>
                  </a:lnTo>
                  <a:lnTo>
                    <a:pt x="1752332" y="393"/>
                  </a:lnTo>
                  <a:lnTo>
                    <a:pt x="1760190" y="393"/>
                  </a:lnTo>
                  <a:lnTo>
                    <a:pt x="1768048" y="393"/>
                  </a:lnTo>
                  <a:lnTo>
                    <a:pt x="1775906" y="394"/>
                  </a:lnTo>
                  <a:lnTo>
                    <a:pt x="1783764" y="394"/>
                  </a:lnTo>
                  <a:lnTo>
                    <a:pt x="1791622" y="394"/>
                  </a:lnTo>
                  <a:lnTo>
                    <a:pt x="1799480" y="394"/>
                  </a:lnTo>
                  <a:lnTo>
                    <a:pt x="1807338" y="394"/>
                  </a:lnTo>
                  <a:lnTo>
                    <a:pt x="1815196" y="395"/>
                  </a:lnTo>
                  <a:lnTo>
                    <a:pt x="1823054" y="395"/>
                  </a:lnTo>
                  <a:lnTo>
                    <a:pt x="1830912" y="395"/>
                  </a:lnTo>
                  <a:lnTo>
                    <a:pt x="1838770" y="395"/>
                  </a:lnTo>
                  <a:lnTo>
                    <a:pt x="1846628" y="395"/>
                  </a:lnTo>
                  <a:lnTo>
                    <a:pt x="1854486" y="395"/>
                  </a:lnTo>
                  <a:lnTo>
                    <a:pt x="1862344" y="396"/>
                  </a:lnTo>
                  <a:lnTo>
                    <a:pt x="1870202" y="396"/>
                  </a:lnTo>
                  <a:lnTo>
                    <a:pt x="1878060" y="396"/>
                  </a:lnTo>
                  <a:lnTo>
                    <a:pt x="1885918" y="396"/>
                  </a:lnTo>
                  <a:lnTo>
                    <a:pt x="1893776" y="397"/>
                  </a:lnTo>
                  <a:lnTo>
                    <a:pt x="1901634" y="397"/>
                  </a:lnTo>
                  <a:lnTo>
                    <a:pt x="1909492" y="397"/>
                  </a:lnTo>
                  <a:lnTo>
                    <a:pt x="1917350" y="398"/>
                  </a:lnTo>
                  <a:lnTo>
                    <a:pt x="1925208" y="398"/>
                  </a:lnTo>
                  <a:lnTo>
                    <a:pt x="1933066" y="398"/>
                  </a:lnTo>
                  <a:lnTo>
                    <a:pt x="1940924" y="398"/>
                  </a:lnTo>
                  <a:lnTo>
                    <a:pt x="1948782" y="398"/>
                  </a:lnTo>
                  <a:lnTo>
                    <a:pt x="1956640" y="398"/>
                  </a:lnTo>
                  <a:lnTo>
                    <a:pt x="1964498" y="398"/>
                  </a:lnTo>
                  <a:lnTo>
                    <a:pt x="1972356" y="398"/>
                  </a:lnTo>
                  <a:lnTo>
                    <a:pt x="1980214" y="399"/>
                  </a:lnTo>
                  <a:lnTo>
                    <a:pt x="1988072" y="399"/>
                  </a:lnTo>
                  <a:lnTo>
                    <a:pt x="1995930" y="399"/>
                  </a:lnTo>
                  <a:lnTo>
                    <a:pt x="2003788" y="399"/>
                  </a:lnTo>
                  <a:lnTo>
                    <a:pt x="2011646" y="399"/>
                  </a:lnTo>
                  <a:lnTo>
                    <a:pt x="2019504" y="399"/>
                  </a:lnTo>
                  <a:lnTo>
                    <a:pt x="2027362" y="399"/>
                  </a:lnTo>
                  <a:lnTo>
                    <a:pt x="2035220" y="455"/>
                  </a:lnTo>
                  <a:lnTo>
                    <a:pt x="2027362" y="455"/>
                  </a:lnTo>
                  <a:lnTo>
                    <a:pt x="2019504" y="455"/>
                  </a:lnTo>
                  <a:lnTo>
                    <a:pt x="2011646" y="455"/>
                  </a:lnTo>
                  <a:lnTo>
                    <a:pt x="2003788" y="455"/>
                  </a:lnTo>
                  <a:lnTo>
                    <a:pt x="1995930" y="455"/>
                  </a:lnTo>
                  <a:lnTo>
                    <a:pt x="1988072" y="455"/>
                  </a:lnTo>
                  <a:lnTo>
                    <a:pt x="1980214" y="455"/>
                  </a:lnTo>
                  <a:lnTo>
                    <a:pt x="1972356" y="455"/>
                  </a:lnTo>
                  <a:lnTo>
                    <a:pt x="1964498" y="454"/>
                  </a:lnTo>
                  <a:lnTo>
                    <a:pt x="1956640" y="454"/>
                  </a:lnTo>
                  <a:lnTo>
                    <a:pt x="1948782" y="454"/>
                  </a:lnTo>
                  <a:lnTo>
                    <a:pt x="1940924" y="454"/>
                  </a:lnTo>
                  <a:lnTo>
                    <a:pt x="1933066" y="454"/>
                  </a:lnTo>
                  <a:lnTo>
                    <a:pt x="1925208" y="454"/>
                  </a:lnTo>
                  <a:lnTo>
                    <a:pt x="1917350" y="454"/>
                  </a:lnTo>
                  <a:lnTo>
                    <a:pt x="1909492" y="454"/>
                  </a:lnTo>
                  <a:lnTo>
                    <a:pt x="1901634" y="454"/>
                  </a:lnTo>
                  <a:lnTo>
                    <a:pt x="1893776" y="454"/>
                  </a:lnTo>
                  <a:lnTo>
                    <a:pt x="1885918" y="454"/>
                  </a:lnTo>
                  <a:lnTo>
                    <a:pt x="1878060" y="454"/>
                  </a:lnTo>
                  <a:lnTo>
                    <a:pt x="1870202" y="454"/>
                  </a:lnTo>
                  <a:lnTo>
                    <a:pt x="1862344" y="454"/>
                  </a:lnTo>
                  <a:lnTo>
                    <a:pt x="1854486" y="454"/>
                  </a:lnTo>
                  <a:lnTo>
                    <a:pt x="1846628" y="454"/>
                  </a:lnTo>
                  <a:lnTo>
                    <a:pt x="1838770" y="454"/>
                  </a:lnTo>
                  <a:lnTo>
                    <a:pt x="1830912" y="454"/>
                  </a:lnTo>
                  <a:lnTo>
                    <a:pt x="1823054" y="453"/>
                  </a:lnTo>
                  <a:lnTo>
                    <a:pt x="1815196" y="453"/>
                  </a:lnTo>
                  <a:lnTo>
                    <a:pt x="1807338" y="453"/>
                  </a:lnTo>
                  <a:lnTo>
                    <a:pt x="1799480" y="453"/>
                  </a:lnTo>
                  <a:lnTo>
                    <a:pt x="1791622" y="453"/>
                  </a:lnTo>
                  <a:lnTo>
                    <a:pt x="1783764" y="453"/>
                  </a:lnTo>
                  <a:lnTo>
                    <a:pt x="1775906" y="453"/>
                  </a:lnTo>
                  <a:lnTo>
                    <a:pt x="1768048" y="453"/>
                  </a:lnTo>
                  <a:lnTo>
                    <a:pt x="1760190" y="453"/>
                  </a:lnTo>
                  <a:lnTo>
                    <a:pt x="1752332" y="453"/>
                  </a:lnTo>
                  <a:lnTo>
                    <a:pt x="1744474" y="453"/>
                  </a:lnTo>
                  <a:lnTo>
                    <a:pt x="1736616" y="453"/>
                  </a:lnTo>
                  <a:lnTo>
                    <a:pt x="1728758" y="453"/>
                  </a:lnTo>
                  <a:lnTo>
                    <a:pt x="1720900" y="453"/>
                  </a:lnTo>
                  <a:lnTo>
                    <a:pt x="1713042" y="452"/>
                  </a:lnTo>
                  <a:lnTo>
                    <a:pt x="1705184" y="452"/>
                  </a:lnTo>
                  <a:lnTo>
                    <a:pt x="1697326" y="452"/>
                  </a:lnTo>
                  <a:lnTo>
                    <a:pt x="1689468" y="452"/>
                  </a:lnTo>
                  <a:lnTo>
                    <a:pt x="1681610" y="452"/>
                  </a:lnTo>
                  <a:lnTo>
                    <a:pt x="1673752" y="452"/>
                  </a:lnTo>
                  <a:lnTo>
                    <a:pt x="1665894" y="452"/>
                  </a:lnTo>
                  <a:lnTo>
                    <a:pt x="1658036" y="452"/>
                  </a:lnTo>
                  <a:lnTo>
                    <a:pt x="1650178" y="452"/>
                  </a:lnTo>
                  <a:lnTo>
                    <a:pt x="1642320" y="452"/>
                  </a:lnTo>
                  <a:lnTo>
                    <a:pt x="1634462" y="452"/>
                  </a:lnTo>
                  <a:lnTo>
                    <a:pt x="1626604" y="452"/>
                  </a:lnTo>
                  <a:lnTo>
                    <a:pt x="1618746" y="451"/>
                  </a:lnTo>
                  <a:lnTo>
                    <a:pt x="1610888" y="451"/>
                  </a:lnTo>
                  <a:lnTo>
                    <a:pt x="1603030" y="451"/>
                  </a:lnTo>
                  <a:lnTo>
                    <a:pt x="1595172" y="451"/>
                  </a:lnTo>
                  <a:lnTo>
                    <a:pt x="1587314" y="451"/>
                  </a:lnTo>
                  <a:lnTo>
                    <a:pt x="1579456" y="451"/>
                  </a:lnTo>
                  <a:lnTo>
                    <a:pt x="1571598" y="451"/>
                  </a:lnTo>
                  <a:lnTo>
                    <a:pt x="1563740" y="451"/>
                  </a:lnTo>
                  <a:lnTo>
                    <a:pt x="1555882" y="451"/>
                  </a:lnTo>
                  <a:lnTo>
                    <a:pt x="1548024" y="450"/>
                  </a:lnTo>
                  <a:lnTo>
                    <a:pt x="1540166" y="450"/>
                  </a:lnTo>
                  <a:lnTo>
                    <a:pt x="1532308" y="450"/>
                  </a:lnTo>
                  <a:lnTo>
                    <a:pt x="1524450" y="450"/>
                  </a:lnTo>
                  <a:lnTo>
                    <a:pt x="1516592" y="450"/>
                  </a:lnTo>
                  <a:lnTo>
                    <a:pt x="1508734" y="450"/>
                  </a:lnTo>
                  <a:lnTo>
                    <a:pt x="1500876" y="450"/>
                  </a:lnTo>
                  <a:lnTo>
                    <a:pt x="1493018" y="450"/>
                  </a:lnTo>
                  <a:lnTo>
                    <a:pt x="1485160" y="449"/>
                  </a:lnTo>
                  <a:lnTo>
                    <a:pt x="1477302" y="449"/>
                  </a:lnTo>
                  <a:lnTo>
                    <a:pt x="1469444" y="449"/>
                  </a:lnTo>
                  <a:lnTo>
                    <a:pt x="1461586" y="449"/>
                  </a:lnTo>
                  <a:lnTo>
                    <a:pt x="1453728" y="449"/>
                  </a:lnTo>
                  <a:lnTo>
                    <a:pt x="1445870" y="449"/>
                  </a:lnTo>
                  <a:lnTo>
                    <a:pt x="1438012" y="449"/>
                  </a:lnTo>
                  <a:lnTo>
                    <a:pt x="1430154" y="448"/>
                  </a:lnTo>
                  <a:lnTo>
                    <a:pt x="1422296" y="448"/>
                  </a:lnTo>
                  <a:lnTo>
                    <a:pt x="1414438" y="448"/>
                  </a:lnTo>
                  <a:lnTo>
                    <a:pt x="1406580" y="448"/>
                  </a:lnTo>
                  <a:lnTo>
                    <a:pt x="1398722" y="448"/>
                  </a:lnTo>
                  <a:lnTo>
                    <a:pt x="1390864" y="448"/>
                  </a:lnTo>
                  <a:lnTo>
                    <a:pt x="1383006" y="447"/>
                  </a:lnTo>
                  <a:lnTo>
                    <a:pt x="1375148" y="447"/>
                  </a:lnTo>
                  <a:lnTo>
                    <a:pt x="1367290" y="447"/>
                  </a:lnTo>
                  <a:lnTo>
                    <a:pt x="1359432" y="447"/>
                  </a:lnTo>
                  <a:lnTo>
                    <a:pt x="1351574" y="447"/>
                  </a:lnTo>
                  <a:lnTo>
                    <a:pt x="1343716" y="447"/>
                  </a:lnTo>
                  <a:lnTo>
                    <a:pt x="1335858" y="447"/>
                  </a:lnTo>
                  <a:lnTo>
                    <a:pt x="1328000" y="446"/>
                  </a:lnTo>
                  <a:lnTo>
                    <a:pt x="1320142" y="446"/>
                  </a:lnTo>
                  <a:lnTo>
                    <a:pt x="1312284" y="446"/>
                  </a:lnTo>
                  <a:lnTo>
                    <a:pt x="1304426" y="446"/>
                  </a:lnTo>
                  <a:lnTo>
                    <a:pt x="1296568" y="446"/>
                  </a:lnTo>
                  <a:lnTo>
                    <a:pt x="1288710" y="445"/>
                  </a:lnTo>
                  <a:lnTo>
                    <a:pt x="1280852" y="445"/>
                  </a:lnTo>
                  <a:lnTo>
                    <a:pt x="1272994" y="445"/>
                  </a:lnTo>
                  <a:lnTo>
                    <a:pt x="1265136" y="445"/>
                  </a:lnTo>
                  <a:lnTo>
                    <a:pt x="1257278" y="445"/>
                  </a:lnTo>
                  <a:lnTo>
                    <a:pt x="1249420" y="445"/>
                  </a:lnTo>
                  <a:lnTo>
                    <a:pt x="1241562" y="444"/>
                  </a:lnTo>
                  <a:lnTo>
                    <a:pt x="1233704" y="444"/>
                  </a:lnTo>
                  <a:lnTo>
                    <a:pt x="1225846" y="444"/>
                  </a:lnTo>
                  <a:lnTo>
                    <a:pt x="1217988" y="444"/>
                  </a:lnTo>
                  <a:lnTo>
                    <a:pt x="1210130" y="443"/>
                  </a:lnTo>
                  <a:lnTo>
                    <a:pt x="1202272" y="443"/>
                  </a:lnTo>
                  <a:lnTo>
                    <a:pt x="1194414" y="443"/>
                  </a:lnTo>
                  <a:lnTo>
                    <a:pt x="1186556" y="443"/>
                  </a:lnTo>
                  <a:lnTo>
                    <a:pt x="1178698" y="442"/>
                  </a:lnTo>
                  <a:lnTo>
                    <a:pt x="1170840" y="442"/>
                  </a:lnTo>
                  <a:lnTo>
                    <a:pt x="1162982" y="442"/>
                  </a:lnTo>
                  <a:lnTo>
                    <a:pt x="1155124" y="442"/>
                  </a:lnTo>
                  <a:lnTo>
                    <a:pt x="1147266" y="441"/>
                  </a:lnTo>
                  <a:lnTo>
                    <a:pt x="1139408" y="441"/>
                  </a:lnTo>
                  <a:lnTo>
                    <a:pt x="1131550" y="441"/>
                  </a:lnTo>
                  <a:lnTo>
                    <a:pt x="1123692" y="441"/>
                  </a:lnTo>
                  <a:lnTo>
                    <a:pt x="1115834" y="440"/>
                  </a:lnTo>
                  <a:lnTo>
                    <a:pt x="1107976" y="440"/>
                  </a:lnTo>
                  <a:lnTo>
                    <a:pt x="1100118" y="440"/>
                  </a:lnTo>
                  <a:lnTo>
                    <a:pt x="1092260" y="440"/>
                  </a:lnTo>
                  <a:lnTo>
                    <a:pt x="1084402" y="440"/>
                  </a:lnTo>
                  <a:lnTo>
                    <a:pt x="1076544" y="439"/>
                  </a:lnTo>
                  <a:lnTo>
                    <a:pt x="1068686" y="439"/>
                  </a:lnTo>
                  <a:lnTo>
                    <a:pt x="1060828" y="439"/>
                  </a:lnTo>
                  <a:lnTo>
                    <a:pt x="1052970" y="438"/>
                  </a:lnTo>
                  <a:lnTo>
                    <a:pt x="1045112" y="438"/>
                  </a:lnTo>
                  <a:lnTo>
                    <a:pt x="1037254" y="438"/>
                  </a:lnTo>
                  <a:lnTo>
                    <a:pt x="1029397" y="438"/>
                  </a:lnTo>
                  <a:lnTo>
                    <a:pt x="1021539" y="437"/>
                  </a:lnTo>
                  <a:lnTo>
                    <a:pt x="1013681" y="437"/>
                  </a:lnTo>
                  <a:lnTo>
                    <a:pt x="1005823" y="437"/>
                  </a:lnTo>
                  <a:lnTo>
                    <a:pt x="997965" y="437"/>
                  </a:lnTo>
                  <a:lnTo>
                    <a:pt x="990107" y="436"/>
                  </a:lnTo>
                  <a:lnTo>
                    <a:pt x="982249" y="436"/>
                  </a:lnTo>
                  <a:lnTo>
                    <a:pt x="974391" y="436"/>
                  </a:lnTo>
                  <a:lnTo>
                    <a:pt x="966533" y="435"/>
                  </a:lnTo>
                  <a:lnTo>
                    <a:pt x="958675" y="435"/>
                  </a:lnTo>
                  <a:lnTo>
                    <a:pt x="950817" y="435"/>
                  </a:lnTo>
                  <a:lnTo>
                    <a:pt x="942959" y="434"/>
                  </a:lnTo>
                  <a:lnTo>
                    <a:pt x="935101" y="434"/>
                  </a:lnTo>
                  <a:lnTo>
                    <a:pt x="927243" y="434"/>
                  </a:lnTo>
                  <a:lnTo>
                    <a:pt x="919385" y="433"/>
                  </a:lnTo>
                  <a:lnTo>
                    <a:pt x="911527" y="433"/>
                  </a:lnTo>
                  <a:lnTo>
                    <a:pt x="903669" y="433"/>
                  </a:lnTo>
                  <a:lnTo>
                    <a:pt x="895811" y="432"/>
                  </a:lnTo>
                  <a:lnTo>
                    <a:pt x="887953" y="432"/>
                  </a:lnTo>
                  <a:lnTo>
                    <a:pt x="880095" y="432"/>
                  </a:lnTo>
                  <a:lnTo>
                    <a:pt x="872237" y="431"/>
                  </a:lnTo>
                  <a:lnTo>
                    <a:pt x="864379" y="431"/>
                  </a:lnTo>
                  <a:lnTo>
                    <a:pt x="856521" y="431"/>
                  </a:lnTo>
                  <a:lnTo>
                    <a:pt x="848663" y="430"/>
                  </a:lnTo>
                  <a:lnTo>
                    <a:pt x="840805" y="430"/>
                  </a:lnTo>
                  <a:lnTo>
                    <a:pt x="832947" y="430"/>
                  </a:lnTo>
                  <a:lnTo>
                    <a:pt x="825089" y="429"/>
                  </a:lnTo>
                  <a:lnTo>
                    <a:pt x="817231" y="429"/>
                  </a:lnTo>
                  <a:lnTo>
                    <a:pt x="809373" y="429"/>
                  </a:lnTo>
                  <a:lnTo>
                    <a:pt x="801515" y="428"/>
                  </a:lnTo>
                  <a:lnTo>
                    <a:pt x="793657" y="428"/>
                  </a:lnTo>
                  <a:lnTo>
                    <a:pt x="785799" y="427"/>
                  </a:lnTo>
                  <a:lnTo>
                    <a:pt x="777941" y="427"/>
                  </a:lnTo>
                  <a:lnTo>
                    <a:pt x="770083" y="426"/>
                  </a:lnTo>
                  <a:lnTo>
                    <a:pt x="762225" y="426"/>
                  </a:lnTo>
                  <a:lnTo>
                    <a:pt x="754367" y="426"/>
                  </a:lnTo>
                  <a:lnTo>
                    <a:pt x="746509" y="425"/>
                  </a:lnTo>
                  <a:lnTo>
                    <a:pt x="738651" y="425"/>
                  </a:lnTo>
                  <a:lnTo>
                    <a:pt x="730793" y="424"/>
                  </a:lnTo>
                  <a:lnTo>
                    <a:pt x="722935" y="424"/>
                  </a:lnTo>
                  <a:lnTo>
                    <a:pt x="715077" y="423"/>
                  </a:lnTo>
                  <a:lnTo>
                    <a:pt x="707219" y="423"/>
                  </a:lnTo>
                  <a:lnTo>
                    <a:pt x="699361" y="422"/>
                  </a:lnTo>
                  <a:lnTo>
                    <a:pt x="691503" y="422"/>
                  </a:lnTo>
                  <a:lnTo>
                    <a:pt x="683645" y="422"/>
                  </a:lnTo>
                  <a:lnTo>
                    <a:pt x="675787" y="421"/>
                  </a:lnTo>
                  <a:lnTo>
                    <a:pt x="667929" y="421"/>
                  </a:lnTo>
                  <a:lnTo>
                    <a:pt x="660071" y="420"/>
                  </a:lnTo>
                  <a:lnTo>
                    <a:pt x="652213" y="420"/>
                  </a:lnTo>
                  <a:lnTo>
                    <a:pt x="644355" y="420"/>
                  </a:lnTo>
                  <a:lnTo>
                    <a:pt x="636497" y="419"/>
                  </a:lnTo>
                  <a:lnTo>
                    <a:pt x="628639" y="419"/>
                  </a:lnTo>
                  <a:lnTo>
                    <a:pt x="620781" y="419"/>
                  </a:lnTo>
                  <a:lnTo>
                    <a:pt x="612923" y="418"/>
                  </a:lnTo>
                  <a:lnTo>
                    <a:pt x="605065" y="418"/>
                  </a:lnTo>
                  <a:lnTo>
                    <a:pt x="597207" y="417"/>
                  </a:lnTo>
                  <a:lnTo>
                    <a:pt x="589349" y="417"/>
                  </a:lnTo>
                  <a:lnTo>
                    <a:pt x="581491" y="416"/>
                  </a:lnTo>
                  <a:lnTo>
                    <a:pt x="573633" y="416"/>
                  </a:lnTo>
                  <a:lnTo>
                    <a:pt x="565775" y="416"/>
                  </a:lnTo>
                  <a:lnTo>
                    <a:pt x="557917" y="415"/>
                  </a:lnTo>
                  <a:lnTo>
                    <a:pt x="550059" y="415"/>
                  </a:lnTo>
                  <a:lnTo>
                    <a:pt x="542201" y="414"/>
                  </a:lnTo>
                  <a:lnTo>
                    <a:pt x="534343" y="414"/>
                  </a:lnTo>
                  <a:lnTo>
                    <a:pt x="526485" y="413"/>
                  </a:lnTo>
                  <a:lnTo>
                    <a:pt x="518627" y="412"/>
                  </a:lnTo>
                  <a:lnTo>
                    <a:pt x="510769" y="412"/>
                  </a:lnTo>
                  <a:lnTo>
                    <a:pt x="502911" y="411"/>
                  </a:lnTo>
                  <a:lnTo>
                    <a:pt x="495053" y="411"/>
                  </a:lnTo>
                  <a:lnTo>
                    <a:pt x="487195" y="410"/>
                  </a:lnTo>
                  <a:lnTo>
                    <a:pt x="479337" y="410"/>
                  </a:lnTo>
                  <a:lnTo>
                    <a:pt x="471479" y="409"/>
                  </a:lnTo>
                  <a:lnTo>
                    <a:pt x="463621" y="409"/>
                  </a:lnTo>
                  <a:lnTo>
                    <a:pt x="455763" y="408"/>
                  </a:lnTo>
                  <a:lnTo>
                    <a:pt x="447905" y="408"/>
                  </a:lnTo>
                  <a:lnTo>
                    <a:pt x="440047" y="407"/>
                  </a:lnTo>
                  <a:lnTo>
                    <a:pt x="432189" y="407"/>
                  </a:lnTo>
                  <a:lnTo>
                    <a:pt x="424331" y="406"/>
                  </a:lnTo>
                  <a:lnTo>
                    <a:pt x="416473" y="406"/>
                  </a:lnTo>
                  <a:lnTo>
                    <a:pt x="408615" y="406"/>
                  </a:lnTo>
                  <a:lnTo>
                    <a:pt x="400757" y="405"/>
                  </a:lnTo>
                  <a:lnTo>
                    <a:pt x="392899" y="405"/>
                  </a:lnTo>
                  <a:lnTo>
                    <a:pt x="385041" y="404"/>
                  </a:lnTo>
                  <a:lnTo>
                    <a:pt x="377183" y="403"/>
                  </a:lnTo>
                  <a:lnTo>
                    <a:pt x="369325" y="403"/>
                  </a:lnTo>
                  <a:lnTo>
                    <a:pt x="361467" y="402"/>
                  </a:lnTo>
                  <a:lnTo>
                    <a:pt x="353609" y="402"/>
                  </a:lnTo>
                  <a:lnTo>
                    <a:pt x="345751" y="402"/>
                  </a:lnTo>
                  <a:lnTo>
                    <a:pt x="337893" y="401"/>
                  </a:lnTo>
                  <a:lnTo>
                    <a:pt x="330035" y="401"/>
                  </a:lnTo>
                  <a:lnTo>
                    <a:pt x="322177" y="400"/>
                  </a:lnTo>
                  <a:lnTo>
                    <a:pt x="314319" y="400"/>
                  </a:lnTo>
                  <a:lnTo>
                    <a:pt x="306461" y="399"/>
                  </a:lnTo>
                  <a:lnTo>
                    <a:pt x="298603" y="399"/>
                  </a:lnTo>
                  <a:lnTo>
                    <a:pt x="290745" y="398"/>
                  </a:lnTo>
                  <a:lnTo>
                    <a:pt x="282887" y="397"/>
                  </a:lnTo>
                  <a:lnTo>
                    <a:pt x="275029" y="396"/>
                  </a:lnTo>
                  <a:lnTo>
                    <a:pt x="267171" y="396"/>
                  </a:lnTo>
                  <a:lnTo>
                    <a:pt x="259313" y="396"/>
                  </a:lnTo>
                  <a:lnTo>
                    <a:pt x="251455" y="395"/>
                  </a:lnTo>
                  <a:lnTo>
                    <a:pt x="243597" y="395"/>
                  </a:lnTo>
                  <a:lnTo>
                    <a:pt x="235739" y="395"/>
                  </a:lnTo>
                  <a:lnTo>
                    <a:pt x="227881" y="394"/>
                  </a:lnTo>
                  <a:lnTo>
                    <a:pt x="220023" y="394"/>
                  </a:lnTo>
                  <a:lnTo>
                    <a:pt x="212165" y="393"/>
                  </a:lnTo>
                  <a:lnTo>
                    <a:pt x="204307" y="393"/>
                  </a:lnTo>
                  <a:lnTo>
                    <a:pt x="196449" y="393"/>
                  </a:lnTo>
                  <a:lnTo>
                    <a:pt x="188591" y="392"/>
                  </a:lnTo>
                  <a:lnTo>
                    <a:pt x="180733" y="392"/>
                  </a:lnTo>
                  <a:lnTo>
                    <a:pt x="172875" y="391"/>
                  </a:lnTo>
                  <a:lnTo>
                    <a:pt x="165017" y="391"/>
                  </a:lnTo>
                  <a:lnTo>
                    <a:pt x="157159" y="391"/>
                  </a:lnTo>
                  <a:lnTo>
                    <a:pt x="149301" y="390"/>
                  </a:lnTo>
                  <a:lnTo>
                    <a:pt x="141443" y="390"/>
                  </a:lnTo>
                  <a:lnTo>
                    <a:pt x="133585" y="389"/>
                  </a:lnTo>
                  <a:lnTo>
                    <a:pt x="125727" y="389"/>
                  </a:lnTo>
                  <a:lnTo>
                    <a:pt x="117869" y="388"/>
                  </a:lnTo>
                  <a:lnTo>
                    <a:pt x="110011" y="388"/>
                  </a:lnTo>
                  <a:lnTo>
                    <a:pt x="102153" y="387"/>
                  </a:lnTo>
                  <a:lnTo>
                    <a:pt x="94295" y="387"/>
                  </a:lnTo>
                  <a:lnTo>
                    <a:pt x="86437" y="387"/>
                  </a:lnTo>
                  <a:lnTo>
                    <a:pt x="78579" y="386"/>
                  </a:lnTo>
                  <a:lnTo>
                    <a:pt x="70721" y="386"/>
                  </a:lnTo>
                  <a:lnTo>
                    <a:pt x="62863" y="385"/>
                  </a:lnTo>
                  <a:lnTo>
                    <a:pt x="55005" y="385"/>
                  </a:lnTo>
                  <a:lnTo>
                    <a:pt x="47147" y="385"/>
                  </a:lnTo>
                  <a:lnTo>
                    <a:pt x="39289" y="384"/>
                  </a:lnTo>
                  <a:lnTo>
                    <a:pt x="31431" y="384"/>
                  </a:lnTo>
                  <a:lnTo>
                    <a:pt x="23573" y="383"/>
                  </a:lnTo>
                  <a:lnTo>
                    <a:pt x="15715" y="382"/>
                  </a:lnTo>
                  <a:lnTo>
                    <a:pt x="7857" y="382"/>
                  </a:lnTo>
                  <a:lnTo>
                    <a:pt x="0" y="382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71" name="pl270"/>
            <p:cNvSpPr/>
            <p:nvPr/>
          </p:nvSpPr>
          <p:spPr>
            <a:xfrm>
              <a:off x="6029658" y="4956423"/>
              <a:ext cx="2035220" cy="400"/>
            </a:xfrm>
            <a:custGeom>
              <a:avLst/>
              <a:pathLst>
                <a:path w="2035220" h="400">
                  <a:moveTo>
                    <a:pt x="0" y="0"/>
                  </a:moveTo>
                  <a:lnTo>
                    <a:pt x="7857" y="6"/>
                  </a:lnTo>
                  <a:lnTo>
                    <a:pt x="15715" y="13"/>
                  </a:lnTo>
                  <a:lnTo>
                    <a:pt x="23573" y="19"/>
                  </a:lnTo>
                  <a:lnTo>
                    <a:pt x="31431" y="23"/>
                  </a:lnTo>
                  <a:lnTo>
                    <a:pt x="39289" y="28"/>
                  </a:lnTo>
                  <a:lnTo>
                    <a:pt x="47147" y="35"/>
                  </a:lnTo>
                  <a:lnTo>
                    <a:pt x="55005" y="42"/>
                  </a:lnTo>
                  <a:lnTo>
                    <a:pt x="62863" y="48"/>
                  </a:lnTo>
                  <a:lnTo>
                    <a:pt x="70721" y="54"/>
                  </a:lnTo>
                  <a:lnTo>
                    <a:pt x="78579" y="59"/>
                  </a:lnTo>
                  <a:lnTo>
                    <a:pt x="86437" y="67"/>
                  </a:lnTo>
                  <a:lnTo>
                    <a:pt x="94295" y="73"/>
                  </a:lnTo>
                  <a:lnTo>
                    <a:pt x="102153" y="79"/>
                  </a:lnTo>
                  <a:lnTo>
                    <a:pt x="110011" y="86"/>
                  </a:lnTo>
                  <a:lnTo>
                    <a:pt x="117869" y="91"/>
                  </a:lnTo>
                  <a:lnTo>
                    <a:pt x="125727" y="97"/>
                  </a:lnTo>
                  <a:lnTo>
                    <a:pt x="133585" y="104"/>
                  </a:lnTo>
                  <a:lnTo>
                    <a:pt x="141443" y="109"/>
                  </a:lnTo>
                  <a:lnTo>
                    <a:pt x="149301" y="113"/>
                  </a:lnTo>
                  <a:lnTo>
                    <a:pt x="157159" y="118"/>
                  </a:lnTo>
                  <a:lnTo>
                    <a:pt x="165017" y="123"/>
                  </a:lnTo>
                  <a:lnTo>
                    <a:pt x="172875" y="127"/>
                  </a:lnTo>
                  <a:lnTo>
                    <a:pt x="180733" y="131"/>
                  </a:lnTo>
                  <a:lnTo>
                    <a:pt x="188591" y="135"/>
                  </a:lnTo>
                  <a:lnTo>
                    <a:pt x="196449" y="139"/>
                  </a:lnTo>
                  <a:lnTo>
                    <a:pt x="204307" y="143"/>
                  </a:lnTo>
                  <a:lnTo>
                    <a:pt x="212165" y="148"/>
                  </a:lnTo>
                  <a:lnTo>
                    <a:pt x="220023" y="152"/>
                  </a:lnTo>
                  <a:lnTo>
                    <a:pt x="227881" y="156"/>
                  </a:lnTo>
                  <a:lnTo>
                    <a:pt x="235739" y="162"/>
                  </a:lnTo>
                  <a:lnTo>
                    <a:pt x="243597" y="166"/>
                  </a:lnTo>
                  <a:lnTo>
                    <a:pt x="251455" y="170"/>
                  </a:lnTo>
                  <a:lnTo>
                    <a:pt x="259313" y="173"/>
                  </a:lnTo>
                  <a:lnTo>
                    <a:pt x="267171" y="177"/>
                  </a:lnTo>
                  <a:lnTo>
                    <a:pt x="275029" y="181"/>
                  </a:lnTo>
                  <a:lnTo>
                    <a:pt x="282887" y="185"/>
                  </a:lnTo>
                  <a:lnTo>
                    <a:pt x="290745" y="188"/>
                  </a:lnTo>
                  <a:lnTo>
                    <a:pt x="298603" y="191"/>
                  </a:lnTo>
                  <a:lnTo>
                    <a:pt x="306461" y="194"/>
                  </a:lnTo>
                  <a:lnTo>
                    <a:pt x="314319" y="197"/>
                  </a:lnTo>
                  <a:lnTo>
                    <a:pt x="322177" y="201"/>
                  </a:lnTo>
                  <a:lnTo>
                    <a:pt x="330035" y="204"/>
                  </a:lnTo>
                  <a:lnTo>
                    <a:pt x="337893" y="207"/>
                  </a:lnTo>
                  <a:lnTo>
                    <a:pt x="345751" y="210"/>
                  </a:lnTo>
                  <a:lnTo>
                    <a:pt x="353609" y="213"/>
                  </a:lnTo>
                  <a:lnTo>
                    <a:pt x="361467" y="216"/>
                  </a:lnTo>
                  <a:lnTo>
                    <a:pt x="369325" y="220"/>
                  </a:lnTo>
                  <a:lnTo>
                    <a:pt x="377183" y="222"/>
                  </a:lnTo>
                  <a:lnTo>
                    <a:pt x="385041" y="224"/>
                  </a:lnTo>
                  <a:lnTo>
                    <a:pt x="392899" y="227"/>
                  </a:lnTo>
                  <a:lnTo>
                    <a:pt x="400757" y="230"/>
                  </a:lnTo>
                  <a:lnTo>
                    <a:pt x="408615" y="233"/>
                  </a:lnTo>
                  <a:lnTo>
                    <a:pt x="416473" y="235"/>
                  </a:lnTo>
                  <a:lnTo>
                    <a:pt x="424331" y="238"/>
                  </a:lnTo>
                  <a:lnTo>
                    <a:pt x="432189" y="240"/>
                  </a:lnTo>
                  <a:lnTo>
                    <a:pt x="440047" y="243"/>
                  </a:lnTo>
                  <a:lnTo>
                    <a:pt x="447905" y="245"/>
                  </a:lnTo>
                  <a:lnTo>
                    <a:pt x="455763" y="248"/>
                  </a:lnTo>
                  <a:lnTo>
                    <a:pt x="463621" y="251"/>
                  </a:lnTo>
                  <a:lnTo>
                    <a:pt x="471479" y="253"/>
                  </a:lnTo>
                  <a:lnTo>
                    <a:pt x="479337" y="257"/>
                  </a:lnTo>
                  <a:lnTo>
                    <a:pt x="487195" y="258"/>
                  </a:lnTo>
                  <a:lnTo>
                    <a:pt x="495053" y="260"/>
                  </a:lnTo>
                  <a:lnTo>
                    <a:pt x="502911" y="263"/>
                  </a:lnTo>
                  <a:lnTo>
                    <a:pt x="510769" y="265"/>
                  </a:lnTo>
                  <a:lnTo>
                    <a:pt x="518627" y="267"/>
                  </a:lnTo>
                  <a:lnTo>
                    <a:pt x="526485" y="270"/>
                  </a:lnTo>
                  <a:lnTo>
                    <a:pt x="534343" y="273"/>
                  </a:lnTo>
                  <a:lnTo>
                    <a:pt x="542201" y="276"/>
                  </a:lnTo>
                  <a:lnTo>
                    <a:pt x="550059" y="278"/>
                  </a:lnTo>
                  <a:lnTo>
                    <a:pt x="557917" y="280"/>
                  </a:lnTo>
                  <a:lnTo>
                    <a:pt x="565775" y="282"/>
                  </a:lnTo>
                  <a:lnTo>
                    <a:pt x="573633" y="283"/>
                  </a:lnTo>
                  <a:lnTo>
                    <a:pt x="581491" y="285"/>
                  </a:lnTo>
                  <a:lnTo>
                    <a:pt x="589349" y="287"/>
                  </a:lnTo>
                  <a:lnTo>
                    <a:pt x="597207" y="289"/>
                  </a:lnTo>
                  <a:lnTo>
                    <a:pt x="605065" y="290"/>
                  </a:lnTo>
                  <a:lnTo>
                    <a:pt x="612923" y="291"/>
                  </a:lnTo>
                  <a:lnTo>
                    <a:pt x="620781" y="294"/>
                  </a:lnTo>
                  <a:lnTo>
                    <a:pt x="628639" y="296"/>
                  </a:lnTo>
                  <a:lnTo>
                    <a:pt x="636497" y="298"/>
                  </a:lnTo>
                  <a:lnTo>
                    <a:pt x="644355" y="299"/>
                  </a:lnTo>
                  <a:lnTo>
                    <a:pt x="652213" y="301"/>
                  </a:lnTo>
                  <a:lnTo>
                    <a:pt x="660071" y="302"/>
                  </a:lnTo>
                  <a:lnTo>
                    <a:pt x="667929" y="304"/>
                  </a:lnTo>
                  <a:lnTo>
                    <a:pt x="675787" y="305"/>
                  </a:lnTo>
                  <a:lnTo>
                    <a:pt x="683645" y="307"/>
                  </a:lnTo>
                  <a:lnTo>
                    <a:pt x="691503" y="308"/>
                  </a:lnTo>
                  <a:lnTo>
                    <a:pt x="699361" y="309"/>
                  </a:lnTo>
                  <a:lnTo>
                    <a:pt x="707219" y="311"/>
                  </a:lnTo>
                  <a:lnTo>
                    <a:pt x="715077" y="312"/>
                  </a:lnTo>
                  <a:lnTo>
                    <a:pt x="722935" y="314"/>
                  </a:lnTo>
                  <a:lnTo>
                    <a:pt x="730793" y="315"/>
                  </a:lnTo>
                  <a:lnTo>
                    <a:pt x="738651" y="317"/>
                  </a:lnTo>
                  <a:lnTo>
                    <a:pt x="746509" y="318"/>
                  </a:lnTo>
                  <a:lnTo>
                    <a:pt x="754367" y="319"/>
                  </a:lnTo>
                  <a:lnTo>
                    <a:pt x="762225" y="321"/>
                  </a:lnTo>
                  <a:lnTo>
                    <a:pt x="770083" y="322"/>
                  </a:lnTo>
                  <a:lnTo>
                    <a:pt x="777941" y="324"/>
                  </a:lnTo>
                  <a:lnTo>
                    <a:pt x="785799" y="324"/>
                  </a:lnTo>
                  <a:lnTo>
                    <a:pt x="793657" y="325"/>
                  </a:lnTo>
                  <a:lnTo>
                    <a:pt x="801515" y="325"/>
                  </a:lnTo>
                  <a:lnTo>
                    <a:pt x="809373" y="326"/>
                  </a:lnTo>
                  <a:lnTo>
                    <a:pt x="817231" y="327"/>
                  </a:lnTo>
                  <a:lnTo>
                    <a:pt x="825089" y="328"/>
                  </a:lnTo>
                  <a:lnTo>
                    <a:pt x="832947" y="329"/>
                  </a:lnTo>
                  <a:lnTo>
                    <a:pt x="840805" y="330"/>
                  </a:lnTo>
                  <a:lnTo>
                    <a:pt x="848663" y="331"/>
                  </a:lnTo>
                  <a:lnTo>
                    <a:pt x="856521" y="332"/>
                  </a:lnTo>
                  <a:lnTo>
                    <a:pt x="864379" y="333"/>
                  </a:lnTo>
                  <a:lnTo>
                    <a:pt x="872237" y="334"/>
                  </a:lnTo>
                  <a:lnTo>
                    <a:pt x="880095" y="335"/>
                  </a:lnTo>
                  <a:lnTo>
                    <a:pt x="887953" y="335"/>
                  </a:lnTo>
                  <a:lnTo>
                    <a:pt x="895811" y="337"/>
                  </a:lnTo>
                  <a:lnTo>
                    <a:pt x="903669" y="338"/>
                  </a:lnTo>
                  <a:lnTo>
                    <a:pt x="911527" y="338"/>
                  </a:lnTo>
                  <a:lnTo>
                    <a:pt x="919385" y="340"/>
                  </a:lnTo>
                  <a:lnTo>
                    <a:pt x="927243" y="341"/>
                  </a:lnTo>
                  <a:lnTo>
                    <a:pt x="935101" y="342"/>
                  </a:lnTo>
                  <a:lnTo>
                    <a:pt x="942959" y="344"/>
                  </a:lnTo>
                  <a:lnTo>
                    <a:pt x="950817" y="345"/>
                  </a:lnTo>
                  <a:lnTo>
                    <a:pt x="958675" y="346"/>
                  </a:lnTo>
                  <a:lnTo>
                    <a:pt x="966533" y="347"/>
                  </a:lnTo>
                  <a:lnTo>
                    <a:pt x="974391" y="347"/>
                  </a:lnTo>
                  <a:lnTo>
                    <a:pt x="982249" y="348"/>
                  </a:lnTo>
                  <a:lnTo>
                    <a:pt x="990107" y="349"/>
                  </a:lnTo>
                  <a:lnTo>
                    <a:pt x="997965" y="350"/>
                  </a:lnTo>
                  <a:lnTo>
                    <a:pt x="1005823" y="351"/>
                  </a:lnTo>
                  <a:lnTo>
                    <a:pt x="1013681" y="351"/>
                  </a:lnTo>
                  <a:lnTo>
                    <a:pt x="1021539" y="352"/>
                  </a:lnTo>
                  <a:lnTo>
                    <a:pt x="1029397" y="352"/>
                  </a:lnTo>
                  <a:lnTo>
                    <a:pt x="1037254" y="353"/>
                  </a:lnTo>
                  <a:lnTo>
                    <a:pt x="1045112" y="354"/>
                  </a:lnTo>
                  <a:lnTo>
                    <a:pt x="1052970" y="355"/>
                  </a:lnTo>
                  <a:lnTo>
                    <a:pt x="1060828" y="355"/>
                  </a:lnTo>
                  <a:lnTo>
                    <a:pt x="1068686" y="356"/>
                  </a:lnTo>
                  <a:lnTo>
                    <a:pt x="1076544" y="358"/>
                  </a:lnTo>
                  <a:lnTo>
                    <a:pt x="1084402" y="359"/>
                  </a:lnTo>
                  <a:lnTo>
                    <a:pt x="1092260" y="359"/>
                  </a:lnTo>
                  <a:lnTo>
                    <a:pt x="1100118" y="360"/>
                  </a:lnTo>
                  <a:lnTo>
                    <a:pt x="1107976" y="361"/>
                  </a:lnTo>
                  <a:lnTo>
                    <a:pt x="1115834" y="361"/>
                  </a:lnTo>
                  <a:lnTo>
                    <a:pt x="1123692" y="362"/>
                  </a:lnTo>
                  <a:lnTo>
                    <a:pt x="1131550" y="362"/>
                  </a:lnTo>
                  <a:lnTo>
                    <a:pt x="1139408" y="363"/>
                  </a:lnTo>
                  <a:lnTo>
                    <a:pt x="1147266" y="363"/>
                  </a:lnTo>
                  <a:lnTo>
                    <a:pt x="1155124" y="364"/>
                  </a:lnTo>
                  <a:lnTo>
                    <a:pt x="1162982" y="365"/>
                  </a:lnTo>
                  <a:lnTo>
                    <a:pt x="1170840" y="365"/>
                  </a:lnTo>
                  <a:lnTo>
                    <a:pt x="1178698" y="366"/>
                  </a:lnTo>
                  <a:lnTo>
                    <a:pt x="1186556" y="367"/>
                  </a:lnTo>
                  <a:lnTo>
                    <a:pt x="1194414" y="368"/>
                  </a:lnTo>
                  <a:lnTo>
                    <a:pt x="1202272" y="369"/>
                  </a:lnTo>
                  <a:lnTo>
                    <a:pt x="1210130" y="369"/>
                  </a:lnTo>
                  <a:lnTo>
                    <a:pt x="1217988" y="369"/>
                  </a:lnTo>
                  <a:lnTo>
                    <a:pt x="1225846" y="370"/>
                  </a:lnTo>
                  <a:lnTo>
                    <a:pt x="1233704" y="371"/>
                  </a:lnTo>
                  <a:lnTo>
                    <a:pt x="1241562" y="371"/>
                  </a:lnTo>
                  <a:lnTo>
                    <a:pt x="1249420" y="372"/>
                  </a:lnTo>
                  <a:lnTo>
                    <a:pt x="1257278" y="372"/>
                  </a:lnTo>
                  <a:lnTo>
                    <a:pt x="1265136" y="373"/>
                  </a:lnTo>
                  <a:lnTo>
                    <a:pt x="1272994" y="374"/>
                  </a:lnTo>
                  <a:lnTo>
                    <a:pt x="1280852" y="374"/>
                  </a:lnTo>
                  <a:lnTo>
                    <a:pt x="1288710" y="375"/>
                  </a:lnTo>
                  <a:lnTo>
                    <a:pt x="1296568" y="375"/>
                  </a:lnTo>
                  <a:lnTo>
                    <a:pt x="1304426" y="375"/>
                  </a:lnTo>
                  <a:lnTo>
                    <a:pt x="1312284" y="376"/>
                  </a:lnTo>
                  <a:lnTo>
                    <a:pt x="1320142" y="376"/>
                  </a:lnTo>
                  <a:lnTo>
                    <a:pt x="1328000" y="377"/>
                  </a:lnTo>
                  <a:lnTo>
                    <a:pt x="1335858" y="377"/>
                  </a:lnTo>
                  <a:lnTo>
                    <a:pt x="1343716" y="377"/>
                  </a:lnTo>
                  <a:lnTo>
                    <a:pt x="1351574" y="378"/>
                  </a:lnTo>
                  <a:lnTo>
                    <a:pt x="1359432" y="378"/>
                  </a:lnTo>
                  <a:lnTo>
                    <a:pt x="1367290" y="379"/>
                  </a:lnTo>
                  <a:lnTo>
                    <a:pt x="1375148" y="379"/>
                  </a:lnTo>
                  <a:lnTo>
                    <a:pt x="1383006" y="379"/>
                  </a:lnTo>
                  <a:lnTo>
                    <a:pt x="1390864" y="380"/>
                  </a:lnTo>
                  <a:lnTo>
                    <a:pt x="1398722" y="380"/>
                  </a:lnTo>
                  <a:lnTo>
                    <a:pt x="1406580" y="380"/>
                  </a:lnTo>
                  <a:lnTo>
                    <a:pt x="1414438" y="380"/>
                  </a:lnTo>
                  <a:lnTo>
                    <a:pt x="1422296" y="380"/>
                  </a:lnTo>
                  <a:lnTo>
                    <a:pt x="1430154" y="381"/>
                  </a:lnTo>
                  <a:lnTo>
                    <a:pt x="1438012" y="381"/>
                  </a:lnTo>
                  <a:lnTo>
                    <a:pt x="1445870" y="381"/>
                  </a:lnTo>
                  <a:lnTo>
                    <a:pt x="1453728" y="381"/>
                  </a:lnTo>
                  <a:lnTo>
                    <a:pt x="1461586" y="382"/>
                  </a:lnTo>
                  <a:lnTo>
                    <a:pt x="1469444" y="382"/>
                  </a:lnTo>
                  <a:lnTo>
                    <a:pt x="1477302" y="383"/>
                  </a:lnTo>
                  <a:lnTo>
                    <a:pt x="1485160" y="383"/>
                  </a:lnTo>
                  <a:lnTo>
                    <a:pt x="1493018" y="384"/>
                  </a:lnTo>
                  <a:lnTo>
                    <a:pt x="1500876" y="384"/>
                  </a:lnTo>
                  <a:lnTo>
                    <a:pt x="1508734" y="384"/>
                  </a:lnTo>
                  <a:lnTo>
                    <a:pt x="1516592" y="384"/>
                  </a:lnTo>
                  <a:lnTo>
                    <a:pt x="1524450" y="384"/>
                  </a:lnTo>
                  <a:lnTo>
                    <a:pt x="1532308" y="384"/>
                  </a:lnTo>
                  <a:lnTo>
                    <a:pt x="1540166" y="384"/>
                  </a:lnTo>
                  <a:lnTo>
                    <a:pt x="1548024" y="384"/>
                  </a:lnTo>
                  <a:lnTo>
                    <a:pt x="1555882" y="385"/>
                  </a:lnTo>
                  <a:lnTo>
                    <a:pt x="1563740" y="385"/>
                  </a:lnTo>
                  <a:lnTo>
                    <a:pt x="1571598" y="386"/>
                  </a:lnTo>
                  <a:lnTo>
                    <a:pt x="1579456" y="386"/>
                  </a:lnTo>
                  <a:lnTo>
                    <a:pt x="1587314" y="386"/>
                  </a:lnTo>
                  <a:lnTo>
                    <a:pt x="1595172" y="386"/>
                  </a:lnTo>
                  <a:lnTo>
                    <a:pt x="1603030" y="387"/>
                  </a:lnTo>
                  <a:lnTo>
                    <a:pt x="1610888" y="387"/>
                  </a:lnTo>
                  <a:lnTo>
                    <a:pt x="1618746" y="388"/>
                  </a:lnTo>
                  <a:lnTo>
                    <a:pt x="1626604" y="388"/>
                  </a:lnTo>
                  <a:lnTo>
                    <a:pt x="1634462" y="389"/>
                  </a:lnTo>
                  <a:lnTo>
                    <a:pt x="1642320" y="389"/>
                  </a:lnTo>
                  <a:lnTo>
                    <a:pt x="1650178" y="389"/>
                  </a:lnTo>
                  <a:lnTo>
                    <a:pt x="1658036" y="389"/>
                  </a:lnTo>
                  <a:lnTo>
                    <a:pt x="1665894" y="390"/>
                  </a:lnTo>
                  <a:lnTo>
                    <a:pt x="1673752" y="390"/>
                  </a:lnTo>
                  <a:lnTo>
                    <a:pt x="1681610" y="391"/>
                  </a:lnTo>
                  <a:lnTo>
                    <a:pt x="1689468" y="391"/>
                  </a:lnTo>
                  <a:lnTo>
                    <a:pt x="1697326" y="391"/>
                  </a:lnTo>
                  <a:lnTo>
                    <a:pt x="1705184" y="391"/>
                  </a:lnTo>
                  <a:lnTo>
                    <a:pt x="1713042" y="391"/>
                  </a:lnTo>
                  <a:lnTo>
                    <a:pt x="1720900" y="391"/>
                  </a:lnTo>
                  <a:lnTo>
                    <a:pt x="1728758" y="392"/>
                  </a:lnTo>
                  <a:lnTo>
                    <a:pt x="1736616" y="392"/>
                  </a:lnTo>
                  <a:lnTo>
                    <a:pt x="1744474" y="393"/>
                  </a:lnTo>
                  <a:lnTo>
                    <a:pt x="1752332" y="393"/>
                  </a:lnTo>
                  <a:lnTo>
                    <a:pt x="1760190" y="393"/>
                  </a:lnTo>
                  <a:lnTo>
                    <a:pt x="1768048" y="393"/>
                  </a:lnTo>
                  <a:lnTo>
                    <a:pt x="1775906" y="394"/>
                  </a:lnTo>
                  <a:lnTo>
                    <a:pt x="1783764" y="394"/>
                  </a:lnTo>
                  <a:lnTo>
                    <a:pt x="1791622" y="394"/>
                  </a:lnTo>
                  <a:lnTo>
                    <a:pt x="1799480" y="394"/>
                  </a:lnTo>
                  <a:lnTo>
                    <a:pt x="1807338" y="394"/>
                  </a:lnTo>
                  <a:lnTo>
                    <a:pt x="1815196" y="395"/>
                  </a:lnTo>
                  <a:lnTo>
                    <a:pt x="1823054" y="395"/>
                  </a:lnTo>
                  <a:lnTo>
                    <a:pt x="1830912" y="395"/>
                  </a:lnTo>
                  <a:lnTo>
                    <a:pt x="1838770" y="395"/>
                  </a:lnTo>
                  <a:lnTo>
                    <a:pt x="1846628" y="395"/>
                  </a:lnTo>
                  <a:lnTo>
                    <a:pt x="1854486" y="395"/>
                  </a:lnTo>
                  <a:lnTo>
                    <a:pt x="1862344" y="396"/>
                  </a:lnTo>
                  <a:lnTo>
                    <a:pt x="1870202" y="396"/>
                  </a:lnTo>
                  <a:lnTo>
                    <a:pt x="1878060" y="396"/>
                  </a:lnTo>
                  <a:lnTo>
                    <a:pt x="1885918" y="396"/>
                  </a:lnTo>
                  <a:lnTo>
                    <a:pt x="1893776" y="397"/>
                  </a:lnTo>
                  <a:lnTo>
                    <a:pt x="1901634" y="397"/>
                  </a:lnTo>
                  <a:lnTo>
                    <a:pt x="1909492" y="397"/>
                  </a:lnTo>
                  <a:lnTo>
                    <a:pt x="1917350" y="398"/>
                  </a:lnTo>
                  <a:lnTo>
                    <a:pt x="1925208" y="398"/>
                  </a:lnTo>
                  <a:lnTo>
                    <a:pt x="1933066" y="398"/>
                  </a:lnTo>
                  <a:lnTo>
                    <a:pt x="1940924" y="398"/>
                  </a:lnTo>
                  <a:lnTo>
                    <a:pt x="1948782" y="398"/>
                  </a:lnTo>
                  <a:lnTo>
                    <a:pt x="1956640" y="398"/>
                  </a:lnTo>
                  <a:lnTo>
                    <a:pt x="1964498" y="398"/>
                  </a:lnTo>
                  <a:lnTo>
                    <a:pt x="1972356" y="398"/>
                  </a:lnTo>
                  <a:lnTo>
                    <a:pt x="1980214" y="399"/>
                  </a:lnTo>
                  <a:lnTo>
                    <a:pt x="1988072" y="399"/>
                  </a:lnTo>
                  <a:lnTo>
                    <a:pt x="1995930" y="399"/>
                  </a:lnTo>
                  <a:lnTo>
                    <a:pt x="2003788" y="399"/>
                  </a:lnTo>
                  <a:lnTo>
                    <a:pt x="2011646" y="399"/>
                  </a:lnTo>
                  <a:lnTo>
                    <a:pt x="2019504" y="399"/>
                  </a:lnTo>
                  <a:lnTo>
                    <a:pt x="2027362" y="399"/>
                  </a:lnTo>
                  <a:lnTo>
                    <a:pt x="2035220" y="4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2" name="pl271"/>
            <p:cNvSpPr/>
            <p:nvPr/>
          </p:nvSpPr>
          <p:spPr>
            <a:xfrm>
              <a:off x="6029658" y="4956806"/>
              <a:ext cx="2035220" cy="72"/>
            </a:xfrm>
            <a:custGeom>
              <a:avLst/>
              <a:pathLst>
                <a:path w="2035220" h="72">
                  <a:moveTo>
                    <a:pt x="2035220" y="72"/>
                  </a:moveTo>
                  <a:lnTo>
                    <a:pt x="2027362" y="72"/>
                  </a:lnTo>
                  <a:lnTo>
                    <a:pt x="2019504" y="72"/>
                  </a:lnTo>
                  <a:lnTo>
                    <a:pt x="2011646" y="72"/>
                  </a:lnTo>
                  <a:lnTo>
                    <a:pt x="2003788" y="72"/>
                  </a:lnTo>
                  <a:lnTo>
                    <a:pt x="1995930" y="72"/>
                  </a:lnTo>
                  <a:lnTo>
                    <a:pt x="1988072" y="72"/>
                  </a:lnTo>
                  <a:lnTo>
                    <a:pt x="1980214" y="72"/>
                  </a:lnTo>
                  <a:lnTo>
                    <a:pt x="1972356" y="72"/>
                  </a:lnTo>
                  <a:lnTo>
                    <a:pt x="1964498" y="72"/>
                  </a:lnTo>
                  <a:lnTo>
                    <a:pt x="1956640" y="72"/>
                  </a:lnTo>
                  <a:lnTo>
                    <a:pt x="1948782" y="72"/>
                  </a:lnTo>
                  <a:lnTo>
                    <a:pt x="1940924" y="72"/>
                  </a:lnTo>
                  <a:lnTo>
                    <a:pt x="1933066" y="71"/>
                  </a:lnTo>
                  <a:lnTo>
                    <a:pt x="1925208" y="71"/>
                  </a:lnTo>
                  <a:lnTo>
                    <a:pt x="1917350" y="71"/>
                  </a:lnTo>
                  <a:lnTo>
                    <a:pt x="1909492" y="71"/>
                  </a:lnTo>
                  <a:lnTo>
                    <a:pt x="1901634" y="71"/>
                  </a:lnTo>
                  <a:lnTo>
                    <a:pt x="1893776" y="71"/>
                  </a:lnTo>
                  <a:lnTo>
                    <a:pt x="1885918" y="71"/>
                  </a:lnTo>
                  <a:lnTo>
                    <a:pt x="1878060" y="71"/>
                  </a:lnTo>
                  <a:lnTo>
                    <a:pt x="1870202" y="71"/>
                  </a:lnTo>
                  <a:lnTo>
                    <a:pt x="1862344" y="71"/>
                  </a:lnTo>
                  <a:lnTo>
                    <a:pt x="1854486" y="71"/>
                  </a:lnTo>
                  <a:lnTo>
                    <a:pt x="1846628" y="71"/>
                  </a:lnTo>
                  <a:lnTo>
                    <a:pt x="1838770" y="71"/>
                  </a:lnTo>
                  <a:lnTo>
                    <a:pt x="1830912" y="71"/>
                  </a:lnTo>
                  <a:lnTo>
                    <a:pt x="1823054" y="71"/>
                  </a:lnTo>
                  <a:lnTo>
                    <a:pt x="1815196" y="71"/>
                  </a:lnTo>
                  <a:lnTo>
                    <a:pt x="1807338" y="71"/>
                  </a:lnTo>
                  <a:lnTo>
                    <a:pt x="1799480" y="70"/>
                  </a:lnTo>
                  <a:lnTo>
                    <a:pt x="1791622" y="70"/>
                  </a:lnTo>
                  <a:lnTo>
                    <a:pt x="1783764" y="70"/>
                  </a:lnTo>
                  <a:lnTo>
                    <a:pt x="1775906" y="70"/>
                  </a:lnTo>
                  <a:lnTo>
                    <a:pt x="1768048" y="70"/>
                  </a:lnTo>
                  <a:lnTo>
                    <a:pt x="1760190" y="70"/>
                  </a:lnTo>
                  <a:lnTo>
                    <a:pt x="1752332" y="70"/>
                  </a:lnTo>
                  <a:lnTo>
                    <a:pt x="1744474" y="70"/>
                  </a:lnTo>
                  <a:lnTo>
                    <a:pt x="1736616" y="70"/>
                  </a:lnTo>
                  <a:lnTo>
                    <a:pt x="1728758" y="70"/>
                  </a:lnTo>
                  <a:lnTo>
                    <a:pt x="1720900" y="70"/>
                  </a:lnTo>
                  <a:lnTo>
                    <a:pt x="1713042" y="70"/>
                  </a:lnTo>
                  <a:lnTo>
                    <a:pt x="1705184" y="70"/>
                  </a:lnTo>
                  <a:lnTo>
                    <a:pt x="1697326" y="70"/>
                  </a:lnTo>
                  <a:lnTo>
                    <a:pt x="1689468" y="69"/>
                  </a:lnTo>
                  <a:lnTo>
                    <a:pt x="1681610" y="69"/>
                  </a:lnTo>
                  <a:lnTo>
                    <a:pt x="1673752" y="69"/>
                  </a:lnTo>
                  <a:lnTo>
                    <a:pt x="1665894" y="69"/>
                  </a:lnTo>
                  <a:lnTo>
                    <a:pt x="1658036" y="69"/>
                  </a:lnTo>
                  <a:lnTo>
                    <a:pt x="1650178" y="69"/>
                  </a:lnTo>
                  <a:lnTo>
                    <a:pt x="1642320" y="69"/>
                  </a:lnTo>
                  <a:lnTo>
                    <a:pt x="1634462" y="69"/>
                  </a:lnTo>
                  <a:lnTo>
                    <a:pt x="1626604" y="69"/>
                  </a:lnTo>
                  <a:lnTo>
                    <a:pt x="1618746" y="69"/>
                  </a:lnTo>
                  <a:lnTo>
                    <a:pt x="1610888" y="69"/>
                  </a:lnTo>
                  <a:lnTo>
                    <a:pt x="1603030" y="68"/>
                  </a:lnTo>
                  <a:lnTo>
                    <a:pt x="1595172" y="68"/>
                  </a:lnTo>
                  <a:lnTo>
                    <a:pt x="1587314" y="68"/>
                  </a:lnTo>
                  <a:lnTo>
                    <a:pt x="1579456" y="68"/>
                  </a:lnTo>
                  <a:lnTo>
                    <a:pt x="1571598" y="68"/>
                  </a:lnTo>
                  <a:lnTo>
                    <a:pt x="1563740" y="68"/>
                  </a:lnTo>
                  <a:lnTo>
                    <a:pt x="1555882" y="68"/>
                  </a:lnTo>
                  <a:lnTo>
                    <a:pt x="1548024" y="68"/>
                  </a:lnTo>
                  <a:lnTo>
                    <a:pt x="1540166" y="68"/>
                  </a:lnTo>
                  <a:lnTo>
                    <a:pt x="1532308" y="67"/>
                  </a:lnTo>
                  <a:lnTo>
                    <a:pt x="1524450" y="67"/>
                  </a:lnTo>
                  <a:lnTo>
                    <a:pt x="1516592" y="67"/>
                  </a:lnTo>
                  <a:lnTo>
                    <a:pt x="1508734" y="67"/>
                  </a:lnTo>
                  <a:lnTo>
                    <a:pt x="1500876" y="67"/>
                  </a:lnTo>
                  <a:lnTo>
                    <a:pt x="1493018" y="67"/>
                  </a:lnTo>
                  <a:lnTo>
                    <a:pt x="1485160" y="67"/>
                  </a:lnTo>
                  <a:lnTo>
                    <a:pt x="1477302" y="67"/>
                  </a:lnTo>
                  <a:lnTo>
                    <a:pt x="1469444" y="66"/>
                  </a:lnTo>
                  <a:lnTo>
                    <a:pt x="1461586" y="66"/>
                  </a:lnTo>
                  <a:lnTo>
                    <a:pt x="1453728" y="66"/>
                  </a:lnTo>
                  <a:lnTo>
                    <a:pt x="1445870" y="66"/>
                  </a:lnTo>
                  <a:lnTo>
                    <a:pt x="1438012" y="66"/>
                  </a:lnTo>
                  <a:lnTo>
                    <a:pt x="1430154" y="66"/>
                  </a:lnTo>
                  <a:lnTo>
                    <a:pt x="1422296" y="66"/>
                  </a:lnTo>
                  <a:lnTo>
                    <a:pt x="1414438" y="65"/>
                  </a:lnTo>
                  <a:lnTo>
                    <a:pt x="1406580" y="65"/>
                  </a:lnTo>
                  <a:lnTo>
                    <a:pt x="1398722" y="65"/>
                  </a:lnTo>
                  <a:lnTo>
                    <a:pt x="1390864" y="65"/>
                  </a:lnTo>
                  <a:lnTo>
                    <a:pt x="1383006" y="65"/>
                  </a:lnTo>
                  <a:lnTo>
                    <a:pt x="1375148" y="65"/>
                  </a:lnTo>
                  <a:lnTo>
                    <a:pt x="1367290" y="64"/>
                  </a:lnTo>
                  <a:lnTo>
                    <a:pt x="1359432" y="64"/>
                  </a:lnTo>
                  <a:lnTo>
                    <a:pt x="1351574" y="64"/>
                  </a:lnTo>
                  <a:lnTo>
                    <a:pt x="1343716" y="64"/>
                  </a:lnTo>
                  <a:lnTo>
                    <a:pt x="1335858" y="64"/>
                  </a:lnTo>
                  <a:lnTo>
                    <a:pt x="1328000" y="64"/>
                  </a:lnTo>
                  <a:lnTo>
                    <a:pt x="1320142" y="63"/>
                  </a:lnTo>
                  <a:lnTo>
                    <a:pt x="1312284" y="63"/>
                  </a:lnTo>
                  <a:lnTo>
                    <a:pt x="1304426" y="63"/>
                  </a:lnTo>
                  <a:lnTo>
                    <a:pt x="1296568" y="63"/>
                  </a:lnTo>
                  <a:lnTo>
                    <a:pt x="1288710" y="63"/>
                  </a:lnTo>
                  <a:lnTo>
                    <a:pt x="1280852" y="63"/>
                  </a:lnTo>
                  <a:lnTo>
                    <a:pt x="1272994" y="62"/>
                  </a:lnTo>
                  <a:lnTo>
                    <a:pt x="1265136" y="62"/>
                  </a:lnTo>
                  <a:lnTo>
                    <a:pt x="1257278" y="62"/>
                  </a:lnTo>
                  <a:lnTo>
                    <a:pt x="1249420" y="62"/>
                  </a:lnTo>
                  <a:lnTo>
                    <a:pt x="1241562" y="62"/>
                  </a:lnTo>
                  <a:lnTo>
                    <a:pt x="1233704" y="61"/>
                  </a:lnTo>
                  <a:lnTo>
                    <a:pt x="1225846" y="61"/>
                  </a:lnTo>
                  <a:lnTo>
                    <a:pt x="1217988" y="61"/>
                  </a:lnTo>
                  <a:lnTo>
                    <a:pt x="1210130" y="61"/>
                  </a:lnTo>
                  <a:lnTo>
                    <a:pt x="1202272" y="60"/>
                  </a:lnTo>
                  <a:lnTo>
                    <a:pt x="1194414" y="60"/>
                  </a:lnTo>
                  <a:lnTo>
                    <a:pt x="1186556" y="60"/>
                  </a:lnTo>
                  <a:lnTo>
                    <a:pt x="1178698" y="60"/>
                  </a:lnTo>
                  <a:lnTo>
                    <a:pt x="1170840" y="59"/>
                  </a:lnTo>
                  <a:lnTo>
                    <a:pt x="1162982" y="59"/>
                  </a:lnTo>
                  <a:lnTo>
                    <a:pt x="1155124" y="59"/>
                  </a:lnTo>
                  <a:lnTo>
                    <a:pt x="1147266" y="59"/>
                  </a:lnTo>
                  <a:lnTo>
                    <a:pt x="1139408" y="58"/>
                  </a:lnTo>
                  <a:lnTo>
                    <a:pt x="1131550" y="58"/>
                  </a:lnTo>
                  <a:lnTo>
                    <a:pt x="1123692" y="58"/>
                  </a:lnTo>
                  <a:lnTo>
                    <a:pt x="1115834" y="58"/>
                  </a:lnTo>
                  <a:lnTo>
                    <a:pt x="1107976" y="57"/>
                  </a:lnTo>
                  <a:lnTo>
                    <a:pt x="1100118" y="57"/>
                  </a:lnTo>
                  <a:lnTo>
                    <a:pt x="1092260" y="57"/>
                  </a:lnTo>
                  <a:lnTo>
                    <a:pt x="1084402" y="57"/>
                  </a:lnTo>
                  <a:lnTo>
                    <a:pt x="1076544" y="56"/>
                  </a:lnTo>
                  <a:lnTo>
                    <a:pt x="1068686" y="56"/>
                  </a:lnTo>
                  <a:lnTo>
                    <a:pt x="1060828" y="56"/>
                  </a:lnTo>
                  <a:lnTo>
                    <a:pt x="1052970" y="56"/>
                  </a:lnTo>
                  <a:lnTo>
                    <a:pt x="1045112" y="55"/>
                  </a:lnTo>
                  <a:lnTo>
                    <a:pt x="1037254" y="55"/>
                  </a:lnTo>
                  <a:lnTo>
                    <a:pt x="1029397" y="55"/>
                  </a:lnTo>
                  <a:lnTo>
                    <a:pt x="1021539" y="55"/>
                  </a:lnTo>
                  <a:lnTo>
                    <a:pt x="1013681" y="54"/>
                  </a:lnTo>
                  <a:lnTo>
                    <a:pt x="1005823" y="54"/>
                  </a:lnTo>
                  <a:lnTo>
                    <a:pt x="997965" y="54"/>
                  </a:lnTo>
                  <a:lnTo>
                    <a:pt x="990107" y="53"/>
                  </a:lnTo>
                  <a:lnTo>
                    <a:pt x="982249" y="53"/>
                  </a:lnTo>
                  <a:lnTo>
                    <a:pt x="974391" y="53"/>
                  </a:lnTo>
                  <a:lnTo>
                    <a:pt x="966533" y="53"/>
                  </a:lnTo>
                  <a:lnTo>
                    <a:pt x="958675" y="52"/>
                  </a:lnTo>
                  <a:lnTo>
                    <a:pt x="950817" y="52"/>
                  </a:lnTo>
                  <a:lnTo>
                    <a:pt x="942959" y="52"/>
                  </a:lnTo>
                  <a:lnTo>
                    <a:pt x="935101" y="51"/>
                  </a:lnTo>
                  <a:lnTo>
                    <a:pt x="927243" y="51"/>
                  </a:lnTo>
                  <a:lnTo>
                    <a:pt x="919385" y="50"/>
                  </a:lnTo>
                  <a:lnTo>
                    <a:pt x="911527" y="50"/>
                  </a:lnTo>
                  <a:lnTo>
                    <a:pt x="903669" y="50"/>
                  </a:lnTo>
                  <a:lnTo>
                    <a:pt x="895811" y="49"/>
                  </a:lnTo>
                  <a:lnTo>
                    <a:pt x="887953" y="49"/>
                  </a:lnTo>
                  <a:lnTo>
                    <a:pt x="880095" y="49"/>
                  </a:lnTo>
                  <a:lnTo>
                    <a:pt x="872237" y="49"/>
                  </a:lnTo>
                  <a:lnTo>
                    <a:pt x="864379" y="48"/>
                  </a:lnTo>
                  <a:lnTo>
                    <a:pt x="856521" y="48"/>
                  </a:lnTo>
                  <a:lnTo>
                    <a:pt x="848663" y="48"/>
                  </a:lnTo>
                  <a:lnTo>
                    <a:pt x="840805" y="47"/>
                  </a:lnTo>
                  <a:lnTo>
                    <a:pt x="832947" y="47"/>
                  </a:lnTo>
                  <a:lnTo>
                    <a:pt x="825089" y="47"/>
                  </a:lnTo>
                  <a:lnTo>
                    <a:pt x="817231" y="46"/>
                  </a:lnTo>
                  <a:lnTo>
                    <a:pt x="809373" y="46"/>
                  </a:lnTo>
                  <a:lnTo>
                    <a:pt x="801515" y="45"/>
                  </a:lnTo>
                  <a:lnTo>
                    <a:pt x="793657" y="45"/>
                  </a:lnTo>
                  <a:lnTo>
                    <a:pt x="785799" y="45"/>
                  </a:lnTo>
                  <a:lnTo>
                    <a:pt x="777941" y="44"/>
                  </a:lnTo>
                  <a:lnTo>
                    <a:pt x="770083" y="44"/>
                  </a:lnTo>
                  <a:lnTo>
                    <a:pt x="762225" y="43"/>
                  </a:lnTo>
                  <a:lnTo>
                    <a:pt x="754367" y="43"/>
                  </a:lnTo>
                  <a:lnTo>
                    <a:pt x="746509" y="42"/>
                  </a:lnTo>
                  <a:lnTo>
                    <a:pt x="738651" y="42"/>
                  </a:lnTo>
                  <a:lnTo>
                    <a:pt x="730793" y="41"/>
                  </a:lnTo>
                  <a:lnTo>
                    <a:pt x="722935" y="41"/>
                  </a:lnTo>
                  <a:lnTo>
                    <a:pt x="715077" y="40"/>
                  </a:lnTo>
                  <a:lnTo>
                    <a:pt x="707219" y="40"/>
                  </a:lnTo>
                  <a:lnTo>
                    <a:pt x="699361" y="40"/>
                  </a:lnTo>
                  <a:lnTo>
                    <a:pt x="691503" y="39"/>
                  </a:lnTo>
                  <a:lnTo>
                    <a:pt x="683645" y="39"/>
                  </a:lnTo>
                  <a:lnTo>
                    <a:pt x="675787" y="38"/>
                  </a:lnTo>
                  <a:lnTo>
                    <a:pt x="667929" y="38"/>
                  </a:lnTo>
                  <a:lnTo>
                    <a:pt x="660071" y="38"/>
                  </a:lnTo>
                  <a:lnTo>
                    <a:pt x="652213" y="37"/>
                  </a:lnTo>
                  <a:lnTo>
                    <a:pt x="644355" y="37"/>
                  </a:lnTo>
                  <a:lnTo>
                    <a:pt x="636497" y="37"/>
                  </a:lnTo>
                  <a:lnTo>
                    <a:pt x="628639" y="36"/>
                  </a:lnTo>
                  <a:lnTo>
                    <a:pt x="620781" y="36"/>
                  </a:lnTo>
                  <a:lnTo>
                    <a:pt x="612923" y="36"/>
                  </a:lnTo>
                  <a:lnTo>
                    <a:pt x="605065" y="35"/>
                  </a:lnTo>
                  <a:lnTo>
                    <a:pt x="597207" y="35"/>
                  </a:lnTo>
                  <a:lnTo>
                    <a:pt x="589349" y="34"/>
                  </a:lnTo>
                  <a:lnTo>
                    <a:pt x="581491" y="34"/>
                  </a:lnTo>
                  <a:lnTo>
                    <a:pt x="573633" y="33"/>
                  </a:lnTo>
                  <a:lnTo>
                    <a:pt x="565775" y="33"/>
                  </a:lnTo>
                  <a:lnTo>
                    <a:pt x="557917" y="33"/>
                  </a:lnTo>
                  <a:lnTo>
                    <a:pt x="550059" y="32"/>
                  </a:lnTo>
                  <a:lnTo>
                    <a:pt x="542201" y="31"/>
                  </a:lnTo>
                  <a:lnTo>
                    <a:pt x="534343" y="31"/>
                  </a:lnTo>
                  <a:lnTo>
                    <a:pt x="526485" y="30"/>
                  </a:lnTo>
                  <a:lnTo>
                    <a:pt x="518627" y="29"/>
                  </a:lnTo>
                  <a:lnTo>
                    <a:pt x="510769" y="29"/>
                  </a:lnTo>
                  <a:lnTo>
                    <a:pt x="502911" y="28"/>
                  </a:lnTo>
                  <a:lnTo>
                    <a:pt x="495053" y="28"/>
                  </a:lnTo>
                  <a:lnTo>
                    <a:pt x="487195" y="28"/>
                  </a:lnTo>
                  <a:lnTo>
                    <a:pt x="479337" y="27"/>
                  </a:lnTo>
                  <a:lnTo>
                    <a:pt x="471479" y="27"/>
                  </a:lnTo>
                  <a:lnTo>
                    <a:pt x="463621" y="26"/>
                  </a:lnTo>
                  <a:lnTo>
                    <a:pt x="455763" y="26"/>
                  </a:lnTo>
                  <a:lnTo>
                    <a:pt x="447905" y="25"/>
                  </a:lnTo>
                  <a:lnTo>
                    <a:pt x="440047" y="24"/>
                  </a:lnTo>
                  <a:lnTo>
                    <a:pt x="432189" y="24"/>
                  </a:lnTo>
                  <a:lnTo>
                    <a:pt x="424331" y="23"/>
                  </a:lnTo>
                  <a:lnTo>
                    <a:pt x="416473" y="23"/>
                  </a:lnTo>
                  <a:lnTo>
                    <a:pt x="408615" y="23"/>
                  </a:lnTo>
                  <a:lnTo>
                    <a:pt x="400757" y="22"/>
                  </a:lnTo>
                  <a:lnTo>
                    <a:pt x="392899" y="22"/>
                  </a:lnTo>
                  <a:lnTo>
                    <a:pt x="385041" y="21"/>
                  </a:lnTo>
                  <a:lnTo>
                    <a:pt x="377183" y="21"/>
                  </a:lnTo>
                  <a:lnTo>
                    <a:pt x="369325" y="20"/>
                  </a:lnTo>
                  <a:lnTo>
                    <a:pt x="361467" y="20"/>
                  </a:lnTo>
                  <a:lnTo>
                    <a:pt x="353609" y="19"/>
                  </a:lnTo>
                  <a:lnTo>
                    <a:pt x="345751" y="19"/>
                  </a:lnTo>
                  <a:lnTo>
                    <a:pt x="337893" y="18"/>
                  </a:lnTo>
                  <a:lnTo>
                    <a:pt x="330035" y="18"/>
                  </a:lnTo>
                  <a:lnTo>
                    <a:pt x="322177" y="17"/>
                  </a:lnTo>
                  <a:lnTo>
                    <a:pt x="314319" y="17"/>
                  </a:lnTo>
                  <a:lnTo>
                    <a:pt x="306461" y="16"/>
                  </a:lnTo>
                  <a:lnTo>
                    <a:pt x="298603" y="16"/>
                  </a:lnTo>
                  <a:lnTo>
                    <a:pt x="290745" y="15"/>
                  </a:lnTo>
                  <a:lnTo>
                    <a:pt x="282887" y="14"/>
                  </a:lnTo>
                  <a:lnTo>
                    <a:pt x="275029" y="14"/>
                  </a:lnTo>
                  <a:lnTo>
                    <a:pt x="267171" y="13"/>
                  </a:lnTo>
                  <a:lnTo>
                    <a:pt x="259313" y="13"/>
                  </a:lnTo>
                  <a:lnTo>
                    <a:pt x="251455" y="13"/>
                  </a:lnTo>
                  <a:lnTo>
                    <a:pt x="243597" y="12"/>
                  </a:lnTo>
                  <a:lnTo>
                    <a:pt x="235739" y="12"/>
                  </a:lnTo>
                  <a:lnTo>
                    <a:pt x="227881" y="11"/>
                  </a:lnTo>
                  <a:lnTo>
                    <a:pt x="220023" y="11"/>
                  </a:lnTo>
                  <a:lnTo>
                    <a:pt x="212165" y="11"/>
                  </a:lnTo>
                  <a:lnTo>
                    <a:pt x="204307" y="10"/>
                  </a:lnTo>
                  <a:lnTo>
                    <a:pt x="196449" y="10"/>
                  </a:lnTo>
                  <a:lnTo>
                    <a:pt x="188591" y="10"/>
                  </a:lnTo>
                  <a:lnTo>
                    <a:pt x="180733" y="9"/>
                  </a:lnTo>
                  <a:lnTo>
                    <a:pt x="172875" y="9"/>
                  </a:lnTo>
                  <a:lnTo>
                    <a:pt x="165017" y="8"/>
                  </a:lnTo>
                  <a:lnTo>
                    <a:pt x="157159" y="8"/>
                  </a:lnTo>
                  <a:lnTo>
                    <a:pt x="149301" y="7"/>
                  </a:lnTo>
                  <a:lnTo>
                    <a:pt x="141443" y="7"/>
                  </a:lnTo>
                  <a:lnTo>
                    <a:pt x="133585" y="7"/>
                  </a:lnTo>
                  <a:lnTo>
                    <a:pt x="125727" y="6"/>
                  </a:lnTo>
                  <a:lnTo>
                    <a:pt x="117869" y="6"/>
                  </a:lnTo>
                  <a:lnTo>
                    <a:pt x="110011" y="5"/>
                  </a:lnTo>
                  <a:lnTo>
                    <a:pt x="102153" y="5"/>
                  </a:lnTo>
                  <a:lnTo>
                    <a:pt x="94295" y="5"/>
                  </a:lnTo>
                  <a:lnTo>
                    <a:pt x="86437" y="4"/>
                  </a:lnTo>
                  <a:lnTo>
                    <a:pt x="78579" y="4"/>
                  </a:lnTo>
                  <a:lnTo>
                    <a:pt x="70721" y="3"/>
                  </a:lnTo>
                  <a:lnTo>
                    <a:pt x="62863" y="2"/>
                  </a:lnTo>
                  <a:lnTo>
                    <a:pt x="55005" y="2"/>
                  </a:lnTo>
                  <a:lnTo>
                    <a:pt x="47147" y="2"/>
                  </a:lnTo>
                  <a:lnTo>
                    <a:pt x="39289" y="2"/>
                  </a:lnTo>
                  <a:lnTo>
                    <a:pt x="31431" y="1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3" name="pg272"/>
            <p:cNvSpPr/>
            <p:nvPr/>
          </p:nvSpPr>
          <p:spPr>
            <a:xfrm>
              <a:off x="6029658" y="4955744"/>
              <a:ext cx="2035220" cy="1103"/>
            </a:xfrm>
            <a:custGeom>
              <a:avLst/>
              <a:pathLst>
                <a:path w="2035220" h="1103">
                  <a:moveTo>
                    <a:pt x="0" y="0"/>
                  </a:moveTo>
                  <a:lnTo>
                    <a:pt x="7857" y="9"/>
                  </a:lnTo>
                  <a:lnTo>
                    <a:pt x="15715" y="18"/>
                  </a:lnTo>
                  <a:lnTo>
                    <a:pt x="23573" y="30"/>
                  </a:lnTo>
                  <a:lnTo>
                    <a:pt x="31431" y="37"/>
                  </a:lnTo>
                  <a:lnTo>
                    <a:pt x="39289" y="49"/>
                  </a:lnTo>
                  <a:lnTo>
                    <a:pt x="47147" y="62"/>
                  </a:lnTo>
                  <a:lnTo>
                    <a:pt x="55005" y="74"/>
                  </a:lnTo>
                  <a:lnTo>
                    <a:pt x="62863" y="87"/>
                  </a:lnTo>
                  <a:lnTo>
                    <a:pt x="70721" y="98"/>
                  </a:lnTo>
                  <a:lnTo>
                    <a:pt x="78579" y="107"/>
                  </a:lnTo>
                  <a:lnTo>
                    <a:pt x="86437" y="117"/>
                  </a:lnTo>
                  <a:lnTo>
                    <a:pt x="94295" y="129"/>
                  </a:lnTo>
                  <a:lnTo>
                    <a:pt x="102153" y="139"/>
                  </a:lnTo>
                  <a:lnTo>
                    <a:pt x="110011" y="148"/>
                  </a:lnTo>
                  <a:lnTo>
                    <a:pt x="117869" y="152"/>
                  </a:lnTo>
                  <a:lnTo>
                    <a:pt x="125727" y="157"/>
                  </a:lnTo>
                  <a:lnTo>
                    <a:pt x="133585" y="171"/>
                  </a:lnTo>
                  <a:lnTo>
                    <a:pt x="141443" y="181"/>
                  </a:lnTo>
                  <a:lnTo>
                    <a:pt x="149301" y="189"/>
                  </a:lnTo>
                  <a:lnTo>
                    <a:pt x="157159" y="197"/>
                  </a:lnTo>
                  <a:lnTo>
                    <a:pt x="165017" y="202"/>
                  </a:lnTo>
                  <a:lnTo>
                    <a:pt x="172875" y="207"/>
                  </a:lnTo>
                  <a:lnTo>
                    <a:pt x="180733" y="211"/>
                  </a:lnTo>
                  <a:lnTo>
                    <a:pt x="188591" y="214"/>
                  </a:lnTo>
                  <a:lnTo>
                    <a:pt x="196449" y="218"/>
                  </a:lnTo>
                  <a:lnTo>
                    <a:pt x="204307" y="228"/>
                  </a:lnTo>
                  <a:lnTo>
                    <a:pt x="212165" y="235"/>
                  </a:lnTo>
                  <a:lnTo>
                    <a:pt x="220023" y="243"/>
                  </a:lnTo>
                  <a:lnTo>
                    <a:pt x="227881" y="248"/>
                  </a:lnTo>
                  <a:lnTo>
                    <a:pt x="235739" y="254"/>
                  </a:lnTo>
                  <a:lnTo>
                    <a:pt x="243597" y="259"/>
                  </a:lnTo>
                  <a:lnTo>
                    <a:pt x="251455" y="262"/>
                  </a:lnTo>
                  <a:lnTo>
                    <a:pt x="259313" y="268"/>
                  </a:lnTo>
                  <a:lnTo>
                    <a:pt x="267171" y="272"/>
                  </a:lnTo>
                  <a:lnTo>
                    <a:pt x="275029" y="277"/>
                  </a:lnTo>
                  <a:lnTo>
                    <a:pt x="282887" y="281"/>
                  </a:lnTo>
                  <a:lnTo>
                    <a:pt x="290745" y="289"/>
                  </a:lnTo>
                  <a:lnTo>
                    <a:pt x="298603" y="293"/>
                  </a:lnTo>
                  <a:lnTo>
                    <a:pt x="306461" y="295"/>
                  </a:lnTo>
                  <a:lnTo>
                    <a:pt x="314319" y="299"/>
                  </a:lnTo>
                  <a:lnTo>
                    <a:pt x="322177" y="306"/>
                  </a:lnTo>
                  <a:lnTo>
                    <a:pt x="330035" y="313"/>
                  </a:lnTo>
                  <a:lnTo>
                    <a:pt x="337893" y="317"/>
                  </a:lnTo>
                  <a:lnTo>
                    <a:pt x="345751" y="322"/>
                  </a:lnTo>
                  <a:lnTo>
                    <a:pt x="353609" y="325"/>
                  </a:lnTo>
                  <a:lnTo>
                    <a:pt x="361467" y="328"/>
                  </a:lnTo>
                  <a:lnTo>
                    <a:pt x="369325" y="332"/>
                  </a:lnTo>
                  <a:lnTo>
                    <a:pt x="377183" y="336"/>
                  </a:lnTo>
                  <a:lnTo>
                    <a:pt x="385041" y="339"/>
                  </a:lnTo>
                  <a:lnTo>
                    <a:pt x="392899" y="343"/>
                  </a:lnTo>
                  <a:lnTo>
                    <a:pt x="400757" y="349"/>
                  </a:lnTo>
                  <a:lnTo>
                    <a:pt x="408615" y="355"/>
                  </a:lnTo>
                  <a:lnTo>
                    <a:pt x="416473" y="362"/>
                  </a:lnTo>
                  <a:lnTo>
                    <a:pt x="424331" y="366"/>
                  </a:lnTo>
                  <a:lnTo>
                    <a:pt x="432189" y="371"/>
                  </a:lnTo>
                  <a:lnTo>
                    <a:pt x="440047" y="378"/>
                  </a:lnTo>
                  <a:lnTo>
                    <a:pt x="447905" y="380"/>
                  </a:lnTo>
                  <a:lnTo>
                    <a:pt x="455763" y="386"/>
                  </a:lnTo>
                  <a:lnTo>
                    <a:pt x="463621" y="391"/>
                  </a:lnTo>
                  <a:lnTo>
                    <a:pt x="471479" y="397"/>
                  </a:lnTo>
                  <a:lnTo>
                    <a:pt x="479337" y="402"/>
                  </a:lnTo>
                  <a:lnTo>
                    <a:pt x="487195" y="407"/>
                  </a:lnTo>
                  <a:lnTo>
                    <a:pt x="495053" y="413"/>
                  </a:lnTo>
                  <a:lnTo>
                    <a:pt x="502911" y="418"/>
                  </a:lnTo>
                  <a:lnTo>
                    <a:pt x="510769" y="423"/>
                  </a:lnTo>
                  <a:lnTo>
                    <a:pt x="518627" y="428"/>
                  </a:lnTo>
                  <a:lnTo>
                    <a:pt x="526485" y="431"/>
                  </a:lnTo>
                  <a:lnTo>
                    <a:pt x="534343" y="436"/>
                  </a:lnTo>
                  <a:lnTo>
                    <a:pt x="542201" y="440"/>
                  </a:lnTo>
                  <a:lnTo>
                    <a:pt x="550059" y="441"/>
                  </a:lnTo>
                  <a:lnTo>
                    <a:pt x="557917" y="446"/>
                  </a:lnTo>
                  <a:lnTo>
                    <a:pt x="565775" y="454"/>
                  </a:lnTo>
                  <a:lnTo>
                    <a:pt x="573633" y="455"/>
                  </a:lnTo>
                  <a:lnTo>
                    <a:pt x="581491" y="455"/>
                  </a:lnTo>
                  <a:lnTo>
                    <a:pt x="589349" y="457"/>
                  </a:lnTo>
                  <a:lnTo>
                    <a:pt x="597207" y="461"/>
                  </a:lnTo>
                  <a:lnTo>
                    <a:pt x="605065" y="462"/>
                  </a:lnTo>
                  <a:lnTo>
                    <a:pt x="612923" y="467"/>
                  </a:lnTo>
                  <a:lnTo>
                    <a:pt x="620781" y="473"/>
                  </a:lnTo>
                  <a:lnTo>
                    <a:pt x="628639" y="476"/>
                  </a:lnTo>
                  <a:lnTo>
                    <a:pt x="636497" y="477"/>
                  </a:lnTo>
                  <a:lnTo>
                    <a:pt x="644355" y="476"/>
                  </a:lnTo>
                  <a:lnTo>
                    <a:pt x="652213" y="477"/>
                  </a:lnTo>
                  <a:lnTo>
                    <a:pt x="660071" y="479"/>
                  </a:lnTo>
                  <a:lnTo>
                    <a:pt x="667929" y="483"/>
                  </a:lnTo>
                  <a:lnTo>
                    <a:pt x="675787" y="487"/>
                  </a:lnTo>
                  <a:lnTo>
                    <a:pt x="683645" y="490"/>
                  </a:lnTo>
                  <a:lnTo>
                    <a:pt x="691503" y="494"/>
                  </a:lnTo>
                  <a:lnTo>
                    <a:pt x="699361" y="497"/>
                  </a:lnTo>
                  <a:lnTo>
                    <a:pt x="707219" y="499"/>
                  </a:lnTo>
                  <a:lnTo>
                    <a:pt x="715077" y="499"/>
                  </a:lnTo>
                  <a:lnTo>
                    <a:pt x="722935" y="498"/>
                  </a:lnTo>
                  <a:lnTo>
                    <a:pt x="730793" y="500"/>
                  </a:lnTo>
                  <a:lnTo>
                    <a:pt x="738651" y="502"/>
                  </a:lnTo>
                  <a:lnTo>
                    <a:pt x="746509" y="498"/>
                  </a:lnTo>
                  <a:lnTo>
                    <a:pt x="754367" y="500"/>
                  </a:lnTo>
                  <a:lnTo>
                    <a:pt x="762225" y="505"/>
                  </a:lnTo>
                  <a:lnTo>
                    <a:pt x="770083" y="504"/>
                  </a:lnTo>
                  <a:lnTo>
                    <a:pt x="777941" y="503"/>
                  </a:lnTo>
                  <a:lnTo>
                    <a:pt x="785799" y="507"/>
                  </a:lnTo>
                  <a:lnTo>
                    <a:pt x="793657" y="512"/>
                  </a:lnTo>
                  <a:lnTo>
                    <a:pt x="801515" y="518"/>
                  </a:lnTo>
                  <a:lnTo>
                    <a:pt x="809373" y="521"/>
                  </a:lnTo>
                  <a:lnTo>
                    <a:pt x="817231" y="525"/>
                  </a:lnTo>
                  <a:lnTo>
                    <a:pt x="825089" y="528"/>
                  </a:lnTo>
                  <a:lnTo>
                    <a:pt x="832947" y="528"/>
                  </a:lnTo>
                  <a:lnTo>
                    <a:pt x="840805" y="528"/>
                  </a:lnTo>
                  <a:lnTo>
                    <a:pt x="848663" y="528"/>
                  </a:lnTo>
                  <a:lnTo>
                    <a:pt x="856521" y="529"/>
                  </a:lnTo>
                  <a:lnTo>
                    <a:pt x="864379" y="532"/>
                  </a:lnTo>
                  <a:lnTo>
                    <a:pt x="872237" y="534"/>
                  </a:lnTo>
                  <a:lnTo>
                    <a:pt x="880095" y="534"/>
                  </a:lnTo>
                  <a:lnTo>
                    <a:pt x="887953" y="537"/>
                  </a:lnTo>
                  <a:lnTo>
                    <a:pt x="895811" y="541"/>
                  </a:lnTo>
                  <a:lnTo>
                    <a:pt x="903669" y="542"/>
                  </a:lnTo>
                  <a:lnTo>
                    <a:pt x="911527" y="542"/>
                  </a:lnTo>
                  <a:lnTo>
                    <a:pt x="919385" y="541"/>
                  </a:lnTo>
                  <a:lnTo>
                    <a:pt x="927243" y="544"/>
                  </a:lnTo>
                  <a:lnTo>
                    <a:pt x="935101" y="545"/>
                  </a:lnTo>
                  <a:lnTo>
                    <a:pt x="942959" y="546"/>
                  </a:lnTo>
                  <a:lnTo>
                    <a:pt x="950817" y="547"/>
                  </a:lnTo>
                  <a:lnTo>
                    <a:pt x="958675" y="547"/>
                  </a:lnTo>
                  <a:lnTo>
                    <a:pt x="966533" y="548"/>
                  </a:lnTo>
                  <a:lnTo>
                    <a:pt x="974391" y="549"/>
                  </a:lnTo>
                  <a:lnTo>
                    <a:pt x="982249" y="551"/>
                  </a:lnTo>
                  <a:lnTo>
                    <a:pt x="990107" y="551"/>
                  </a:lnTo>
                  <a:lnTo>
                    <a:pt x="997965" y="551"/>
                  </a:lnTo>
                  <a:lnTo>
                    <a:pt x="1005823" y="551"/>
                  </a:lnTo>
                  <a:lnTo>
                    <a:pt x="1013681" y="552"/>
                  </a:lnTo>
                  <a:lnTo>
                    <a:pt x="1021539" y="553"/>
                  </a:lnTo>
                  <a:lnTo>
                    <a:pt x="1029397" y="554"/>
                  </a:lnTo>
                  <a:lnTo>
                    <a:pt x="1037254" y="554"/>
                  </a:lnTo>
                  <a:lnTo>
                    <a:pt x="1045112" y="555"/>
                  </a:lnTo>
                  <a:lnTo>
                    <a:pt x="1052970" y="555"/>
                  </a:lnTo>
                  <a:lnTo>
                    <a:pt x="1060828" y="556"/>
                  </a:lnTo>
                  <a:lnTo>
                    <a:pt x="1068686" y="556"/>
                  </a:lnTo>
                  <a:lnTo>
                    <a:pt x="1076544" y="557"/>
                  </a:lnTo>
                  <a:lnTo>
                    <a:pt x="1084402" y="557"/>
                  </a:lnTo>
                  <a:lnTo>
                    <a:pt x="1092260" y="557"/>
                  </a:lnTo>
                  <a:lnTo>
                    <a:pt x="1100118" y="558"/>
                  </a:lnTo>
                  <a:lnTo>
                    <a:pt x="1107976" y="558"/>
                  </a:lnTo>
                  <a:lnTo>
                    <a:pt x="1115834" y="560"/>
                  </a:lnTo>
                  <a:lnTo>
                    <a:pt x="1123692" y="561"/>
                  </a:lnTo>
                  <a:lnTo>
                    <a:pt x="1131550" y="562"/>
                  </a:lnTo>
                  <a:lnTo>
                    <a:pt x="1139408" y="562"/>
                  </a:lnTo>
                  <a:lnTo>
                    <a:pt x="1147266" y="560"/>
                  </a:lnTo>
                  <a:lnTo>
                    <a:pt x="1155124" y="561"/>
                  </a:lnTo>
                  <a:lnTo>
                    <a:pt x="1162982" y="561"/>
                  </a:lnTo>
                  <a:lnTo>
                    <a:pt x="1170840" y="562"/>
                  </a:lnTo>
                  <a:lnTo>
                    <a:pt x="1178698" y="563"/>
                  </a:lnTo>
                  <a:lnTo>
                    <a:pt x="1186556" y="562"/>
                  </a:lnTo>
                  <a:lnTo>
                    <a:pt x="1194414" y="560"/>
                  </a:lnTo>
                  <a:lnTo>
                    <a:pt x="1202272" y="558"/>
                  </a:lnTo>
                  <a:lnTo>
                    <a:pt x="1210130" y="557"/>
                  </a:lnTo>
                  <a:lnTo>
                    <a:pt x="1217988" y="554"/>
                  </a:lnTo>
                  <a:lnTo>
                    <a:pt x="1225846" y="549"/>
                  </a:lnTo>
                  <a:lnTo>
                    <a:pt x="1233704" y="551"/>
                  </a:lnTo>
                  <a:lnTo>
                    <a:pt x="1241562" y="552"/>
                  </a:lnTo>
                  <a:lnTo>
                    <a:pt x="1249420" y="553"/>
                  </a:lnTo>
                  <a:lnTo>
                    <a:pt x="1257278" y="555"/>
                  </a:lnTo>
                  <a:lnTo>
                    <a:pt x="1265136" y="556"/>
                  </a:lnTo>
                  <a:lnTo>
                    <a:pt x="1272994" y="558"/>
                  </a:lnTo>
                  <a:lnTo>
                    <a:pt x="1280852" y="559"/>
                  </a:lnTo>
                  <a:lnTo>
                    <a:pt x="1288710" y="560"/>
                  </a:lnTo>
                  <a:lnTo>
                    <a:pt x="1296568" y="562"/>
                  </a:lnTo>
                  <a:lnTo>
                    <a:pt x="1304426" y="561"/>
                  </a:lnTo>
                  <a:lnTo>
                    <a:pt x="1312284" y="559"/>
                  </a:lnTo>
                  <a:lnTo>
                    <a:pt x="1320142" y="560"/>
                  </a:lnTo>
                  <a:lnTo>
                    <a:pt x="1328000" y="559"/>
                  </a:lnTo>
                  <a:lnTo>
                    <a:pt x="1335858" y="559"/>
                  </a:lnTo>
                  <a:lnTo>
                    <a:pt x="1343716" y="558"/>
                  </a:lnTo>
                  <a:lnTo>
                    <a:pt x="1351574" y="560"/>
                  </a:lnTo>
                  <a:lnTo>
                    <a:pt x="1359432" y="562"/>
                  </a:lnTo>
                  <a:lnTo>
                    <a:pt x="1367290" y="565"/>
                  </a:lnTo>
                  <a:lnTo>
                    <a:pt x="1375148" y="567"/>
                  </a:lnTo>
                  <a:lnTo>
                    <a:pt x="1383006" y="568"/>
                  </a:lnTo>
                  <a:lnTo>
                    <a:pt x="1390864" y="565"/>
                  </a:lnTo>
                  <a:lnTo>
                    <a:pt x="1398722" y="562"/>
                  </a:lnTo>
                  <a:lnTo>
                    <a:pt x="1406580" y="560"/>
                  </a:lnTo>
                  <a:lnTo>
                    <a:pt x="1414438" y="559"/>
                  </a:lnTo>
                  <a:lnTo>
                    <a:pt x="1422296" y="559"/>
                  </a:lnTo>
                  <a:lnTo>
                    <a:pt x="1430154" y="560"/>
                  </a:lnTo>
                  <a:lnTo>
                    <a:pt x="1438012" y="560"/>
                  </a:lnTo>
                  <a:lnTo>
                    <a:pt x="1445870" y="559"/>
                  </a:lnTo>
                  <a:lnTo>
                    <a:pt x="1453728" y="560"/>
                  </a:lnTo>
                  <a:lnTo>
                    <a:pt x="1461586" y="562"/>
                  </a:lnTo>
                  <a:lnTo>
                    <a:pt x="1469444" y="561"/>
                  </a:lnTo>
                  <a:lnTo>
                    <a:pt x="1477302" y="559"/>
                  </a:lnTo>
                  <a:lnTo>
                    <a:pt x="1485160" y="557"/>
                  </a:lnTo>
                  <a:lnTo>
                    <a:pt x="1493018" y="555"/>
                  </a:lnTo>
                  <a:lnTo>
                    <a:pt x="1500876" y="553"/>
                  </a:lnTo>
                  <a:lnTo>
                    <a:pt x="1508734" y="551"/>
                  </a:lnTo>
                  <a:lnTo>
                    <a:pt x="1516592" y="549"/>
                  </a:lnTo>
                  <a:lnTo>
                    <a:pt x="1524450" y="550"/>
                  </a:lnTo>
                  <a:lnTo>
                    <a:pt x="1532308" y="551"/>
                  </a:lnTo>
                  <a:lnTo>
                    <a:pt x="1540166" y="551"/>
                  </a:lnTo>
                  <a:lnTo>
                    <a:pt x="1548024" y="550"/>
                  </a:lnTo>
                  <a:lnTo>
                    <a:pt x="1555882" y="549"/>
                  </a:lnTo>
                  <a:lnTo>
                    <a:pt x="1563740" y="548"/>
                  </a:lnTo>
                  <a:lnTo>
                    <a:pt x="1571598" y="550"/>
                  </a:lnTo>
                  <a:lnTo>
                    <a:pt x="1579456" y="548"/>
                  </a:lnTo>
                  <a:lnTo>
                    <a:pt x="1587314" y="548"/>
                  </a:lnTo>
                  <a:lnTo>
                    <a:pt x="1595172" y="548"/>
                  </a:lnTo>
                  <a:lnTo>
                    <a:pt x="1603030" y="546"/>
                  </a:lnTo>
                  <a:lnTo>
                    <a:pt x="1610888" y="545"/>
                  </a:lnTo>
                  <a:lnTo>
                    <a:pt x="1618746" y="544"/>
                  </a:lnTo>
                  <a:lnTo>
                    <a:pt x="1626604" y="544"/>
                  </a:lnTo>
                  <a:lnTo>
                    <a:pt x="1634462" y="541"/>
                  </a:lnTo>
                  <a:lnTo>
                    <a:pt x="1642320" y="539"/>
                  </a:lnTo>
                  <a:lnTo>
                    <a:pt x="1650178" y="537"/>
                  </a:lnTo>
                  <a:lnTo>
                    <a:pt x="1658036" y="534"/>
                  </a:lnTo>
                  <a:lnTo>
                    <a:pt x="1665894" y="531"/>
                  </a:lnTo>
                  <a:lnTo>
                    <a:pt x="1673752" y="529"/>
                  </a:lnTo>
                  <a:lnTo>
                    <a:pt x="1681610" y="528"/>
                  </a:lnTo>
                  <a:lnTo>
                    <a:pt x="1689468" y="526"/>
                  </a:lnTo>
                  <a:lnTo>
                    <a:pt x="1697326" y="527"/>
                  </a:lnTo>
                  <a:lnTo>
                    <a:pt x="1705184" y="524"/>
                  </a:lnTo>
                  <a:lnTo>
                    <a:pt x="1713042" y="525"/>
                  </a:lnTo>
                  <a:lnTo>
                    <a:pt x="1720900" y="525"/>
                  </a:lnTo>
                  <a:lnTo>
                    <a:pt x="1728758" y="523"/>
                  </a:lnTo>
                  <a:lnTo>
                    <a:pt x="1736616" y="523"/>
                  </a:lnTo>
                  <a:lnTo>
                    <a:pt x="1744474" y="523"/>
                  </a:lnTo>
                  <a:lnTo>
                    <a:pt x="1752332" y="523"/>
                  </a:lnTo>
                  <a:lnTo>
                    <a:pt x="1760190" y="523"/>
                  </a:lnTo>
                  <a:lnTo>
                    <a:pt x="1768048" y="523"/>
                  </a:lnTo>
                  <a:lnTo>
                    <a:pt x="1775906" y="521"/>
                  </a:lnTo>
                  <a:lnTo>
                    <a:pt x="1783764" y="517"/>
                  </a:lnTo>
                  <a:lnTo>
                    <a:pt x="1791622" y="513"/>
                  </a:lnTo>
                  <a:lnTo>
                    <a:pt x="1799480" y="510"/>
                  </a:lnTo>
                  <a:lnTo>
                    <a:pt x="1807338" y="507"/>
                  </a:lnTo>
                  <a:lnTo>
                    <a:pt x="1815196" y="505"/>
                  </a:lnTo>
                  <a:lnTo>
                    <a:pt x="1823054" y="504"/>
                  </a:lnTo>
                  <a:lnTo>
                    <a:pt x="1830912" y="504"/>
                  </a:lnTo>
                  <a:lnTo>
                    <a:pt x="1838770" y="504"/>
                  </a:lnTo>
                  <a:lnTo>
                    <a:pt x="1846628" y="504"/>
                  </a:lnTo>
                  <a:lnTo>
                    <a:pt x="1854486" y="503"/>
                  </a:lnTo>
                  <a:lnTo>
                    <a:pt x="1862344" y="503"/>
                  </a:lnTo>
                  <a:lnTo>
                    <a:pt x="1870202" y="502"/>
                  </a:lnTo>
                  <a:lnTo>
                    <a:pt x="1878060" y="497"/>
                  </a:lnTo>
                  <a:lnTo>
                    <a:pt x="1885918" y="497"/>
                  </a:lnTo>
                  <a:lnTo>
                    <a:pt x="1893776" y="498"/>
                  </a:lnTo>
                  <a:lnTo>
                    <a:pt x="1901634" y="498"/>
                  </a:lnTo>
                  <a:lnTo>
                    <a:pt x="1909492" y="499"/>
                  </a:lnTo>
                  <a:lnTo>
                    <a:pt x="1917350" y="499"/>
                  </a:lnTo>
                  <a:lnTo>
                    <a:pt x="1925208" y="497"/>
                  </a:lnTo>
                  <a:lnTo>
                    <a:pt x="1933066" y="496"/>
                  </a:lnTo>
                  <a:lnTo>
                    <a:pt x="1940924" y="495"/>
                  </a:lnTo>
                  <a:lnTo>
                    <a:pt x="1948782" y="493"/>
                  </a:lnTo>
                  <a:lnTo>
                    <a:pt x="1956640" y="492"/>
                  </a:lnTo>
                  <a:lnTo>
                    <a:pt x="1964498" y="492"/>
                  </a:lnTo>
                  <a:lnTo>
                    <a:pt x="1972356" y="492"/>
                  </a:lnTo>
                  <a:lnTo>
                    <a:pt x="1980214" y="492"/>
                  </a:lnTo>
                  <a:lnTo>
                    <a:pt x="1988072" y="489"/>
                  </a:lnTo>
                  <a:lnTo>
                    <a:pt x="1995930" y="487"/>
                  </a:lnTo>
                  <a:lnTo>
                    <a:pt x="2003788" y="484"/>
                  </a:lnTo>
                  <a:lnTo>
                    <a:pt x="2011646" y="483"/>
                  </a:lnTo>
                  <a:lnTo>
                    <a:pt x="2019504" y="481"/>
                  </a:lnTo>
                  <a:lnTo>
                    <a:pt x="2027362" y="480"/>
                  </a:lnTo>
                  <a:lnTo>
                    <a:pt x="2035220" y="478"/>
                  </a:lnTo>
                  <a:lnTo>
                    <a:pt x="2035220" y="1103"/>
                  </a:lnTo>
                  <a:lnTo>
                    <a:pt x="2027362" y="1102"/>
                  </a:lnTo>
                  <a:lnTo>
                    <a:pt x="2019504" y="1102"/>
                  </a:lnTo>
                  <a:lnTo>
                    <a:pt x="2011646" y="1102"/>
                  </a:lnTo>
                  <a:lnTo>
                    <a:pt x="2003788" y="1101"/>
                  </a:lnTo>
                  <a:lnTo>
                    <a:pt x="1995930" y="1101"/>
                  </a:lnTo>
                  <a:lnTo>
                    <a:pt x="1988072" y="1101"/>
                  </a:lnTo>
                  <a:lnTo>
                    <a:pt x="1980214" y="1100"/>
                  </a:lnTo>
                  <a:lnTo>
                    <a:pt x="1972356" y="1100"/>
                  </a:lnTo>
                  <a:lnTo>
                    <a:pt x="1964498" y="1100"/>
                  </a:lnTo>
                  <a:lnTo>
                    <a:pt x="1956640" y="1099"/>
                  </a:lnTo>
                  <a:lnTo>
                    <a:pt x="1948782" y="1099"/>
                  </a:lnTo>
                  <a:lnTo>
                    <a:pt x="1940924" y="1098"/>
                  </a:lnTo>
                  <a:lnTo>
                    <a:pt x="1933066" y="1098"/>
                  </a:lnTo>
                  <a:lnTo>
                    <a:pt x="1925208" y="1097"/>
                  </a:lnTo>
                  <a:lnTo>
                    <a:pt x="1917350" y="1097"/>
                  </a:lnTo>
                  <a:lnTo>
                    <a:pt x="1909492" y="1097"/>
                  </a:lnTo>
                  <a:lnTo>
                    <a:pt x="1901634" y="1096"/>
                  </a:lnTo>
                  <a:lnTo>
                    <a:pt x="1893776" y="1096"/>
                  </a:lnTo>
                  <a:lnTo>
                    <a:pt x="1885918" y="1095"/>
                  </a:lnTo>
                  <a:lnTo>
                    <a:pt x="1878060" y="1095"/>
                  </a:lnTo>
                  <a:lnTo>
                    <a:pt x="1870202" y="1094"/>
                  </a:lnTo>
                  <a:lnTo>
                    <a:pt x="1862344" y="1094"/>
                  </a:lnTo>
                  <a:lnTo>
                    <a:pt x="1854486" y="1093"/>
                  </a:lnTo>
                  <a:lnTo>
                    <a:pt x="1846628" y="1093"/>
                  </a:lnTo>
                  <a:lnTo>
                    <a:pt x="1838770" y="1092"/>
                  </a:lnTo>
                  <a:lnTo>
                    <a:pt x="1830912" y="1092"/>
                  </a:lnTo>
                  <a:lnTo>
                    <a:pt x="1823054" y="1092"/>
                  </a:lnTo>
                  <a:lnTo>
                    <a:pt x="1815196" y="1091"/>
                  </a:lnTo>
                  <a:lnTo>
                    <a:pt x="1807338" y="1091"/>
                  </a:lnTo>
                  <a:lnTo>
                    <a:pt x="1799480" y="1090"/>
                  </a:lnTo>
                  <a:lnTo>
                    <a:pt x="1791622" y="1090"/>
                  </a:lnTo>
                  <a:lnTo>
                    <a:pt x="1783764" y="1089"/>
                  </a:lnTo>
                  <a:lnTo>
                    <a:pt x="1775906" y="1089"/>
                  </a:lnTo>
                  <a:lnTo>
                    <a:pt x="1768048" y="1088"/>
                  </a:lnTo>
                  <a:lnTo>
                    <a:pt x="1760190" y="1088"/>
                  </a:lnTo>
                  <a:lnTo>
                    <a:pt x="1752332" y="1087"/>
                  </a:lnTo>
                  <a:lnTo>
                    <a:pt x="1744474" y="1087"/>
                  </a:lnTo>
                  <a:lnTo>
                    <a:pt x="1736616" y="1086"/>
                  </a:lnTo>
                  <a:lnTo>
                    <a:pt x="1728758" y="1086"/>
                  </a:lnTo>
                  <a:lnTo>
                    <a:pt x="1720900" y="1086"/>
                  </a:lnTo>
                  <a:lnTo>
                    <a:pt x="1713042" y="1085"/>
                  </a:lnTo>
                  <a:lnTo>
                    <a:pt x="1705184" y="1085"/>
                  </a:lnTo>
                  <a:lnTo>
                    <a:pt x="1697326" y="1084"/>
                  </a:lnTo>
                  <a:lnTo>
                    <a:pt x="1689468" y="1084"/>
                  </a:lnTo>
                  <a:lnTo>
                    <a:pt x="1681610" y="1083"/>
                  </a:lnTo>
                  <a:lnTo>
                    <a:pt x="1673752" y="1082"/>
                  </a:lnTo>
                  <a:lnTo>
                    <a:pt x="1665894" y="1082"/>
                  </a:lnTo>
                  <a:lnTo>
                    <a:pt x="1658036" y="1081"/>
                  </a:lnTo>
                  <a:lnTo>
                    <a:pt x="1650178" y="1081"/>
                  </a:lnTo>
                  <a:lnTo>
                    <a:pt x="1642320" y="1080"/>
                  </a:lnTo>
                  <a:lnTo>
                    <a:pt x="1634462" y="1080"/>
                  </a:lnTo>
                  <a:lnTo>
                    <a:pt x="1626604" y="1079"/>
                  </a:lnTo>
                  <a:lnTo>
                    <a:pt x="1618746" y="1078"/>
                  </a:lnTo>
                  <a:lnTo>
                    <a:pt x="1610888" y="1078"/>
                  </a:lnTo>
                  <a:lnTo>
                    <a:pt x="1603030" y="1077"/>
                  </a:lnTo>
                  <a:lnTo>
                    <a:pt x="1595172" y="1077"/>
                  </a:lnTo>
                  <a:lnTo>
                    <a:pt x="1587314" y="1076"/>
                  </a:lnTo>
                  <a:lnTo>
                    <a:pt x="1579456" y="1075"/>
                  </a:lnTo>
                  <a:lnTo>
                    <a:pt x="1571598" y="1075"/>
                  </a:lnTo>
                  <a:lnTo>
                    <a:pt x="1563740" y="1074"/>
                  </a:lnTo>
                  <a:lnTo>
                    <a:pt x="1555882" y="1073"/>
                  </a:lnTo>
                  <a:lnTo>
                    <a:pt x="1548024" y="1073"/>
                  </a:lnTo>
                  <a:lnTo>
                    <a:pt x="1540166" y="1072"/>
                  </a:lnTo>
                  <a:lnTo>
                    <a:pt x="1532308" y="1071"/>
                  </a:lnTo>
                  <a:lnTo>
                    <a:pt x="1524450" y="1070"/>
                  </a:lnTo>
                  <a:lnTo>
                    <a:pt x="1516592" y="1070"/>
                  </a:lnTo>
                  <a:lnTo>
                    <a:pt x="1508734" y="1069"/>
                  </a:lnTo>
                  <a:lnTo>
                    <a:pt x="1500876" y="1069"/>
                  </a:lnTo>
                  <a:lnTo>
                    <a:pt x="1493018" y="1068"/>
                  </a:lnTo>
                  <a:lnTo>
                    <a:pt x="1485160" y="1067"/>
                  </a:lnTo>
                  <a:lnTo>
                    <a:pt x="1477302" y="1066"/>
                  </a:lnTo>
                  <a:lnTo>
                    <a:pt x="1469444" y="1065"/>
                  </a:lnTo>
                  <a:lnTo>
                    <a:pt x="1461586" y="1065"/>
                  </a:lnTo>
                  <a:lnTo>
                    <a:pt x="1453728" y="1064"/>
                  </a:lnTo>
                  <a:lnTo>
                    <a:pt x="1445870" y="1063"/>
                  </a:lnTo>
                  <a:lnTo>
                    <a:pt x="1438012" y="1063"/>
                  </a:lnTo>
                  <a:lnTo>
                    <a:pt x="1430154" y="1062"/>
                  </a:lnTo>
                  <a:lnTo>
                    <a:pt x="1422296" y="1062"/>
                  </a:lnTo>
                  <a:lnTo>
                    <a:pt x="1414438" y="1061"/>
                  </a:lnTo>
                  <a:lnTo>
                    <a:pt x="1406580" y="1060"/>
                  </a:lnTo>
                  <a:lnTo>
                    <a:pt x="1398722" y="1060"/>
                  </a:lnTo>
                  <a:lnTo>
                    <a:pt x="1390864" y="1059"/>
                  </a:lnTo>
                  <a:lnTo>
                    <a:pt x="1383006" y="1059"/>
                  </a:lnTo>
                  <a:lnTo>
                    <a:pt x="1375148" y="1058"/>
                  </a:lnTo>
                  <a:lnTo>
                    <a:pt x="1367290" y="1057"/>
                  </a:lnTo>
                  <a:lnTo>
                    <a:pt x="1359432" y="1056"/>
                  </a:lnTo>
                  <a:lnTo>
                    <a:pt x="1351574" y="1055"/>
                  </a:lnTo>
                  <a:lnTo>
                    <a:pt x="1343716" y="1055"/>
                  </a:lnTo>
                  <a:lnTo>
                    <a:pt x="1335858" y="1054"/>
                  </a:lnTo>
                  <a:lnTo>
                    <a:pt x="1328000" y="1054"/>
                  </a:lnTo>
                  <a:lnTo>
                    <a:pt x="1320142" y="1053"/>
                  </a:lnTo>
                  <a:lnTo>
                    <a:pt x="1312284" y="1052"/>
                  </a:lnTo>
                  <a:lnTo>
                    <a:pt x="1304426" y="1051"/>
                  </a:lnTo>
                  <a:lnTo>
                    <a:pt x="1296568" y="1050"/>
                  </a:lnTo>
                  <a:lnTo>
                    <a:pt x="1288710" y="1049"/>
                  </a:lnTo>
                  <a:lnTo>
                    <a:pt x="1280852" y="1048"/>
                  </a:lnTo>
                  <a:lnTo>
                    <a:pt x="1272994" y="1047"/>
                  </a:lnTo>
                  <a:lnTo>
                    <a:pt x="1265136" y="1047"/>
                  </a:lnTo>
                  <a:lnTo>
                    <a:pt x="1257278" y="1046"/>
                  </a:lnTo>
                  <a:lnTo>
                    <a:pt x="1249420" y="1045"/>
                  </a:lnTo>
                  <a:lnTo>
                    <a:pt x="1241562" y="1044"/>
                  </a:lnTo>
                  <a:lnTo>
                    <a:pt x="1233704" y="1043"/>
                  </a:lnTo>
                  <a:lnTo>
                    <a:pt x="1225846" y="1042"/>
                  </a:lnTo>
                  <a:lnTo>
                    <a:pt x="1217988" y="1041"/>
                  </a:lnTo>
                  <a:lnTo>
                    <a:pt x="1210130" y="1040"/>
                  </a:lnTo>
                  <a:lnTo>
                    <a:pt x="1202272" y="1039"/>
                  </a:lnTo>
                  <a:lnTo>
                    <a:pt x="1194414" y="1039"/>
                  </a:lnTo>
                  <a:lnTo>
                    <a:pt x="1186556" y="1038"/>
                  </a:lnTo>
                  <a:lnTo>
                    <a:pt x="1178698" y="1038"/>
                  </a:lnTo>
                  <a:lnTo>
                    <a:pt x="1170840" y="1037"/>
                  </a:lnTo>
                  <a:lnTo>
                    <a:pt x="1162982" y="1036"/>
                  </a:lnTo>
                  <a:lnTo>
                    <a:pt x="1155124" y="1035"/>
                  </a:lnTo>
                  <a:lnTo>
                    <a:pt x="1147266" y="1034"/>
                  </a:lnTo>
                  <a:lnTo>
                    <a:pt x="1139408" y="1033"/>
                  </a:lnTo>
                  <a:lnTo>
                    <a:pt x="1131550" y="1032"/>
                  </a:lnTo>
                  <a:lnTo>
                    <a:pt x="1123692" y="1031"/>
                  </a:lnTo>
                  <a:lnTo>
                    <a:pt x="1115834" y="1030"/>
                  </a:lnTo>
                  <a:lnTo>
                    <a:pt x="1107976" y="1029"/>
                  </a:lnTo>
                  <a:lnTo>
                    <a:pt x="1100118" y="1028"/>
                  </a:lnTo>
                  <a:lnTo>
                    <a:pt x="1092260" y="1027"/>
                  </a:lnTo>
                  <a:lnTo>
                    <a:pt x="1084402" y="1026"/>
                  </a:lnTo>
                  <a:lnTo>
                    <a:pt x="1076544" y="1025"/>
                  </a:lnTo>
                  <a:lnTo>
                    <a:pt x="1068686" y="1024"/>
                  </a:lnTo>
                  <a:lnTo>
                    <a:pt x="1060828" y="1023"/>
                  </a:lnTo>
                  <a:lnTo>
                    <a:pt x="1052970" y="1022"/>
                  </a:lnTo>
                  <a:lnTo>
                    <a:pt x="1045112" y="1022"/>
                  </a:lnTo>
                  <a:lnTo>
                    <a:pt x="1037254" y="1021"/>
                  </a:lnTo>
                  <a:lnTo>
                    <a:pt x="1029397" y="1021"/>
                  </a:lnTo>
                  <a:lnTo>
                    <a:pt x="1021539" y="1020"/>
                  </a:lnTo>
                  <a:lnTo>
                    <a:pt x="1013681" y="1019"/>
                  </a:lnTo>
                  <a:lnTo>
                    <a:pt x="1005823" y="1018"/>
                  </a:lnTo>
                  <a:lnTo>
                    <a:pt x="997965" y="1017"/>
                  </a:lnTo>
                  <a:lnTo>
                    <a:pt x="990107" y="1016"/>
                  </a:lnTo>
                  <a:lnTo>
                    <a:pt x="982249" y="1015"/>
                  </a:lnTo>
                  <a:lnTo>
                    <a:pt x="974391" y="1015"/>
                  </a:lnTo>
                  <a:lnTo>
                    <a:pt x="966533" y="1014"/>
                  </a:lnTo>
                  <a:lnTo>
                    <a:pt x="958675" y="1014"/>
                  </a:lnTo>
                  <a:lnTo>
                    <a:pt x="950817" y="1013"/>
                  </a:lnTo>
                  <a:lnTo>
                    <a:pt x="942959" y="1012"/>
                  </a:lnTo>
                  <a:lnTo>
                    <a:pt x="935101" y="1012"/>
                  </a:lnTo>
                  <a:lnTo>
                    <a:pt x="927243" y="1011"/>
                  </a:lnTo>
                  <a:lnTo>
                    <a:pt x="919385" y="1010"/>
                  </a:lnTo>
                  <a:lnTo>
                    <a:pt x="911527" y="1010"/>
                  </a:lnTo>
                  <a:lnTo>
                    <a:pt x="903669" y="1009"/>
                  </a:lnTo>
                  <a:lnTo>
                    <a:pt x="895811" y="1007"/>
                  </a:lnTo>
                  <a:lnTo>
                    <a:pt x="887953" y="1006"/>
                  </a:lnTo>
                  <a:lnTo>
                    <a:pt x="880095" y="1006"/>
                  </a:lnTo>
                  <a:lnTo>
                    <a:pt x="872237" y="1005"/>
                  </a:lnTo>
                  <a:lnTo>
                    <a:pt x="864379" y="1004"/>
                  </a:lnTo>
                  <a:lnTo>
                    <a:pt x="856521" y="1003"/>
                  </a:lnTo>
                  <a:lnTo>
                    <a:pt x="848663" y="1003"/>
                  </a:lnTo>
                  <a:lnTo>
                    <a:pt x="840805" y="1002"/>
                  </a:lnTo>
                  <a:lnTo>
                    <a:pt x="832947" y="1000"/>
                  </a:lnTo>
                  <a:lnTo>
                    <a:pt x="825089" y="999"/>
                  </a:lnTo>
                  <a:lnTo>
                    <a:pt x="817231" y="998"/>
                  </a:lnTo>
                  <a:lnTo>
                    <a:pt x="809373" y="997"/>
                  </a:lnTo>
                  <a:lnTo>
                    <a:pt x="801515" y="996"/>
                  </a:lnTo>
                  <a:lnTo>
                    <a:pt x="793657" y="994"/>
                  </a:lnTo>
                  <a:lnTo>
                    <a:pt x="785799" y="994"/>
                  </a:lnTo>
                  <a:lnTo>
                    <a:pt x="777941" y="993"/>
                  </a:lnTo>
                  <a:lnTo>
                    <a:pt x="770083" y="992"/>
                  </a:lnTo>
                  <a:lnTo>
                    <a:pt x="762225" y="992"/>
                  </a:lnTo>
                  <a:lnTo>
                    <a:pt x="754367" y="991"/>
                  </a:lnTo>
                  <a:lnTo>
                    <a:pt x="746509" y="990"/>
                  </a:lnTo>
                  <a:lnTo>
                    <a:pt x="738651" y="989"/>
                  </a:lnTo>
                  <a:lnTo>
                    <a:pt x="730793" y="989"/>
                  </a:lnTo>
                  <a:lnTo>
                    <a:pt x="722935" y="988"/>
                  </a:lnTo>
                  <a:lnTo>
                    <a:pt x="715077" y="987"/>
                  </a:lnTo>
                  <a:lnTo>
                    <a:pt x="707219" y="987"/>
                  </a:lnTo>
                  <a:lnTo>
                    <a:pt x="699361" y="985"/>
                  </a:lnTo>
                  <a:lnTo>
                    <a:pt x="691503" y="985"/>
                  </a:lnTo>
                  <a:lnTo>
                    <a:pt x="683645" y="984"/>
                  </a:lnTo>
                  <a:lnTo>
                    <a:pt x="675787" y="984"/>
                  </a:lnTo>
                  <a:lnTo>
                    <a:pt x="667929" y="983"/>
                  </a:lnTo>
                  <a:lnTo>
                    <a:pt x="660071" y="983"/>
                  </a:lnTo>
                  <a:lnTo>
                    <a:pt x="652213" y="981"/>
                  </a:lnTo>
                  <a:lnTo>
                    <a:pt x="644355" y="980"/>
                  </a:lnTo>
                  <a:lnTo>
                    <a:pt x="636497" y="979"/>
                  </a:lnTo>
                  <a:lnTo>
                    <a:pt x="628639" y="978"/>
                  </a:lnTo>
                  <a:lnTo>
                    <a:pt x="620781" y="977"/>
                  </a:lnTo>
                  <a:lnTo>
                    <a:pt x="612923" y="977"/>
                  </a:lnTo>
                  <a:lnTo>
                    <a:pt x="605065" y="976"/>
                  </a:lnTo>
                  <a:lnTo>
                    <a:pt x="597207" y="975"/>
                  </a:lnTo>
                  <a:lnTo>
                    <a:pt x="589349" y="975"/>
                  </a:lnTo>
                  <a:lnTo>
                    <a:pt x="581491" y="974"/>
                  </a:lnTo>
                  <a:lnTo>
                    <a:pt x="573633" y="974"/>
                  </a:lnTo>
                  <a:lnTo>
                    <a:pt x="565775" y="974"/>
                  </a:lnTo>
                  <a:lnTo>
                    <a:pt x="557917" y="973"/>
                  </a:lnTo>
                  <a:lnTo>
                    <a:pt x="550059" y="973"/>
                  </a:lnTo>
                  <a:lnTo>
                    <a:pt x="542201" y="972"/>
                  </a:lnTo>
                  <a:lnTo>
                    <a:pt x="534343" y="972"/>
                  </a:lnTo>
                  <a:lnTo>
                    <a:pt x="526485" y="972"/>
                  </a:lnTo>
                  <a:lnTo>
                    <a:pt x="518627" y="971"/>
                  </a:lnTo>
                  <a:lnTo>
                    <a:pt x="510769" y="971"/>
                  </a:lnTo>
                  <a:lnTo>
                    <a:pt x="502911" y="971"/>
                  </a:lnTo>
                  <a:lnTo>
                    <a:pt x="495053" y="971"/>
                  </a:lnTo>
                  <a:lnTo>
                    <a:pt x="487195" y="970"/>
                  </a:lnTo>
                  <a:lnTo>
                    <a:pt x="479337" y="968"/>
                  </a:lnTo>
                  <a:lnTo>
                    <a:pt x="471479" y="969"/>
                  </a:lnTo>
                  <a:lnTo>
                    <a:pt x="463621" y="968"/>
                  </a:lnTo>
                  <a:lnTo>
                    <a:pt x="455763" y="967"/>
                  </a:lnTo>
                  <a:lnTo>
                    <a:pt x="447905" y="968"/>
                  </a:lnTo>
                  <a:lnTo>
                    <a:pt x="440047" y="966"/>
                  </a:lnTo>
                  <a:lnTo>
                    <a:pt x="432189" y="965"/>
                  </a:lnTo>
                  <a:lnTo>
                    <a:pt x="424331" y="965"/>
                  </a:lnTo>
                  <a:lnTo>
                    <a:pt x="416473" y="965"/>
                  </a:lnTo>
                  <a:lnTo>
                    <a:pt x="408615" y="965"/>
                  </a:lnTo>
                  <a:lnTo>
                    <a:pt x="400757" y="963"/>
                  </a:lnTo>
                  <a:lnTo>
                    <a:pt x="392899" y="963"/>
                  </a:lnTo>
                  <a:lnTo>
                    <a:pt x="385041" y="963"/>
                  </a:lnTo>
                  <a:lnTo>
                    <a:pt x="377183" y="963"/>
                  </a:lnTo>
                  <a:lnTo>
                    <a:pt x="369325" y="962"/>
                  </a:lnTo>
                  <a:lnTo>
                    <a:pt x="361467" y="961"/>
                  </a:lnTo>
                  <a:lnTo>
                    <a:pt x="353609" y="962"/>
                  </a:lnTo>
                  <a:lnTo>
                    <a:pt x="345751" y="962"/>
                  </a:lnTo>
                  <a:lnTo>
                    <a:pt x="337893" y="961"/>
                  </a:lnTo>
                  <a:lnTo>
                    <a:pt x="330035" y="960"/>
                  </a:lnTo>
                  <a:lnTo>
                    <a:pt x="322177" y="959"/>
                  </a:lnTo>
                  <a:lnTo>
                    <a:pt x="314319" y="959"/>
                  </a:lnTo>
                  <a:lnTo>
                    <a:pt x="306461" y="959"/>
                  </a:lnTo>
                  <a:lnTo>
                    <a:pt x="298603" y="959"/>
                  </a:lnTo>
                  <a:lnTo>
                    <a:pt x="290745" y="959"/>
                  </a:lnTo>
                  <a:lnTo>
                    <a:pt x="282887" y="959"/>
                  </a:lnTo>
                  <a:lnTo>
                    <a:pt x="275029" y="959"/>
                  </a:lnTo>
                  <a:lnTo>
                    <a:pt x="267171" y="958"/>
                  </a:lnTo>
                  <a:lnTo>
                    <a:pt x="259313" y="956"/>
                  </a:lnTo>
                  <a:lnTo>
                    <a:pt x="251455" y="957"/>
                  </a:lnTo>
                  <a:lnTo>
                    <a:pt x="243597" y="957"/>
                  </a:lnTo>
                  <a:lnTo>
                    <a:pt x="235739" y="957"/>
                  </a:lnTo>
                  <a:lnTo>
                    <a:pt x="227881" y="958"/>
                  </a:lnTo>
                  <a:lnTo>
                    <a:pt x="220023" y="958"/>
                  </a:lnTo>
                  <a:lnTo>
                    <a:pt x="212165" y="958"/>
                  </a:lnTo>
                  <a:lnTo>
                    <a:pt x="204307" y="958"/>
                  </a:lnTo>
                  <a:lnTo>
                    <a:pt x="196449" y="957"/>
                  </a:lnTo>
                  <a:lnTo>
                    <a:pt x="188591" y="957"/>
                  </a:lnTo>
                  <a:lnTo>
                    <a:pt x="180733" y="956"/>
                  </a:lnTo>
                  <a:lnTo>
                    <a:pt x="172875" y="955"/>
                  </a:lnTo>
                  <a:lnTo>
                    <a:pt x="165017" y="955"/>
                  </a:lnTo>
                  <a:lnTo>
                    <a:pt x="157159" y="956"/>
                  </a:lnTo>
                  <a:lnTo>
                    <a:pt x="149301" y="955"/>
                  </a:lnTo>
                  <a:lnTo>
                    <a:pt x="141443" y="954"/>
                  </a:lnTo>
                  <a:lnTo>
                    <a:pt x="133585" y="955"/>
                  </a:lnTo>
                  <a:lnTo>
                    <a:pt x="125727" y="955"/>
                  </a:lnTo>
                  <a:lnTo>
                    <a:pt x="117869" y="955"/>
                  </a:lnTo>
                  <a:lnTo>
                    <a:pt x="110011" y="955"/>
                  </a:lnTo>
                  <a:lnTo>
                    <a:pt x="102153" y="954"/>
                  </a:lnTo>
                  <a:lnTo>
                    <a:pt x="94295" y="955"/>
                  </a:lnTo>
                  <a:lnTo>
                    <a:pt x="86437" y="955"/>
                  </a:lnTo>
                  <a:lnTo>
                    <a:pt x="78579" y="955"/>
                  </a:lnTo>
                  <a:lnTo>
                    <a:pt x="70721" y="955"/>
                  </a:lnTo>
                  <a:lnTo>
                    <a:pt x="62863" y="955"/>
                  </a:lnTo>
                  <a:lnTo>
                    <a:pt x="55005" y="955"/>
                  </a:lnTo>
                  <a:lnTo>
                    <a:pt x="47147" y="955"/>
                  </a:lnTo>
                  <a:lnTo>
                    <a:pt x="39289" y="956"/>
                  </a:lnTo>
                  <a:lnTo>
                    <a:pt x="31431" y="956"/>
                  </a:lnTo>
                  <a:lnTo>
                    <a:pt x="23573" y="956"/>
                  </a:lnTo>
                  <a:lnTo>
                    <a:pt x="15715" y="956"/>
                  </a:lnTo>
                  <a:lnTo>
                    <a:pt x="7857" y="956"/>
                  </a:lnTo>
                  <a:lnTo>
                    <a:pt x="0" y="956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74" name="pl273"/>
            <p:cNvSpPr/>
            <p:nvPr/>
          </p:nvSpPr>
          <p:spPr>
            <a:xfrm>
              <a:off x="6029658" y="4955744"/>
              <a:ext cx="2035220" cy="568"/>
            </a:xfrm>
            <a:custGeom>
              <a:avLst/>
              <a:pathLst>
                <a:path w="2035220" h="568">
                  <a:moveTo>
                    <a:pt x="0" y="0"/>
                  </a:moveTo>
                  <a:lnTo>
                    <a:pt x="7857" y="9"/>
                  </a:lnTo>
                  <a:lnTo>
                    <a:pt x="15715" y="18"/>
                  </a:lnTo>
                  <a:lnTo>
                    <a:pt x="23573" y="30"/>
                  </a:lnTo>
                  <a:lnTo>
                    <a:pt x="31431" y="37"/>
                  </a:lnTo>
                  <a:lnTo>
                    <a:pt x="39289" y="49"/>
                  </a:lnTo>
                  <a:lnTo>
                    <a:pt x="47147" y="62"/>
                  </a:lnTo>
                  <a:lnTo>
                    <a:pt x="55005" y="74"/>
                  </a:lnTo>
                  <a:lnTo>
                    <a:pt x="62863" y="87"/>
                  </a:lnTo>
                  <a:lnTo>
                    <a:pt x="70721" y="98"/>
                  </a:lnTo>
                  <a:lnTo>
                    <a:pt x="78579" y="107"/>
                  </a:lnTo>
                  <a:lnTo>
                    <a:pt x="86437" y="117"/>
                  </a:lnTo>
                  <a:lnTo>
                    <a:pt x="94295" y="129"/>
                  </a:lnTo>
                  <a:lnTo>
                    <a:pt x="102153" y="139"/>
                  </a:lnTo>
                  <a:lnTo>
                    <a:pt x="110011" y="148"/>
                  </a:lnTo>
                  <a:lnTo>
                    <a:pt x="117869" y="152"/>
                  </a:lnTo>
                  <a:lnTo>
                    <a:pt x="125727" y="157"/>
                  </a:lnTo>
                  <a:lnTo>
                    <a:pt x="133585" y="171"/>
                  </a:lnTo>
                  <a:lnTo>
                    <a:pt x="141443" y="181"/>
                  </a:lnTo>
                  <a:lnTo>
                    <a:pt x="149301" y="189"/>
                  </a:lnTo>
                  <a:lnTo>
                    <a:pt x="157159" y="197"/>
                  </a:lnTo>
                  <a:lnTo>
                    <a:pt x="165017" y="202"/>
                  </a:lnTo>
                  <a:lnTo>
                    <a:pt x="172875" y="207"/>
                  </a:lnTo>
                  <a:lnTo>
                    <a:pt x="180733" y="211"/>
                  </a:lnTo>
                  <a:lnTo>
                    <a:pt x="188591" y="214"/>
                  </a:lnTo>
                  <a:lnTo>
                    <a:pt x="196449" y="218"/>
                  </a:lnTo>
                  <a:lnTo>
                    <a:pt x="204307" y="228"/>
                  </a:lnTo>
                  <a:lnTo>
                    <a:pt x="212165" y="235"/>
                  </a:lnTo>
                  <a:lnTo>
                    <a:pt x="220023" y="243"/>
                  </a:lnTo>
                  <a:lnTo>
                    <a:pt x="227881" y="248"/>
                  </a:lnTo>
                  <a:lnTo>
                    <a:pt x="235739" y="254"/>
                  </a:lnTo>
                  <a:lnTo>
                    <a:pt x="243597" y="259"/>
                  </a:lnTo>
                  <a:lnTo>
                    <a:pt x="251455" y="262"/>
                  </a:lnTo>
                  <a:lnTo>
                    <a:pt x="259313" y="268"/>
                  </a:lnTo>
                  <a:lnTo>
                    <a:pt x="267171" y="272"/>
                  </a:lnTo>
                  <a:lnTo>
                    <a:pt x="275029" y="277"/>
                  </a:lnTo>
                  <a:lnTo>
                    <a:pt x="282887" y="281"/>
                  </a:lnTo>
                  <a:lnTo>
                    <a:pt x="290745" y="289"/>
                  </a:lnTo>
                  <a:lnTo>
                    <a:pt x="298603" y="293"/>
                  </a:lnTo>
                  <a:lnTo>
                    <a:pt x="306461" y="295"/>
                  </a:lnTo>
                  <a:lnTo>
                    <a:pt x="314319" y="299"/>
                  </a:lnTo>
                  <a:lnTo>
                    <a:pt x="322177" y="306"/>
                  </a:lnTo>
                  <a:lnTo>
                    <a:pt x="330035" y="313"/>
                  </a:lnTo>
                  <a:lnTo>
                    <a:pt x="337893" y="317"/>
                  </a:lnTo>
                  <a:lnTo>
                    <a:pt x="345751" y="322"/>
                  </a:lnTo>
                  <a:lnTo>
                    <a:pt x="353609" y="325"/>
                  </a:lnTo>
                  <a:lnTo>
                    <a:pt x="361467" y="328"/>
                  </a:lnTo>
                  <a:lnTo>
                    <a:pt x="369325" y="332"/>
                  </a:lnTo>
                  <a:lnTo>
                    <a:pt x="377183" y="336"/>
                  </a:lnTo>
                  <a:lnTo>
                    <a:pt x="385041" y="339"/>
                  </a:lnTo>
                  <a:lnTo>
                    <a:pt x="392899" y="343"/>
                  </a:lnTo>
                  <a:lnTo>
                    <a:pt x="400757" y="349"/>
                  </a:lnTo>
                  <a:lnTo>
                    <a:pt x="408615" y="355"/>
                  </a:lnTo>
                  <a:lnTo>
                    <a:pt x="416473" y="362"/>
                  </a:lnTo>
                  <a:lnTo>
                    <a:pt x="424331" y="366"/>
                  </a:lnTo>
                  <a:lnTo>
                    <a:pt x="432189" y="371"/>
                  </a:lnTo>
                  <a:lnTo>
                    <a:pt x="440047" y="378"/>
                  </a:lnTo>
                  <a:lnTo>
                    <a:pt x="447905" y="380"/>
                  </a:lnTo>
                  <a:lnTo>
                    <a:pt x="455763" y="386"/>
                  </a:lnTo>
                  <a:lnTo>
                    <a:pt x="463621" y="391"/>
                  </a:lnTo>
                  <a:lnTo>
                    <a:pt x="471479" y="397"/>
                  </a:lnTo>
                  <a:lnTo>
                    <a:pt x="479337" y="402"/>
                  </a:lnTo>
                  <a:lnTo>
                    <a:pt x="487195" y="407"/>
                  </a:lnTo>
                  <a:lnTo>
                    <a:pt x="495053" y="413"/>
                  </a:lnTo>
                  <a:lnTo>
                    <a:pt x="502911" y="418"/>
                  </a:lnTo>
                  <a:lnTo>
                    <a:pt x="510769" y="423"/>
                  </a:lnTo>
                  <a:lnTo>
                    <a:pt x="518627" y="428"/>
                  </a:lnTo>
                  <a:lnTo>
                    <a:pt x="526485" y="431"/>
                  </a:lnTo>
                  <a:lnTo>
                    <a:pt x="534343" y="436"/>
                  </a:lnTo>
                  <a:lnTo>
                    <a:pt x="542201" y="440"/>
                  </a:lnTo>
                  <a:lnTo>
                    <a:pt x="550059" y="441"/>
                  </a:lnTo>
                  <a:lnTo>
                    <a:pt x="557917" y="446"/>
                  </a:lnTo>
                  <a:lnTo>
                    <a:pt x="565775" y="454"/>
                  </a:lnTo>
                  <a:lnTo>
                    <a:pt x="573633" y="455"/>
                  </a:lnTo>
                  <a:lnTo>
                    <a:pt x="581491" y="455"/>
                  </a:lnTo>
                  <a:lnTo>
                    <a:pt x="589349" y="457"/>
                  </a:lnTo>
                  <a:lnTo>
                    <a:pt x="597207" y="461"/>
                  </a:lnTo>
                  <a:lnTo>
                    <a:pt x="605065" y="462"/>
                  </a:lnTo>
                  <a:lnTo>
                    <a:pt x="612923" y="467"/>
                  </a:lnTo>
                  <a:lnTo>
                    <a:pt x="620781" y="473"/>
                  </a:lnTo>
                  <a:lnTo>
                    <a:pt x="628639" y="476"/>
                  </a:lnTo>
                  <a:lnTo>
                    <a:pt x="636497" y="477"/>
                  </a:lnTo>
                  <a:lnTo>
                    <a:pt x="644355" y="476"/>
                  </a:lnTo>
                  <a:lnTo>
                    <a:pt x="652213" y="477"/>
                  </a:lnTo>
                  <a:lnTo>
                    <a:pt x="660071" y="479"/>
                  </a:lnTo>
                  <a:lnTo>
                    <a:pt x="667929" y="483"/>
                  </a:lnTo>
                  <a:lnTo>
                    <a:pt x="675787" y="487"/>
                  </a:lnTo>
                  <a:lnTo>
                    <a:pt x="683645" y="490"/>
                  </a:lnTo>
                  <a:lnTo>
                    <a:pt x="691503" y="494"/>
                  </a:lnTo>
                  <a:lnTo>
                    <a:pt x="699361" y="497"/>
                  </a:lnTo>
                  <a:lnTo>
                    <a:pt x="707219" y="499"/>
                  </a:lnTo>
                  <a:lnTo>
                    <a:pt x="715077" y="499"/>
                  </a:lnTo>
                  <a:lnTo>
                    <a:pt x="722935" y="498"/>
                  </a:lnTo>
                  <a:lnTo>
                    <a:pt x="730793" y="500"/>
                  </a:lnTo>
                  <a:lnTo>
                    <a:pt x="738651" y="502"/>
                  </a:lnTo>
                  <a:lnTo>
                    <a:pt x="746509" y="498"/>
                  </a:lnTo>
                  <a:lnTo>
                    <a:pt x="754367" y="500"/>
                  </a:lnTo>
                  <a:lnTo>
                    <a:pt x="762225" y="505"/>
                  </a:lnTo>
                  <a:lnTo>
                    <a:pt x="770083" y="504"/>
                  </a:lnTo>
                  <a:lnTo>
                    <a:pt x="777941" y="503"/>
                  </a:lnTo>
                  <a:lnTo>
                    <a:pt x="785799" y="507"/>
                  </a:lnTo>
                  <a:lnTo>
                    <a:pt x="793657" y="512"/>
                  </a:lnTo>
                  <a:lnTo>
                    <a:pt x="801515" y="518"/>
                  </a:lnTo>
                  <a:lnTo>
                    <a:pt x="809373" y="521"/>
                  </a:lnTo>
                  <a:lnTo>
                    <a:pt x="817231" y="525"/>
                  </a:lnTo>
                  <a:lnTo>
                    <a:pt x="825089" y="528"/>
                  </a:lnTo>
                  <a:lnTo>
                    <a:pt x="832947" y="528"/>
                  </a:lnTo>
                  <a:lnTo>
                    <a:pt x="840805" y="528"/>
                  </a:lnTo>
                  <a:lnTo>
                    <a:pt x="848663" y="528"/>
                  </a:lnTo>
                  <a:lnTo>
                    <a:pt x="856521" y="529"/>
                  </a:lnTo>
                  <a:lnTo>
                    <a:pt x="864379" y="532"/>
                  </a:lnTo>
                  <a:lnTo>
                    <a:pt x="872237" y="534"/>
                  </a:lnTo>
                  <a:lnTo>
                    <a:pt x="880095" y="534"/>
                  </a:lnTo>
                  <a:lnTo>
                    <a:pt x="887953" y="537"/>
                  </a:lnTo>
                  <a:lnTo>
                    <a:pt x="895811" y="541"/>
                  </a:lnTo>
                  <a:lnTo>
                    <a:pt x="903669" y="542"/>
                  </a:lnTo>
                  <a:lnTo>
                    <a:pt x="911527" y="542"/>
                  </a:lnTo>
                  <a:lnTo>
                    <a:pt x="919385" y="541"/>
                  </a:lnTo>
                  <a:lnTo>
                    <a:pt x="927243" y="544"/>
                  </a:lnTo>
                  <a:lnTo>
                    <a:pt x="935101" y="545"/>
                  </a:lnTo>
                  <a:lnTo>
                    <a:pt x="942959" y="546"/>
                  </a:lnTo>
                  <a:lnTo>
                    <a:pt x="950817" y="547"/>
                  </a:lnTo>
                  <a:lnTo>
                    <a:pt x="958675" y="547"/>
                  </a:lnTo>
                  <a:lnTo>
                    <a:pt x="966533" y="548"/>
                  </a:lnTo>
                  <a:lnTo>
                    <a:pt x="974391" y="549"/>
                  </a:lnTo>
                  <a:lnTo>
                    <a:pt x="982249" y="551"/>
                  </a:lnTo>
                  <a:lnTo>
                    <a:pt x="990107" y="551"/>
                  </a:lnTo>
                  <a:lnTo>
                    <a:pt x="997965" y="551"/>
                  </a:lnTo>
                  <a:lnTo>
                    <a:pt x="1005823" y="551"/>
                  </a:lnTo>
                  <a:lnTo>
                    <a:pt x="1013681" y="552"/>
                  </a:lnTo>
                  <a:lnTo>
                    <a:pt x="1021539" y="553"/>
                  </a:lnTo>
                  <a:lnTo>
                    <a:pt x="1029397" y="554"/>
                  </a:lnTo>
                  <a:lnTo>
                    <a:pt x="1037254" y="554"/>
                  </a:lnTo>
                  <a:lnTo>
                    <a:pt x="1045112" y="555"/>
                  </a:lnTo>
                  <a:lnTo>
                    <a:pt x="1052970" y="555"/>
                  </a:lnTo>
                  <a:lnTo>
                    <a:pt x="1060828" y="556"/>
                  </a:lnTo>
                  <a:lnTo>
                    <a:pt x="1068686" y="556"/>
                  </a:lnTo>
                  <a:lnTo>
                    <a:pt x="1076544" y="557"/>
                  </a:lnTo>
                  <a:lnTo>
                    <a:pt x="1084402" y="557"/>
                  </a:lnTo>
                  <a:lnTo>
                    <a:pt x="1092260" y="557"/>
                  </a:lnTo>
                  <a:lnTo>
                    <a:pt x="1100118" y="558"/>
                  </a:lnTo>
                  <a:lnTo>
                    <a:pt x="1107976" y="558"/>
                  </a:lnTo>
                  <a:lnTo>
                    <a:pt x="1115834" y="560"/>
                  </a:lnTo>
                  <a:lnTo>
                    <a:pt x="1123692" y="561"/>
                  </a:lnTo>
                  <a:lnTo>
                    <a:pt x="1131550" y="562"/>
                  </a:lnTo>
                  <a:lnTo>
                    <a:pt x="1139408" y="562"/>
                  </a:lnTo>
                  <a:lnTo>
                    <a:pt x="1147266" y="560"/>
                  </a:lnTo>
                  <a:lnTo>
                    <a:pt x="1155124" y="561"/>
                  </a:lnTo>
                  <a:lnTo>
                    <a:pt x="1162982" y="561"/>
                  </a:lnTo>
                  <a:lnTo>
                    <a:pt x="1170840" y="562"/>
                  </a:lnTo>
                  <a:lnTo>
                    <a:pt x="1178698" y="563"/>
                  </a:lnTo>
                  <a:lnTo>
                    <a:pt x="1186556" y="562"/>
                  </a:lnTo>
                  <a:lnTo>
                    <a:pt x="1194414" y="560"/>
                  </a:lnTo>
                  <a:lnTo>
                    <a:pt x="1202272" y="558"/>
                  </a:lnTo>
                  <a:lnTo>
                    <a:pt x="1210130" y="557"/>
                  </a:lnTo>
                  <a:lnTo>
                    <a:pt x="1217988" y="554"/>
                  </a:lnTo>
                  <a:lnTo>
                    <a:pt x="1225846" y="549"/>
                  </a:lnTo>
                  <a:lnTo>
                    <a:pt x="1233704" y="551"/>
                  </a:lnTo>
                  <a:lnTo>
                    <a:pt x="1241562" y="552"/>
                  </a:lnTo>
                  <a:lnTo>
                    <a:pt x="1249420" y="553"/>
                  </a:lnTo>
                  <a:lnTo>
                    <a:pt x="1257278" y="555"/>
                  </a:lnTo>
                  <a:lnTo>
                    <a:pt x="1265136" y="556"/>
                  </a:lnTo>
                  <a:lnTo>
                    <a:pt x="1272994" y="558"/>
                  </a:lnTo>
                  <a:lnTo>
                    <a:pt x="1280852" y="559"/>
                  </a:lnTo>
                  <a:lnTo>
                    <a:pt x="1288710" y="560"/>
                  </a:lnTo>
                  <a:lnTo>
                    <a:pt x="1296568" y="562"/>
                  </a:lnTo>
                  <a:lnTo>
                    <a:pt x="1304426" y="561"/>
                  </a:lnTo>
                  <a:lnTo>
                    <a:pt x="1312284" y="559"/>
                  </a:lnTo>
                  <a:lnTo>
                    <a:pt x="1320142" y="560"/>
                  </a:lnTo>
                  <a:lnTo>
                    <a:pt x="1328000" y="559"/>
                  </a:lnTo>
                  <a:lnTo>
                    <a:pt x="1335858" y="559"/>
                  </a:lnTo>
                  <a:lnTo>
                    <a:pt x="1343716" y="558"/>
                  </a:lnTo>
                  <a:lnTo>
                    <a:pt x="1351574" y="560"/>
                  </a:lnTo>
                  <a:lnTo>
                    <a:pt x="1359432" y="562"/>
                  </a:lnTo>
                  <a:lnTo>
                    <a:pt x="1367290" y="565"/>
                  </a:lnTo>
                  <a:lnTo>
                    <a:pt x="1375148" y="567"/>
                  </a:lnTo>
                  <a:lnTo>
                    <a:pt x="1383006" y="568"/>
                  </a:lnTo>
                  <a:lnTo>
                    <a:pt x="1390864" y="565"/>
                  </a:lnTo>
                  <a:lnTo>
                    <a:pt x="1398722" y="562"/>
                  </a:lnTo>
                  <a:lnTo>
                    <a:pt x="1406580" y="560"/>
                  </a:lnTo>
                  <a:lnTo>
                    <a:pt x="1414438" y="559"/>
                  </a:lnTo>
                  <a:lnTo>
                    <a:pt x="1422296" y="559"/>
                  </a:lnTo>
                  <a:lnTo>
                    <a:pt x="1430154" y="560"/>
                  </a:lnTo>
                  <a:lnTo>
                    <a:pt x="1438012" y="560"/>
                  </a:lnTo>
                  <a:lnTo>
                    <a:pt x="1445870" y="559"/>
                  </a:lnTo>
                  <a:lnTo>
                    <a:pt x="1453728" y="560"/>
                  </a:lnTo>
                  <a:lnTo>
                    <a:pt x="1461586" y="562"/>
                  </a:lnTo>
                  <a:lnTo>
                    <a:pt x="1469444" y="561"/>
                  </a:lnTo>
                  <a:lnTo>
                    <a:pt x="1477302" y="559"/>
                  </a:lnTo>
                  <a:lnTo>
                    <a:pt x="1485160" y="557"/>
                  </a:lnTo>
                  <a:lnTo>
                    <a:pt x="1493018" y="555"/>
                  </a:lnTo>
                  <a:lnTo>
                    <a:pt x="1500876" y="553"/>
                  </a:lnTo>
                  <a:lnTo>
                    <a:pt x="1508734" y="551"/>
                  </a:lnTo>
                  <a:lnTo>
                    <a:pt x="1516592" y="549"/>
                  </a:lnTo>
                  <a:lnTo>
                    <a:pt x="1524450" y="550"/>
                  </a:lnTo>
                  <a:lnTo>
                    <a:pt x="1532308" y="551"/>
                  </a:lnTo>
                  <a:lnTo>
                    <a:pt x="1540166" y="551"/>
                  </a:lnTo>
                  <a:lnTo>
                    <a:pt x="1548024" y="550"/>
                  </a:lnTo>
                  <a:lnTo>
                    <a:pt x="1555882" y="549"/>
                  </a:lnTo>
                  <a:lnTo>
                    <a:pt x="1563740" y="548"/>
                  </a:lnTo>
                  <a:lnTo>
                    <a:pt x="1571598" y="550"/>
                  </a:lnTo>
                  <a:lnTo>
                    <a:pt x="1579456" y="548"/>
                  </a:lnTo>
                  <a:lnTo>
                    <a:pt x="1587314" y="548"/>
                  </a:lnTo>
                  <a:lnTo>
                    <a:pt x="1595172" y="548"/>
                  </a:lnTo>
                  <a:lnTo>
                    <a:pt x="1603030" y="546"/>
                  </a:lnTo>
                  <a:lnTo>
                    <a:pt x="1610888" y="545"/>
                  </a:lnTo>
                  <a:lnTo>
                    <a:pt x="1618746" y="544"/>
                  </a:lnTo>
                  <a:lnTo>
                    <a:pt x="1626604" y="544"/>
                  </a:lnTo>
                  <a:lnTo>
                    <a:pt x="1634462" y="541"/>
                  </a:lnTo>
                  <a:lnTo>
                    <a:pt x="1642320" y="539"/>
                  </a:lnTo>
                  <a:lnTo>
                    <a:pt x="1650178" y="537"/>
                  </a:lnTo>
                  <a:lnTo>
                    <a:pt x="1658036" y="534"/>
                  </a:lnTo>
                  <a:lnTo>
                    <a:pt x="1665894" y="531"/>
                  </a:lnTo>
                  <a:lnTo>
                    <a:pt x="1673752" y="529"/>
                  </a:lnTo>
                  <a:lnTo>
                    <a:pt x="1681610" y="528"/>
                  </a:lnTo>
                  <a:lnTo>
                    <a:pt x="1689468" y="526"/>
                  </a:lnTo>
                  <a:lnTo>
                    <a:pt x="1697326" y="527"/>
                  </a:lnTo>
                  <a:lnTo>
                    <a:pt x="1705184" y="524"/>
                  </a:lnTo>
                  <a:lnTo>
                    <a:pt x="1713042" y="525"/>
                  </a:lnTo>
                  <a:lnTo>
                    <a:pt x="1720900" y="525"/>
                  </a:lnTo>
                  <a:lnTo>
                    <a:pt x="1728758" y="523"/>
                  </a:lnTo>
                  <a:lnTo>
                    <a:pt x="1736616" y="523"/>
                  </a:lnTo>
                  <a:lnTo>
                    <a:pt x="1744474" y="523"/>
                  </a:lnTo>
                  <a:lnTo>
                    <a:pt x="1752332" y="523"/>
                  </a:lnTo>
                  <a:lnTo>
                    <a:pt x="1760190" y="523"/>
                  </a:lnTo>
                  <a:lnTo>
                    <a:pt x="1768048" y="523"/>
                  </a:lnTo>
                  <a:lnTo>
                    <a:pt x="1775906" y="521"/>
                  </a:lnTo>
                  <a:lnTo>
                    <a:pt x="1783764" y="517"/>
                  </a:lnTo>
                  <a:lnTo>
                    <a:pt x="1791622" y="513"/>
                  </a:lnTo>
                  <a:lnTo>
                    <a:pt x="1799480" y="510"/>
                  </a:lnTo>
                  <a:lnTo>
                    <a:pt x="1807338" y="507"/>
                  </a:lnTo>
                  <a:lnTo>
                    <a:pt x="1815196" y="505"/>
                  </a:lnTo>
                  <a:lnTo>
                    <a:pt x="1823054" y="504"/>
                  </a:lnTo>
                  <a:lnTo>
                    <a:pt x="1830912" y="504"/>
                  </a:lnTo>
                  <a:lnTo>
                    <a:pt x="1838770" y="504"/>
                  </a:lnTo>
                  <a:lnTo>
                    <a:pt x="1846628" y="504"/>
                  </a:lnTo>
                  <a:lnTo>
                    <a:pt x="1854486" y="503"/>
                  </a:lnTo>
                  <a:lnTo>
                    <a:pt x="1862344" y="503"/>
                  </a:lnTo>
                  <a:lnTo>
                    <a:pt x="1870202" y="502"/>
                  </a:lnTo>
                  <a:lnTo>
                    <a:pt x="1878060" y="497"/>
                  </a:lnTo>
                  <a:lnTo>
                    <a:pt x="1885918" y="497"/>
                  </a:lnTo>
                  <a:lnTo>
                    <a:pt x="1893776" y="498"/>
                  </a:lnTo>
                  <a:lnTo>
                    <a:pt x="1901634" y="498"/>
                  </a:lnTo>
                  <a:lnTo>
                    <a:pt x="1909492" y="499"/>
                  </a:lnTo>
                  <a:lnTo>
                    <a:pt x="1917350" y="499"/>
                  </a:lnTo>
                  <a:lnTo>
                    <a:pt x="1925208" y="497"/>
                  </a:lnTo>
                  <a:lnTo>
                    <a:pt x="1933066" y="496"/>
                  </a:lnTo>
                  <a:lnTo>
                    <a:pt x="1940924" y="495"/>
                  </a:lnTo>
                  <a:lnTo>
                    <a:pt x="1948782" y="493"/>
                  </a:lnTo>
                  <a:lnTo>
                    <a:pt x="1956640" y="492"/>
                  </a:lnTo>
                  <a:lnTo>
                    <a:pt x="1964498" y="492"/>
                  </a:lnTo>
                  <a:lnTo>
                    <a:pt x="1972356" y="492"/>
                  </a:lnTo>
                  <a:lnTo>
                    <a:pt x="1980214" y="492"/>
                  </a:lnTo>
                  <a:lnTo>
                    <a:pt x="1988072" y="489"/>
                  </a:lnTo>
                  <a:lnTo>
                    <a:pt x="1995930" y="487"/>
                  </a:lnTo>
                  <a:lnTo>
                    <a:pt x="2003788" y="484"/>
                  </a:lnTo>
                  <a:lnTo>
                    <a:pt x="2011646" y="483"/>
                  </a:lnTo>
                  <a:lnTo>
                    <a:pt x="2019504" y="481"/>
                  </a:lnTo>
                  <a:lnTo>
                    <a:pt x="2027362" y="480"/>
                  </a:lnTo>
                  <a:lnTo>
                    <a:pt x="2035220" y="4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5" name="pl274"/>
            <p:cNvSpPr/>
            <p:nvPr/>
          </p:nvSpPr>
          <p:spPr>
            <a:xfrm>
              <a:off x="6029658" y="4956698"/>
              <a:ext cx="2035220" cy="148"/>
            </a:xfrm>
            <a:custGeom>
              <a:avLst/>
              <a:pathLst>
                <a:path w="2035220" h="148">
                  <a:moveTo>
                    <a:pt x="2035220" y="148"/>
                  </a:moveTo>
                  <a:lnTo>
                    <a:pt x="2027362" y="148"/>
                  </a:lnTo>
                  <a:lnTo>
                    <a:pt x="2019504" y="147"/>
                  </a:lnTo>
                  <a:lnTo>
                    <a:pt x="2011646" y="147"/>
                  </a:lnTo>
                  <a:lnTo>
                    <a:pt x="2003788" y="147"/>
                  </a:lnTo>
                  <a:lnTo>
                    <a:pt x="1995930" y="146"/>
                  </a:lnTo>
                  <a:lnTo>
                    <a:pt x="1988072" y="146"/>
                  </a:lnTo>
                  <a:lnTo>
                    <a:pt x="1980214" y="145"/>
                  </a:lnTo>
                  <a:lnTo>
                    <a:pt x="1972356" y="145"/>
                  </a:lnTo>
                  <a:lnTo>
                    <a:pt x="1964498" y="145"/>
                  </a:lnTo>
                  <a:lnTo>
                    <a:pt x="1956640" y="144"/>
                  </a:lnTo>
                  <a:lnTo>
                    <a:pt x="1948782" y="144"/>
                  </a:lnTo>
                  <a:lnTo>
                    <a:pt x="1940924" y="144"/>
                  </a:lnTo>
                  <a:lnTo>
                    <a:pt x="1933066" y="143"/>
                  </a:lnTo>
                  <a:lnTo>
                    <a:pt x="1925208" y="143"/>
                  </a:lnTo>
                  <a:lnTo>
                    <a:pt x="1917350" y="142"/>
                  </a:lnTo>
                  <a:lnTo>
                    <a:pt x="1909492" y="142"/>
                  </a:lnTo>
                  <a:lnTo>
                    <a:pt x="1901634" y="141"/>
                  </a:lnTo>
                  <a:lnTo>
                    <a:pt x="1893776" y="141"/>
                  </a:lnTo>
                  <a:lnTo>
                    <a:pt x="1885918" y="141"/>
                  </a:lnTo>
                  <a:lnTo>
                    <a:pt x="1878060" y="140"/>
                  </a:lnTo>
                  <a:lnTo>
                    <a:pt x="1870202" y="139"/>
                  </a:lnTo>
                  <a:lnTo>
                    <a:pt x="1862344" y="139"/>
                  </a:lnTo>
                  <a:lnTo>
                    <a:pt x="1854486" y="138"/>
                  </a:lnTo>
                  <a:lnTo>
                    <a:pt x="1846628" y="138"/>
                  </a:lnTo>
                  <a:lnTo>
                    <a:pt x="1838770" y="138"/>
                  </a:lnTo>
                  <a:lnTo>
                    <a:pt x="1830912" y="137"/>
                  </a:lnTo>
                  <a:lnTo>
                    <a:pt x="1823054" y="137"/>
                  </a:lnTo>
                  <a:lnTo>
                    <a:pt x="1815196" y="136"/>
                  </a:lnTo>
                  <a:lnTo>
                    <a:pt x="1807338" y="136"/>
                  </a:lnTo>
                  <a:lnTo>
                    <a:pt x="1799480" y="135"/>
                  </a:lnTo>
                  <a:lnTo>
                    <a:pt x="1791622" y="135"/>
                  </a:lnTo>
                  <a:lnTo>
                    <a:pt x="1783764" y="135"/>
                  </a:lnTo>
                  <a:lnTo>
                    <a:pt x="1775906" y="134"/>
                  </a:lnTo>
                  <a:lnTo>
                    <a:pt x="1768048" y="134"/>
                  </a:lnTo>
                  <a:lnTo>
                    <a:pt x="1760190" y="133"/>
                  </a:lnTo>
                  <a:lnTo>
                    <a:pt x="1752332" y="133"/>
                  </a:lnTo>
                  <a:lnTo>
                    <a:pt x="1744474" y="132"/>
                  </a:lnTo>
                  <a:lnTo>
                    <a:pt x="1736616" y="132"/>
                  </a:lnTo>
                  <a:lnTo>
                    <a:pt x="1728758" y="131"/>
                  </a:lnTo>
                  <a:lnTo>
                    <a:pt x="1720900" y="131"/>
                  </a:lnTo>
                  <a:lnTo>
                    <a:pt x="1713042" y="130"/>
                  </a:lnTo>
                  <a:lnTo>
                    <a:pt x="1705184" y="130"/>
                  </a:lnTo>
                  <a:lnTo>
                    <a:pt x="1697326" y="129"/>
                  </a:lnTo>
                  <a:lnTo>
                    <a:pt x="1689468" y="129"/>
                  </a:lnTo>
                  <a:lnTo>
                    <a:pt x="1681610" y="128"/>
                  </a:lnTo>
                  <a:lnTo>
                    <a:pt x="1673752" y="127"/>
                  </a:lnTo>
                  <a:lnTo>
                    <a:pt x="1665894" y="127"/>
                  </a:lnTo>
                  <a:lnTo>
                    <a:pt x="1658036" y="126"/>
                  </a:lnTo>
                  <a:lnTo>
                    <a:pt x="1650178" y="126"/>
                  </a:lnTo>
                  <a:lnTo>
                    <a:pt x="1642320" y="125"/>
                  </a:lnTo>
                  <a:lnTo>
                    <a:pt x="1634462" y="125"/>
                  </a:lnTo>
                  <a:lnTo>
                    <a:pt x="1626604" y="124"/>
                  </a:lnTo>
                  <a:lnTo>
                    <a:pt x="1618746" y="123"/>
                  </a:lnTo>
                  <a:lnTo>
                    <a:pt x="1610888" y="123"/>
                  </a:lnTo>
                  <a:lnTo>
                    <a:pt x="1603030" y="122"/>
                  </a:lnTo>
                  <a:lnTo>
                    <a:pt x="1595172" y="122"/>
                  </a:lnTo>
                  <a:lnTo>
                    <a:pt x="1587314" y="121"/>
                  </a:lnTo>
                  <a:lnTo>
                    <a:pt x="1579456" y="121"/>
                  </a:lnTo>
                  <a:lnTo>
                    <a:pt x="1571598" y="120"/>
                  </a:lnTo>
                  <a:lnTo>
                    <a:pt x="1563740" y="119"/>
                  </a:lnTo>
                  <a:lnTo>
                    <a:pt x="1555882" y="118"/>
                  </a:lnTo>
                  <a:lnTo>
                    <a:pt x="1548024" y="118"/>
                  </a:lnTo>
                  <a:lnTo>
                    <a:pt x="1540166" y="117"/>
                  </a:lnTo>
                  <a:lnTo>
                    <a:pt x="1532308" y="116"/>
                  </a:lnTo>
                  <a:lnTo>
                    <a:pt x="1524450" y="116"/>
                  </a:lnTo>
                  <a:lnTo>
                    <a:pt x="1516592" y="115"/>
                  </a:lnTo>
                  <a:lnTo>
                    <a:pt x="1508734" y="114"/>
                  </a:lnTo>
                  <a:lnTo>
                    <a:pt x="1500876" y="114"/>
                  </a:lnTo>
                  <a:lnTo>
                    <a:pt x="1493018" y="113"/>
                  </a:lnTo>
                  <a:lnTo>
                    <a:pt x="1485160" y="112"/>
                  </a:lnTo>
                  <a:lnTo>
                    <a:pt x="1477302" y="111"/>
                  </a:lnTo>
                  <a:lnTo>
                    <a:pt x="1469444" y="111"/>
                  </a:lnTo>
                  <a:lnTo>
                    <a:pt x="1461586" y="110"/>
                  </a:lnTo>
                  <a:lnTo>
                    <a:pt x="1453728" y="109"/>
                  </a:lnTo>
                  <a:lnTo>
                    <a:pt x="1445870" y="109"/>
                  </a:lnTo>
                  <a:lnTo>
                    <a:pt x="1438012" y="108"/>
                  </a:lnTo>
                  <a:lnTo>
                    <a:pt x="1430154" y="107"/>
                  </a:lnTo>
                  <a:lnTo>
                    <a:pt x="1422296" y="107"/>
                  </a:lnTo>
                  <a:lnTo>
                    <a:pt x="1414438" y="106"/>
                  </a:lnTo>
                  <a:lnTo>
                    <a:pt x="1406580" y="106"/>
                  </a:lnTo>
                  <a:lnTo>
                    <a:pt x="1398722" y="105"/>
                  </a:lnTo>
                  <a:lnTo>
                    <a:pt x="1390864" y="104"/>
                  </a:lnTo>
                  <a:lnTo>
                    <a:pt x="1383006" y="104"/>
                  </a:lnTo>
                  <a:lnTo>
                    <a:pt x="1375148" y="103"/>
                  </a:lnTo>
                  <a:lnTo>
                    <a:pt x="1367290" y="102"/>
                  </a:lnTo>
                  <a:lnTo>
                    <a:pt x="1359432" y="101"/>
                  </a:lnTo>
                  <a:lnTo>
                    <a:pt x="1351574" y="101"/>
                  </a:lnTo>
                  <a:lnTo>
                    <a:pt x="1343716" y="100"/>
                  </a:lnTo>
                  <a:lnTo>
                    <a:pt x="1335858" y="99"/>
                  </a:lnTo>
                  <a:lnTo>
                    <a:pt x="1328000" y="99"/>
                  </a:lnTo>
                  <a:lnTo>
                    <a:pt x="1320142" y="98"/>
                  </a:lnTo>
                  <a:lnTo>
                    <a:pt x="1312284" y="97"/>
                  </a:lnTo>
                  <a:lnTo>
                    <a:pt x="1304426" y="96"/>
                  </a:lnTo>
                  <a:lnTo>
                    <a:pt x="1296568" y="95"/>
                  </a:lnTo>
                  <a:lnTo>
                    <a:pt x="1288710" y="94"/>
                  </a:lnTo>
                  <a:lnTo>
                    <a:pt x="1280852" y="93"/>
                  </a:lnTo>
                  <a:lnTo>
                    <a:pt x="1272994" y="93"/>
                  </a:lnTo>
                  <a:lnTo>
                    <a:pt x="1265136" y="92"/>
                  </a:lnTo>
                  <a:lnTo>
                    <a:pt x="1257278" y="91"/>
                  </a:lnTo>
                  <a:lnTo>
                    <a:pt x="1249420" y="90"/>
                  </a:lnTo>
                  <a:lnTo>
                    <a:pt x="1241562" y="89"/>
                  </a:lnTo>
                  <a:lnTo>
                    <a:pt x="1233704" y="88"/>
                  </a:lnTo>
                  <a:lnTo>
                    <a:pt x="1225846" y="87"/>
                  </a:lnTo>
                  <a:lnTo>
                    <a:pt x="1217988" y="86"/>
                  </a:lnTo>
                  <a:lnTo>
                    <a:pt x="1210130" y="85"/>
                  </a:lnTo>
                  <a:lnTo>
                    <a:pt x="1202272" y="85"/>
                  </a:lnTo>
                  <a:lnTo>
                    <a:pt x="1194414" y="84"/>
                  </a:lnTo>
                  <a:lnTo>
                    <a:pt x="1186556" y="84"/>
                  </a:lnTo>
                  <a:lnTo>
                    <a:pt x="1178698" y="83"/>
                  </a:lnTo>
                  <a:lnTo>
                    <a:pt x="1170840" y="82"/>
                  </a:lnTo>
                  <a:lnTo>
                    <a:pt x="1162982" y="81"/>
                  </a:lnTo>
                  <a:lnTo>
                    <a:pt x="1155124" y="80"/>
                  </a:lnTo>
                  <a:lnTo>
                    <a:pt x="1147266" y="79"/>
                  </a:lnTo>
                  <a:lnTo>
                    <a:pt x="1139408" y="78"/>
                  </a:lnTo>
                  <a:lnTo>
                    <a:pt x="1131550" y="77"/>
                  </a:lnTo>
                  <a:lnTo>
                    <a:pt x="1123692" y="76"/>
                  </a:lnTo>
                  <a:lnTo>
                    <a:pt x="1115834" y="75"/>
                  </a:lnTo>
                  <a:lnTo>
                    <a:pt x="1107976" y="74"/>
                  </a:lnTo>
                  <a:lnTo>
                    <a:pt x="1100118" y="73"/>
                  </a:lnTo>
                  <a:lnTo>
                    <a:pt x="1092260" y="72"/>
                  </a:lnTo>
                  <a:lnTo>
                    <a:pt x="1084402" y="71"/>
                  </a:lnTo>
                  <a:lnTo>
                    <a:pt x="1076544" y="70"/>
                  </a:lnTo>
                  <a:lnTo>
                    <a:pt x="1068686" y="69"/>
                  </a:lnTo>
                  <a:lnTo>
                    <a:pt x="1060828" y="68"/>
                  </a:lnTo>
                  <a:lnTo>
                    <a:pt x="1052970" y="67"/>
                  </a:lnTo>
                  <a:lnTo>
                    <a:pt x="1045112" y="67"/>
                  </a:lnTo>
                  <a:lnTo>
                    <a:pt x="1037254" y="66"/>
                  </a:lnTo>
                  <a:lnTo>
                    <a:pt x="1029397" y="66"/>
                  </a:lnTo>
                  <a:lnTo>
                    <a:pt x="1021539" y="65"/>
                  </a:lnTo>
                  <a:lnTo>
                    <a:pt x="1013681" y="64"/>
                  </a:lnTo>
                  <a:lnTo>
                    <a:pt x="1005823" y="64"/>
                  </a:lnTo>
                  <a:lnTo>
                    <a:pt x="997965" y="62"/>
                  </a:lnTo>
                  <a:lnTo>
                    <a:pt x="990107" y="61"/>
                  </a:lnTo>
                  <a:lnTo>
                    <a:pt x="982249" y="61"/>
                  </a:lnTo>
                  <a:lnTo>
                    <a:pt x="974391" y="60"/>
                  </a:lnTo>
                  <a:lnTo>
                    <a:pt x="966533" y="59"/>
                  </a:lnTo>
                  <a:lnTo>
                    <a:pt x="958675" y="59"/>
                  </a:lnTo>
                  <a:lnTo>
                    <a:pt x="950817" y="58"/>
                  </a:lnTo>
                  <a:lnTo>
                    <a:pt x="942959" y="58"/>
                  </a:lnTo>
                  <a:lnTo>
                    <a:pt x="935101" y="57"/>
                  </a:lnTo>
                  <a:lnTo>
                    <a:pt x="927243" y="56"/>
                  </a:lnTo>
                  <a:lnTo>
                    <a:pt x="919385" y="56"/>
                  </a:lnTo>
                  <a:lnTo>
                    <a:pt x="911527" y="55"/>
                  </a:lnTo>
                  <a:lnTo>
                    <a:pt x="903669" y="54"/>
                  </a:lnTo>
                  <a:lnTo>
                    <a:pt x="895811" y="52"/>
                  </a:lnTo>
                  <a:lnTo>
                    <a:pt x="887953" y="52"/>
                  </a:lnTo>
                  <a:lnTo>
                    <a:pt x="880095" y="51"/>
                  </a:lnTo>
                  <a:lnTo>
                    <a:pt x="872237" y="50"/>
                  </a:lnTo>
                  <a:lnTo>
                    <a:pt x="864379" y="49"/>
                  </a:lnTo>
                  <a:lnTo>
                    <a:pt x="856521" y="48"/>
                  </a:lnTo>
                  <a:lnTo>
                    <a:pt x="848663" y="48"/>
                  </a:lnTo>
                  <a:lnTo>
                    <a:pt x="840805" y="47"/>
                  </a:lnTo>
                  <a:lnTo>
                    <a:pt x="832947" y="45"/>
                  </a:lnTo>
                  <a:lnTo>
                    <a:pt x="825089" y="44"/>
                  </a:lnTo>
                  <a:lnTo>
                    <a:pt x="817231" y="43"/>
                  </a:lnTo>
                  <a:lnTo>
                    <a:pt x="809373" y="42"/>
                  </a:lnTo>
                  <a:lnTo>
                    <a:pt x="801515" y="41"/>
                  </a:lnTo>
                  <a:lnTo>
                    <a:pt x="793657" y="39"/>
                  </a:lnTo>
                  <a:lnTo>
                    <a:pt x="785799" y="39"/>
                  </a:lnTo>
                  <a:lnTo>
                    <a:pt x="777941" y="38"/>
                  </a:lnTo>
                  <a:lnTo>
                    <a:pt x="770083" y="37"/>
                  </a:lnTo>
                  <a:lnTo>
                    <a:pt x="762225" y="37"/>
                  </a:lnTo>
                  <a:lnTo>
                    <a:pt x="754367" y="36"/>
                  </a:lnTo>
                  <a:lnTo>
                    <a:pt x="746509" y="35"/>
                  </a:lnTo>
                  <a:lnTo>
                    <a:pt x="738651" y="34"/>
                  </a:lnTo>
                  <a:lnTo>
                    <a:pt x="730793" y="34"/>
                  </a:lnTo>
                  <a:lnTo>
                    <a:pt x="722935" y="33"/>
                  </a:lnTo>
                  <a:lnTo>
                    <a:pt x="715077" y="32"/>
                  </a:lnTo>
                  <a:lnTo>
                    <a:pt x="707219" y="32"/>
                  </a:lnTo>
                  <a:lnTo>
                    <a:pt x="699361" y="31"/>
                  </a:lnTo>
                  <a:lnTo>
                    <a:pt x="691503" y="30"/>
                  </a:lnTo>
                  <a:lnTo>
                    <a:pt x="683645" y="29"/>
                  </a:lnTo>
                  <a:lnTo>
                    <a:pt x="675787" y="29"/>
                  </a:lnTo>
                  <a:lnTo>
                    <a:pt x="667929" y="28"/>
                  </a:lnTo>
                  <a:lnTo>
                    <a:pt x="660071" y="28"/>
                  </a:lnTo>
                  <a:lnTo>
                    <a:pt x="652213" y="27"/>
                  </a:lnTo>
                  <a:lnTo>
                    <a:pt x="644355" y="25"/>
                  </a:lnTo>
                  <a:lnTo>
                    <a:pt x="636497" y="24"/>
                  </a:lnTo>
                  <a:lnTo>
                    <a:pt x="628639" y="23"/>
                  </a:lnTo>
                  <a:lnTo>
                    <a:pt x="620781" y="22"/>
                  </a:lnTo>
                  <a:lnTo>
                    <a:pt x="612923" y="22"/>
                  </a:lnTo>
                  <a:lnTo>
                    <a:pt x="605065" y="21"/>
                  </a:lnTo>
                  <a:lnTo>
                    <a:pt x="597207" y="20"/>
                  </a:lnTo>
                  <a:lnTo>
                    <a:pt x="589349" y="20"/>
                  </a:lnTo>
                  <a:lnTo>
                    <a:pt x="581491" y="20"/>
                  </a:lnTo>
                  <a:lnTo>
                    <a:pt x="573633" y="19"/>
                  </a:lnTo>
                  <a:lnTo>
                    <a:pt x="565775" y="19"/>
                  </a:lnTo>
                  <a:lnTo>
                    <a:pt x="557917" y="18"/>
                  </a:lnTo>
                  <a:lnTo>
                    <a:pt x="550059" y="18"/>
                  </a:lnTo>
                  <a:lnTo>
                    <a:pt x="542201" y="17"/>
                  </a:lnTo>
                  <a:lnTo>
                    <a:pt x="534343" y="17"/>
                  </a:lnTo>
                  <a:lnTo>
                    <a:pt x="526485" y="17"/>
                  </a:lnTo>
                  <a:lnTo>
                    <a:pt x="518627" y="16"/>
                  </a:lnTo>
                  <a:lnTo>
                    <a:pt x="510769" y="16"/>
                  </a:lnTo>
                  <a:lnTo>
                    <a:pt x="502911" y="16"/>
                  </a:lnTo>
                  <a:lnTo>
                    <a:pt x="495053" y="17"/>
                  </a:lnTo>
                  <a:lnTo>
                    <a:pt x="487195" y="15"/>
                  </a:lnTo>
                  <a:lnTo>
                    <a:pt x="479337" y="13"/>
                  </a:lnTo>
                  <a:lnTo>
                    <a:pt x="471479" y="14"/>
                  </a:lnTo>
                  <a:lnTo>
                    <a:pt x="463621" y="14"/>
                  </a:lnTo>
                  <a:lnTo>
                    <a:pt x="455763" y="13"/>
                  </a:lnTo>
                  <a:lnTo>
                    <a:pt x="447905" y="13"/>
                  </a:lnTo>
                  <a:lnTo>
                    <a:pt x="440047" y="12"/>
                  </a:lnTo>
                  <a:lnTo>
                    <a:pt x="432189" y="10"/>
                  </a:lnTo>
                  <a:lnTo>
                    <a:pt x="424331" y="10"/>
                  </a:lnTo>
                  <a:lnTo>
                    <a:pt x="416473" y="10"/>
                  </a:lnTo>
                  <a:lnTo>
                    <a:pt x="408615" y="10"/>
                  </a:lnTo>
                  <a:lnTo>
                    <a:pt x="400757" y="9"/>
                  </a:lnTo>
                  <a:lnTo>
                    <a:pt x="392899" y="8"/>
                  </a:lnTo>
                  <a:lnTo>
                    <a:pt x="385041" y="8"/>
                  </a:lnTo>
                  <a:lnTo>
                    <a:pt x="377183" y="8"/>
                  </a:lnTo>
                  <a:lnTo>
                    <a:pt x="369325" y="7"/>
                  </a:lnTo>
                  <a:lnTo>
                    <a:pt x="361467" y="6"/>
                  </a:lnTo>
                  <a:lnTo>
                    <a:pt x="353609" y="7"/>
                  </a:lnTo>
                  <a:lnTo>
                    <a:pt x="345751" y="7"/>
                  </a:lnTo>
                  <a:lnTo>
                    <a:pt x="337893" y="6"/>
                  </a:lnTo>
                  <a:lnTo>
                    <a:pt x="330035" y="5"/>
                  </a:lnTo>
                  <a:lnTo>
                    <a:pt x="322177" y="5"/>
                  </a:lnTo>
                  <a:lnTo>
                    <a:pt x="314319" y="4"/>
                  </a:lnTo>
                  <a:lnTo>
                    <a:pt x="306461" y="4"/>
                  </a:lnTo>
                  <a:lnTo>
                    <a:pt x="298603" y="4"/>
                  </a:lnTo>
                  <a:lnTo>
                    <a:pt x="290745" y="4"/>
                  </a:lnTo>
                  <a:lnTo>
                    <a:pt x="282887" y="4"/>
                  </a:lnTo>
                  <a:lnTo>
                    <a:pt x="275029" y="4"/>
                  </a:lnTo>
                  <a:lnTo>
                    <a:pt x="267171" y="3"/>
                  </a:lnTo>
                  <a:lnTo>
                    <a:pt x="259313" y="2"/>
                  </a:lnTo>
                  <a:lnTo>
                    <a:pt x="251455" y="2"/>
                  </a:lnTo>
                  <a:lnTo>
                    <a:pt x="243597" y="2"/>
                  </a:lnTo>
                  <a:lnTo>
                    <a:pt x="235739" y="3"/>
                  </a:lnTo>
                  <a:lnTo>
                    <a:pt x="227881" y="3"/>
                  </a:lnTo>
                  <a:lnTo>
                    <a:pt x="220023" y="3"/>
                  </a:lnTo>
                  <a:lnTo>
                    <a:pt x="212165" y="3"/>
                  </a:lnTo>
                  <a:lnTo>
                    <a:pt x="204307" y="3"/>
                  </a:lnTo>
                  <a:lnTo>
                    <a:pt x="196449" y="2"/>
                  </a:lnTo>
                  <a:lnTo>
                    <a:pt x="188591" y="2"/>
                  </a:lnTo>
                  <a:lnTo>
                    <a:pt x="180733" y="1"/>
                  </a:lnTo>
                  <a:lnTo>
                    <a:pt x="172875" y="0"/>
                  </a:lnTo>
                  <a:lnTo>
                    <a:pt x="165017" y="1"/>
                  </a:lnTo>
                  <a:lnTo>
                    <a:pt x="157159" y="1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1"/>
                  </a:lnTo>
                  <a:lnTo>
                    <a:pt x="39289" y="1"/>
                  </a:lnTo>
                  <a:lnTo>
                    <a:pt x="31431" y="1"/>
                  </a:lnTo>
                  <a:lnTo>
                    <a:pt x="23573" y="1"/>
                  </a:lnTo>
                  <a:lnTo>
                    <a:pt x="15715" y="1"/>
                  </a:lnTo>
                  <a:lnTo>
                    <a:pt x="7857" y="1"/>
                  </a:lnTo>
                  <a:lnTo>
                    <a:pt x="0" y="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6" name="pg275"/>
            <p:cNvSpPr/>
            <p:nvPr/>
          </p:nvSpPr>
          <p:spPr>
            <a:xfrm>
              <a:off x="6029658" y="4903297"/>
              <a:ext cx="2035220" cy="53583"/>
            </a:xfrm>
            <a:custGeom>
              <a:avLst/>
              <a:pathLst>
                <a:path w="2035220" h="53583">
                  <a:moveTo>
                    <a:pt x="0" y="53026"/>
                  </a:moveTo>
                  <a:lnTo>
                    <a:pt x="7857" y="53031"/>
                  </a:lnTo>
                  <a:lnTo>
                    <a:pt x="15715" y="53031"/>
                  </a:lnTo>
                  <a:lnTo>
                    <a:pt x="23573" y="53032"/>
                  </a:lnTo>
                  <a:lnTo>
                    <a:pt x="31431" y="53035"/>
                  </a:lnTo>
                  <a:lnTo>
                    <a:pt x="39289" y="53042"/>
                  </a:lnTo>
                  <a:lnTo>
                    <a:pt x="47147" y="53055"/>
                  </a:lnTo>
                  <a:lnTo>
                    <a:pt x="55005" y="53056"/>
                  </a:lnTo>
                  <a:lnTo>
                    <a:pt x="62863" y="53058"/>
                  </a:lnTo>
                  <a:lnTo>
                    <a:pt x="70721" y="53063"/>
                  </a:lnTo>
                  <a:lnTo>
                    <a:pt x="78579" y="53063"/>
                  </a:lnTo>
                  <a:lnTo>
                    <a:pt x="86437" y="53063"/>
                  </a:lnTo>
                  <a:lnTo>
                    <a:pt x="94295" y="53061"/>
                  </a:lnTo>
                  <a:lnTo>
                    <a:pt x="102153" y="53065"/>
                  </a:lnTo>
                  <a:lnTo>
                    <a:pt x="110011" y="53065"/>
                  </a:lnTo>
                  <a:lnTo>
                    <a:pt x="117869" y="53066"/>
                  </a:lnTo>
                  <a:lnTo>
                    <a:pt x="125727" y="53072"/>
                  </a:lnTo>
                  <a:lnTo>
                    <a:pt x="133585" y="53078"/>
                  </a:lnTo>
                  <a:lnTo>
                    <a:pt x="141443" y="53081"/>
                  </a:lnTo>
                  <a:lnTo>
                    <a:pt x="149301" y="53084"/>
                  </a:lnTo>
                  <a:lnTo>
                    <a:pt x="157159" y="53082"/>
                  </a:lnTo>
                  <a:lnTo>
                    <a:pt x="165017" y="53080"/>
                  </a:lnTo>
                  <a:lnTo>
                    <a:pt x="172875" y="53075"/>
                  </a:lnTo>
                  <a:lnTo>
                    <a:pt x="180733" y="53077"/>
                  </a:lnTo>
                  <a:lnTo>
                    <a:pt x="188591" y="53077"/>
                  </a:lnTo>
                  <a:lnTo>
                    <a:pt x="196449" y="53079"/>
                  </a:lnTo>
                  <a:lnTo>
                    <a:pt x="204307" y="53075"/>
                  </a:lnTo>
                  <a:lnTo>
                    <a:pt x="212165" y="53073"/>
                  </a:lnTo>
                  <a:lnTo>
                    <a:pt x="220023" y="53069"/>
                  </a:lnTo>
                  <a:lnTo>
                    <a:pt x="227881" y="53063"/>
                  </a:lnTo>
                  <a:lnTo>
                    <a:pt x="235739" y="53059"/>
                  </a:lnTo>
                  <a:lnTo>
                    <a:pt x="243597" y="53055"/>
                  </a:lnTo>
                  <a:lnTo>
                    <a:pt x="251455" y="53049"/>
                  </a:lnTo>
                  <a:lnTo>
                    <a:pt x="259313" y="53048"/>
                  </a:lnTo>
                  <a:lnTo>
                    <a:pt x="267171" y="53045"/>
                  </a:lnTo>
                  <a:lnTo>
                    <a:pt x="275029" y="53040"/>
                  </a:lnTo>
                  <a:lnTo>
                    <a:pt x="282887" y="53035"/>
                  </a:lnTo>
                  <a:lnTo>
                    <a:pt x="290745" y="53032"/>
                  </a:lnTo>
                  <a:lnTo>
                    <a:pt x="298603" y="53022"/>
                  </a:lnTo>
                  <a:lnTo>
                    <a:pt x="306461" y="53012"/>
                  </a:lnTo>
                  <a:lnTo>
                    <a:pt x="314319" y="53002"/>
                  </a:lnTo>
                  <a:lnTo>
                    <a:pt x="322177" y="52999"/>
                  </a:lnTo>
                  <a:lnTo>
                    <a:pt x="330035" y="52996"/>
                  </a:lnTo>
                  <a:lnTo>
                    <a:pt x="337893" y="52993"/>
                  </a:lnTo>
                  <a:lnTo>
                    <a:pt x="345751" y="52991"/>
                  </a:lnTo>
                  <a:lnTo>
                    <a:pt x="353609" y="52981"/>
                  </a:lnTo>
                  <a:lnTo>
                    <a:pt x="361467" y="52971"/>
                  </a:lnTo>
                  <a:lnTo>
                    <a:pt x="369325" y="52964"/>
                  </a:lnTo>
                  <a:lnTo>
                    <a:pt x="377183" y="52955"/>
                  </a:lnTo>
                  <a:lnTo>
                    <a:pt x="385041" y="52946"/>
                  </a:lnTo>
                  <a:lnTo>
                    <a:pt x="392899" y="52935"/>
                  </a:lnTo>
                  <a:lnTo>
                    <a:pt x="400757" y="52929"/>
                  </a:lnTo>
                  <a:lnTo>
                    <a:pt x="408615" y="52916"/>
                  </a:lnTo>
                  <a:lnTo>
                    <a:pt x="416473" y="52907"/>
                  </a:lnTo>
                  <a:lnTo>
                    <a:pt x="424331" y="52899"/>
                  </a:lnTo>
                  <a:lnTo>
                    <a:pt x="432189" y="52886"/>
                  </a:lnTo>
                  <a:lnTo>
                    <a:pt x="440047" y="52873"/>
                  </a:lnTo>
                  <a:lnTo>
                    <a:pt x="447905" y="52864"/>
                  </a:lnTo>
                  <a:lnTo>
                    <a:pt x="455763" y="52845"/>
                  </a:lnTo>
                  <a:lnTo>
                    <a:pt x="463621" y="52832"/>
                  </a:lnTo>
                  <a:lnTo>
                    <a:pt x="471479" y="52824"/>
                  </a:lnTo>
                  <a:lnTo>
                    <a:pt x="479337" y="52822"/>
                  </a:lnTo>
                  <a:lnTo>
                    <a:pt x="487195" y="52807"/>
                  </a:lnTo>
                  <a:lnTo>
                    <a:pt x="495053" y="52802"/>
                  </a:lnTo>
                  <a:lnTo>
                    <a:pt x="502911" y="52792"/>
                  </a:lnTo>
                  <a:lnTo>
                    <a:pt x="510769" y="52773"/>
                  </a:lnTo>
                  <a:lnTo>
                    <a:pt x="518627" y="52760"/>
                  </a:lnTo>
                  <a:lnTo>
                    <a:pt x="526485" y="52746"/>
                  </a:lnTo>
                  <a:lnTo>
                    <a:pt x="534343" y="52726"/>
                  </a:lnTo>
                  <a:lnTo>
                    <a:pt x="542201" y="52707"/>
                  </a:lnTo>
                  <a:lnTo>
                    <a:pt x="550059" y="52697"/>
                  </a:lnTo>
                  <a:lnTo>
                    <a:pt x="557917" y="52680"/>
                  </a:lnTo>
                  <a:lnTo>
                    <a:pt x="565775" y="52659"/>
                  </a:lnTo>
                  <a:lnTo>
                    <a:pt x="573633" y="52638"/>
                  </a:lnTo>
                  <a:lnTo>
                    <a:pt x="581491" y="52616"/>
                  </a:lnTo>
                  <a:lnTo>
                    <a:pt x="589349" y="52597"/>
                  </a:lnTo>
                  <a:lnTo>
                    <a:pt x="597207" y="52581"/>
                  </a:lnTo>
                  <a:lnTo>
                    <a:pt x="605065" y="52563"/>
                  </a:lnTo>
                  <a:lnTo>
                    <a:pt x="612923" y="52539"/>
                  </a:lnTo>
                  <a:lnTo>
                    <a:pt x="620781" y="52524"/>
                  </a:lnTo>
                  <a:lnTo>
                    <a:pt x="628639" y="52504"/>
                  </a:lnTo>
                  <a:lnTo>
                    <a:pt x="636497" y="52489"/>
                  </a:lnTo>
                  <a:lnTo>
                    <a:pt x="644355" y="52474"/>
                  </a:lnTo>
                  <a:lnTo>
                    <a:pt x="652213" y="52455"/>
                  </a:lnTo>
                  <a:lnTo>
                    <a:pt x="660071" y="52440"/>
                  </a:lnTo>
                  <a:lnTo>
                    <a:pt x="667929" y="52422"/>
                  </a:lnTo>
                  <a:lnTo>
                    <a:pt x="675787" y="52404"/>
                  </a:lnTo>
                  <a:lnTo>
                    <a:pt x="683645" y="52372"/>
                  </a:lnTo>
                  <a:lnTo>
                    <a:pt x="691503" y="52338"/>
                  </a:lnTo>
                  <a:lnTo>
                    <a:pt x="699361" y="52312"/>
                  </a:lnTo>
                  <a:lnTo>
                    <a:pt x="707219" y="52294"/>
                  </a:lnTo>
                  <a:lnTo>
                    <a:pt x="715077" y="52261"/>
                  </a:lnTo>
                  <a:lnTo>
                    <a:pt x="722935" y="52227"/>
                  </a:lnTo>
                  <a:lnTo>
                    <a:pt x="730793" y="52193"/>
                  </a:lnTo>
                  <a:lnTo>
                    <a:pt x="738651" y="52157"/>
                  </a:lnTo>
                  <a:lnTo>
                    <a:pt x="746509" y="52124"/>
                  </a:lnTo>
                  <a:lnTo>
                    <a:pt x="754367" y="52083"/>
                  </a:lnTo>
                  <a:lnTo>
                    <a:pt x="762225" y="52058"/>
                  </a:lnTo>
                  <a:lnTo>
                    <a:pt x="770083" y="52023"/>
                  </a:lnTo>
                  <a:lnTo>
                    <a:pt x="777941" y="51988"/>
                  </a:lnTo>
                  <a:lnTo>
                    <a:pt x="785799" y="51953"/>
                  </a:lnTo>
                  <a:lnTo>
                    <a:pt x="793657" y="51916"/>
                  </a:lnTo>
                  <a:lnTo>
                    <a:pt x="801515" y="51879"/>
                  </a:lnTo>
                  <a:lnTo>
                    <a:pt x="809373" y="51841"/>
                  </a:lnTo>
                  <a:lnTo>
                    <a:pt x="817231" y="51802"/>
                  </a:lnTo>
                  <a:lnTo>
                    <a:pt x="825089" y="51763"/>
                  </a:lnTo>
                  <a:lnTo>
                    <a:pt x="832947" y="51727"/>
                  </a:lnTo>
                  <a:lnTo>
                    <a:pt x="840805" y="51698"/>
                  </a:lnTo>
                  <a:lnTo>
                    <a:pt x="848663" y="51676"/>
                  </a:lnTo>
                  <a:lnTo>
                    <a:pt x="856521" y="51642"/>
                  </a:lnTo>
                  <a:lnTo>
                    <a:pt x="864379" y="51591"/>
                  </a:lnTo>
                  <a:lnTo>
                    <a:pt x="872237" y="51541"/>
                  </a:lnTo>
                  <a:lnTo>
                    <a:pt x="880095" y="51501"/>
                  </a:lnTo>
                  <a:lnTo>
                    <a:pt x="887953" y="51461"/>
                  </a:lnTo>
                  <a:lnTo>
                    <a:pt x="895811" y="51419"/>
                  </a:lnTo>
                  <a:lnTo>
                    <a:pt x="903669" y="51375"/>
                  </a:lnTo>
                  <a:lnTo>
                    <a:pt x="911527" y="51324"/>
                  </a:lnTo>
                  <a:lnTo>
                    <a:pt x="919385" y="51276"/>
                  </a:lnTo>
                  <a:lnTo>
                    <a:pt x="927243" y="51216"/>
                  </a:lnTo>
                  <a:lnTo>
                    <a:pt x="935101" y="51154"/>
                  </a:lnTo>
                  <a:lnTo>
                    <a:pt x="942959" y="51100"/>
                  </a:lnTo>
                  <a:lnTo>
                    <a:pt x="950817" y="51051"/>
                  </a:lnTo>
                  <a:lnTo>
                    <a:pt x="958675" y="50998"/>
                  </a:lnTo>
                  <a:lnTo>
                    <a:pt x="966533" y="50935"/>
                  </a:lnTo>
                  <a:lnTo>
                    <a:pt x="974391" y="50870"/>
                  </a:lnTo>
                  <a:lnTo>
                    <a:pt x="982249" y="50816"/>
                  </a:lnTo>
                  <a:lnTo>
                    <a:pt x="990107" y="50761"/>
                  </a:lnTo>
                  <a:lnTo>
                    <a:pt x="997965" y="50704"/>
                  </a:lnTo>
                  <a:lnTo>
                    <a:pt x="1005823" y="50647"/>
                  </a:lnTo>
                  <a:lnTo>
                    <a:pt x="1013681" y="50580"/>
                  </a:lnTo>
                  <a:lnTo>
                    <a:pt x="1021539" y="50508"/>
                  </a:lnTo>
                  <a:lnTo>
                    <a:pt x="1029397" y="50435"/>
                  </a:lnTo>
                  <a:lnTo>
                    <a:pt x="1037254" y="50360"/>
                  </a:lnTo>
                  <a:lnTo>
                    <a:pt x="1045112" y="50308"/>
                  </a:lnTo>
                  <a:lnTo>
                    <a:pt x="1052970" y="50256"/>
                  </a:lnTo>
                  <a:lnTo>
                    <a:pt x="1060828" y="50203"/>
                  </a:lnTo>
                  <a:lnTo>
                    <a:pt x="1068686" y="50146"/>
                  </a:lnTo>
                  <a:lnTo>
                    <a:pt x="1076544" y="50060"/>
                  </a:lnTo>
                  <a:lnTo>
                    <a:pt x="1084402" y="49973"/>
                  </a:lnTo>
                  <a:lnTo>
                    <a:pt x="1092260" y="49909"/>
                  </a:lnTo>
                  <a:lnTo>
                    <a:pt x="1100118" y="49839"/>
                  </a:lnTo>
                  <a:lnTo>
                    <a:pt x="1107976" y="49738"/>
                  </a:lnTo>
                  <a:lnTo>
                    <a:pt x="1115834" y="49634"/>
                  </a:lnTo>
                  <a:lnTo>
                    <a:pt x="1123692" y="49528"/>
                  </a:lnTo>
                  <a:lnTo>
                    <a:pt x="1131550" y="49419"/>
                  </a:lnTo>
                  <a:lnTo>
                    <a:pt x="1139408" y="49307"/>
                  </a:lnTo>
                  <a:lnTo>
                    <a:pt x="1147266" y="49192"/>
                  </a:lnTo>
                  <a:lnTo>
                    <a:pt x="1155124" y="49074"/>
                  </a:lnTo>
                  <a:lnTo>
                    <a:pt x="1162982" y="48949"/>
                  </a:lnTo>
                  <a:lnTo>
                    <a:pt x="1170840" y="48810"/>
                  </a:lnTo>
                  <a:lnTo>
                    <a:pt x="1178698" y="48667"/>
                  </a:lnTo>
                  <a:lnTo>
                    <a:pt x="1186556" y="48552"/>
                  </a:lnTo>
                  <a:lnTo>
                    <a:pt x="1194414" y="48422"/>
                  </a:lnTo>
                  <a:lnTo>
                    <a:pt x="1202272" y="48296"/>
                  </a:lnTo>
                  <a:lnTo>
                    <a:pt x="1210130" y="48154"/>
                  </a:lnTo>
                  <a:lnTo>
                    <a:pt x="1217988" y="48023"/>
                  </a:lnTo>
                  <a:lnTo>
                    <a:pt x="1225846" y="47889"/>
                  </a:lnTo>
                  <a:lnTo>
                    <a:pt x="1233704" y="47753"/>
                  </a:lnTo>
                  <a:lnTo>
                    <a:pt x="1241562" y="47613"/>
                  </a:lnTo>
                  <a:lnTo>
                    <a:pt x="1249420" y="47471"/>
                  </a:lnTo>
                  <a:lnTo>
                    <a:pt x="1257278" y="47330"/>
                  </a:lnTo>
                  <a:lnTo>
                    <a:pt x="1265136" y="47207"/>
                  </a:lnTo>
                  <a:lnTo>
                    <a:pt x="1272994" y="47082"/>
                  </a:lnTo>
                  <a:lnTo>
                    <a:pt x="1280852" y="46954"/>
                  </a:lnTo>
                  <a:lnTo>
                    <a:pt x="1288710" y="46825"/>
                  </a:lnTo>
                  <a:lnTo>
                    <a:pt x="1296568" y="46692"/>
                  </a:lnTo>
                  <a:lnTo>
                    <a:pt x="1304426" y="46550"/>
                  </a:lnTo>
                  <a:lnTo>
                    <a:pt x="1312284" y="46393"/>
                  </a:lnTo>
                  <a:lnTo>
                    <a:pt x="1320142" y="46233"/>
                  </a:lnTo>
                  <a:lnTo>
                    <a:pt x="1328000" y="46069"/>
                  </a:lnTo>
                  <a:lnTo>
                    <a:pt x="1335858" y="45902"/>
                  </a:lnTo>
                  <a:lnTo>
                    <a:pt x="1343716" y="45742"/>
                  </a:lnTo>
                  <a:lnTo>
                    <a:pt x="1351574" y="45584"/>
                  </a:lnTo>
                  <a:lnTo>
                    <a:pt x="1359432" y="45422"/>
                  </a:lnTo>
                  <a:lnTo>
                    <a:pt x="1367290" y="45258"/>
                  </a:lnTo>
                  <a:lnTo>
                    <a:pt x="1375148" y="45064"/>
                  </a:lnTo>
                  <a:lnTo>
                    <a:pt x="1383006" y="44860"/>
                  </a:lnTo>
                  <a:lnTo>
                    <a:pt x="1390864" y="44652"/>
                  </a:lnTo>
                  <a:lnTo>
                    <a:pt x="1398722" y="44472"/>
                  </a:lnTo>
                  <a:lnTo>
                    <a:pt x="1406580" y="44314"/>
                  </a:lnTo>
                  <a:lnTo>
                    <a:pt x="1414438" y="44152"/>
                  </a:lnTo>
                  <a:lnTo>
                    <a:pt x="1422296" y="43988"/>
                  </a:lnTo>
                  <a:lnTo>
                    <a:pt x="1430154" y="43820"/>
                  </a:lnTo>
                  <a:lnTo>
                    <a:pt x="1438012" y="43623"/>
                  </a:lnTo>
                  <a:lnTo>
                    <a:pt x="1445870" y="43423"/>
                  </a:lnTo>
                  <a:lnTo>
                    <a:pt x="1453728" y="43219"/>
                  </a:lnTo>
                  <a:lnTo>
                    <a:pt x="1461586" y="43010"/>
                  </a:lnTo>
                  <a:lnTo>
                    <a:pt x="1469444" y="42798"/>
                  </a:lnTo>
                  <a:lnTo>
                    <a:pt x="1477302" y="42581"/>
                  </a:lnTo>
                  <a:lnTo>
                    <a:pt x="1485160" y="42360"/>
                  </a:lnTo>
                  <a:lnTo>
                    <a:pt x="1493018" y="42135"/>
                  </a:lnTo>
                  <a:lnTo>
                    <a:pt x="1500876" y="41905"/>
                  </a:lnTo>
                  <a:lnTo>
                    <a:pt x="1508734" y="41671"/>
                  </a:lnTo>
                  <a:lnTo>
                    <a:pt x="1516592" y="41431"/>
                  </a:lnTo>
                  <a:lnTo>
                    <a:pt x="1524450" y="41188"/>
                  </a:lnTo>
                  <a:lnTo>
                    <a:pt x="1532308" y="40939"/>
                  </a:lnTo>
                  <a:lnTo>
                    <a:pt x="1540166" y="40685"/>
                  </a:lnTo>
                  <a:lnTo>
                    <a:pt x="1548024" y="40427"/>
                  </a:lnTo>
                  <a:lnTo>
                    <a:pt x="1555882" y="40163"/>
                  </a:lnTo>
                  <a:lnTo>
                    <a:pt x="1563740" y="39894"/>
                  </a:lnTo>
                  <a:lnTo>
                    <a:pt x="1571598" y="39620"/>
                  </a:lnTo>
                  <a:lnTo>
                    <a:pt x="1579456" y="39340"/>
                  </a:lnTo>
                  <a:lnTo>
                    <a:pt x="1587314" y="39011"/>
                  </a:lnTo>
                  <a:lnTo>
                    <a:pt x="1595172" y="38630"/>
                  </a:lnTo>
                  <a:lnTo>
                    <a:pt x="1603030" y="38239"/>
                  </a:lnTo>
                  <a:lnTo>
                    <a:pt x="1610888" y="37839"/>
                  </a:lnTo>
                  <a:lnTo>
                    <a:pt x="1618746" y="37428"/>
                  </a:lnTo>
                  <a:lnTo>
                    <a:pt x="1626604" y="37006"/>
                  </a:lnTo>
                  <a:lnTo>
                    <a:pt x="1634462" y="36574"/>
                  </a:lnTo>
                  <a:lnTo>
                    <a:pt x="1642320" y="36131"/>
                  </a:lnTo>
                  <a:lnTo>
                    <a:pt x="1650178" y="35676"/>
                  </a:lnTo>
                  <a:lnTo>
                    <a:pt x="1658036" y="35209"/>
                  </a:lnTo>
                  <a:lnTo>
                    <a:pt x="1665894" y="34731"/>
                  </a:lnTo>
                  <a:lnTo>
                    <a:pt x="1673752" y="34240"/>
                  </a:lnTo>
                  <a:lnTo>
                    <a:pt x="1681610" y="33737"/>
                  </a:lnTo>
                  <a:lnTo>
                    <a:pt x="1689468" y="33221"/>
                  </a:lnTo>
                  <a:lnTo>
                    <a:pt x="1697326" y="32692"/>
                  </a:lnTo>
                  <a:lnTo>
                    <a:pt x="1705184" y="32149"/>
                  </a:lnTo>
                  <a:lnTo>
                    <a:pt x="1713042" y="31592"/>
                  </a:lnTo>
                  <a:lnTo>
                    <a:pt x="1720900" y="31068"/>
                  </a:lnTo>
                  <a:lnTo>
                    <a:pt x="1728758" y="30571"/>
                  </a:lnTo>
                  <a:lnTo>
                    <a:pt x="1736616" y="30065"/>
                  </a:lnTo>
                  <a:lnTo>
                    <a:pt x="1744474" y="29548"/>
                  </a:lnTo>
                  <a:lnTo>
                    <a:pt x="1752332" y="29021"/>
                  </a:lnTo>
                  <a:lnTo>
                    <a:pt x="1760190" y="28433"/>
                  </a:lnTo>
                  <a:lnTo>
                    <a:pt x="1768048" y="27889"/>
                  </a:lnTo>
                  <a:lnTo>
                    <a:pt x="1775906" y="27333"/>
                  </a:lnTo>
                  <a:lnTo>
                    <a:pt x="1783764" y="26767"/>
                  </a:lnTo>
                  <a:lnTo>
                    <a:pt x="1791622" y="26192"/>
                  </a:lnTo>
                  <a:lnTo>
                    <a:pt x="1799480" y="25602"/>
                  </a:lnTo>
                  <a:lnTo>
                    <a:pt x="1807338" y="24991"/>
                  </a:lnTo>
                  <a:lnTo>
                    <a:pt x="1815196" y="24367"/>
                  </a:lnTo>
                  <a:lnTo>
                    <a:pt x="1823054" y="23729"/>
                  </a:lnTo>
                  <a:lnTo>
                    <a:pt x="1830912" y="23128"/>
                  </a:lnTo>
                  <a:lnTo>
                    <a:pt x="1838770" y="22475"/>
                  </a:lnTo>
                  <a:lnTo>
                    <a:pt x="1846628" y="21808"/>
                  </a:lnTo>
                  <a:lnTo>
                    <a:pt x="1854486" y="21128"/>
                  </a:lnTo>
                  <a:lnTo>
                    <a:pt x="1862344" y="20433"/>
                  </a:lnTo>
                  <a:lnTo>
                    <a:pt x="1870202" y="19724"/>
                  </a:lnTo>
                  <a:lnTo>
                    <a:pt x="1878060" y="19001"/>
                  </a:lnTo>
                  <a:lnTo>
                    <a:pt x="1885918" y="18262"/>
                  </a:lnTo>
                  <a:lnTo>
                    <a:pt x="1893776" y="17508"/>
                  </a:lnTo>
                  <a:lnTo>
                    <a:pt x="1901634" y="16739"/>
                  </a:lnTo>
                  <a:lnTo>
                    <a:pt x="1909492" y="15954"/>
                  </a:lnTo>
                  <a:lnTo>
                    <a:pt x="1917350" y="15152"/>
                  </a:lnTo>
                  <a:lnTo>
                    <a:pt x="1925208" y="14335"/>
                  </a:lnTo>
                  <a:lnTo>
                    <a:pt x="1933066" y="13500"/>
                  </a:lnTo>
                  <a:lnTo>
                    <a:pt x="1940924" y="12648"/>
                  </a:lnTo>
                  <a:lnTo>
                    <a:pt x="1948782" y="11779"/>
                  </a:lnTo>
                  <a:lnTo>
                    <a:pt x="1956640" y="10893"/>
                  </a:lnTo>
                  <a:lnTo>
                    <a:pt x="1964498" y="9988"/>
                  </a:lnTo>
                  <a:lnTo>
                    <a:pt x="1972356" y="8998"/>
                  </a:lnTo>
                  <a:lnTo>
                    <a:pt x="1980214" y="7952"/>
                  </a:lnTo>
                  <a:lnTo>
                    <a:pt x="1988072" y="6883"/>
                  </a:lnTo>
                  <a:lnTo>
                    <a:pt x="1995930" y="5790"/>
                  </a:lnTo>
                  <a:lnTo>
                    <a:pt x="2003788" y="4682"/>
                  </a:lnTo>
                  <a:lnTo>
                    <a:pt x="2011646" y="3630"/>
                  </a:lnTo>
                  <a:lnTo>
                    <a:pt x="2019504" y="2556"/>
                  </a:lnTo>
                  <a:lnTo>
                    <a:pt x="2027362" y="1320"/>
                  </a:lnTo>
                  <a:lnTo>
                    <a:pt x="2035220" y="0"/>
                  </a:lnTo>
                  <a:lnTo>
                    <a:pt x="2035220" y="53583"/>
                  </a:lnTo>
                  <a:lnTo>
                    <a:pt x="2027362" y="53583"/>
                  </a:lnTo>
                  <a:lnTo>
                    <a:pt x="2019504" y="53583"/>
                  </a:lnTo>
                  <a:lnTo>
                    <a:pt x="2011646" y="53583"/>
                  </a:lnTo>
                  <a:lnTo>
                    <a:pt x="2003788" y="53583"/>
                  </a:lnTo>
                  <a:lnTo>
                    <a:pt x="1995930" y="53583"/>
                  </a:lnTo>
                  <a:lnTo>
                    <a:pt x="1988072" y="53583"/>
                  </a:lnTo>
                  <a:lnTo>
                    <a:pt x="1980214" y="53583"/>
                  </a:lnTo>
                  <a:lnTo>
                    <a:pt x="1972356" y="53583"/>
                  </a:lnTo>
                  <a:lnTo>
                    <a:pt x="1964498" y="53583"/>
                  </a:lnTo>
                  <a:lnTo>
                    <a:pt x="1956640" y="53583"/>
                  </a:lnTo>
                  <a:lnTo>
                    <a:pt x="1948782" y="53583"/>
                  </a:lnTo>
                  <a:lnTo>
                    <a:pt x="1940924" y="53582"/>
                  </a:lnTo>
                  <a:lnTo>
                    <a:pt x="1933066" y="53582"/>
                  </a:lnTo>
                  <a:lnTo>
                    <a:pt x="1925208" y="53582"/>
                  </a:lnTo>
                  <a:lnTo>
                    <a:pt x="1917350" y="53582"/>
                  </a:lnTo>
                  <a:lnTo>
                    <a:pt x="1909492" y="53582"/>
                  </a:lnTo>
                  <a:lnTo>
                    <a:pt x="1901634" y="53582"/>
                  </a:lnTo>
                  <a:lnTo>
                    <a:pt x="1893776" y="53582"/>
                  </a:lnTo>
                  <a:lnTo>
                    <a:pt x="1885918" y="53582"/>
                  </a:lnTo>
                  <a:lnTo>
                    <a:pt x="1878060" y="53582"/>
                  </a:lnTo>
                  <a:lnTo>
                    <a:pt x="1870202" y="53582"/>
                  </a:lnTo>
                  <a:lnTo>
                    <a:pt x="1862344" y="53582"/>
                  </a:lnTo>
                  <a:lnTo>
                    <a:pt x="1854486" y="53582"/>
                  </a:lnTo>
                  <a:lnTo>
                    <a:pt x="1846628" y="53582"/>
                  </a:lnTo>
                  <a:lnTo>
                    <a:pt x="1838770" y="53582"/>
                  </a:lnTo>
                  <a:lnTo>
                    <a:pt x="1830912" y="53582"/>
                  </a:lnTo>
                  <a:lnTo>
                    <a:pt x="1823054" y="53582"/>
                  </a:lnTo>
                  <a:lnTo>
                    <a:pt x="1815196" y="53582"/>
                  </a:lnTo>
                  <a:lnTo>
                    <a:pt x="1807338" y="53582"/>
                  </a:lnTo>
                  <a:lnTo>
                    <a:pt x="1799480" y="53582"/>
                  </a:lnTo>
                  <a:lnTo>
                    <a:pt x="1791622" y="53582"/>
                  </a:lnTo>
                  <a:lnTo>
                    <a:pt x="1783764" y="53582"/>
                  </a:lnTo>
                  <a:lnTo>
                    <a:pt x="1775906" y="53582"/>
                  </a:lnTo>
                  <a:lnTo>
                    <a:pt x="1768048" y="53582"/>
                  </a:lnTo>
                  <a:lnTo>
                    <a:pt x="1760190" y="53582"/>
                  </a:lnTo>
                  <a:lnTo>
                    <a:pt x="1752332" y="53582"/>
                  </a:lnTo>
                  <a:lnTo>
                    <a:pt x="1744474" y="53582"/>
                  </a:lnTo>
                  <a:lnTo>
                    <a:pt x="1736616" y="53582"/>
                  </a:lnTo>
                  <a:lnTo>
                    <a:pt x="1728758" y="53582"/>
                  </a:lnTo>
                  <a:lnTo>
                    <a:pt x="1720900" y="53582"/>
                  </a:lnTo>
                  <a:lnTo>
                    <a:pt x="1713042" y="53582"/>
                  </a:lnTo>
                  <a:lnTo>
                    <a:pt x="1705184" y="53582"/>
                  </a:lnTo>
                  <a:lnTo>
                    <a:pt x="1697326" y="53582"/>
                  </a:lnTo>
                  <a:lnTo>
                    <a:pt x="1689468" y="53582"/>
                  </a:lnTo>
                  <a:lnTo>
                    <a:pt x="1681610" y="53581"/>
                  </a:lnTo>
                  <a:lnTo>
                    <a:pt x="1673752" y="53581"/>
                  </a:lnTo>
                  <a:lnTo>
                    <a:pt x="1665894" y="53581"/>
                  </a:lnTo>
                  <a:lnTo>
                    <a:pt x="1658036" y="53581"/>
                  </a:lnTo>
                  <a:lnTo>
                    <a:pt x="1650178" y="53581"/>
                  </a:lnTo>
                  <a:lnTo>
                    <a:pt x="1642320" y="53581"/>
                  </a:lnTo>
                  <a:lnTo>
                    <a:pt x="1634462" y="53581"/>
                  </a:lnTo>
                  <a:lnTo>
                    <a:pt x="1626604" y="53581"/>
                  </a:lnTo>
                  <a:lnTo>
                    <a:pt x="1618746" y="53581"/>
                  </a:lnTo>
                  <a:lnTo>
                    <a:pt x="1610888" y="53581"/>
                  </a:lnTo>
                  <a:lnTo>
                    <a:pt x="1603030" y="53581"/>
                  </a:lnTo>
                  <a:lnTo>
                    <a:pt x="1595172" y="53581"/>
                  </a:lnTo>
                  <a:lnTo>
                    <a:pt x="1587314" y="53581"/>
                  </a:lnTo>
                  <a:lnTo>
                    <a:pt x="1579456" y="53581"/>
                  </a:lnTo>
                  <a:lnTo>
                    <a:pt x="1571598" y="53581"/>
                  </a:lnTo>
                  <a:lnTo>
                    <a:pt x="1563740" y="53581"/>
                  </a:lnTo>
                  <a:lnTo>
                    <a:pt x="1555882" y="53581"/>
                  </a:lnTo>
                  <a:lnTo>
                    <a:pt x="1548024" y="53581"/>
                  </a:lnTo>
                  <a:lnTo>
                    <a:pt x="1540166" y="53580"/>
                  </a:lnTo>
                  <a:lnTo>
                    <a:pt x="1532308" y="53580"/>
                  </a:lnTo>
                  <a:lnTo>
                    <a:pt x="1524450" y="53580"/>
                  </a:lnTo>
                  <a:lnTo>
                    <a:pt x="1516592" y="53580"/>
                  </a:lnTo>
                  <a:lnTo>
                    <a:pt x="1508734" y="53580"/>
                  </a:lnTo>
                  <a:lnTo>
                    <a:pt x="1500876" y="53580"/>
                  </a:lnTo>
                  <a:lnTo>
                    <a:pt x="1493018" y="53580"/>
                  </a:lnTo>
                  <a:lnTo>
                    <a:pt x="1485160" y="53580"/>
                  </a:lnTo>
                  <a:lnTo>
                    <a:pt x="1477302" y="53580"/>
                  </a:lnTo>
                  <a:lnTo>
                    <a:pt x="1469444" y="53580"/>
                  </a:lnTo>
                  <a:lnTo>
                    <a:pt x="1461586" y="53580"/>
                  </a:lnTo>
                  <a:lnTo>
                    <a:pt x="1453728" y="53580"/>
                  </a:lnTo>
                  <a:lnTo>
                    <a:pt x="1445870" y="53579"/>
                  </a:lnTo>
                  <a:lnTo>
                    <a:pt x="1438012" y="53579"/>
                  </a:lnTo>
                  <a:lnTo>
                    <a:pt x="1430154" y="53579"/>
                  </a:lnTo>
                  <a:lnTo>
                    <a:pt x="1422296" y="53579"/>
                  </a:lnTo>
                  <a:lnTo>
                    <a:pt x="1414438" y="53579"/>
                  </a:lnTo>
                  <a:lnTo>
                    <a:pt x="1406580" y="53579"/>
                  </a:lnTo>
                  <a:lnTo>
                    <a:pt x="1398722" y="53579"/>
                  </a:lnTo>
                  <a:lnTo>
                    <a:pt x="1390864" y="53579"/>
                  </a:lnTo>
                  <a:lnTo>
                    <a:pt x="1383006" y="53579"/>
                  </a:lnTo>
                  <a:lnTo>
                    <a:pt x="1375148" y="53579"/>
                  </a:lnTo>
                  <a:lnTo>
                    <a:pt x="1367290" y="53578"/>
                  </a:lnTo>
                  <a:lnTo>
                    <a:pt x="1359432" y="53578"/>
                  </a:lnTo>
                  <a:lnTo>
                    <a:pt x="1351574" y="53578"/>
                  </a:lnTo>
                  <a:lnTo>
                    <a:pt x="1343716" y="53578"/>
                  </a:lnTo>
                  <a:lnTo>
                    <a:pt x="1335858" y="53578"/>
                  </a:lnTo>
                  <a:lnTo>
                    <a:pt x="1328000" y="53578"/>
                  </a:lnTo>
                  <a:lnTo>
                    <a:pt x="1320142" y="53578"/>
                  </a:lnTo>
                  <a:lnTo>
                    <a:pt x="1312284" y="53578"/>
                  </a:lnTo>
                  <a:lnTo>
                    <a:pt x="1304426" y="53577"/>
                  </a:lnTo>
                  <a:lnTo>
                    <a:pt x="1296568" y="53577"/>
                  </a:lnTo>
                  <a:lnTo>
                    <a:pt x="1288710" y="53577"/>
                  </a:lnTo>
                  <a:lnTo>
                    <a:pt x="1280852" y="53577"/>
                  </a:lnTo>
                  <a:lnTo>
                    <a:pt x="1272994" y="53577"/>
                  </a:lnTo>
                  <a:lnTo>
                    <a:pt x="1265136" y="53577"/>
                  </a:lnTo>
                  <a:lnTo>
                    <a:pt x="1257278" y="53577"/>
                  </a:lnTo>
                  <a:lnTo>
                    <a:pt x="1249420" y="53577"/>
                  </a:lnTo>
                  <a:lnTo>
                    <a:pt x="1241562" y="53576"/>
                  </a:lnTo>
                  <a:lnTo>
                    <a:pt x="1233704" y="53576"/>
                  </a:lnTo>
                  <a:lnTo>
                    <a:pt x="1225846" y="53576"/>
                  </a:lnTo>
                  <a:lnTo>
                    <a:pt x="1217988" y="53576"/>
                  </a:lnTo>
                  <a:lnTo>
                    <a:pt x="1210130" y="53576"/>
                  </a:lnTo>
                  <a:lnTo>
                    <a:pt x="1202272" y="53576"/>
                  </a:lnTo>
                  <a:lnTo>
                    <a:pt x="1194414" y="53575"/>
                  </a:lnTo>
                  <a:lnTo>
                    <a:pt x="1186556" y="53575"/>
                  </a:lnTo>
                  <a:lnTo>
                    <a:pt x="1178698" y="53575"/>
                  </a:lnTo>
                  <a:lnTo>
                    <a:pt x="1170840" y="53575"/>
                  </a:lnTo>
                  <a:lnTo>
                    <a:pt x="1162982" y="53575"/>
                  </a:lnTo>
                  <a:lnTo>
                    <a:pt x="1155124" y="53574"/>
                  </a:lnTo>
                  <a:lnTo>
                    <a:pt x="1147266" y="53574"/>
                  </a:lnTo>
                  <a:lnTo>
                    <a:pt x="1139408" y="53574"/>
                  </a:lnTo>
                  <a:lnTo>
                    <a:pt x="1131550" y="53574"/>
                  </a:lnTo>
                  <a:lnTo>
                    <a:pt x="1123692" y="53574"/>
                  </a:lnTo>
                  <a:lnTo>
                    <a:pt x="1115834" y="53573"/>
                  </a:lnTo>
                  <a:lnTo>
                    <a:pt x="1107976" y="53573"/>
                  </a:lnTo>
                  <a:lnTo>
                    <a:pt x="1100118" y="53573"/>
                  </a:lnTo>
                  <a:lnTo>
                    <a:pt x="1092260" y="53573"/>
                  </a:lnTo>
                  <a:lnTo>
                    <a:pt x="1084402" y="53572"/>
                  </a:lnTo>
                  <a:lnTo>
                    <a:pt x="1076544" y="53572"/>
                  </a:lnTo>
                  <a:lnTo>
                    <a:pt x="1068686" y="53572"/>
                  </a:lnTo>
                  <a:lnTo>
                    <a:pt x="1060828" y="53572"/>
                  </a:lnTo>
                  <a:lnTo>
                    <a:pt x="1052970" y="53571"/>
                  </a:lnTo>
                  <a:lnTo>
                    <a:pt x="1045112" y="53571"/>
                  </a:lnTo>
                  <a:lnTo>
                    <a:pt x="1037254" y="53571"/>
                  </a:lnTo>
                  <a:lnTo>
                    <a:pt x="1029397" y="53571"/>
                  </a:lnTo>
                  <a:lnTo>
                    <a:pt x="1021539" y="53570"/>
                  </a:lnTo>
                  <a:lnTo>
                    <a:pt x="1013681" y="53570"/>
                  </a:lnTo>
                  <a:lnTo>
                    <a:pt x="1005823" y="53570"/>
                  </a:lnTo>
                  <a:lnTo>
                    <a:pt x="997965" y="53569"/>
                  </a:lnTo>
                  <a:lnTo>
                    <a:pt x="990107" y="53569"/>
                  </a:lnTo>
                  <a:lnTo>
                    <a:pt x="982249" y="53569"/>
                  </a:lnTo>
                  <a:lnTo>
                    <a:pt x="974391" y="53568"/>
                  </a:lnTo>
                  <a:lnTo>
                    <a:pt x="966533" y="53568"/>
                  </a:lnTo>
                  <a:lnTo>
                    <a:pt x="958675" y="53568"/>
                  </a:lnTo>
                  <a:lnTo>
                    <a:pt x="950817" y="53568"/>
                  </a:lnTo>
                  <a:lnTo>
                    <a:pt x="942959" y="53567"/>
                  </a:lnTo>
                  <a:lnTo>
                    <a:pt x="935101" y="53567"/>
                  </a:lnTo>
                  <a:lnTo>
                    <a:pt x="927243" y="53567"/>
                  </a:lnTo>
                  <a:lnTo>
                    <a:pt x="919385" y="53566"/>
                  </a:lnTo>
                  <a:lnTo>
                    <a:pt x="911527" y="53566"/>
                  </a:lnTo>
                  <a:lnTo>
                    <a:pt x="903669" y="53566"/>
                  </a:lnTo>
                  <a:lnTo>
                    <a:pt x="895811" y="53565"/>
                  </a:lnTo>
                  <a:lnTo>
                    <a:pt x="887953" y="53565"/>
                  </a:lnTo>
                  <a:lnTo>
                    <a:pt x="880095" y="53565"/>
                  </a:lnTo>
                  <a:lnTo>
                    <a:pt x="872237" y="53564"/>
                  </a:lnTo>
                  <a:lnTo>
                    <a:pt x="864379" y="53564"/>
                  </a:lnTo>
                  <a:lnTo>
                    <a:pt x="856521" y="53563"/>
                  </a:lnTo>
                  <a:lnTo>
                    <a:pt x="848663" y="53563"/>
                  </a:lnTo>
                  <a:lnTo>
                    <a:pt x="840805" y="53563"/>
                  </a:lnTo>
                  <a:lnTo>
                    <a:pt x="832947" y="53562"/>
                  </a:lnTo>
                  <a:lnTo>
                    <a:pt x="825089" y="53562"/>
                  </a:lnTo>
                  <a:lnTo>
                    <a:pt x="817231" y="53561"/>
                  </a:lnTo>
                  <a:lnTo>
                    <a:pt x="809373" y="53561"/>
                  </a:lnTo>
                  <a:lnTo>
                    <a:pt x="801515" y="53561"/>
                  </a:lnTo>
                  <a:lnTo>
                    <a:pt x="793657" y="53560"/>
                  </a:lnTo>
                  <a:lnTo>
                    <a:pt x="785799" y="53560"/>
                  </a:lnTo>
                  <a:lnTo>
                    <a:pt x="777941" y="53559"/>
                  </a:lnTo>
                  <a:lnTo>
                    <a:pt x="770083" y="53559"/>
                  </a:lnTo>
                  <a:lnTo>
                    <a:pt x="762225" y="53558"/>
                  </a:lnTo>
                  <a:lnTo>
                    <a:pt x="754367" y="53558"/>
                  </a:lnTo>
                  <a:lnTo>
                    <a:pt x="746509" y="53557"/>
                  </a:lnTo>
                  <a:lnTo>
                    <a:pt x="738651" y="53556"/>
                  </a:lnTo>
                  <a:lnTo>
                    <a:pt x="730793" y="53556"/>
                  </a:lnTo>
                  <a:lnTo>
                    <a:pt x="722935" y="53555"/>
                  </a:lnTo>
                  <a:lnTo>
                    <a:pt x="715077" y="53555"/>
                  </a:lnTo>
                  <a:lnTo>
                    <a:pt x="707219" y="53554"/>
                  </a:lnTo>
                  <a:lnTo>
                    <a:pt x="699361" y="53554"/>
                  </a:lnTo>
                  <a:lnTo>
                    <a:pt x="691503" y="53553"/>
                  </a:lnTo>
                  <a:lnTo>
                    <a:pt x="683645" y="53552"/>
                  </a:lnTo>
                  <a:lnTo>
                    <a:pt x="675787" y="53552"/>
                  </a:lnTo>
                  <a:lnTo>
                    <a:pt x="667929" y="53551"/>
                  </a:lnTo>
                  <a:lnTo>
                    <a:pt x="660071" y="53551"/>
                  </a:lnTo>
                  <a:lnTo>
                    <a:pt x="652213" y="53550"/>
                  </a:lnTo>
                  <a:lnTo>
                    <a:pt x="644355" y="53549"/>
                  </a:lnTo>
                  <a:lnTo>
                    <a:pt x="636497" y="53549"/>
                  </a:lnTo>
                  <a:lnTo>
                    <a:pt x="628639" y="53548"/>
                  </a:lnTo>
                  <a:lnTo>
                    <a:pt x="620781" y="53547"/>
                  </a:lnTo>
                  <a:lnTo>
                    <a:pt x="612923" y="53546"/>
                  </a:lnTo>
                  <a:lnTo>
                    <a:pt x="605065" y="53546"/>
                  </a:lnTo>
                  <a:lnTo>
                    <a:pt x="597207" y="53545"/>
                  </a:lnTo>
                  <a:lnTo>
                    <a:pt x="589349" y="53544"/>
                  </a:lnTo>
                  <a:lnTo>
                    <a:pt x="581491" y="53544"/>
                  </a:lnTo>
                  <a:lnTo>
                    <a:pt x="573633" y="53543"/>
                  </a:lnTo>
                  <a:lnTo>
                    <a:pt x="565775" y="53542"/>
                  </a:lnTo>
                  <a:lnTo>
                    <a:pt x="557917" y="53542"/>
                  </a:lnTo>
                  <a:lnTo>
                    <a:pt x="550059" y="53541"/>
                  </a:lnTo>
                  <a:lnTo>
                    <a:pt x="542201" y="53540"/>
                  </a:lnTo>
                  <a:lnTo>
                    <a:pt x="534343" y="53539"/>
                  </a:lnTo>
                  <a:lnTo>
                    <a:pt x="526485" y="53538"/>
                  </a:lnTo>
                  <a:lnTo>
                    <a:pt x="518627" y="53538"/>
                  </a:lnTo>
                  <a:lnTo>
                    <a:pt x="510769" y="53537"/>
                  </a:lnTo>
                  <a:lnTo>
                    <a:pt x="502911" y="53536"/>
                  </a:lnTo>
                  <a:lnTo>
                    <a:pt x="495053" y="53536"/>
                  </a:lnTo>
                  <a:lnTo>
                    <a:pt x="487195" y="53535"/>
                  </a:lnTo>
                  <a:lnTo>
                    <a:pt x="479337" y="53534"/>
                  </a:lnTo>
                  <a:lnTo>
                    <a:pt x="471479" y="53533"/>
                  </a:lnTo>
                  <a:lnTo>
                    <a:pt x="463621" y="53533"/>
                  </a:lnTo>
                  <a:lnTo>
                    <a:pt x="455763" y="53532"/>
                  </a:lnTo>
                  <a:lnTo>
                    <a:pt x="447905" y="53531"/>
                  </a:lnTo>
                  <a:lnTo>
                    <a:pt x="440047" y="53530"/>
                  </a:lnTo>
                  <a:lnTo>
                    <a:pt x="432189" y="53529"/>
                  </a:lnTo>
                  <a:lnTo>
                    <a:pt x="424331" y="53528"/>
                  </a:lnTo>
                  <a:lnTo>
                    <a:pt x="416473" y="53527"/>
                  </a:lnTo>
                  <a:lnTo>
                    <a:pt x="408615" y="53526"/>
                  </a:lnTo>
                  <a:lnTo>
                    <a:pt x="400757" y="53525"/>
                  </a:lnTo>
                  <a:lnTo>
                    <a:pt x="392899" y="53525"/>
                  </a:lnTo>
                  <a:lnTo>
                    <a:pt x="385041" y="53524"/>
                  </a:lnTo>
                  <a:lnTo>
                    <a:pt x="377183" y="53524"/>
                  </a:lnTo>
                  <a:lnTo>
                    <a:pt x="369325" y="53523"/>
                  </a:lnTo>
                  <a:lnTo>
                    <a:pt x="361467" y="53522"/>
                  </a:lnTo>
                  <a:lnTo>
                    <a:pt x="353609" y="53521"/>
                  </a:lnTo>
                  <a:lnTo>
                    <a:pt x="345751" y="53520"/>
                  </a:lnTo>
                  <a:lnTo>
                    <a:pt x="337893" y="53520"/>
                  </a:lnTo>
                  <a:lnTo>
                    <a:pt x="330035" y="53520"/>
                  </a:lnTo>
                  <a:lnTo>
                    <a:pt x="322177" y="53519"/>
                  </a:lnTo>
                  <a:lnTo>
                    <a:pt x="314319" y="53517"/>
                  </a:lnTo>
                  <a:lnTo>
                    <a:pt x="306461" y="53517"/>
                  </a:lnTo>
                  <a:lnTo>
                    <a:pt x="298603" y="53516"/>
                  </a:lnTo>
                  <a:lnTo>
                    <a:pt x="290745" y="53516"/>
                  </a:lnTo>
                  <a:lnTo>
                    <a:pt x="282887" y="53515"/>
                  </a:lnTo>
                  <a:lnTo>
                    <a:pt x="275029" y="53515"/>
                  </a:lnTo>
                  <a:lnTo>
                    <a:pt x="267171" y="53515"/>
                  </a:lnTo>
                  <a:lnTo>
                    <a:pt x="259313" y="53514"/>
                  </a:lnTo>
                  <a:lnTo>
                    <a:pt x="251455" y="53514"/>
                  </a:lnTo>
                  <a:lnTo>
                    <a:pt x="243597" y="53514"/>
                  </a:lnTo>
                  <a:lnTo>
                    <a:pt x="235739" y="53514"/>
                  </a:lnTo>
                  <a:lnTo>
                    <a:pt x="227881" y="53513"/>
                  </a:lnTo>
                  <a:lnTo>
                    <a:pt x="220023" y="53514"/>
                  </a:lnTo>
                  <a:lnTo>
                    <a:pt x="212165" y="53513"/>
                  </a:lnTo>
                  <a:lnTo>
                    <a:pt x="204307" y="53513"/>
                  </a:lnTo>
                  <a:lnTo>
                    <a:pt x="196449" y="53513"/>
                  </a:lnTo>
                  <a:lnTo>
                    <a:pt x="188591" y="53513"/>
                  </a:lnTo>
                  <a:lnTo>
                    <a:pt x="180733" y="53513"/>
                  </a:lnTo>
                  <a:lnTo>
                    <a:pt x="172875" y="53513"/>
                  </a:lnTo>
                  <a:lnTo>
                    <a:pt x="165017" y="53512"/>
                  </a:lnTo>
                  <a:lnTo>
                    <a:pt x="157159" y="53513"/>
                  </a:lnTo>
                  <a:lnTo>
                    <a:pt x="149301" y="53513"/>
                  </a:lnTo>
                  <a:lnTo>
                    <a:pt x="141443" y="53513"/>
                  </a:lnTo>
                  <a:lnTo>
                    <a:pt x="133585" y="53514"/>
                  </a:lnTo>
                  <a:lnTo>
                    <a:pt x="125727" y="53514"/>
                  </a:lnTo>
                  <a:lnTo>
                    <a:pt x="117869" y="53515"/>
                  </a:lnTo>
                  <a:lnTo>
                    <a:pt x="110011" y="53515"/>
                  </a:lnTo>
                  <a:lnTo>
                    <a:pt x="102153" y="53516"/>
                  </a:lnTo>
                  <a:lnTo>
                    <a:pt x="94295" y="53516"/>
                  </a:lnTo>
                  <a:lnTo>
                    <a:pt x="86437" y="53516"/>
                  </a:lnTo>
                  <a:lnTo>
                    <a:pt x="78579" y="53516"/>
                  </a:lnTo>
                  <a:lnTo>
                    <a:pt x="70721" y="53516"/>
                  </a:lnTo>
                  <a:lnTo>
                    <a:pt x="62863" y="53517"/>
                  </a:lnTo>
                  <a:lnTo>
                    <a:pt x="55005" y="53517"/>
                  </a:lnTo>
                  <a:lnTo>
                    <a:pt x="47147" y="53517"/>
                  </a:lnTo>
                  <a:lnTo>
                    <a:pt x="39289" y="53518"/>
                  </a:lnTo>
                  <a:lnTo>
                    <a:pt x="31431" y="53518"/>
                  </a:lnTo>
                  <a:lnTo>
                    <a:pt x="23573" y="53518"/>
                  </a:lnTo>
                  <a:lnTo>
                    <a:pt x="15715" y="53519"/>
                  </a:lnTo>
                  <a:lnTo>
                    <a:pt x="7857" y="53520"/>
                  </a:lnTo>
                  <a:lnTo>
                    <a:pt x="0" y="53521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77" name="pl276"/>
            <p:cNvSpPr/>
            <p:nvPr/>
          </p:nvSpPr>
          <p:spPr>
            <a:xfrm>
              <a:off x="6029658" y="4903297"/>
              <a:ext cx="2035220" cy="53084"/>
            </a:xfrm>
            <a:custGeom>
              <a:avLst/>
              <a:pathLst>
                <a:path w="2035220" h="53084">
                  <a:moveTo>
                    <a:pt x="0" y="53026"/>
                  </a:moveTo>
                  <a:lnTo>
                    <a:pt x="7857" y="53031"/>
                  </a:lnTo>
                  <a:lnTo>
                    <a:pt x="15715" y="53031"/>
                  </a:lnTo>
                  <a:lnTo>
                    <a:pt x="23573" y="53032"/>
                  </a:lnTo>
                  <a:lnTo>
                    <a:pt x="31431" y="53035"/>
                  </a:lnTo>
                  <a:lnTo>
                    <a:pt x="39289" y="53042"/>
                  </a:lnTo>
                  <a:lnTo>
                    <a:pt x="47147" y="53055"/>
                  </a:lnTo>
                  <a:lnTo>
                    <a:pt x="55005" y="53056"/>
                  </a:lnTo>
                  <a:lnTo>
                    <a:pt x="62863" y="53058"/>
                  </a:lnTo>
                  <a:lnTo>
                    <a:pt x="70721" y="53063"/>
                  </a:lnTo>
                  <a:lnTo>
                    <a:pt x="78579" y="53063"/>
                  </a:lnTo>
                  <a:lnTo>
                    <a:pt x="86437" y="53063"/>
                  </a:lnTo>
                  <a:lnTo>
                    <a:pt x="94295" y="53061"/>
                  </a:lnTo>
                  <a:lnTo>
                    <a:pt x="102153" y="53065"/>
                  </a:lnTo>
                  <a:lnTo>
                    <a:pt x="110011" y="53065"/>
                  </a:lnTo>
                  <a:lnTo>
                    <a:pt x="117869" y="53066"/>
                  </a:lnTo>
                  <a:lnTo>
                    <a:pt x="125727" y="53072"/>
                  </a:lnTo>
                  <a:lnTo>
                    <a:pt x="133585" y="53078"/>
                  </a:lnTo>
                  <a:lnTo>
                    <a:pt x="141443" y="53081"/>
                  </a:lnTo>
                  <a:lnTo>
                    <a:pt x="149301" y="53084"/>
                  </a:lnTo>
                  <a:lnTo>
                    <a:pt x="157159" y="53082"/>
                  </a:lnTo>
                  <a:lnTo>
                    <a:pt x="165017" y="53080"/>
                  </a:lnTo>
                  <a:lnTo>
                    <a:pt x="172875" y="53075"/>
                  </a:lnTo>
                  <a:lnTo>
                    <a:pt x="180733" y="53077"/>
                  </a:lnTo>
                  <a:lnTo>
                    <a:pt x="188591" y="53077"/>
                  </a:lnTo>
                  <a:lnTo>
                    <a:pt x="196449" y="53079"/>
                  </a:lnTo>
                  <a:lnTo>
                    <a:pt x="204307" y="53075"/>
                  </a:lnTo>
                  <a:lnTo>
                    <a:pt x="212165" y="53073"/>
                  </a:lnTo>
                  <a:lnTo>
                    <a:pt x="220023" y="53069"/>
                  </a:lnTo>
                  <a:lnTo>
                    <a:pt x="227881" y="53063"/>
                  </a:lnTo>
                  <a:lnTo>
                    <a:pt x="235739" y="53059"/>
                  </a:lnTo>
                  <a:lnTo>
                    <a:pt x="243597" y="53055"/>
                  </a:lnTo>
                  <a:lnTo>
                    <a:pt x="251455" y="53049"/>
                  </a:lnTo>
                  <a:lnTo>
                    <a:pt x="259313" y="53048"/>
                  </a:lnTo>
                  <a:lnTo>
                    <a:pt x="267171" y="53045"/>
                  </a:lnTo>
                  <a:lnTo>
                    <a:pt x="275029" y="53040"/>
                  </a:lnTo>
                  <a:lnTo>
                    <a:pt x="282887" y="53035"/>
                  </a:lnTo>
                  <a:lnTo>
                    <a:pt x="290745" y="53032"/>
                  </a:lnTo>
                  <a:lnTo>
                    <a:pt x="298603" y="53022"/>
                  </a:lnTo>
                  <a:lnTo>
                    <a:pt x="306461" y="53012"/>
                  </a:lnTo>
                  <a:lnTo>
                    <a:pt x="314319" y="53002"/>
                  </a:lnTo>
                  <a:lnTo>
                    <a:pt x="322177" y="52999"/>
                  </a:lnTo>
                  <a:lnTo>
                    <a:pt x="330035" y="52996"/>
                  </a:lnTo>
                  <a:lnTo>
                    <a:pt x="337893" y="52993"/>
                  </a:lnTo>
                  <a:lnTo>
                    <a:pt x="345751" y="52991"/>
                  </a:lnTo>
                  <a:lnTo>
                    <a:pt x="353609" y="52981"/>
                  </a:lnTo>
                  <a:lnTo>
                    <a:pt x="361467" y="52971"/>
                  </a:lnTo>
                  <a:lnTo>
                    <a:pt x="369325" y="52964"/>
                  </a:lnTo>
                  <a:lnTo>
                    <a:pt x="377183" y="52955"/>
                  </a:lnTo>
                  <a:lnTo>
                    <a:pt x="385041" y="52946"/>
                  </a:lnTo>
                  <a:lnTo>
                    <a:pt x="392899" y="52935"/>
                  </a:lnTo>
                  <a:lnTo>
                    <a:pt x="400757" y="52929"/>
                  </a:lnTo>
                  <a:lnTo>
                    <a:pt x="408615" y="52916"/>
                  </a:lnTo>
                  <a:lnTo>
                    <a:pt x="416473" y="52907"/>
                  </a:lnTo>
                  <a:lnTo>
                    <a:pt x="424331" y="52899"/>
                  </a:lnTo>
                  <a:lnTo>
                    <a:pt x="432189" y="52886"/>
                  </a:lnTo>
                  <a:lnTo>
                    <a:pt x="440047" y="52873"/>
                  </a:lnTo>
                  <a:lnTo>
                    <a:pt x="447905" y="52864"/>
                  </a:lnTo>
                  <a:lnTo>
                    <a:pt x="455763" y="52845"/>
                  </a:lnTo>
                  <a:lnTo>
                    <a:pt x="463621" y="52832"/>
                  </a:lnTo>
                  <a:lnTo>
                    <a:pt x="471479" y="52824"/>
                  </a:lnTo>
                  <a:lnTo>
                    <a:pt x="479337" y="52822"/>
                  </a:lnTo>
                  <a:lnTo>
                    <a:pt x="487195" y="52807"/>
                  </a:lnTo>
                  <a:lnTo>
                    <a:pt x="495053" y="52802"/>
                  </a:lnTo>
                  <a:lnTo>
                    <a:pt x="502911" y="52792"/>
                  </a:lnTo>
                  <a:lnTo>
                    <a:pt x="510769" y="52773"/>
                  </a:lnTo>
                  <a:lnTo>
                    <a:pt x="518627" y="52760"/>
                  </a:lnTo>
                  <a:lnTo>
                    <a:pt x="526485" y="52746"/>
                  </a:lnTo>
                  <a:lnTo>
                    <a:pt x="534343" y="52726"/>
                  </a:lnTo>
                  <a:lnTo>
                    <a:pt x="542201" y="52707"/>
                  </a:lnTo>
                  <a:lnTo>
                    <a:pt x="550059" y="52697"/>
                  </a:lnTo>
                  <a:lnTo>
                    <a:pt x="557917" y="52680"/>
                  </a:lnTo>
                  <a:lnTo>
                    <a:pt x="565775" y="52659"/>
                  </a:lnTo>
                  <a:lnTo>
                    <a:pt x="573633" y="52638"/>
                  </a:lnTo>
                  <a:lnTo>
                    <a:pt x="581491" y="52616"/>
                  </a:lnTo>
                  <a:lnTo>
                    <a:pt x="589349" y="52597"/>
                  </a:lnTo>
                  <a:lnTo>
                    <a:pt x="597207" y="52581"/>
                  </a:lnTo>
                  <a:lnTo>
                    <a:pt x="605065" y="52563"/>
                  </a:lnTo>
                  <a:lnTo>
                    <a:pt x="612923" y="52539"/>
                  </a:lnTo>
                  <a:lnTo>
                    <a:pt x="620781" y="52524"/>
                  </a:lnTo>
                  <a:lnTo>
                    <a:pt x="628639" y="52504"/>
                  </a:lnTo>
                  <a:lnTo>
                    <a:pt x="636497" y="52489"/>
                  </a:lnTo>
                  <a:lnTo>
                    <a:pt x="644355" y="52474"/>
                  </a:lnTo>
                  <a:lnTo>
                    <a:pt x="652213" y="52455"/>
                  </a:lnTo>
                  <a:lnTo>
                    <a:pt x="660071" y="52440"/>
                  </a:lnTo>
                  <a:lnTo>
                    <a:pt x="667929" y="52422"/>
                  </a:lnTo>
                  <a:lnTo>
                    <a:pt x="675787" y="52404"/>
                  </a:lnTo>
                  <a:lnTo>
                    <a:pt x="683645" y="52372"/>
                  </a:lnTo>
                  <a:lnTo>
                    <a:pt x="691503" y="52338"/>
                  </a:lnTo>
                  <a:lnTo>
                    <a:pt x="699361" y="52312"/>
                  </a:lnTo>
                  <a:lnTo>
                    <a:pt x="707219" y="52294"/>
                  </a:lnTo>
                  <a:lnTo>
                    <a:pt x="715077" y="52261"/>
                  </a:lnTo>
                  <a:lnTo>
                    <a:pt x="722935" y="52227"/>
                  </a:lnTo>
                  <a:lnTo>
                    <a:pt x="730793" y="52193"/>
                  </a:lnTo>
                  <a:lnTo>
                    <a:pt x="738651" y="52157"/>
                  </a:lnTo>
                  <a:lnTo>
                    <a:pt x="746509" y="52124"/>
                  </a:lnTo>
                  <a:lnTo>
                    <a:pt x="754367" y="52083"/>
                  </a:lnTo>
                  <a:lnTo>
                    <a:pt x="762225" y="52058"/>
                  </a:lnTo>
                  <a:lnTo>
                    <a:pt x="770083" y="52023"/>
                  </a:lnTo>
                  <a:lnTo>
                    <a:pt x="777941" y="51988"/>
                  </a:lnTo>
                  <a:lnTo>
                    <a:pt x="785799" y="51953"/>
                  </a:lnTo>
                  <a:lnTo>
                    <a:pt x="793657" y="51916"/>
                  </a:lnTo>
                  <a:lnTo>
                    <a:pt x="801515" y="51879"/>
                  </a:lnTo>
                  <a:lnTo>
                    <a:pt x="809373" y="51841"/>
                  </a:lnTo>
                  <a:lnTo>
                    <a:pt x="817231" y="51802"/>
                  </a:lnTo>
                  <a:lnTo>
                    <a:pt x="825089" y="51763"/>
                  </a:lnTo>
                  <a:lnTo>
                    <a:pt x="832947" y="51727"/>
                  </a:lnTo>
                  <a:lnTo>
                    <a:pt x="840805" y="51698"/>
                  </a:lnTo>
                  <a:lnTo>
                    <a:pt x="848663" y="51676"/>
                  </a:lnTo>
                  <a:lnTo>
                    <a:pt x="856521" y="51642"/>
                  </a:lnTo>
                  <a:lnTo>
                    <a:pt x="864379" y="51591"/>
                  </a:lnTo>
                  <a:lnTo>
                    <a:pt x="872237" y="51541"/>
                  </a:lnTo>
                  <a:lnTo>
                    <a:pt x="880095" y="51501"/>
                  </a:lnTo>
                  <a:lnTo>
                    <a:pt x="887953" y="51461"/>
                  </a:lnTo>
                  <a:lnTo>
                    <a:pt x="895811" y="51419"/>
                  </a:lnTo>
                  <a:lnTo>
                    <a:pt x="903669" y="51375"/>
                  </a:lnTo>
                  <a:lnTo>
                    <a:pt x="911527" y="51324"/>
                  </a:lnTo>
                  <a:lnTo>
                    <a:pt x="919385" y="51276"/>
                  </a:lnTo>
                  <a:lnTo>
                    <a:pt x="927243" y="51216"/>
                  </a:lnTo>
                  <a:lnTo>
                    <a:pt x="935101" y="51154"/>
                  </a:lnTo>
                  <a:lnTo>
                    <a:pt x="942959" y="51100"/>
                  </a:lnTo>
                  <a:lnTo>
                    <a:pt x="950817" y="51051"/>
                  </a:lnTo>
                  <a:lnTo>
                    <a:pt x="958675" y="50998"/>
                  </a:lnTo>
                  <a:lnTo>
                    <a:pt x="966533" y="50935"/>
                  </a:lnTo>
                  <a:lnTo>
                    <a:pt x="974391" y="50870"/>
                  </a:lnTo>
                  <a:lnTo>
                    <a:pt x="982249" y="50816"/>
                  </a:lnTo>
                  <a:lnTo>
                    <a:pt x="990107" y="50761"/>
                  </a:lnTo>
                  <a:lnTo>
                    <a:pt x="997965" y="50704"/>
                  </a:lnTo>
                  <a:lnTo>
                    <a:pt x="1005823" y="50647"/>
                  </a:lnTo>
                  <a:lnTo>
                    <a:pt x="1013681" y="50580"/>
                  </a:lnTo>
                  <a:lnTo>
                    <a:pt x="1021539" y="50508"/>
                  </a:lnTo>
                  <a:lnTo>
                    <a:pt x="1029397" y="50435"/>
                  </a:lnTo>
                  <a:lnTo>
                    <a:pt x="1037254" y="50360"/>
                  </a:lnTo>
                  <a:lnTo>
                    <a:pt x="1045112" y="50308"/>
                  </a:lnTo>
                  <a:lnTo>
                    <a:pt x="1052970" y="50256"/>
                  </a:lnTo>
                  <a:lnTo>
                    <a:pt x="1060828" y="50203"/>
                  </a:lnTo>
                  <a:lnTo>
                    <a:pt x="1068686" y="50146"/>
                  </a:lnTo>
                  <a:lnTo>
                    <a:pt x="1076544" y="50060"/>
                  </a:lnTo>
                  <a:lnTo>
                    <a:pt x="1084402" y="49973"/>
                  </a:lnTo>
                  <a:lnTo>
                    <a:pt x="1092260" y="49909"/>
                  </a:lnTo>
                  <a:lnTo>
                    <a:pt x="1100118" y="49839"/>
                  </a:lnTo>
                  <a:lnTo>
                    <a:pt x="1107976" y="49738"/>
                  </a:lnTo>
                  <a:lnTo>
                    <a:pt x="1115834" y="49634"/>
                  </a:lnTo>
                  <a:lnTo>
                    <a:pt x="1123692" y="49528"/>
                  </a:lnTo>
                  <a:lnTo>
                    <a:pt x="1131550" y="49419"/>
                  </a:lnTo>
                  <a:lnTo>
                    <a:pt x="1139408" y="49307"/>
                  </a:lnTo>
                  <a:lnTo>
                    <a:pt x="1147266" y="49192"/>
                  </a:lnTo>
                  <a:lnTo>
                    <a:pt x="1155124" y="49074"/>
                  </a:lnTo>
                  <a:lnTo>
                    <a:pt x="1162982" y="48949"/>
                  </a:lnTo>
                  <a:lnTo>
                    <a:pt x="1170840" y="48810"/>
                  </a:lnTo>
                  <a:lnTo>
                    <a:pt x="1178698" y="48667"/>
                  </a:lnTo>
                  <a:lnTo>
                    <a:pt x="1186556" y="48552"/>
                  </a:lnTo>
                  <a:lnTo>
                    <a:pt x="1194414" y="48422"/>
                  </a:lnTo>
                  <a:lnTo>
                    <a:pt x="1202272" y="48296"/>
                  </a:lnTo>
                  <a:lnTo>
                    <a:pt x="1210130" y="48154"/>
                  </a:lnTo>
                  <a:lnTo>
                    <a:pt x="1217988" y="48023"/>
                  </a:lnTo>
                  <a:lnTo>
                    <a:pt x="1225846" y="47889"/>
                  </a:lnTo>
                  <a:lnTo>
                    <a:pt x="1233704" y="47753"/>
                  </a:lnTo>
                  <a:lnTo>
                    <a:pt x="1241562" y="47613"/>
                  </a:lnTo>
                  <a:lnTo>
                    <a:pt x="1249420" y="47471"/>
                  </a:lnTo>
                  <a:lnTo>
                    <a:pt x="1257278" y="47330"/>
                  </a:lnTo>
                  <a:lnTo>
                    <a:pt x="1265136" y="47207"/>
                  </a:lnTo>
                  <a:lnTo>
                    <a:pt x="1272994" y="47082"/>
                  </a:lnTo>
                  <a:lnTo>
                    <a:pt x="1280852" y="46954"/>
                  </a:lnTo>
                  <a:lnTo>
                    <a:pt x="1288710" y="46825"/>
                  </a:lnTo>
                  <a:lnTo>
                    <a:pt x="1296568" y="46692"/>
                  </a:lnTo>
                  <a:lnTo>
                    <a:pt x="1304426" y="46550"/>
                  </a:lnTo>
                  <a:lnTo>
                    <a:pt x="1312284" y="46393"/>
                  </a:lnTo>
                  <a:lnTo>
                    <a:pt x="1320142" y="46233"/>
                  </a:lnTo>
                  <a:lnTo>
                    <a:pt x="1328000" y="46069"/>
                  </a:lnTo>
                  <a:lnTo>
                    <a:pt x="1335858" y="45902"/>
                  </a:lnTo>
                  <a:lnTo>
                    <a:pt x="1343716" y="45742"/>
                  </a:lnTo>
                  <a:lnTo>
                    <a:pt x="1351574" y="45584"/>
                  </a:lnTo>
                  <a:lnTo>
                    <a:pt x="1359432" y="45422"/>
                  </a:lnTo>
                  <a:lnTo>
                    <a:pt x="1367290" y="45258"/>
                  </a:lnTo>
                  <a:lnTo>
                    <a:pt x="1375148" y="45064"/>
                  </a:lnTo>
                  <a:lnTo>
                    <a:pt x="1383006" y="44860"/>
                  </a:lnTo>
                  <a:lnTo>
                    <a:pt x="1390864" y="44652"/>
                  </a:lnTo>
                  <a:lnTo>
                    <a:pt x="1398722" y="44472"/>
                  </a:lnTo>
                  <a:lnTo>
                    <a:pt x="1406580" y="44314"/>
                  </a:lnTo>
                  <a:lnTo>
                    <a:pt x="1414438" y="44152"/>
                  </a:lnTo>
                  <a:lnTo>
                    <a:pt x="1422296" y="43988"/>
                  </a:lnTo>
                  <a:lnTo>
                    <a:pt x="1430154" y="43820"/>
                  </a:lnTo>
                  <a:lnTo>
                    <a:pt x="1438012" y="43623"/>
                  </a:lnTo>
                  <a:lnTo>
                    <a:pt x="1445870" y="43423"/>
                  </a:lnTo>
                  <a:lnTo>
                    <a:pt x="1453728" y="43219"/>
                  </a:lnTo>
                  <a:lnTo>
                    <a:pt x="1461586" y="43010"/>
                  </a:lnTo>
                  <a:lnTo>
                    <a:pt x="1469444" y="42798"/>
                  </a:lnTo>
                  <a:lnTo>
                    <a:pt x="1477302" y="42581"/>
                  </a:lnTo>
                  <a:lnTo>
                    <a:pt x="1485160" y="42360"/>
                  </a:lnTo>
                  <a:lnTo>
                    <a:pt x="1493018" y="42135"/>
                  </a:lnTo>
                  <a:lnTo>
                    <a:pt x="1500876" y="41905"/>
                  </a:lnTo>
                  <a:lnTo>
                    <a:pt x="1508734" y="41671"/>
                  </a:lnTo>
                  <a:lnTo>
                    <a:pt x="1516592" y="41431"/>
                  </a:lnTo>
                  <a:lnTo>
                    <a:pt x="1524450" y="41188"/>
                  </a:lnTo>
                  <a:lnTo>
                    <a:pt x="1532308" y="40939"/>
                  </a:lnTo>
                  <a:lnTo>
                    <a:pt x="1540166" y="40685"/>
                  </a:lnTo>
                  <a:lnTo>
                    <a:pt x="1548024" y="40427"/>
                  </a:lnTo>
                  <a:lnTo>
                    <a:pt x="1555882" y="40163"/>
                  </a:lnTo>
                  <a:lnTo>
                    <a:pt x="1563740" y="39894"/>
                  </a:lnTo>
                  <a:lnTo>
                    <a:pt x="1571598" y="39620"/>
                  </a:lnTo>
                  <a:lnTo>
                    <a:pt x="1579456" y="39340"/>
                  </a:lnTo>
                  <a:lnTo>
                    <a:pt x="1587314" y="39011"/>
                  </a:lnTo>
                  <a:lnTo>
                    <a:pt x="1595172" y="38630"/>
                  </a:lnTo>
                  <a:lnTo>
                    <a:pt x="1603030" y="38239"/>
                  </a:lnTo>
                  <a:lnTo>
                    <a:pt x="1610888" y="37839"/>
                  </a:lnTo>
                  <a:lnTo>
                    <a:pt x="1618746" y="37428"/>
                  </a:lnTo>
                  <a:lnTo>
                    <a:pt x="1626604" y="37006"/>
                  </a:lnTo>
                  <a:lnTo>
                    <a:pt x="1634462" y="36574"/>
                  </a:lnTo>
                  <a:lnTo>
                    <a:pt x="1642320" y="36131"/>
                  </a:lnTo>
                  <a:lnTo>
                    <a:pt x="1650178" y="35676"/>
                  </a:lnTo>
                  <a:lnTo>
                    <a:pt x="1658036" y="35209"/>
                  </a:lnTo>
                  <a:lnTo>
                    <a:pt x="1665894" y="34731"/>
                  </a:lnTo>
                  <a:lnTo>
                    <a:pt x="1673752" y="34240"/>
                  </a:lnTo>
                  <a:lnTo>
                    <a:pt x="1681610" y="33737"/>
                  </a:lnTo>
                  <a:lnTo>
                    <a:pt x="1689468" y="33221"/>
                  </a:lnTo>
                  <a:lnTo>
                    <a:pt x="1697326" y="32692"/>
                  </a:lnTo>
                  <a:lnTo>
                    <a:pt x="1705184" y="32149"/>
                  </a:lnTo>
                  <a:lnTo>
                    <a:pt x="1713042" y="31592"/>
                  </a:lnTo>
                  <a:lnTo>
                    <a:pt x="1720900" y="31068"/>
                  </a:lnTo>
                  <a:lnTo>
                    <a:pt x="1728758" y="30571"/>
                  </a:lnTo>
                  <a:lnTo>
                    <a:pt x="1736616" y="30065"/>
                  </a:lnTo>
                  <a:lnTo>
                    <a:pt x="1744474" y="29548"/>
                  </a:lnTo>
                  <a:lnTo>
                    <a:pt x="1752332" y="29021"/>
                  </a:lnTo>
                  <a:lnTo>
                    <a:pt x="1760190" y="28433"/>
                  </a:lnTo>
                  <a:lnTo>
                    <a:pt x="1768048" y="27889"/>
                  </a:lnTo>
                  <a:lnTo>
                    <a:pt x="1775906" y="27333"/>
                  </a:lnTo>
                  <a:lnTo>
                    <a:pt x="1783764" y="26767"/>
                  </a:lnTo>
                  <a:lnTo>
                    <a:pt x="1791622" y="26192"/>
                  </a:lnTo>
                  <a:lnTo>
                    <a:pt x="1799480" y="25602"/>
                  </a:lnTo>
                  <a:lnTo>
                    <a:pt x="1807338" y="24991"/>
                  </a:lnTo>
                  <a:lnTo>
                    <a:pt x="1815196" y="24367"/>
                  </a:lnTo>
                  <a:lnTo>
                    <a:pt x="1823054" y="23729"/>
                  </a:lnTo>
                  <a:lnTo>
                    <a:pt x="1830912" y="23128"/>
                  </a:lnTo>
                  <a:lnTo>
                    <a:pt x="1838770" y="22475"/>
                  </a:lnTo>
                  <a:lnTo>
                    <a:pt x="1846628" y="21808"/>
                  </a:lnTo>
                  <a:lnTo>
                    <a:pt x="1854486" y="21128"/>
                  </a:lnTo>
                  <a:lnTo>
                    <a:pt x="1862344" y="20433"/>
                  </a:lnTo>
                  <a:lnTo>
                    <a:pt x="1870202" y="19724"/>
                  </a:lnTo>
                  <a:lnTo>
                    <a:pt x="1878060" y="19001"/>
                  </a:lnTo>
                  <a:lnTo>
                    <a:pt x="1885918" y="18262"/>
                  </a:lnTo>
                  <a:lnTo>
                    <a:pt x="1893776" y="17508"/>
                  </a:lnTo>
                  <a:lnTo>
                    <a:pt x="1901634" y="16739"/>
                  </a:lnTo>
                  <a:lnTo>
                    <a:pt x="1909492" y="15954"/>
                  </a:lnTo>
                  <a:lnTo>
                    <a:pt x="1917350" y="15152"/>
                  </a:lnTo>
                  <a:lnTo>
                    <a:pt x="1925208" y="14335"/>
                  </a:lnTo>
                  <a:lnTo>
                    <a:pt x="1933066" y="13500"/>
                  </a:lnTo>
                  <a:lnTo>
                    <a:pt x="1940924" y="12648"/>
                  </a:lnTo>
                  <a:lnTo>
                    <a:pt x="1948782" y="11779"/>
                  </a:lnTo>
                  <a:lnTo>
                    <a:pt x="1956640" y="10893"/>
                  </a:lnTo>
                  <a:lnTo>
                    <a:pt x="1964498" y="9988"/>
                  </a:lnTo>
                  <a:lnTo>
                    <a:pt x="1972356" y="8998"/>
                  </a:lnTo>
                  <a:lnTo>
                    <a:pt x="1980214" y="7952"/>
                  </a:lnTo>
                  <a:lnTo>
                    <a:pt x="1988072" y="6883"/>
                  </a:lnTo>
                  <a:lnTo>
                    <a:pt x="1995930" y="5790"/>
                  </a:lnTo>
                  <a:lnTo>
                    <a:pt x="2003788" y="4682"/>
                  </a:lnTo>
                  <a:lnTo>
                    <a:pt x="2011646" y="3630"/>
                  </a:lnTo>
                  <a:lnTo>
                    <a:pt x="2019504" y="2556"/>
                  </a:lnTo>
                  <a:lnTo>
                    <a:pt x="2027362" y="132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8" name="pl277"/>
            <p:cNvSpPr/>
            <p:nvPr/>
          </p:nvSpPr>
          <p:spPr>
            <a:xfrm>
              <a:off x="6029658" y="4956810"/>
              <a:ext cx="2035220" cy="70"/>
            </a:xfrm>
            <a:custGeom>
              <a:avLst/>
              <a:pathLst>
                <a:path w="2035220" h="70">
                  <a:moveTo>
                    <a:pt x="2035220" y="70"/>
                  </a:moveTo>
                  <a:lnTo>
                    <a:pt x="2027362" y="70"/>
                  </a:lnTo>
                  <a:lnTo>
                    <a:pt x="2019504" y="70"/>
                  </a:lnTo>
                  <a:lnTo>
                    <a:pt x="2011646" y="70"/>
                  </a:lnTo>
                  <a:lnTo>
                    <a:pt x="2003788" y="70"/>
                  </a:lnTo>
                  <a:lnTo>
                    <a:pt x="1995930" y="70"/>
                  </a:lnTo>
                  <a:lnTo>
                    <a:pt x="1988072" y="70"/>
                  </a:lnTo>
                  <a:lnTo>
                    <a:pt x="1980214" y="70"/>
                  </a:lnTo>
                  <a:lnTo>
                    <a:pt x="1972356" y="70"/>
                  </a:lnTo>
                  <a:lnTo>
                    <a:pt x="1964498" y="70"/>
                  </a:lnTo>
                  <a:lnTo>
                    <a:pt x="1956640" y="70"/>
                  </a:lnTo>
                  <a:lnTo>
                    <a:pt x="1948782" y="70"/>
                  </a:lnTo>
                  <a:lnTo>
                    <a:pt x="1940924" y="70"/>
                  </a:lnTo>
                  <a:lnTo>
                    <a:pt x="1933066" y="70"/>
                  </a:lnTo>
                  <a:lnTo>
                    <a:pt x="1925208" y="69"/>
                  </a:lnTo>
                  <a:lnTo>
                    <a:pt x="1917350" y="69"/>
                  </a:lnTo>
                  <a:lnTo>
                    <a:pt x="1909492" y="69"/>
                  </a:lnTo>
                  <a:lnTo>
                    <a:pt x="1901634" y="69"/>
                  </a:lnTo>
                  <a:lnTo>
                    <a:pt x="1893776" y="69"/>
                  </a:lnTo>
                  <a:lnTo>
                    <a:pt x="1885918" y="69"/>
                  </a:lnTo>
                  <a:lnTo>
                    <a:pt x="1878060" y="69"/>
                  </a:lnTo>
                  <a:lnTo>
                    <a:pt x="1870202" y="69"/>
                  </a:lnTo>
                  <a:lnTo>
                    <a:pt x="1862344" y="69"/>
                  </a:lnTo>
                  <a:lnTo>
                    <a:pt x="1854486" y="69"/>
                  </a:lnTo>
                  <a:lnTo>
                    <a:pt x="1846628" y="69"/>
                  </a:lnTo>
                  <a:lnTo>
                    <a:pt x="1838770" y="69"/>
                  </a:lnTo>
                  <a:lnTo>
                    <a:pt x="1830912" y="69"/>
                  </a:lnTo>
                  <a:lnTo>
                    <a:pt x="1823054" y="69"/>
                  </a:lnTo>
                  <a:lnTo>
                    <a:pt x="1815196" y="69"/>
                  </a:lnTo>
                  <a:lnTo>
                    <a:pt x="1807338" y="69"/>
                  </a:lnTo>
                  <a:lnTo>
                    <a:pt x="1799480" y="69"/>
                  </a:lnTo>
                  <a:lnTo>
                    <a:pt x="1791622" y="69"/>
                  </a:lnTo>
                  <a:lnTo>
                    <a:pt x="1783764" y="69"/>
                  </a:lnTo>
                  <a:lnTo>
                    <a:pt x="1775906" y="69"/>
                  </a:lnTo>
                  <a:lnTo>
                    <a:pt x="1768048" y="69"/>
                  </a:lnTo>
                  <a:lnTo>
                    <a:pt x="1760190" y="69"/>
                  </a:lnTo>
                  <a:lnTo>
                    <a:pt x="1752332" y="69"/>
                  </a:lnTo>
                  <a:lnTo>
                    <a:pt x="1744474" y="69"/>
                  </a:lnTo>
                  <a:lnTo>
                    <a:pt x="1736616" y="69"/>
                  </a:lnTo>
                  <a:lnTo>
                    <a:pt x="1728758" y="69"/>
                  </a:lnTo>
                  <a:lnTo>
                    <a:pt x="1720900" y="69"/>
                  </a:lnTo>
                  <a:lnTo>
                    <a:pt x="1713042" y="69"/>
                  </a:lnTo>
                  <a:lnTo>
                    <a:pt x="1705184" y="69"/>
                  </a:lnTo>
                  <a:lnTo>
                    <a:pt x="1697326" y="69"/>
                  </a:lnTo>
                  <a:lnTo>
                    <a:pt x="1689468" y="69"/>
                  </a:lnTo>
                  <a:lnTo>
                    <a:pt x="1681610" y="69"/>
                  </a:lnTo>
                  <a:lnTo>
                    <a:pt x="1673752" y="68"/>
                  </a:lnTo>
                  <a:lnTo>
                    <a:pt x="1665894" y="68"/>
                  </a:lnTo>
                  <a:lnTo>
                    <a:pt x="1658036" y="68"/>
                  </a:lnTo>
                  <a:lnTo>
                    <a:pt x="1650178" y="68"/>
                  </a:lnTo>
                  <a:lnTo>
                    <a:pt x="1642320" y="68"/>
                  </a:lnTo>
                  <a:lnTo>
                    <a:pt x="1634462" y="68"/>
                  </a:lnTo>
                  <a:lnTo>
                    <a:pt x="1626604" y="68"/>
                  </a:lnTo>
                  <a:lnTo>
                    <a:pt x="1618746" y="68"/>
                  </a:lnTo>
                  <a:lnTo>
                    <a:pt x="1610888" y="68"/>
                  </a:lnTo>
                  <a:lnTo>
                    <a:pt x="1603030" y="68"/>
                  </a:lnTo>
                  <a:lnTo>
                    <a:pt x="1595172" y="68"/>
                  </a:lnTo>
                  <a:lnTo>
                    <a:pt x="1587314" y="68"/>
                  </a:lnTo>
                  <a:lnTo>
                    <a:pt x="1579456" y="68"/>
                  </a:lnTo>
                  <a:lnTo>
                    <a:pt x="1571598" y="68"/>
                  </a:lnTo>
                  <a:lnTo>
                    <a:pt x="1563740" y="68"/>
                  </a:lnTo>
                  <a:lnTo>
                    <a:pt x="1555882" y="68"/>
                  </a:lnTo>
                  <a:lnTo>
                    <a:pt x="1548024" y="68"/>
                  </a:lnTo>
                  <a:lnTo>
                    <a:pt x="1540166" y="68"/>
                  </a:lnTo>
                  <a:lnTo>
                    <a:pt x="1532308" y="67"/>
                  </a:lnTo>
                  <a:lnTo>
                    <a:pt x="1524450" y="67"/>
                  </a:lnTo>
                  <a:lnTo>
                    <a:pt x="1516592" y="67"/>
                  </a:lnTo>
                  <a:lnTo>
                    <a:pt x="1508734" y="67"/>
                  </a:lnTo>
                  <a:lnTo>
                    <a:pt x="1500876" y="67"/>
                  </a:lnTo>
                  <a:lnTo>
                    <a:pt x="1493018" y="67"/>
                  </a:lnTo>
                  <a:lnTo>
                    <a:pt x="1485160" y="67"/>
                  </a:lnTo>
                  <a:lnTo>
                    <a:pt x="1477302" y="67"/>
                  </a:lnTo>
                  <a:lnTo>
                    <a:pt x="1469444" y="67"/>
                  </a:lnTo>
                  <a:lnTo>
                    <a:pt x="1461586" y="67"/>
                  </a:lnTo>
                  <a:lnTo>
                    <a:pt x="1453728" y="67"/>
                  </a:lnTo>
                  <a:lnTo>
                    <a:pt x="1445870" y="67"/>
                  </a:lnTo>
                  <a:lnTo>
                    <a:pt x="1438012" y="66"/>
                  </a:lnTo>
                  <a:lnTo>
                    <a:pt x="1430154" y="66"/>
                  </a:lnTo>
                  <a:lnTo>
                    <a:pt x="1422296" y="66"/>
                  </a:lnTo>
                  <a:lnTo>
                    <a:pt x="1414438" y="66"/>
                  </a:lnTo>
                  <a:lnTo>
                    <a:pt x="1406580" y="66"/>
                  </a:lnTo>
                  <a:lnTo>
                    <a:pt x="1398722" y="66"/>
                  </a:lnTo>
                  <a:lnTo>
                    <a:pt x="1390864" y="66"/>
                  </a:lnTo>
                  <a:lnTo>
                    <a:pt x="1383006" y="66"/>
                  </a:lnTo>
                  <a:lnTo>
                    <a:pt x="1375148" y="66"/>
                  </a:lnTo>
                  <a:lnTo>
                    <a:pt x="1367290" y="65"/>
                  </a:lnTo>
                  <a:lnTo>
                    <a:pt x="1359432" y="65"/>
                  </a:lnTo>
                  <a:lnTo>
                    <a:pt x="1351574" y="65"/>
                  </a:lnTo>
                  <a:lnTo>
                    <a:pt x="1343716" y="65"/>
                  </a:lnTo>
                  <a:lnTo>
                    <a:pt x="1335858" y="65"/>
                  </a:lnTo>
                  <a:lnTo>
                    <a:pt x="1328000" y="65"/>
                  </a:lnTo>
                  <a:lnTo>
                    <a:pt x="1320142" y="65"/>
                  </a:lnTo>
                  <a:lnTo>
                    <a:pt x="1312284" y="65"/>
                  </a:lnTo>
                  <a:lnTo>
                    <a:pt x="1304426" y="65"/>
                  </a:lnTo>
                  <a:lnTo>
                    <a:pt x="1296568" y="64"/>
                  </a:lnTo>
                  <a:lnTo>
                    <a:pt x="1288710" y="64"/>
                  </a:lnTo>
                  <a:lnTo>
                    <a:pt x="1280852" y="64"/>
                  </a:lnTo>
                  <a:lnTo>
                    <a:pt x="1272994" y="64"/>
                  </a:lnTo>
                  <a:lnTo>
                    <a:pt x="1265136" y="64"/>
                  </a:lnTo>
                  <a:lnTo>
                    <a:pt x="1257278" y="64"/>
                  </a:lnTo>
                  <a:lnTo>
                    <a:pt x="1249420" y="64"/>
                  </a:lnTo>
                  <a:lnTo>
                    <a:pt x="1241562" y="63"/>
                  </a:lnTo>
                  <a:lnTo>
                    <a:pt x="1233704" y="63"/>
                  </a:lnTo>
                  <a:lnTo>
                    <a:pt x="1225846" y="63"/>
                  </a:lnTo>
                  <a:lnTo>
                    <a:pt x="1217988" y="63"/>
                  </a:lnTo>
                  <a:lnTo>
                    <a:pt x="1210130" y="63"/>
                  </a:lnTo>
                  <a:lnTo>
                    <a:pt x="1202272" y="63"/>
                  </a:lnTo>
                  <a:lnTo>
                    <a:pt x="1194414" y="63"/>
                  </a:lnTo>
                  <a:lnTo>
                    <a:pt x="1186556" y="62"/>
                  </a:lnTo>
                  <a:lnTo>
                    <a:pt x="1178698" y="62"/>
                  </a:lnTo>
                  <a:lnTo>
                    <a:pt x="1170840" y="62"/>
                  </a:lnTo>
                  <a:lnTo>
                    <a:pt x="1162982" y="62"/>
                  </a:lnTo>
                  <a:lnTo>
                    <a:pt x="1155124" y="62"/>
                  </a:lnTo>
                  <a:lnTo>
                    <a:pt x="1147266" y="61"/>
                  </a:lnTo>
                  <a:lnTo>
                    <a:pt x="1139408" y="61"/>
                  </a:lnTo>
                  <a:lnTo>
                    <a:pt x="1131550" y="61"/>
                  </a:lnTo>
                  <a:lnTo>
                    <a:pt x="1123692" y="61"/>
                  </a:lnTo>
                  <a:lnTo>
                    <a:pt x="1115834" y="60"/>
                  </a:lnTo>
                  <a:lnTo>
                    <a:pt x="1107976" y="60"/>
                  </a:lnTo>
                  <a:lnTo>
                    <a:pt x="1100118" y="60"/>
                  </a:lnTo>
                  <a:lnTo>
                    <a:pt x="1092260" y="60"/>
                  </a:lnTo>
                  <a:lnTo>
                    <a:pt x="1084402" y="59"/>
                  </a:lnTo>
                  <a:lnTo>
                    <a:pt x="1076544" y="59"/>
                  </a:lnTo>
                  <a:lnTo>
                    <a:pt x="1068686" y="59"/>
                  </a:lnTo>
                  <a:lnTo>
                    <a:pt x="1060828" y="59"/>
                  </a:lnTo>
                  <a:lnTo>
                    <a:pt x="1052970" y="59"/>
                  </a:lnTo>
                  <a:lnTo>
                    <a:pt x="1045112" y="58"/>
                  </a:lnTo>
                  <a:lnTo>
                    <a:pt x="1037254" y="58"/>
                  </a:lnTo>
                  <a:lnTo>
                    <a:pt x="1029397" y="58"/>
                  </a:lnTo>
                  <a:lnTo>
                    <a:pt x="1021539" y="58"/>
                  </a:lnTo>
                  <a:lnTo>
                    <a:pt x="1013681" y="57"/>
                  </a:lnTo>
                  <a:lnTo>
                    <a:pt x="1005823" y="57"/>
                  </a:lnTo>
                  <a:lnTo>
                    <a:pt x="997965" y="57"/>
                  </a:lnTo>
                  <a:lnTo>
                    <a:pt x="990107" y="56"/>
                  </a:lnTo>
                  <a:lnTo>
                    <a:pt x="982249" y="56"/>
                  </a:lnTo>
                  <a:lnTo>
                    <a:pt x="974391" y="55"/>
                  </a:lnTo>
                  <a:lnTo>
                    <a:pt x="966533" y="55"/>
                  </a:lnTo>
                  <a:lnTo>
                    <a:pt x="958675" y="55"/>
                  </a:lnTo>
                  <a:lnTo>
                    <a:pt x="950817" y="55"/>
                  </a:lnTo>
                  <a:lnTo>
                    <a:pt x="942959" y="54"/>
                  </a:lnTo>
                  <a:lnTo>
                    <a:pt x="935101" y="54"/>
                  </a:lnTo>
                  <a:lnTo>
                    <a:pt x="927243" y="54"/>
                  </a:lnTo>
                  <a:lnTo>
                    <a:pt x="919385" y="53"/>
                  </a:lnTo>
                  <a:lnTo>
                    <a:pt x="911527" y="53"/>
                  </a:lnTo>
                  <a:lnTo>
                    <a:pt x="903669" y="53"/>
                  </a:lnTo>
                  <a:lnTo>
                    <a:pt x="895811" y="52"/>
                  </a:lnTo>
                  <a:lnTo>
                    <a:pt x="887953" y="52"/>
                  </a:lnTo>
                  <a:lnTo>
                    <a:pt x="880095" y="52"/>
                  </a:lnTo>
                  <a:lnTo>
                    <a:pt x="872237" y="51"/>
                  </a:lnTo>
                  <a:lnTo>
                    <a:pt x="864379" y="51"/>
                  </a:lnTo>
                  <a:lnTo>
                    <a:pt x="856521" y="51"/>
                  </a:lnTo>
                  <a:lnTo>
                    <a:pt x="848663" y="50"/>
                  </a:lnTo>
                  <a:lnTo>
                    <a:pt x="840805" y="50"/>
                  </a:lnTo>
                  <a:lnTo>
                    <a:pt x="832947" y="49"/>
                  </a:lnTo>
                  <a:lnTo>
                    <a:pt x="825089" y="49"/>
                  </a:lnTo>
                  <a:lnTo>
                    <a:pt x="817231" y="48"/>
                  </a:lnTo>
                  <a:lnTo>
                    <a:pt x="809373" y="48"/>
                  </a:lnTo>
                  <a:lnTo>
                    <a:pt x="801515" y="48"/>
                  </a:lnTo>
                  <a:lnTo>
                    <a:pt x="793657" y="47"/>
                  </a:lnTo>
                  <a:lnTo>
                    <a:pt x="785799" y="47"/>
                  </a:lnTo>
                  <a:lnTo>
                    <a:pt x="777941" y="46"/>
                  </a:lnTo>
                  <a:lnTo>
                    <a:pt x="770083" y="46"/>
                  </a:lnTo>
                  <a:lnTo>
                    <a:pt x="762225" y="45"/>
                  </a:lnTo>
                  <a:lnTo>
                    <a:pt x="754367" y="45"/>
                  </a:lnTo>
                  <a:lnTo>
                    <a:pt x="746509" y="44"/>
                  </a:lnTo>
                  <a:lnTo>
                    <a:pt x="738651" y="44"/>
                  </a:lnTo>
                  <a:lnTo>
                    <a:pt x="730793" y="43"/>
                  </a:lnTo>
                  <a:lnTo>
                    <a:pt x="722935" y="42"/>
                  </a:lnTo>
                  <a:lnTo>
                    <a:pt x="715077" y="42"/>
                  </a:lnTo>
                  <a:lnTo>
                    <a:pt x="707219" y="41"/>
                  </a:lnTo>
                  <a:lnTo>
                    <a:pt x="699361" y="41"/>
                  </a:lnTo>
                  <a:lnTo>
                    <a:pt x="691503" y="40"/>
                  </a:lnTo>
                  <a:lnTo>
                    <a:pt x="683645" y="39"/>
                  </a:lnTo>
                  <a:lnTo>
                    <a:pt x="675787" y="39"/>
                  </a:lnTo>
                  <a:lnTo>
                    <a:pt x="667929" y="38"/>
                  </a:lnTo>
                  <a:lnTo>
                    <a:pt x="660071" y="38"/>
                  </a:lnTo>
                  <a:lnTo>
                    <a:pt x="652213" y="37"/>
                  </a:lnTo>
                  <a:lnTo>
                    <a:pt x="644355" y="36"/>
                  </a:lnTo>
                  <a:lnTo>
                    <a:pt x="636497" y="36"/>
                  </a:lnTo>
                  <a:lnTo>
                    <a:pt x="628639" y="35"/>
                  </a:lnTo>
                  <a:lnTo>
                    <a:pt x="620781" y="34"/>
                  </a:lnTo>
                  <a:lnTo>
                    <a:pt x="612923" y="33"/>
                  </a:lnTo>
                  <a:lnTo>
                    <a:pt x="605065" y="33"/>
                  </a:lnTo>
                  <a:lnTo>
                    <a:pt x="597207" y="32"/>
                  </a:lnTo>
                  <a:lnTo>
                    <a:pt x="589349" y="31"/>
                  </a:lnTo>
                  <a:lnTo>
                    <a:pt x="581491" y="31"/>
                  </a:lnTo>
                  <a:lnTo>
                    <a:pt x="573633" y="30"/>
                  </a:lnTo>
                  <a:lnTo>
                    <a:pt x="565775" y="29"/>
                  </a:lnTo>
                  <a:lnTo>
                    <a:pt x="557917" y="29"/>
                  </a:lnTo>
                  <a:lnTo>
                    <a:pt x="550059" y="28"/>
                  </a:lnTo>
                  <a:lnTo>
                    <a:pt x="542201" y="27"/>
                  </a:lnTo>
                  <a:lnTo>
                    <a:pt x="534343" y="26"/>
                  </a:lnTo>
                  <a:lnTo>
                    <a:pt x="526485" y="25"/>
                  </a:lnTo>
                  <a:lnTo>
                    <a:pt x="518627" y="25"/>
                  </a:lnTo>
                  <a:lnTo>
                    <a:pt x="510769" y="24"/>
                  </a:lnTo>
                  <a:lnTo>
                    <a:pt x="502911" y="23"/>
                  </a:lnTo>
                  <a:lnTo>
                    <a:pt x="495053" y="23"/>
                  </a:lnTo>
                  <a:lnTo>
                    <a:pt x="487195" y="22"/>
                  </a:lnTo>
                  <a:lnTo>
                    <a:pt x="479337" y="21"/>
                  </a:lnTo>
                  <a:lnTo>
                    <a:pt x="471479" y="20"/>
                  </a:lnTo>
                  <a:lnTo>
                    <a:pt x="463621" y="20"/>
                  </a:lnTo>
                  <a:lnTo>
                    <a:pt x="455763" y="19"/>
                  </a:lnTo>
                  <a:lnTo>
                    <a:pt x="447905" y="18"/>
                  </a:lnTo>
                  <a:lnTo>
                    <a:pt x="440047" y="17"/>
                  </a:lnTo>
                  <a:lnTo>
                    <a:pt x="432189" y="16"/>
                  </a:lnTo>
                  <a:lnTo>
                    <a:pt x="424331" y="15"/>
                  </a:lnTo>
                  <a:lnTo>
                    <a:pt x="416473" y="14"/>
                  </a:lnTo>
                  <a:lnTo>
                    <a:pt x="408615" y="13"/>
                  </a:lnTo>
                  <a:lnTo>
                    <a:pt x="400757" y="13"/>
                  </a:lnTo>
                  <a:lnTo>
                    <a:pt x="392899" y="12"/>
                  </a:lnTo>
                  <a:lnTo>
                    <a:pt x="385041" y="11"/>
                  </a:lnTo>
                  <a:lnTo>
                    <a:pt x="377183" y="11"/>
                  </a:lnTo>
                  <a:lnTo>
                    <a:pt x="369325" y="10"/>
                  </a:lnTo>
                  <a:lnTo>
                    <a:pt x="361467" y="9"/>
                  </a:lnTo>
                  <a:lnTo>
                    <a:pt x="353609" y="8"/>
                  </a:lnTo>
                  <a:lnTo>
                    <a:pt x="345751" y="7"/>
                  </a:lnTo>
                  <a:lnTo>
                    <a:pt x="337893" y="7"/>
                  </a:lnTo>
                  <a:lnTo>
                    <a:pt x="330035" y="7"/>
                  </a:lnTo>
                  <a:lnTo>
                    <a:pt x="322177" y="6"/>
                  </a:lnTo>
                  <a:lnTo>
                    <a:pt x="314319" y="4"/>
                  </a:lnTo>
                  <a:lnTo>
                    <a:pt x="306461" y="4"/>
                  </a:lnTo>
                  <a:lnTo>
                    <a:pt x="298603" y="3"/>
                  </a:lnTo>
                  <a:lnTo>
                    <a:pt x="290745" y="3"/>
                  </a:lnTo>
                  <a:lnTo>
                    <a:pt x="282887" y="2"/>
                  </a:lnTo>
                  <a:lnTo>
                    <a:pt x="275029" y="2"/>
                  </a:lnTo>
                  <a:lnTo>
                    <a:pt x="267171" y="2"/>
                  </a:lnTo>
                  <a:lnTo>
                    <a:pt x="259313" y="1"/>
                  </a:lnTo>
                  <a:lnTo>
                    <a:pt x="251455" y="1"/>
                  </a:lnTo>
                  <a:lnTo>
                    <a:pt x="243597" y="1"/>
                  </a:lnTo>
                  <a:lnTo>
                    <a:pt x="235739" y="1"/>
                  </a:lnTo>
                  <a:lnTo>
                    <a:pt x="227881" y="1"/>
                  </a:lnTo>
                  <a:lnTo>
                    <a:pt x="220023" y="1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1"/>
                  </a:lnTo>
                  <a:lnTo>
                    <a:pt x="125727" y="1"/>
                  </a:lnTo>
                  <a:lnTo>
                    <a:pt x="117869" y="2"/>
                  </a:lnTo>
                  <a:lnTo>
                    <a:pt x="110011" y="2"/>
                  </a:lnTo>
                  <a:lnTo>
                    <a:pt x="102153" y="3"/>
                  </a:lnTo>
                  <a:lnTo>
                    <a:pt x="94295" y="3"/>
                  </a:lnTo>
                  <a:lnTo>
                    <a:pt x="86437" y="3"/>
                  </a:lnTo>
                  <a:lnTo>
                    <a:pt x="78579" y="3"/>
                  </a:lnTo>
                  <a:lnTo>
                    <a:pt x="70721" y="3"/>
                  </a:lnTo>
                  <a:lnTo>
                    <a:pt x="62863" y="4"/>
                  </a:lnTo>
                  <a:lnTo>
                    <a:pt x="55005" y="4"/>
                  </a:lnTo>
                  <a:lnTo>
                    <a:pt x="47147" y="4"/>
                  </a:lnTo>
                  <a:lnTo>
                    <a:pt x="39289" y="5"/>
                  </a:lnTo>
                  <a:lnTo>
                    <a:pt x="31431" y="5"/>
                  </a:lnTo>
                  <a:lnTo>
                    <a:pt x="23573" y="5"/>
                  </a:lnTo>
                  <a:lnTo>
                    <a:pt x="15715" y="6"/>
                  </a:lnTo>
                  <a:lnTo>
                    <a:pt x="7857" y="7"/>
                  </a:lnTo>
                  <a:lnTo>
                    <a:pt x="0" y="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9" name="pl278"/>
            <p:cNvSpPr/>
            <p:nvPr/>
          </p:nvSpPr>
          <p:spPr>
            <a:xfrm>
              <a:off x="6029658" y="4951447"/>
              <a:ext cx="2035220" cy="5236"/>
            </a:xfrm>
            <a:custGeom>
              <a:avLst/>
              <a:pathLst>
                <a:path w="2035220" h="5236">
                  <a:moveTo>
                    <a:pt x="0" y="5236"/>
                  </a:moveTo>
                  <a:lnTo>
                    <a:pt x="7857" y="5234"/>
                  </a:lnTo>
                  <a:lnTo>
                    <a:pt x="15715" y="5231"/>
                  </a:lnTo>
                  <a:lnTo>
                    <a:pt x="23573" y="5228"/>
                  </a:lnTo>
                  <a:lnTo>
                    <a:pt x="31431" y="5226"/>
                  </a:lnTo>
                  <a:lnTo>
                    <a:pt x="39289" y="5223"/>
                  </a:lnTo>
                  <a:lnTo>
                    <a:pt x="47147" y="5220"/>
                  </a:lnTo>
                  <a:lnTo>
                    <a:pt x="55005" y="5217"/>
                  </a:lnTo>
                  <a:lnTo>
                    <a:pt x="62863" y="5214"/>
                  </a:lnTo>
                  <a:lnTo>
                    <a:pt x="70721" y="5211"/>
                  </a:lnTo>
                  <a:lnTo>
                    <a:pt x="78579" y="5209"/>
                  </a:lnTo>
                  <a:lnTo>
                    <a:pt x="86437" y="5206"/>
                  </a:lnTo>
                  <a:lnTo>
                    <a:pt x="94295" y="5203"/>
                  </a:lnTo>
                  <a:lnTo>
                    <a:pt x="102153" y="5199"/>
                  </a:lnTo>
                  <a:lnTo>
                    <a:pt x="110011" y="5197"/>
                  </a:lnTo>
                  <a:lnTo>
                    <a:pt x="117869" y="5194"/>
                  </a:lnTo>
                  <a:lnTo>
                    <a:pt x="125727" y="5191"/>
                  </a:lnTo>
                  <a:lnTo>
                    <a:pt x="133585" y="5188"/>
                  </a:lnTo>
                  <a:lnTo>
                    <a:pt x="141443" y="5185"/>
                  </a:lnTo>
                  <a:lnTo>
                    <a:pt x="149301" y="5182"/>
                  </a:lnTo>
                  <a:lnTo>
                    <a:pt x="157159" y="5179"/>
                  </a:lnTo>
                  <a:lnTo>
                    <a:pt x="165017" y="5176"/>
                  </a:lnTo>
                  <a:lnTo>
                    <a:pt x="172875" y="5173"/>
                  </a:lnTo>
                  <a:lnTo>
                    <a:pt x="180733" y="5169"/>
                  </a:lnTo>
                  <a:lnTo>
                    <a:pt x="188591" y="5166"/>
                  </a:lnTo>
                  <a:lnTo>
                    <a:pt x="196449" y="5162"/>
                  </a:lnTo>
                  <a:lnTo>
                    <a:pt x="204307" y="5159"/>
                  </a:lnTo>
                  <a:lnTo>
                    <a:pt x="212165" y="5155"/>
                  </a:lnTo>
                  <a:lnTo>
                    <a:pt x="220023" y="5151"/>
                  </a:lnTo>
                  <a:lnTo>
                    <a:pt x="227881" y="5148"/>
                  </a:lnTo>
                  <a:lnTo>
                    <a:pt x="235739" y="5144"/>
                  </a:lnTo>
                  <a:lnTo>
                    <a:pt x="243597" y="5141"/>
                  </a:lnTo>
                  <a:lnTo>
                    <a:pt x="251455" y="5137"/>
                  </a:lnTo>
                  <a:lnTo>
                    <a:pt x="259313" y="5133"/>
                  </a:lnTo>
                  <a:lnTo>
                    <a:pt x="267171" y="5130"/>
                  </a:lnTo>
                  <a:lnTo>
                    <a:pt x="275029" y="5126"/>
                  </a:lnTo>
                  <a:lnTo>
                    <a:pt x="282887" y="5122"/>
                  </a:lnTo>
                  <a:lnTo>
                    <a:pt x="290745" y="5117"/>
                  </a:lnTo>
                  <a:lnTo>
                    <a:pt x="298603" y="5113"/>
                  </a:lnTo>
                  <a:lnTo>
                    <a:pt x="306461" y="5109"/>
                  </a:lnTo>
                  <a:lnTo>
                    <a:pt x="314319" y="5105"/>
                  </a:lnTo>
                  <a:lnTo>
                    <a:pt x="322177" y="5101"/>
                  </a:lnTo>
                  <a:lnTo>
                    <a:pt x="330035" y="5097"/>
                  </a:lnTo>
                  <a:lnTo>
                    <a:pt x="337893" y="5092"/>
                  </a:lnTo>
                  <a:lnTo>
                    <a:pt x="345751" y="5088"/>
                  </a:lnTo>
                  <a:lnTo>
                    <a:pt x="353609" y="5084"/>
                  </a:lnTo>
                  <a:lnTo>
                    <a:pt x="361467" y="5079"/>
                  </a:lnTo>
                  <a:lnTo>
                    <a:pt x="369325" y="5074"/>
                  </a:lnTo>
                  <a:lnTo>
                    <a:pt x="377183" y="5070"/>
                  </a:lnTo>
                  <a:lnTo>
                    <a:pt x="385041" y="5065"/>
                  </a:lnTo>
                  <a:lnTo>
                    <a:pt x="392899" y="5061"/>
                  </a:lnTo>
                  <a:lnTo>
                    <a:pt x="400757" y="5056"/>
                  </a:lnTo>
                  <a:lnTo>
                    <a:pt x="408615" y="5050"/>
                  </a:lnTo>
                  <a:lnTo>
                    <a:pt x="416473" y="5045"/>
                  </a:lnTo>
                  <a:lnTo>
                    <a:pt x="424331" y="5040"/>
                  </a:lnTo>
                  <a:lnTo>
                    <a:pt x="432189" y="5035"/>
                  </a:lnTo>
                  <a:lnTo>
                    <a:pt x="440047" y="5029"/>
                  </a:lnTo>
                  <a:lnTo>
                    <a:pt x="447905" y="5024"/>
                  </a:lnTo>
                  <a:lnTo>
                    <a:pt x="455763" y="5019"/>
                  </a:lnTo>
                  <a:lnTo>
                    <a:pt x="463621" y="5014"/>
                  </a:lnTo>
                  <a:lnTo>
                    <a:pt x="471479" y="5008"/>
                  </a:lnTo>
                  <a:lnTo>
                    <a:pt x="479337" y="5002"/>
                  </a:lnTo>
                  <a:lnTo>
                    <a:pt x="487195" y="4997"/>
                  </a:lnTo>
                  <a:lnTo>
                    <a:pt x="495053" y="4991"/>
                  </a:lnTo>
                  <a:lnTo>
                    <a:pt x="502911" y="4985"/>
                  </a:lnTo>
                  <a:lnTo>
                    <a:pt x="510769" y="4979"/>
                  </a:lnTo>
                  <a:lnTo>
                    <a:pt x="518627" y="4973"/>
                  </a:lnTo>
                  <a:lnTo>
                    <a:pt x="526485" y="4966"/>
                  </a:lnTo>
                  <a:lnTo>
                    <a:pt x="534343" y="4960"/>
                  </a:lnTo>
                  <a:lnTo>
                    <a:pt x="542201" y="4954"/>
                  </a:lnTo>
                  <a:lnTo>
                    <a:pt x="550059" y="4948"/>
                  </a:lnTo>
                  <a:lnTo>
                    <a:pt x="557917" y="4943"/>
                  </a:lnTo>
                  <a:lnTo>
                    <a:pt x="565775" y="4937"/>
                  </a:lnTo>
                  <a:lnTo>
                    <a:pt x="573633" y="4931"/>
                  </a:lnTo>
                  <a:lnTo>
                    <a:pt x="581491" y="4925"/>
                  </a:lnTo>
                  <a:lnTo>
                    <a:pt x="589349" y="4918"/>
                  </a:lnTo>
                  <a:lnTo>
                    <a:pt x="597207" y="4912"/>
                  </a:lnTo>
                  <a:lnTo>
                    <a:pt x="605065" y="4905"/>
                  </a:lnTo>
                  <a:lnTo>
                    <a:pt x="612923" y="4899"/>
                  </a:lnTo>
                  <a:lnTo>
                    <a:pt x="620781" y="4892"/>
                  </a:lnTo>
                  <a:lnTo>
                    <a:pt x="628639" y="4884"/>
                  </a:lnTo>
                  <a:lnTo>
                    <a:pt x="636497" y="4878"/>
                  </a:lnTo>
                  <a:lnTo>
                    <a:pt x="644355" y="4871"/>
                  </a:lnTo>
                  <a:lnTo>
                    <a:pt x="652213" y="4863"/>
                  </a:lnTo>
                  <a:lnTo>
                    <a:pt x="660071" y="4857"/>
                  </a:lnTo>
                  <a:lnTo>
                    <a:pt x="667929" y="4849"/>
                  </a:lnTo>
                  <a:lnTo>
                    <a:pt x="675787" y="4843"/>
                  </a:lnTo>
                  <a:lnTo>
                    <a:pt x="683645" y="4835"/>
                  </a:lnTo>
                  <a:lnTo>
                    <a:pt x="691503" y="4827"/>
                  </a:lnTo>
                  <a:lnTo>
                    <a:pt x="699361" y="4818"/>
                  </a:lnTo>
                  <a:lnTo>
                    <a:pt x="707219" y="4810"/>
                  </a:lnTo>
                  <a:lnTo>
                    <a:pt x="715077" y="4803"/>
                  </a:lnTo>
                  <a:lnTo>
                    <a:pt x="722935" y="4794"/>
                  </a:lnTo>
                  <a:lnTo>
                    <a:pt x="730793" y="4786"/>
                  </a:lnTo>
                  <a:lnTo>
                    <a:pt x="738651" y="4778"/>
                  </a:lnTo>
                  <a:lnTo>
                    <a:pt x="746509" y="4769"/>
                  </a:lnTo>
                  <a:lnTo>
                    <a:pt x="754367" y="4761"/>
                  </a:lnTo>
                  <a:lnTo>
                    <a:pt x="762225" y="4752"/>
                  </a:lnTo>
                  <a:lnTo>
                    <a:pt x="770083" y="4744"/>
                  </a:lnTo>
                  <a:lnTo>
                    <a:pt x="777941" y="4736"/>
                  </a:lnTo>
                  <a:lnTo>
                    <a:pt x="785799" y="4727"/>
                  </a:lnTo>
                  <a:lnTo>
                    <a:pt x="793657" y="4717"/>
                  </a:lnTo>
                  <a:lnTo>
                    <a:pt x="801515" y="4708"/>
                  </a:lnTo>
                  <a:lnTo>
                    <a:pt x="809373" y="4698"/>
                  </a:lnTo>
                  <a:lnTo>
                    <a:pt x="817231" y="4688"/>
                  </a:lnTo>
                  <a:lnTo>
                    <a:pt x="825089" y="4680"/>
                  </a:lnTo>
                  <a:lnTo>
                    <a:pt x="832947" y="4669"/>
                  </a:lnTo>
                  <a:lnTo>
                    <a:pt x="840805" y="4660"/>
                  </a:lnTo>
                  <a:lnTo>
                    <a:pt x="848663" y="4649"/>
                  </a:lnTo>
                  <a:lnTo>
                    <a:pt x="856521" y="4638"/>
                  </a:lnTo>
                  <a:lnTo>
                    <a:pt x="864379" y="4628"/>
                  </a:lnTo>
                  <a:lnTo>
                    <a:pt x="872237" y="4616"/>
                  </a:lnTo>
                  <a:lnTo>
                    <a:pt x="880095" y="4606"/>
                  </a:lnTo>
                  <a:lnTo>
                    <a:pt x="887953" y="4595"/>
                  </a:lnTo>
                  <a:lnTo>
                    <a:pt x="895811" y="4584"/>
                  </a:lnTo>
                  <a:lnTo>
                    <a:pt x="903669" y="4574"/>
                  </a:lnTo>
                  <a:lnTo>
                    <a:pt x="911527" y="4564"/>
                  </a:lnTo>
                  <a:lnTo>
                    <a:pt x="919385" y="4553"/>
                  </a:lnTo>
                  <a:lnTo>
                    <a:pt x="927243" y="4542"/>
                  </a:lnTo>
                  <a:lnTo>
                    <a:pt x="935101" y="4530"/>
                  </a:lnTo>
                  <a:lnTo>
                    <a:pt x="942959" y="4520"/>
                  </a:lnTo>
                  <a:lnTo>
                    <a:pt x="950817" y="4507"/>
                  </a:lnTo>
                  <a:lnTo>
                    <a:pt x="958675" y="4496"/>
                  </a:lnTo>
                  <a:lnTo>
                    <a:pt x="966533" y="4483"/>
                  </a:lnTo>
                  <a:lnTo>
                    <a:pt x="974391" y="4470"/>
                  </a:lnTo>
                  <a:lnTo>
                    <a:pt x="982249" y="4456"/>
                  </a:lnTo>
                  <a:lnTo>
                    <a:pt x="990107" y="4443"/>
                  </a:lnTo>
                  <a:lnTo>
                    <a:pt x="997965" y="4429"/>
                  </a:lnTo>
                  <a:lnTo>
                    <a:pt x="1005823" y="4416"/>
                  </a:lnTo>
                  <a:lnTo>
                    <a:pt x="1013681" y="4404"/>
                  </a:lnTo>
                  <a:lnTo>
                    <a:pt x="1021539" y="4391"/>
                  </a:lnTo>
                  <a:lnTo>
                    <a:pt x="1029397" y="4380"/>
                  </a:lnTo>
                  <a:lnTo>
                    <a:pt x="1037254" y="4366"/>
                  </a:lnTo>
                  <a:lnTo>
                    <a:pt x="1045112" y="4350"/>
                  </a:lnTo>
                  <a:lnTo>
                    <a:pt x="1052970" y="4338"/>
                  </a:lnTo>
                  <a:lnTo>
                    <a:pt x="1060828" y="4325"/>
                  </a:lnTo>
                  <a:lnTo>
                    <a:pt x="1068686" y="4312"/>
                  </a:lnTo>
                  <a:lnTo>
                    <a:pt x="1076544" y="4300"/>
                  </a:lnTo>
                  <a:lnTo>
                    <a:pt x="1084402" y="4285"/>
                  </a:lnTo>
                  <a:lnTo>
                    <a:pt x="1092260" y="4269"/>
                  </a:lnTo>
                  <a:lnTo>
                    <a:pt x="1100118" y="4255"/>
                  </a:lnTo>
                  <a:lnTo>
                    <a:pt x="1107976" y="4239"/>
                  </a:lnTo>
                  <a:lnTo>
                    <a:pt x="1115834" y="4222"/>
                  </a:lnTo>
                  <a:lnTo>
                    <a:pt x="1123692" y="4206"/>
                  </a:lnTo>
                  <a:lnTo>
                    <a:pt x="1131550" y="4189"/>
                  </a:lnTo>
                  <a:lnTo>
                    <a:pt x="1139408" y="4176"/>
                  </a:lnTo>
                  <a:lnTo>
                    <a:pt x="1147266" y="4162"/>
                  </a:lnTo>
                  <a:lnTo>
                    <a:pt x="1155124" y="4145"/>
                  </a:lnTo>
                  <a:lnTo>
                    <a:pt x="1162982" y="4128"/>
                  </a:lnTo>
                  <a:lnTo>
                    <a:pt x="1170840" y="4108"/>
                  </a:lnTo>
                  <a:lnTo>
                    <a:pt x="1178698" y="4091"/>
                  </a:lnTo>
                  <a:lnTo>
                    <a:pt x="1186556" y="4075"/>
                  </a:lnTo>
                  <a:lnTo>
                    <a:pt x="1194414" y="4059"/>
                  </a:lnTo>
                  <a:lnTo>
                    <a:pt x="1202272" y="4040"/>
                  </a:lnTo>
                  <a:lnTo>
                    <a:pt x="1210130" y="4022"/>
                  </a:lnTo>
                  <a:lnTo>
                    <a:pt x="1217988" y="4002"/>
                  </a:lnTo>
                  <a:lnTo>
                    <a:pt x="1225846" y="3986"/>
                  </a:lnTo>
                  <a:lnTo>
                    <a:pt x="1233704" y="3966"/>
                  </a:lnTo>
                  <a:lnTo>
                    <a:pt x="1241562" y="3947"/>
                  </a:lnTo>
                  <a:lnTo>
                    <a:pt x="1249420" y="3926"/>
                  </a:lnTo>
                  <a:lnTo>
                    <a:pt x="1257278" y="3906"/>
                  </a:lnTo>
                  <a:lnTo>
                    <a:pt x="1265136" y="3884"/>
                  </a:lnTo>
                  <a:lnTo>
                    <a:pt x="1272994" y="3864"/>
                  </a:lnTo>
                  <a:lnTo>
                    <a:pt x="1280852" y="3843"/>
                  </a:lnTo>
                  <a:lnTo>
                    <a:pt x="1288710" y="3822"/>
                  </a:lnTo>
                  <a:lnTo>
                    <a:pt x="1296568" y="3801"/>
                  </a:lnTo>
                  <a:lnTo>
                    <a:pt x="1304426" y="3779"/>
                  </a:lnTo>
                  <a:lnTo>
                    <a:pt x="1312284" y="3757"/>
                  </a:lnTo>
                  <a:lnTo>
                    <a:pt x="1320142" y="3736"/>
                  </a:lnTo>
                  <a:lnTo>
                    <a:pt x="1328000" y="3713"/>
                  </a:lnTo>
                  <a:lnTo>
                    <a:pt x="1335858" y="3690"/>
                  </a:lnTo>
                  <a:lnTo>
                    <a:pt x="1343716" y="3665"/>
                  </a:lnTo>
                  <a:lnTo>
                    <a:pt x="1351574" y="3638"/>
                  </a:lnTo>
                  <a:lnTo>
                    <a:pt x="1359432" y="3616"/>
                  </a:lnTo>
                  <a:lnTo>
                    <a:pt x="1367290" y="3594"/>
                  </a:lnTo>
                  <a:lnTo>
                    <a:pt x="1375148" y="3569"/>
                  </a:lnTo>
                  <a:lnTo>
                    <a:pt x="1383006" y="3549"/>
                  </a:lnTo>
                  <a:lnTo>
                    <a:pt x="1390864" y="3524"/>
                  </a:lnTo>
                  <a:lnTo>
                    <a:pt x="1398722" y="3499"/>
                  </a:lnTo>
                  <a:lnTo>
                    <a:pt x="1406580" y="3475"/>
                  </a:lnTo>
                  <a:lnTo>
                    <a:pt x="1414438" y="3451"/>
                  </a:lnTo>
                  <a:lnTo>
                    <a:pt x="1422296" y="3425"/>
                  </a:lnTo>
                  <a:lnTo>
                    <a:pt x="1430154" y="3398"/>
                  </a:lnTo>
                  <a:lnTo>
                    <a:pt x="1438012" y="3370"/>
                  </a:lnTo>
                  <a:lnTo>
                    <a:pt x="1445870" y="3341"/>
                  </a:lnTo>
                  <a:lnTo>
                    <a:pt x="1453728" y="3315"/>
                  </a:lnTo>
                  <a:lnTo>
                    <a:pt x="1461586" y="3289"/>
                  </a:lnTo>
                  <a:lnTo>
                    <a:pt x="1469444" y="3263"/>
                  </a:lnTo>
                  <a:lnTo>
                    <a:pt x="1477302" y="3235"/>
                  </a:lnTo>
                  <a:lnTo>
                    <a:pt x="1485160" y="3203"/>
                  </a:lnTo>
                  <a:lnTo>
                    <a:pt x="1493018" y="3175"/>
                  </a:lnTo>
                  <a:lnTo>
                    <a:pt x="1500876" y="3143"/>
                  </a:lnTo>
                  <a:lnTo>
                    <a:pt x="1508734" y="3113"/>
                  </a:lnTo>
                  <a:lnTo>
                    <a:pt x="1516592" y="3082"/>
                  </a:lnTo>
                  <a:lnTo>
                    <a:pt x="1524450" y="3053"/>
                  </a:lnTo>
                  <a:lnTo>
                    <a:pt x="1532308" y="3017"/>
                  </a:lnTo>
                  <a:lnTo>
                    <a:pt x="1540166" y="2981"/>
                  </a:lnTo>
                  <a:lnTo>
                    <a:pt x="1548024" y="2946"/>
                  </a:lnTo>
                  <a:lnTo>
                    <a:pt x="1555882" y="2915"/>
                  </a:lnTo>
                  <a:lnTo>
                    <a:pt x="1563740" y="2883"/>
                  </a:lnTo>
                  <a:lnTo>
                    <a:pt x="1571598" y="2851"/>
                  </a:lnTo>
                  <a:lnTo>
                    <a:pt x="1579456" y="2817"/>
                  </a:lnTo>
                  <a:lnTo>
                    <a:pt x="1587314" y="2783"/>
                  </a:lnTo>
                  <a:lnTo>
                    <a:pt x="1595172" y="2748"/>
                  </a:lnTo>
                  <a:lnTo>
                    <a:pt x="1603030" y="2710"/>
                  </a:lnTo>
                  <a:lnTo>
                    <a:pt x="1610888" y="2674"/>
                  </a:lnTo>
                  <a:lnTo>
                    <a:pt x="1618746" y="2636"/>
                  </a:lnTo>
                  <a:lnTo>
                    <a:pt x="1626604" y="2607"/>
                  </a:lnTo>
                  <a:lnTo>
                    <a:pt x="1634462" y="2572"/>
                  </a:lnTo>
                  <a:lnTo>
                    <a:pt x="1642320" y="2535"/>
                  </a:lnTo>
                  <a:lnTo>
                    <a:pt x="1650178" y="2502"/>
                  </a:lnTo>
                  <a:lnTo>
                    <a:pt x="1658036" y="2467"/>
                  </a:lnTo>
                  <a:lnTo>
                    <a:pt x="1665894" y="2427"/>
                  </a:lnTo>
                  <a:lnTo>
                    <a:pt x="1673752" y="2389"/>
                  </a:lnTo>
                  <a:lnTo>
                    <a:pt x="1681610" y="2353"/>
                  </a:lnTo>
                  <a:lnTo>
                    <a:pt x="1689468" y="2319"/>
                  </a:lnTo>
                  <a:lnTo>
                    <a:pt x="1697326" y="2277"/>
                  </a:lnTo>
                  <a:lnTo>
                    <a:pt x="1705184" y="2232"/>
                  </a:lnTo>
                  <a:lnTo>
                    <a:pt x="1713042" y="2189"/>
                  </a:lnTo>
                  <a:lnTo>
                    <a:pt x="1720900" y="2145"/>
                  </a:lnTo>
                  <a:lnTo>
                    <a:pt x="1728758" y="2103"/>
                  </a:lnTo>
                  <a:lnTo>
                    <a:pt x="1736616" y="2058"/>
                  </a:lnTo>
                  <a:lnTo>
                    <a:pt x="1744474" y="2016"/>
                  </a:lnTo>
                  <a:lnTo>
                    <a:pt x="1752332" y="1972"/>
                  </a:lnTo>
                  <a:lnTo>
                    <a:pt x="1760190" y="1933"/>
                  </a:lnTo>
                  <a:lnTo>
                    <a:pt x="1768048" y="1890"/>
                  </a:lnTo>
                  <a:lnTo>
                    <a:pt x="1775906" y="1841"/>
                  </a:lnTo>
                  <a:lnTo>
                    <a:pt x="1783764" y="1798"/>
                  </a:lnTo>
                  <a:lnTo>
                    <a:pt x="1791622" y="1756"/>
                  </a:lnTo>
                  <a:lnTo>
                    <a:pt x="1799480" y="1709"/>
                  </a:lnTo>
                  <a:lnTo>
                    <a:pt x="1807338" y="1660"/>
                  </a:lnTo>
                  <a:lnTo>
                    <a:pt x="1815196" y="1615"/>
                  </a:lnTo>
                  <a:lnTo>
                    <a:pt x="1823054" y="1568"/>
                  </a:lnTo>
                  <a:lnTo>
                    <a:pt x="1830912" y="1520"/>
                  </a:lnTo>
                  <a:lnTo>
                    <a:pt x="1838770" y="1469"/>
                  </a:lnTo>
                  <a:lnTo>
                    <a:pt x="1846628" y="1416"/>
                  </a:lnTo>
                  <a:lnTo>
                    <a:pt x="1854486" y="1364"/>
                  </a:lnTo>
                  <a:lnTo>
                    <a:pt x="1862344" y="1312"/>
                  </a:lnTo>
                  <a:lnTo>
                    <a:pt x="1870202" y="1256"/>
                  </a:lnTo>
                  <a:lnTo>
                    <a:pt x="1878060" y="1205"/>
                  </a:lnTo>
                  <a:lnTo>
                    <a:pt x="1885918" y="1153"/>
                  </a:lnTo>
                  <a:lnTo>
                    <a:pt x="1893776" y="1101"/>
                  </a:lnTo>
                  <a:lnTo>
                    <a:pt x="1901634" y="1049"/>
                  </a:lnTo>
                  <a:lnTo>
                    <a:pt x="1909492" y="991"/>
                  </a:lnTo>
                  <a:lnTo>
                    <a:pt x="1917350" y="931"/>
                  </a:lnTo>
                  <a:lnTo>
                    <a:pt x="1925208" y="874"/>
                  </a:lnTo>
                  <a:lnTo>
                    <a:pt x="1933066" y="815"/>
                  </a:lnTo>
                  <a:lnTo>
                    <a:pt x="1940924" y="754"/>
                  </a:lnTo>
                  <a:lnTo>
                    <a:pt x="1948782" y="694"/>
                  </a:lnTo>
                  <a:lnTo>
                    <a:pt x="1956640" y="636"/>
                  </a:lnTo>
                  <a:lnTo>
                    <a:pt x="1964498" y="578"/>
                  </a:lnTo>
                  <a:lnTo>
                    <a:pt x="1972356" y="517"/>
                  </a:lnTo>
                  <a:lnTo>
                    <a:pt x="1980214" y="454"/>
                  </a:lnTo>
                  <a:lnTo>
                    <a:pt x="1988072" y="390"/>
                  </a:lnTo>
                  <a:lnTo>
                    <a:pt x="1995930" y="332"/>
                  </a:lnTo>
                  <a:lnTo>
                    <a:pt x="2003788" y="273"/>
                  </a:lnTo>
                  <a:lnTo>
                    <a:pt x="2011646" y="211"/>
                  </a:lnTo>
                  <a:lnTo>
                    <a:pt x="2019504" y="148"/>
                  </a:lnTo>
                  <a:lnTo>
                    <a:pt x="2027362" y="77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79"/>
            <p:cNvSpPr/>
            <p:nvPr/>
          </p:nvSpPr>
          <p:spPr>
            <a:xfrm>
              <a:off x="6029658" y="4955886"/>
              <a:ext cx="2035220" cy="899"/>
            </a:xfrm>
            <a:custGeom>
              <a:avLst/>
              <a:pathLst>
                <a:path w="2035220" h="899">
                  <a:moveTo>
                    <a:pt x="0" y="899"/>
                  </a:moveTo>
                  <a:lnTo>
                    <a:pt x="7857" y="898"/>
                  </a:lnTo>
                  <a:lnTo>
                    <a:pt x="15715" y="897"/>
                  </a:lnTo>
                  <a:lnTo>
                    <a:pt x="23573" y="896"/>
                  </a:lnTo>
                  <a:lnTo>
                    <a:pt x="31431" y="896"/>
                  </a:lnTo>
                  <a:lnTo>
                    <a:pt x="39289" y="895"/>
                  </a:lnTo>
                  <a:lnTo>
                    <a:pt x="47147" y="894"/>
                  </a:lnTo>
                  <a:lnTo>
                    <a:pt x="55005" y="893"/>
                  </a:lnTo>
                  <a:lnTo>
                    <a:pt x="62863" y="892"/>
                  </a:lnTo>
                  <a:lnTo>
                    <a:pt x="70721" y="891"/>
                  </a:lnTo>
                  <a:lnTo>
                    <a:pt x="78579" y="891"/>
                  </a:lnTo>
                  <a:lnTo>
                    <a:pt x="86437" y="890"/>
                  </a:lnTo>
                  <a:lnTo>
                    <a:pt x="94295" y="889"/>
                  </a:lnTo>
                  <a:lnTo>
                    <a:pt x="102153" y="888"/>
                  </a:lnTo>
                  <a:lnTo>
                    <a:pt x="110011" y="887"/>
                  </a:lnTo>
                  <a:lnTo>
                    <a:pt x="117869" y="886"/>
                  </a:lnTo>
                  <a:lnTo>
                    <a:pt x="125727" y="885"/>
                  </a:lnTo>
                  <a:lnTo>
                    <a:pt x="133585" y="884"/>
                  </a:lnTo>
                  <a:lnTo>
                    <a:pt x="141443" y="883"/>
                  </a:lnTo>
                  <a:lnTo>
                    <a:pt x="149301" y="882"/>
                  </a:lnTo>
                  <a:lnTo>
                    <a:pt x="157159" y="881"/>
                  </a:lnTo>
                  <a:lnTo>
                    <a:pt x="165017" y="880"/>
                  </a:lnTo>
                  <a:lnTo>
                    <a:pt x="172875" y="879"/>
                  </a:lnTo>
                  <a:lnTo>
                    <a:pt x="180733" y="878"/>
                  </a:lnTo>
                  <a:lnTo>
                    <a:pt x="188591" y="876"/>
                  </a:lnTo>
                  <a:lnTo>
                    <a:pt x="196449" y="875"/>
                  </a:lnTo>
                  <a:lnTo>
                    <a:pt x="204307" y="874"/>
                  </a:lnTo>
                  <a:lnTo>
                    <a:pt x="212165" y="873"/>
                  </a:lnTo>
                  <a:lnTo>
                    <a:pt x="220023" y="872"/>
                  </a:lnTo>
                  <a:lnTo>
                    <a:pt x="227881" y="871"/>
                  </a:lnTo>
                  <a:lnTo>
                    <a:pt x="235739" y="870"/>
                  </a:lnTo>
                  <a:lnTo>
                    <a:pt x="243597" y="869"/>
                  </a:lnTo>
                  <a:lnTo>
                    <a:pt x="251455" y="868"/>
                  </a:lnTo>
                  <a:lnTo>
                    <a:pt x="259313" y="867"/>
                  </a:lnTo>
                  <a:lnTo>
                    <a:pt x="267171" y="866"/>
                  </a:lnTo>
                  <a:lnTo>
                    <a:pt x="275029" y="865"/>
                  </a:lnTo>
                  <a:lnTo>
                    <a:pt x="282887" y="863"/>
                  </a:lnTo>
                  <a:lnTo>
                    <a:pt x="290745" y="862"/>
                  </a:lnTo>
                  <a:lnTo>
                    <a:pt x="298603" y="861"/>
                  </a:lnTo>
                  <a:lnTo>
                    <a:pt x="306461" y="860"/>
                  </a:lnTo>
                  <a:lnTo>
                    <a:pt x="314319" y="858"/>
                  </a:lnTo>
                  <a:lnTo>
                    <a:pt x="322177" y="857"/>
                  </a:lnTo>
                  <a:lnTo>
                    <a:pt x="330035" y="856"/>
                  </a:lnTo>
                  <a:lnTo>
                    <a:pt x="337893" y="855"/>
                  </a:lnTo>
                  <a:lnTo>
                    <a:pt x="345751" y="853"/>
                  </a:lnTo>
                  <a:lnTo>
                    <a:pt x="353609" y="852"/>
                  </a:lnTo>
                  <a:lnTo>
                    <a:pt x="361467" y="851"/>
                  </a:lnTo>
                  <a:lnTo>
                    <a:pt x="369325" y="850"/>
                  </a:lnTo>
                  <a:lnTo>
                    <a:pt x="377183" y="848"/>
                  </a:lnTo>
                  <a:lnTo>
                    <a:pt x="385041" y="847"/>
                  </a:lnTo>
                  <a:lnTo>
                    <a:pt x="392899" y="846"/>
                  </a:lnTo>
                  <a:lnTo>
                    <a:pt x="400757" y="844"/>
                  </a:lnTo>
                  <a:lnTo>
                    <a:pt x="408615" y="843"/>
                  </a:lnTo>
                  <a:lnTo>
                    <a:pt x="416473" y="842"/>
                  </a:lnTo>
                  <a:lnTo>
                    <a:pt x="424331" y="840"/>
                  </a:lnTo>
                  <a:lnTo>
                    <a:pt x="432189" y="839"/>
                  </a:lnTo>
                  <a:lnTo>
                    <a:pt x="440047" y="837"/>
                  </a:lnTo>
                  <a:lnTo>
                    <a:pt x="447905" y="836"/>
                  </a:lnTo>
                  <a:lnTo>
                    <a:pt x="455763" y="835"/>
                  </a:lnTo>
                  <a:lnTo>
                    <a:pt x="463621" y="833"/>
                  </a:lnTo>
                  <a:lnTo>
                    <a:pt x="471479" y="832"/>
                  </a:lnTo>
                  <a:lnTo>
                    <a:pt x="479337" y="830"/>
                  </a:lnTo>
                  <a:lnTo>
                    <a:pt x="487195" y="829"/>
                  </a:lnTo>
                  <a:lnTo>
                    <a:pt x="495053" y="827"/>
                  </a:lnTo>
                  <a:lnTo>
                    <a:pt x="502911" y="826"/>
                  </a:lnTo>
                  <a:lnTo>
                    <a:pt x="510769" y="825"/>
                  </a:lnTo>
                  <a:lnTo>
                    <a:pt x="518627" y="823"/>
                  </a:lnTo>
                  <a:lnTo>
                    <a:pt x="526485" y="822"/>
                  </a:lnTo>
                  <a:lnTo>
                    <a:pt x="534343" y="820"/>
                  </a:lnTo>
                  <a:lnTo>
                    <a:pt x="542201" y="818"/>
                  </a:lnTo>
                  <a:lnTo>
                    <a:pt x="550059" y="816"/>
                  </a:lnTo>
                  <a:lnTo>
                    <a:pt x="557917" y="814"/>
                  </a:lnTo>
                  <a:lnTo>
                    <a:pt x="565775" y="812"/>
                  </a:lnTo>
                  <a:lnTo>
                    <a:pt x="573633" y="811"/>
                  </a:lnTo>
                  <a:lnTo>
                    <a:pt x="581491" y="809"/>
                  </a:lnTo>
                  <a:lnTo>
                    <a:pt x="589349" y="807"/>
                  </a:lnTo>
                  <a:lnTo>
                    <a:pt x="597207" y="805"/>
                  </a:lnTo>
                  <a:lnTo>
                    <a:pt x="605065" y="803"/>
                  </a:lnTo>
                  <a:lnTo>
                    <a:pt x="612923" y="801"/>
                  </a:lnTo>
                  <a:lnTo>
                    <a:pt x="620781" y="799"/>
                  </a:lnTo>
                  <a:lnTo>
                    <a:pt x="628639" y="798"/>
                  </a:lnTo>
                  <a:lnTo>
                    <a:pt x="636497" y="796"/>
                  </a:lnTo>
                  <a:lnTo>
                    <a:pt x="644355" y="795"/>
                  </a:lnTo>
                  <a:lnTo>
                    <a:pt x="652213" y="793"/>
                  </a:lnTo>
                  <a:lnTo>
                    <a:pt x="660071" y="791"/>
                  </a:lnTo>
                  <a:lnTo>
                    <a:pt x="667929" y="789"/>
                  </a:lnTo>
                  <a:lnTo>
                    <a:pt x="675787" y="787"/>
                  </a:lnTo>
                  <a:lnTo>
                    <a:pt x="683645" y="786"/>
                  </a:lnTo>
                  <a:lnTo>
                    <a:pt x="691503" y="784"/>
                  </a:lnTo>
                  <a:lnTo>
                    <a:pt x="699361" y="782"/>
                  </a:lnTo>
                  <a:lnTo>
                    <a:pt x="707219" y="781"/>
                  </a:lnTo>
                  <a:lnTo>
                    <a:pt x="715077" y="779"/>
                  </a:lnTo>
                  <a:lnTo>
                    <a:pt x="722935" y="777"/>
                  </a:lnTo>
                  <a:lnTo>
                    <a:pt x="730793" y="774"/>
                  </a:lnTo>
                  <a:lnTo>
                    <a:pt x="738651" y="772"/>
                  </a:lnTo>
                  <a:lnTo>
                    <a:pt x="746509" y="769"/>
                  </a:lnTo>
                  <a:lnTo>
                    <a:pt x="754367" y="767"/>
                  </a:lnTo>
                  <a:lnTo>
                    <a:pt x="762225" y="765"/>
                  </a:lnTo>
                  <a:lnTo>
                    <a:pt x="770083" y="763"/>
                  </a:lnTo>
                  <a:lnTo>
                    <a:pt x="777941" y="762"/>
                  </a:lnTo>
                  <a:lnTo>
                    <a:pt x="785799" y="759"/>
                  </a:lnTo>
                  <a:lnTo>
                    <a:pt x="793657" y="757"/>
                  </a:lnTo>
                  <a:lnTo>
                    <a:pt x="801515" y="755"/>
                  </a:lnTo>
                  <a:lnTo>
                    <a:pt x="809373" y="753"/>
                  </a:lnTo>
                  <a:lnTo>
                    <a:pt x="817231" y="751"/>
                  </a:lnTo>
                  <a:lnTo>
                    <a:pt x="825089" y="749"/>
                  </a:lnTo>
                  <a:lnTo>
                    <a:pt x="832947" y="746"/>
                  </a:lnTo>
                  <a:lnTo>
                    <a:pt x="840805" y="744"/>
                  </a:lnTo>
                  <a:lnTo>
                    <a:pt x="848663" y="742"/>
                  </a:lnTo>
                  <a:lnTo>
                    <a:pt x="856521" y="739"/>
                  </a:lnTo>
                  <a:lnTo>
                    <a:pt x="864379" y="736"/>
                  </a:lnTo>
                  <a:lnTo>
                    <a:pt x="872237" y="734"/>
                  </a:lnTo>
                  <a:lnTo>
                    <a:pt x="880095" y="732"/>
                  </a:lnTo>
                  <a:lnTo>
                    <a:pt x="887953" y="729"/>
                  </a:lnTo>
                  <a:lnTo>
                    <a:pt x="895811" y="727"/>
                  </a:lnTo>
                  <a:lnTo>
                    <a:pt x="903669" y="725"/>
                  </a:lnTo>
                  <a:lnTo>
                    <a:pt x="911527" y="723"/>
                  </a:lnTo>
                  <a:lnTo>
                    <a:pt x="919385" y="720"/>
                  </a:lnTo>
                  <a:lnTo>
                    <a:pt x="927243" y="717"/>
                  </a:lnTo>
                  <a:lnTo>
                    <a:pt x="935101" y="715"/>
                  </a:lnTo>
                  <a:lnTo>
                    <a:pt x="942959" y="712"/>
                  </a:lnTo>
                  <a:lnTo>
                    <a:pt x="950817" y="709"/>
                  </a:lnTo>
                  <a:lnTo>
                    <a:pt x="958675" y="707"/>
                  </a:lnTo>
                  <a:lnTo>
                    <a:pt x="966533" y="705"/>
                  </a:lnTo>
                  <a:lnTo>
                    <a:pt x="974391" y="702"/>
                  </a:lnTo>
                  <a:lnTo>
                    <a:pt x="982249" y="700"/>
                  </a:lnTo>
                  <a:lnTo>
                    <a:pt x="990107" y="697"/>
                  </a:lnTo>
                  <a:lnTo>
                    <a:pt x="997965" y="695"/>
                  </a:lnTo>
                  <a:lnTo>
                    <a:pt x="1005823" y="692"/>
                  </a:lnTo>
                  <a:lnTo>
                    <a:pt x="1013681" y="690"/>
                  </a:lnTo>
                  <a:lnTo>
                    <a:pt x="1021539" y="688"/>
                  </a:lnTo>
                  <a:lnTo>
                    <a:pt x="1029397" y="685"/>
                  </a:lnTo>
                  <a:lnTo>
                    <a:pt x="1037254" y="682"/>
                  </a:lnTo>
                  <a:lnTo>
                    <a:pt x="1045112" y="679"/>
                  </a:lnTo>
                  <a:lnTo>
                    <a:pt x="1052970" y="676"/>
                  </a:lnTo>
                  <a:lnTo>
                    <a:pt x="1060828" y="673"/>
                  </a:lnTo>
                  <a:lnTo>
                    <a:pt x="1068686" y="671"/>
                  </a:lnTo>
                  <a:lnTo>
                    <a:pt x="1076544" y="668"/>
                  </a:lnTo>
                  <a:lnTo>
                    <a:pt x="1084402" y="665"/>
                  </a:lnTo>
                  <a:lnTo>
                    <a:pt x="1092260" y="662"/>
                  </a:lnTo>
                  <a:lnTo>
                    <a:pt x="1100118" y="659"/>
                  </a:lnTo>
                  <a:lnTo>
                    <a:pt x="1107976" y="656"/>
                  </a:lnTo>
                  <a:lnTo>
                    <a:pt x="1115834" y="652"/>
                  </a:lnTo>
                  <a:lnTo>
                    <a:pt x="1123692" y="649"/>
                  </a:lnTo>
                  <a:lnTo>
                    <a:pt x="1131550" y="645"/>
                  </a:lnTo>
                  <a:lnTo>
                    <a:pt x="1139408" y="642"/>
                  </a:lnTo>
                  <a:lnTo>
                    <a:pt x="1147266" y="638"/>
                  </a:lnTo>
                  <a:lnTo>
                    <a:pt x="1155124" y="634"/>
                  </a:lnTo>
                  <a:lnTo>
                    <a:pt x="1162982" y="631"/>
                  </a:lnTo>
                  <a:lnTo>
                    <a:pt x="1170840" y="627"/>
                  </a:lnTo>
                  <a:lnTo>
                    <a:pt x="1178698" y="622"/>
                  </a:lnTo>
                  <a:lnTo>
                    <a:pt x="1186556" y="620"/>
                  </a:lnTo>
                  <a:lnTo>
                    <a:pt x="1194414" y="616"/>
                  </a:lnTo>
                  <a:lnTo>
                    <a:pt x="1202272" y="613"/>
                  </a:lnTo>
                  <a:lnTo>
                    <a:pt x="1210130" y="610"/>
                  </a:lnTo>
                  <a:lnTo>
                    <a:pt x="1217988" y="607"/>
                  </a:lnTo>
                  <a:lnTo>
                    <a:pt x="1225846" y="603"/>
                  </a:lnTo>
                  <a:lnTo>
                    <a:pt x="1233704" y="600"/>
                  </a:lnTo>
                  <a:lnTo>
                    <a:pt x="1241562" y="597"/>
                  </a:lnTo>
                  <a:lnTo>
                    <a:pt x="1249420" y="594"/>
                  </a:lnTo>
                  <a:lnTo>
                    <a:pt x="1257278" y="590"/>
                  </a:lnTo>
                  <a:lnTo>
                    <a:pt x="1265136" y="587"/>
                  </a:lnTo>
                  <a:lnTo>
                    <a:pt x="1272994" y="583"/>
                  </a:lnTo>
                  <a:lnTo>
                    <a:pt x="1280852" y="578"/>
                  </a:lnTo>
                  <a:lnTo>
                    <a:pt x="1288710" y="575"/>
                  </a:lnTo>
                  <a:lnTo>
                    <a:pt x="1296568" y="571"/>
                  </a:lnTo>
                  <a:lnTo>
                    <a:pt x="1304426" y="568"/>
                  </a:lnTo>
                  <a:lnTo>
                    <a:pt x="1312284" y="564"/>
                  </a:lnTo>
                  <a:lnTo>
                    <a:pt x="1320142" y="562"/>
                  </a:lnTo>
                  <a:lnTo>
                    <a:pt x="1328000" y="558"/>
                  </a:lnTo>
                  <a:lnTo>
                    <a:pt x="1335858" y="555"/>
                  </a:lnTo>
                  <a:lnTo>
                    <a:pt x="1343716" y="550"/>
                  </a:lnTo>
                  <a:lnTo>
                    <a:pt x="1351574" y="546"/>
                  </a:lnTo>
                  <a:lnTo>
                    <a:pt x="1359432" y="542"/>
                  </a:lnTo>
                  <a:lnTo>
                    <a:pt x="1367290" y="539"/>
                  </a:lnTo>
                  <a:lnTo>
                    <a:pt x="1375148" y="534"/>
                  </a:lnTo>
                  <a:lnTo>
                    <a:pt x="1383006" y="530"/>
                  </a:lnTo>
                  <a:lnTo>
                    <a:pt x="1390864" y="525"/>
                  </a:lnTo>
                  <a:lnTo>
                    <a:pt x="1398722" y="520"/>
                  </a:lnTo>
                  <a:lnTo>
                    <a:pt x="1406580" y="516"/>
                  </a:lnTo>
                  <a:lnTo>
                    <a:pt x="1414438" y="511"/>
                  </a:lnTo>
                  <a:lnTo>
                    <a:pt x="1422296" y="507"/>
                  </a:lnTo>
                  <a:lnTo>
                    <a:pt x="1430154" y="503"/>
                  </a:lnTo>
                  <a:lnTo>
                    <a:pt x="1438012" y="499"/>
                  </a:lnTo>
                  <a:lnTo>
                    <a:pt x="1445870" y="495"/>
                  </a:lnTo>
                  <a:lnTo>
                    <a:pt x="1453728" y="489"/>
                  </a:lnTo>
                  <a:lnTo>
                    <a:pt x="1461586" y="484"/>
                  </a:lnTo>
                  <a:lnTo>
                    <a:pt x="1469444" y="479"/>
                  </a:lnTo>
                  <a:lnTo>
                    <a:pt x="1477302" y="473"/>
                  </a:lnTo>
                  <a:lnTo>
                    <a:pt x="1485160" y="469"/>
                  </a:lnTo>
                  <a:lnTo>
                    <a:pt x="1493018" y="463"/>
                  </a:lnTo>
                  <a:lnTo>
                    <a:pt x="1500876" y="459"/>
                  </a:lnTo>
                  <a:lnTo>
                    <a:pt x="1508734" y="454"/>
                  </a:lnTo>
                  <a:lnTo>
                    <a:pt x="1516592" y="450"/>
                  </a:lnTo>
                  <a:lnTo>
                    <a:pt x="1524450" y="446"/>
                  </a:lnTo>
                  <a:lnTo>
                    <a:pt x="1532308" y="441"/>
                  </a:lnTo>
                  <a:lnTo>
                    <a:pt x="1540166" y="435"/>
                  </a:lnTo>
                  <a:lnTo>
                    <a:pt x="1548024" y="430"/>
                  </a:lnTo>
                  <a:lnTo>
                    <a:pt x="1555882" y="425"/>
                  </a:lnTo>
                  <a:lnTo>
                    <a:pt x="1563740" y="419"/>
                  </a:lnTo>
                  <a:lnTo>
                    <a:pt x="1571598" y="414"/>
                  </a:lnTo>
                  <a:lnTo>
                    <a:pt x="1579456" y="408"/>
                  </a:lnTo>
                  <a:lnTo>
                    <a:pt x="1587314" y="403"/>
                  </a:lnTo>
                  <a:lnTo>
                    <a:pt x="1595172" y="398"/>
                  </a:lnTo>
                  <a:lnTo>
                    <a:pt x="1603030" y="392"/>
                  </a:lnTo>
                  <a:lnTo>
                    <a:pt x="1610888" y="386"/>
                  </a:lnTo>
                  <a:lnTo>
                    <a:pt x="1618746" y="381"/>
                  </a:lnTo>
                  <a:lnTo>
                    <a:pt x="1626604" y="377"/>
                  </a:lnTo>
                  <a:lnTo>
                    <a:pt x="1634462" y="371"/>
                  </a:lnTo>
                  <a:lnTo>
                    <a:pt x="1642320" y="364"/>
                  </a:lnTo>
                  <a:lnTo>
                    <a:pt x="1650178" y="358"/>
                  </a:lnTo>
                  <a:lnTo>
                    <a:pt x="1658036" y="352"/>
                  </a:lnTo>
                  <a:lnTo>
                    <a:pt x="1665894" y="346"/>
                  </a:lnTo>
                  <a:lnTo>
                    <a:pt x="1673752" y="340"/>
                  </a:lnTo>
                  <a:lnTo>
                    <a:pt x="1681610" y="333"/>
                  </a:lnTo>
                  <a:lnTo>
                    <a:pt x="1689468" y="328"/>
                  </a:lnTo>
                  <a:lnTo>
                    <a:pt x="1697326" y="323"/>
                  </a:lnTo>
                  <a:lnTo>
                    <a:pt x="1705184" y="316"/>
                  </a:lnTo>
                  <a:lnTo>
                    <a:pt x="1713042" y="309"/>
                  </a:lnTo>
                  <a:lnTo>
                    <a:pt x="1720900" y="303"/>
                  </a:lnTo>
                  <a:lnTo>
                    <a:pt x="1728758" y="297"/>
                  </a:lnTo>
                  <a:lnTo>
                    <a:pt x="1736616" y="291"/>
                  </a:lnTo>
                  <a:lnTo>
                    <a:pt x="1744474" y="285"/>
                  </a:lnTo>
                  <a:lnTo>
                    <a:pt x="1752332" y="278"/>
                  </a:lnTo>
                  <a:lnTo>
                    <a:pt x="1760190" y="271"/>
                  </a:lnTo>
                  <a:lnTo>
                    <a:pt x="1768048" y="264"/>
                  </a:lnTo>
                  <a:lnTo>
                    <a:pt x="1775906" y="257"/>
                  </a:lnTo>
                  <a:lnTo>
                    <a:pt x="1783764" y="251"/>
                  </a:lnTo>
                  <a:lnTo>
                    <a:pt x="1791622" y="245"/>
                  </a:lnTo>
                  <a:lnTo>
                    <a:pt x="1799480" y="238"/>
                  </a:lnTo>
                  <a:lnTo>
                    <a:pt x="1807338" y="230"/>
                  </a:lnTo>
                  <a:lnTo>
                    <a:pt x="1815196" y="224"/>
                  </a:lnTo>
                  <a:lnTo>
                    <a:pt x="1823054" y="217"/>
                  </a:lnTo>
                  <a:lnTo>
                    <a:pt x="1830912" y="209"/>
                  </a:lnTo>
                  <a:lnTo>
                    <a:pt x="1838770" y="201"/>
                  </a:lnTo>
                  <a:lnTo>
                    <a:pt x="1846628" y="193"/>
                  </a:lnTo>
                  <a:lnTo>
                    <a:pt x="1854486" y="186"/>
                  </a:lnTo>
                  <a:lnTo>
                    <a:pt x="1862344" y="179"/>
                  </a:lnTo>
                  <a:lnTo>
                    <a:pt x="1870202" y="171"/>
                  </a:lnTo>
                  <a:lnTo>
                    <a:pt x="1878060" y="163"/>
                  </a:lnTo>
                  <a:lnTo>
                    <a:pt x="1885918" y="157"/>
                  </a:lnTo>
                  <a:lnTo>
                    <a:pt x="1893776" y="151"/>
                  </a:lnTo>
                  <a:lnTo>
                    <a:pt x="1901634" y="143"/>
                  </a:lnTo>
                  <a:lnTo>
                    <a:pt x="1909492" y="135"/>
                  </a:lnTo>
                  <a:lnTo>
                    <a:pt x="1917350" y="128"/>
                  </a:lnTo>
                  <a:lnTo>
                    <a:pt x="1925208" y="120"/>
                  </a:lnTo>
                  <a:lnTo>
                    <a:pt x="1933066" y="112"/>
                  </a:lnTo>
                  <a:lnTo>
                    <a:pt x="1940924" y="102"/>
                  </a:lnTo>
                  <a:lnTo>
                    <a:pt x="1948782" y="93"/>
                  </a:lnTo>
                  <a:lnTo>
                    <a:pt x="1956640" y="86"/>
                  </a:lnTo>
                  <a:lnTo>
                    <a:pt x="1964498" y="78"/>
                  </a:lnTo>
                  <a:lnTo>
                    <a:pt x="1972356" y="70"/>
                  </a:lnTo>
                  <a:lnTo>
                    <a:pt x="1980214" y="62"/>
                  </a:lnTo>
                  <a:lnTo>
                    <a:pt x="1988072" y="54"/>
                  </a:lnTo>
                  <a:lnTo>
                    <a:pt x="1995930" y="46"/>
                  </a:lnTo>
                  <a:lnTo>
                    <a:pt x="2003788" y="38"/>
                  </a:lnTo>
                  <a:lnTo>
                    <a:pt x="2011646" y="29"/>
                  </a:lnTo>
                  <a:lnTo>
                    <a:pt x="2019504" y="19"/>
                  </a:lnTo>
                  <a:lnTo>
                    <a:pt x="2027362" y="9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0"/>
            <p:cNvSpPr/>
            <p:nvPr/>
          </p:nvSpPr>
          <p:spPr>
            <a:xfrm>
              <a:off x="6029658" y="4956688"/>
              <a:ext cx="2035220" cy="180"/>
            </a:xfrm>
            <a:custGeom>
              <a:avLst/>
              <a:pathLst>
                <a:path w="2035220" h="180">
                  <a:moveTo>
                    <a:pt x="0" y="0"/>
                  </a:moveTo>
                  <a:lnTo>
                    <a:pt x="7857" y="1"/>
                  </a:lnTo>
                  <a:lnTo>
                    <a:pt x="15715" y="4"/>
                  </a:lnTo>
                  <a:lnTo>
                    <a:pt x="23573" y="5"/>
                  </a:lnTo>
                  <a:lnTo>
                    <a:pt x="31431" y="7"/>
                  </a:lnTo>
                  <a:lnTo>
                    <a:pt x="39289" y="9"/>
                  </a:lnTo>
                  <a:lnTo>
                    <a:pt x="47147" y="12"/>
                  </a:lnTo>
                  <a:lnTo>
                    <a:pt x="55005" y="14"/>
                  </a:lnTo>
                  <a:lnTo>
                    <a:pt x="62863" y="16"/>
                  </a:lnTo>
                  <a:lnTo>
                    <a:pt x="70721" y="17"/>
                  </a:lnTo>
                  <a:lnTo>
                    <a:pt x="78579" y="19"/>
                  </a:lnTo>
                  <a:lnTo>
                    <a:pt x="86437" y="21"/>
                  </a:lnTo>
                  <a:lnTo>
                    <a:pt x="94295" y="23"/>
                  </a:lnTo>
                  <a:lnTo>
                    <a:pt x="102153" y="25"/>
                  </a:lnTo>
                  <a:lnTo>
                    <a:pt x="110011" y="27"/>
                  </a:lnTo>
                  <a:lnTo>
                    <a:pt x="117869" y="29"/>
                  </a:lnTo>
                  <a:lnTo>
                    <a:pt x="125727" y="31"/>
                  </a:lnTo>
                  <a:lnTo>
                    <a:pt x="133585" y="32"/>
                  </a:lnTo>
                  <a:lnTo>
                    <a:pt x="141443" y="34"/>
                  </a:lnTo>
                  <a:lnTo>
                    <a:pt x="149301" y="36"/>
                  </a:lnTo>
                  <a:lnTo>
                    <a:pt x="157159" y="37"/>
                  </a:lnTo>
                  <a:lnTo>
                    <a:pt x="165017" y="39"/>
                  </a:lnTo>
                  <a:lnTo>
                    <a:pt x="172875" y="41"/>
                  </a:lnTo>
                  <a:lnTo>
                    <a:pt x="180733" y="42"/>
                  </a:lnTo>
                  <a:lnTo>
                    <a:pt x="188591" y="44"/>
                  </a:lnTo>
                  <a:lnTo>
                    <a:pt x="196449" y="45"/>
                  </a:lnTo>
                  <a:lnTo>
                    <a:pt x="204307" y="47"/>
                  </a:lnTo>
                  <a:lnTo>
                    <a:pt x="212165" y="48"/>
                  </a:lnTo>
                  <a:lnTo>
                    <a:pt x="220023" y="50"/>
                  </a:lnTo>
                  <a:lnTo>
                    <a:pt x="227881" y="52"/>
                  </a:lnTo>
                  <a:lnTo>
                    <a:pt x="235739" y="53"/>
                  </a:lnTo>
                  <a:lnTo>
                    <a:pt x="243597" y="55"/>
                  </a:lnTo>
                  <a:lnTo>
                    <a:pt x="251455" y="57"/>
                  </a:lnTo>
                  <a:lnTo>
                    <a:pt x="259313" y="58"/>
                  </a:lnTo>
                  <a:lnTo>
                    <a:pt x="267171" y="60"/>
                  </a:lnTo>
                  <a:lnTo>
                    <a:pt x="275029" y="61"/>
                  </a:lnTo>
                  <a:lnTo>
                    <a:pt x="282887" y="62"/>
                  </a:lnTo>
                  <a:lnTo>
                    <a:pt x="290745" y="63"/>
                  </a:lnTo>
                  <a:lnTo>
                    <a:pt x="298603" y="65"/>
                  </a:lnTo>
                  <a:lnTo>
                    <a:pt x="306461" y="66"/>
                  </a:lnTo>
                  <a:lnTo>
                    <a:pt x="314319" y="68"/>
                  </a:lnTo>
                  <a:lnTo>
                    <a:pt x="322177" y="69"/>
                  </a:lnTo>
                  <a:lnTo>
                    <a:pt x="330035" y="70"/>
                  </a:lnTo>
                  <a:lnTo>
                    <a:pt x="337893" y="72"/>
                  </a:lnTo>
                  <a:lnTo>
                    <a:pt x="345751" y="73"/>
                  </a:lnTo>
                  <a:lnTo>
                    <a:pt x="353609" y="74"/>
                  </a:lnTo>
                  <a:lnTo>
                    <a:pt x="361467" y="75"/>
                  </a:lnTo>
                  <a:lnTo>
                    <a:pt x="369325" y="77"/>
                  </a:lnTo>
                  <a:lnTo>
                    <a:pt x="377183" y="78"/>
                  </a:lnTo>
                  <a:lnTo>
                    <a:pt x="385041" y="79"/>
                  </a:lnTo>
                  <a:lnTo>
                    <a:pt x="392899" y="80"/>
                  </a:lnTo>
                  <a:lnTo>
                    <a:pt x="400757" y="82"/>
                  </a:lnTo>
                  <a:lnTo>
                    <a:pt x="408615" y="83"/>
                  </a:lnTo>
                  <a:lnTo>
                    <a:pt x="416473" y="84"/>
                  </a:lnTo>
                  <a:lnTo>
                    <a:pt x="424331" y="85"/>
                  </a:lnTo>
                  <a:lnTo>
                    <a:pt x="432189" y="86"/>
                  </a:lnTo>
                  <a:lnTo>
                    <a:pt x="440047" y="87"/>
                  </a:lnTo>
                  <a:lnTo>
                    <a:pt x="447905" y="89"/>
                  </a:lnTo>
                  <a:lnTo>
                    <a:pt x="455763" y="90"/>
                  </a:lnTo>
                  <a:lnTo>
                    <a:pt x="463621" y="91"/>
                  </a:lnTo>
                  <a:lnTo>
                    <a:pt x="471479" y="92"/>
                  </a:lnTo>
                  <a:lnTo>
                    <a:pt x="479337" y="93"/>
                  </a:lnTo>
                  <a:lnTo>
                    <a:pt x="487195" y="94"/>
                  </a:lnTo>
                  <a:lnTo>
                    <a:pt x="495053" y="95"/>
                  </a:lnTo>
                  <a:lnTo>
                    <a:pt x="502911" y="96"/>
                  </a:lnTo>
                  <a:lnTo>
                    <a:pt x="510769" y="97"/>
                  </a:lnTo>
                  <a:lnTo>
                    <a:pt x="518627" y="98"/>
                  </a:lnTo>
                  <a:lnTo>
                    <a:pt x="526485" y="100"/>
                  </a:lnTo>
                  <a:lnTo>
                    <a:pt x="534343" y="101"/>
                  </a:lnTo>
                  <a:lnTo>
                    <a:pt x="542201" y="102"/>
                  </a:lnTo>
                  <a:lnTo>
                    <a:pt x="550059" y="102"/>
                  </a:lnTo>
                  <a:lnTo>
                    <a:pt x="557917" y="103"/>
                  </a:lnTo>
                  <a:lnTo>
                    <a:pt x="565775" y="104"/>
                  </a:lnTo>
                  <a:lnTo>
                    <a:pt x="573633" y="105"/>
                  </a:lnTo>
                  <a:lnTo>
                    <a:pt x="581491" y="106"/>
                  </a:lnTo>
                  <a:lnTo>
                    <a:pt x="589349" y="107"/>
                  </a:lnTo>
                  <a:lnTo>
                    <a:pt x="597207" y="107"/>
                  </a:lnTo>
                  <a:lnTo>
                    <a:pt x="605065" y="108"/>
                  </a:lnTo>
                  <a:lnTo>
                    <a:pt x="612923" y="109"/>
                  </a:lnTo>
                  <a:lnTo>
                    <a:pt x="620781" y="110"/>
                  </a:lnTo>
                  <a:lnTo>
                    <a:pt x="628639" y="111"/>
                  </a:lnTo>
                  <a:lnTo>
                    <a:pt x="636497" y="112"/>
                  </a:lnTo>
                  <a:lnTo>
                    <a:pt x="644355" y="113"/>
                  </a:lnTo>
                  <a:lnTo>
                    <a:pt x="652213" y="114"/>
                  </a:lnTo>
                  <a:lnTo>
                    <a:pt x="660071" y="115"/>
                  </a:lnTo>
                  <a:lnTo>
                    <a:pt x="667929" y="115"/>
                  </a:lnTo>
                  <a:lnTo>
                    <a:pt x="675787" y="116"/>
                  </a:lnTo>
                  <a:lnTo>
                    <a:pt x="683645" y="117"/>
                  </a:lnTo>
                  <a:lnTo>
                    <a:pt x="691503" y="118"/>
                  </a:lnTo>
                  <a:lnTo>
                    <a:pt x="699361" y="119"/>
                  </a:lnTo>
                  <a:lnTo>
                    <a:pt x="707219" y="120"/>
                  </a:lnTo>
                  <a:lnTo>
                    <a:pt x="715077" y="120"/>
                  </a:lnTo>
                  <a:lnTo>
                    <a:pt x="722935" y="121"/>
                  </a:lnTo>
                  <a:lnTo>
                    <a:pt x="730793" y="122"/>
                  </a:lnTo>
                  <a:lnTo>
                    <a:pt x="738651" y="123"/>
                  </a:lnTo>
                  <a:lnTo>
                    <a:pt x="746509" y="124"/>
                  </a:lnTo>
                  <a:lnTo>
                    <a:pt x="754367" y="124"/>
                  </a:lnTo>
                  <a:lnTo>
                    <a:pt x="762225" y="125"/>
                  </a:lnTo>
                  <a:lnTo>
                    <a:pt x="770083" y="126"/>
                  </a:lnTo>
                  <a:lnTo>
                    <a:pt x="777941" y="126"/>
                  </a:lnTo>
                  <a:lnTo>
                    <a:pt x="785799" y="127"/>
                  </a:lnTo>
                  <a:lnTo>
                    <a:pt x="793657" y="128"/>
                  </a:lnTo>
                  <a:lnTo>
                    <a:pt x="801515" y="129"/>
                  </a:lnTo>
                  <a:lnTo>
                    <a:pt x="809373" y="129"/>
                  </a:lnTo>
                  <a:lnTo>
                    <a:pt x="817231" y="130"/>
                  </a:lnTo>
                  <a:lnTo>
                    <a:pt x="825089" y="130"/>
                  </a:lnTo>
                  <a:lnTo>
                    <a:pt x="832947" y="131"/>
                  </a:lnTo>
                  <a:lnTo>
                    <a:pt x="840805" y="132"/>
                  </a:lnTo>
                  <a:lnTo>
                    <a:pt x="848663" y="132"/>
                  </a:lnTo>
                  <a:lnTo>
                    <a:pt x="856521" y="133"/>
                  </a:lnTo>
                  <a:lnTo>
                    <a:pt x="864379" y="134"/>
                  </a:lnTo>
                  <a:lnTo>
                    <a:pt x="872237" y="134"/>
                  </a:lnTo>
                  <a:lnTo>
                    <a:pt x="880095" y="135"/>
                  </a:lnTo>
                  <a:lnTo>
                    <a:pt x="887953" y="136"/>
                  </a:lnTo>
                  <a:lnTo>
                    <a:pt x="895811" y="136"/>
                  </a:lnTo>
                  <a:lnTo>
                    <a:pt x="903669" y="137"/>
                  </a:lnTo>
                  <a:lnTo>
                    <a:pt x="911527" y="137"/>
                  </a:lnTo>
                  <a:lnTo>
                    <a:pt x="919385" y="138"/>
                  </a:lnTo>
                  <a:lnTo>
                    <a:pt x="927243" y="138"/>
                  </a:lnTo>
                  <a:lnTo>
                    <a:pt x="935101" y="139"/>
                  </a:lnTo>
                  <a:lnTo>
                    <a:pt x="942959" y="140"/>
                  </a:lnTo>
                  <a:lnTo>
                    <a:pt x="950817" y="140"/>
                  </a:lnTo>
                  <a:lnTo>
                    <a:pt x="958675" y="141"/>
                  </a:lnTo>
                  <a:lnTo>
                    <a:pt x="966533" y="141"/>
                  </a:lnTo>
                  <a:lnTo>
                    <a:pt x="974391" y="142"/>
                  </a:lnTo>
                  <a:lnTo>
                    <a:pt x="982249" y="142"/>
                  </a:lnTo>
                  <a:lnTo>
                    <a:pt x="990107" y="143"/>
                  </a:lnTo>
                  <a:lnTo>
                    <a:pt x="997965" y="143"/>
                  </a:lnTo>
                  <a:lnTo>
                    <a:pt x="1005823" y="144"/>
                  </a:lnTo>
                  <a:lnTo>
                    <a:pt x="1013681" y="144"/>
                  </a:lnTo>
                  <a:lnTo>
                    <a:pt x="1021539" y="145"/>
                  </a:lnTo>
                  <a:lnTo>
                    <a:pt x="1029397" y="145"/>
                  </a:lnTo>
                  <a:lnTo>
                    <a:pt x="1037254" y="146"/>
                  </a:lnTo>
                  <a:lnTo>
                    <a:pt x="1045112" y="146"/>
                  </a:lnTo>
                  <a:lnTo>
                    <a:pt x="1052970" y="147"/>
                  </a:lnTo>
                  <a:lnTo>
                    <a:pt x="1060828" y="147"/>
                  </a:lnTo>
                  <a:lnTo>
                    <a:pt x="1068686" y="147"/>
                  </a:lnTo>
                  <a:lnTo>
                    <a:pt x="1076544" y="148"/>
                  </a:lnTo>
                  <a:lnTo>
                    <a:pt x="1084402" y="148"/>
                  </a:lnTo>
                  <a:lnTo>
                    <a:pt x="1092260" y="149"/>
                  </a:lnTo>
                  <a:lnTo>
                    <a:pt x="1100118" y="149"/>
                  </a:lnTo>
                  <a:lnTo>
                    <a:pt x="1107976" y="150"/>
                  </a:lnTo>
                  <a:lnTo>
                    <a:pt x="1115834" y="150"/>
                  </a:lnTo>
                  <a:lnTo>
                    <a:pt x="1123692" y="151"/>
                  </a:lnTo>
                  <a:lnTo>
                    <a:pt x="1131550" y="151"/>
                  </a:lnTo>
                  <a:lnTo>
                    <a:pt x="1139408" y="152"/>
                  </a:lnTo>
                  <a:lnTo>
                    <a:pt x="1147266" y="152"/>
                  </a:lnTo>
                  <a:lnTo>
                    <a:pt x="1155124" y="152"/>
                  </a:lnTo>
                  <a:lnTo>
                    <a:pt x="1162982" y="153"/>
                  </a:lnTo>
                  <a:lnTo>
                    <a:pt x="1170840" y="153"/>
                  </a:lnTo>
                  <a:lnTo>
                    <a:pt x="1178698" y="154"/>
                  </a:lnTo>
                  <a:lnTo>
                    <a:pt x="1186556" y="154"/>
                  </a:lnTo>
                  <a:lnTo>
                    <a:pt x="1194414" y="154"/>
                  </a:lnTo>
                  <a:lnTo>
                    <a:pt x="1202272" y="155"/>
                  </a:lnTo>
                  <a:lnTo>
                    <a:pt x="1210130" y="155"/>
                  </a:lnTo>
                  <a:lnTo>
                    <a:pt x="1217988" y="156"/>
                  </a:lnTo>
                  <a:lnTo>
                    <a:pt x="1225846" y="156"/>
                  </a:lnTo>
                  <a:lnTo>
                    <a:pt x="1233704" y="156"/>
                  </a:lnTo>
                  <a:lnTo>
                    <a:pt x="1241562" y="157"/>
                  </a:lnTo>
                  <a:lnTo>
                    <a:pt x="1249420" y="157"/>
                  </a:lnTo>
                  <a:lnTo>
                    <a:pt x="1257278" y="158"/>
                  </a:lnTo>
                  <a:lnTo>
                    <a:pt x="1265136" y="158"/>
                  </a:lnTo>
                  <a:lnTo>
                    <a:pt x="1272994" y="158"/>
                  </a:lnTo>
                  <a:lnTo>
                    <a:pt x="1280852" y="159"/>
                  </a:lnTo>
                  <a:lnTo>
                    <a:pt x="1288710" y="159"/>
                  </a:lnTo>
                  <a:lnTo>
                    <a:pt x="1296568" y="159"/>
                  </a:lnTo>
                  <a:lnTo>
                    <a:pt x="1304426" y="160"/>
                  </a:lnTo>
                  <a:lnTo>
                    <a:pt x="1312284" y="160"/>
                  </a:lnTo>
                  <a:lnTo>
                    <a:pt x="1320142" y="160"/>
                  </a:lnTo>
                  <a:lnTo>
                    <a:pt x="1328000" y="161"/>
                  </a:lnTo>
                  <a:lnTo>
                    <a:pt x="1335858" y="161"/>
                  </a:lnTo>
                  <a:lnTo>
                    <a:pt x="1343716" y="161"/>
                  </a:lnTo>
                  <a:lnTo>
                    <a:pt x="1351574" y="162"/>
                  </a:lnTo>
                  <a:lnTo>
                    <a:pt x="1359432" y="162"/>
                  </a:lnTo>
                  <a:lnTo>
                    <a:pt x="1367290" y="162"/>
                  </a:lnTo>
                  <a:lnTo>
                    <a:pt x="1375148" y="163"/>
                  </a:lnTo>
                  <a:lnTo>
                    <a:pt x="1383006" y="163"/>
                  </a:lnTo>
                  <a:lnTo>
                    <a:pt x="1390864" y="163"/>
                  </a:lnTo>
                  <a:lnTo>
                    <a:pt x="1398722" y="164"/>
                  </a:lnTo>
                  <a:lnTo>
                    <a:pt x="1406580" y="164"/>
                  </a:lnTo>
                  <a:lnTo>
                    <a:pt x="1414438" y="164"/>
                  </a:lnTo>
                  <a:lnTo>
                    <a:pt x="1422296" y="164"/>
                  </a:lnTo>
                  <a:lnTo>
                    <a:pt x="1430154" y="165"/>
                  </a:lnTo>
                  <a:lnTo>
                    <a:pt x="1438012" y="165"/>
                  </a:lnTo>
                  <a:lnTo>
                    <a:pt x="1445870" y="165"/>
                  </a:lnTo>
                  <a:lnTo>
                    <a:pt x="1453728" y="166"/>
                  </a:lnTo>
                  <a:lnTo>
                    <a:pt x="1461586" y="166"/>
                  </a:lnTo>
                  <a:lnTo>
                    <a:pt x="1469444" y="166"/>
                  </a:lnTo>
                  <a:lnTo>
                    <a:pt x="1477302" y="166"/>
                  </a:lnTo>
                  <a:lnTo>
                    <a:pt x="1485160" y="167"/>
                  </a:lnTo>
                  <a:lnTo>
                    <a:pt x="1493018" y="167"/>
                  </a:lnTo>
                  <a:lnTo>
                    <a:pt x="1500876" y="167"/>
                  </a:lnTo>
                  <a:lnTo>
                    <a:pt x="1508734" y="167"/>
                  </a:lnTo>
                  <a:lnTo>
                    <a:pt x="1516592" y="168"/>
                  </a:lnTo>
                  <a:lnTo>
                    <a:pt x="1524450" y="168"/>
                  </a:lnTo>
                  <a:lnTo>
                    <a:pt x="1532308" y="168"/>
                  </a:lnTo>
                  <a:lnTo>
                    <a:pt x="1540166" y="168"/>
                  </a:lnTo>
                  <a:lnTo>
                    <a:pt x="1548024" y="169"/>
                  </a:lnTo>
                  <a:lnTo>
                    <a:pt x="1555882" y="169"/>
                  </a:lnTo>
                  <a:lnTo>
                    <a:pt x="1563740" y="169"/>
                  </a:lnTo>
                  <a:lnTo>
                    <a:pt x="1571598" y="169"/>
                  </a:lnTo>
                  <a:lnTo>
                    <a:pt x="1579456" y="170"/>
                  </a:lnTo>
                  <a:lnTo>
                    <a:pt x="1587314" y="170"/>
                  </a:lnTo>
                  <a:lnTo>
                    <a:pt x="1595172" y="170"/>
                  </a:lnTo>
                  <a:lnTo>
                    <a:pt x="1603030" y="170"/>
                  </a:lnTo>
                  <a:lnTo>
                    <a:pt x="1610888" y="171"/>
                  </a:lnTo>
                  <a:lnTo>
                    <a:pt x="1618746" y="171"/>
                  </a:lnTo>
                  <a:lnTo>
                    <a:pt x="1626604" y="171"/>
                  </a:lnTo>
                  <a:lnTo>
                    <a:pt x="1634462" y="171"/>
                  </a:lnTo>
                  <a:lnTo>
                    <a:pt x="1642320" y="171"/>
                  </a:lnTo>
                  <a:lnTo>
                    <a:pt x="1650178" y="172"/>
                  </a:lnTo>
                  <a:lnTo>
                    <a:pt x="1658036" y="172"/>
                  </a:lnTo>
                  <a:lnTo>
                    <a:pt x="1665894" y="172"/>
                  </a:lnTo>
                  <a:lnTo>
                    <a:pt x="1673752" y="172"/>
                  </a:lnTo>
                  <a:lnTo>
                    <a:pt x="1681610" y="172"/>
                  </a:lnTo>
                  <a:lnTo>
                    <a:pt x="1689468" y="173"/>
                  </a:lnTo>
                  <a:lnTo>
                    <a:pt x="1697326" y="173"/>
                  </a:lnTo>
                  <a:lnTo>
                    <a:pt x="1705184" y="173"/>
                  </a:lnTo>
                  <a:lnTo>
                    <a:pt x="1713042" y="173"/>
                  </a:lnTo>
                  <a:lnTo>
                    <a:pt x="1720900" y="173"/>
                  </a:lnTo>
                  <a:lnTo>
                    <a:pt x="1728758" y="174"/>
                  </a:lnTo>
                  <a:lnTo>
                    <a:pt x="1736616" y="174"/>
                  </a:lnTo>
                  <a:lnTo>
                    <a:pt x="1744474" y="174"/>
                  </a:lnTo>
                  <a:lnTo>
                    <a:pt x="1752332" y="174"/>
                  </a:lnTo>
                  <a:lnTo>
                    <a:pt x="1760190" y="174"/>
                  </a:lnTo>
                  <a:lnTo>
                    <a:pt x="1768048" y="175"/>
                  </a:lnTo>
                  <a:lnTo>
                    <a:pt x="1775906" y="175"/>
                  </a:lnTo>
                  <a:lnTo>
                    <a:pt x="1783764" y="175"/>
                  </a:lnTo>
                  <a:lnTo>
                    <a:pt x="1791622" y="175"/>
                  </a:lnTo>
                  <a:lnTo>
                    <a:pt x="1799480" y="175"/>
                  </a:lnTo>
                  <a:lnTo>
                    <a:pt x="1807338" y="175"/>
                  </a:lnTo>
                  <a:lnTo>
                    <a:pt x="1815196" y="176"/>
                  </a:lnTo>
                  <a:lnTo>
                    <a:pt x="1823054" y="176"/>
                  </a:lnTo>
                  <a:lnTo>
                    <a:pt x="1830912" y="176"/>
                  </a:lnTo>
                  <a:lnTo>
                    <a:pt x="1838770" y="176"/>
                  </a:lnTo>
                  <a:lnTo>
                    <a:pt x="1846628" y="176"/>
                  </a:lnTo>
                  <a:lnTo>
                    <a:pt x="1854486" y="176"/>
                  </a:lnTo>
                  <a:lnTo>
                    <a:pt x="1862344" y="177"/>
                  </a:lnTo>
                  <a:lnTo>
                    <a:pt x="1870202" y="177"/>
                  </a:lnTo>
                  <a:lnTo>
                    <a:pt x="1878060" y="177"/>
                  </a:lnTo>
                  <a:lnTo>
                    <a:pt x="1885918" y="177"/>
                  </a:lnTo>
                  <a:lnTo>
                    <a:pt x="1893776" y="177"/>
                  </a:lnTo>
                  <a:lnTo>
                    <a:pt x="1901634" y="177"/>
                  </a:lnTo>
                  <a:lnTo>
                    <a:pt x="1909492" y="178"/>
                  </a:lnTo>
                  <a:lnTo>
                    <a:pt x="1917350" y="178"/>
                  </a:lnTo>
                  <a:lnTo>
                    <a:pt x="1925208" y="178"/>
                  </a:lnTo>
                  <a:lnTo>
                    <a:pt x="1933066" y="178"/>
                  </a:lnTo>
                  <a:lnTo>
                    <a:pt x="1940924" y="178"/>
                  </a:lnTo>
                  <a:lnTo>
                    <a:pt x="1948782" y="178"/>
                  </a:lnTo>
                  <a:lnTo>
                    <a:pt x="1956640" y="178"/>
                  </a:lnTo>
                  <a:lnTo>
                    <a:pt x="1964498" y="179"/>
                  </a:lnTo>
                  <a:lnTo>
                    <a:pt x="1972356" y="179"/>
                  </a:lnTo>
                  <a:lnTo>
                    <a:pt x="1980214" y="179"/>
                  </a:lnTo>
                  <a:lnTo>
                    <a:pt x="1988072" y="179"/>
                  </a:lnTo>
                  <a:lnTo>
                    <a:pt x="1995930" y="179"/>
                  </a:lnTo>
                  <a:lnTo>
                    <a:pt x="2003788" y="179"/>
                  </a:lnTo>
                  <a:lnTo>
                    <a:pt x="2011646" y="179"/>
                  </a:lnTo>
                  <a:lnTo>
                    <a:pt x="2019504" y="179"/>
                  </a:lnTo>
                  <a:lnTo>
                    <a:pt x="2027362" y="180"/>
                  </a:lnTo>
                  <a:lnTo>
                    <a:pt x="2035220" y="18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1"/>
            <p:cNvSpPr/>
            <p:nvPr/>
          </p:nvSpPr>
          <p:spPr>
            <a:xfrm>
              <a:off x="6029658" y="4956435"/>
              <a:ext cx="2035220" cy="290"/>
            </a:xfrm>
            <a:custGeom>
              <a:avLst/>
              <a:pathLst>
                <a:path w="2035220" h="290">
                  <a:moveTo>
                    <a:pt x="0" y="0"/>
                  </a:moveTo>
                  <a:lnTo>
                    <a:pt x="7857" y="1"/>
                  </a:lnTo>
                  <a:lnTo>
                    <a:pt x="15715" y="2"/>
                  </a:lnTo>
                  <a:lnTo>
                    <a:pt x="23573" y="4"/>
                  </a:lnTo>
                  <a:lnTo>
                    <a:pt x="31431" y="6"/>
                  </a:lnTo>
                  <a:lnTo>
                    <a:pt x="39289" y="8"/>
                  </a:lnTo>
                  <a:lnTo>
                    <a:pt x="47147" y="10"/>
                  </a:lnTo>
                  <a:lnTo>
                    <a:pt x="55005" y="11"/>
                  </a:lnTo>
                  <a:lnTo>
                    <a:pt x="62863" y="12"/>
                  </a:lnTo>
                  <a:lnTo>
                    <a:pt x="70721" y="14"/>
                  </a:lnTo>
                  <a:lnTo>
                    <a:pt x="78579" y="16"/>
                  </a:lnTo>
                  <a:lnTo>
                    <a:pt x="86437" y="18"/>
                  </a:lnTo>
                  <a:lnTo>
                    <a:pt x="94295" y="19"/>
                  </a:lnTo>
                  <a:lnTo>
                    <a:pt x="102153" y="20"/>
                  </a:lnTo>
                  <a:lnTo>
                    <a:pt x="110011" y="22"/>
                  </a:lnTo>
                  <a:lnTo>
                    <a:pt x="117869" y="25"/>
                  </a:lnTo>
                  <a:lnTo>
                    <a:pt x="125727" y="27"/>
                  </a:lnTo>
                  <a:lnTo>
                    <a:pt x="133585" y="29"/>
                  </a:lnTo>
                  <a:lnTo>
                    <a:pt x="141443" y="31"/>
                  </a:lnTo>
                  <a:lnTo>
                    <a:pt x="149301" y="33"/>
                  </a:lnTo>
                  <a:lnTo>
                    <a:pt x="157159" y="36"/>
                  </a:lnTo>
                  <a:lnTo>
                    <a:pt x="165017" y="38"/>
                  </a:lnTo>
                  <a:lnTo>
                    <a:pt x="172875" y="39"/>
                  </a:lnTo>
                  <a:lnTo>
                    <a:pt x="180733" y="41"/>
                  </a:lnTo>
                  <a:lnTo>
                    <a:pt x="188591" y="43"/>
                  </a:lnTo>
                  <a:lnTo>
                    <a:pt x="196449" y="44"/>
                  </a:lnTo>
                  <a:lnTo>
                    <a:pt x="204307" y="46"/>
                  </a:lnTo>
                  <a:lnTo>
                    <a:pt x="212165" y="47"/>
                  </a:lnTo>
                  <a:lnTo>
                    <a:pt x="220023" y="49"/>
                  </a:lnTo>
                  <a:lnTo>
                    <a:pt x="227881" y="50"/>
                  </a:lnTo>
                  <a:lnTo>
                    <a:pt x="235739" y="52"/>
                  </a:lnTo>
                  <a:lnTo>
                    <a:pt x="243597" y="53"/>
                  </a:lnTo>
                  <a:lnTo>
                    <a:pt x="251455" y="55"/>
                  </a:lnTo>
                  <a:lnTo>
                    <a:pt x="259313" y="56"/>
                  </a:lnTo>
                  <a:lnTo>
                    <a:pt x="267171" y="58"/>
                  </a:lnTo>
                  <a:lnTo>
                    <a:pt x="275029" y="60"/>
                  </a:lnTo>
                  <a:lnTo>
                    <a:pt x="282887" y="61"/>
                  </a:lnTo>
                  <a:lnTo>
                    <a:pt x="290745" y="62"/>
                  </a:lnTo>
                  <a:lnTo>
                    <a:pt x="298603" y="64"/>
                  </a:lnTo>
                  <a:lnTo>
                    <a:pt x="306461" y="66"/>
                  </a:lnTo>
                  <a:lnTo>
                    <a:pt x="314319" y="67"/>
                  </a:lnTo>
                  <a:lnTo>
                    <a:pt x="322177" y="69"/>
                  </a:lnTo>
                  <a:lnTo>
                    <a:pt x="330035" y="71"/>
                  </a:lnTo>
                  <a:lnTo>
                    <a:pt x="337893" y="73"/>
                  </a:lnTo>
                  <a:lnTo>
                    <a:pt x="345751" y="75"/>
                  </a:lnTo>
                  <a:lnTo>
                    <a:pt x="353609" y="77"/>
                  </a:lnTo>
                  <a:lnTo>
                    <a:pt x="361467" y="78"/>
                  </a:lnTo>
                  <a:lnTo>
                    <a:pt x="369325" y="80"/>
                  </a:lnTo>
                  <a:lnTo>
                    <a:pt x="377183" y="81"/>
                  </a:lnTo>
                  <a:lnTo>
                    <a:pt x="385041" y="83"/>
                  </a:lnTo>
                  <a:lnTo>
                    <a:pt x="392899" y="85"/>
                  </a:lnTo>
                  <a:lnTo>
                    <a:pt x="400757" y="86"/>
                  </a:lnTo>
                  <a:lnTo>
                    <a:pt x="408615" y="87"/>
                  </a:lnTo>
                  <a:lnTo>
                    <a:pt x="416473" y="89"/>
                  </a:lnTo>
                  <a:lnTo>
                    <a:pt x="424331" y="90"/>
                  </a:lnTo>
                  <a:lnTo>
                    <a:pt x="432189" y="91"/>
                  </a:lnTo>
                  <a:lnTo>
                    <a:pt x="440047" y="93"/>
                  </a:lnTo>
                  <a:lnTo>
                    <a:pt x="447905" y="93"/>
                  </a:lnTo>
                  <a:lnTo>
                    <a:pt x="455763" y="95"/>
                  </a:lnTo>
                  <a:lnTo>
                    <a:pt x="463621" y="97"/>
                  </a:lnTo>
                  <a:lnTo>
                    <a:pt x="471479" y="98"/>
                  </a:lnTo>
                  <a:lnTo>
                    <a:pt x="479337" y="99"/>
                  </a:lnTo>
                  <a:lnTo>
                    <a:pt x="487195" y="101"/>
                  </a:lnTo>
                  <a:lnTo>
                    <a:pt x="495053" y="102"/>
                  </a:lnTo>
                  <a:lnTo>
                    <a:pt x="502911" y="103"/>
                  </a:lnTo>
                  <a:lnTo>
                    <a:pt x="510769" y="104"/>
                  </a:lnTo>
                  <a:lnTo>
                    <a:pt x="518627" y="106"/>
                  </a:lnTo>
                  <a:lnTo>
                    <a:pt x="526485" y="107"/>
                  </a:lnTo>
                  <a:lnTo>
                    <a:pt x="534343" y="109"/>
                  </a:lnTo>
                  <a:lnTo>
                    <a:pt x="542201" y="111"/>
                  </a:lnTo>
                  <a:lnTo>
                    <a:pt x="550059" y="112"/>
                  </a:lnTo>
                  <a:lnTo>
                    <a:pt x="557917" y="113"/>
                  </a:lnTo>
                  <a:lnTo>
                    <a:pt x="565775" y="114"/>
                  </a:lnTo>
                  <a:lnTo>
                    <a:pt x="573633" y="115"/>
                  </a:lnTo>
                  <a:lnTo>
                    <a:pt x="581491" y="117"/>
                  </a:lnTo>
                  <a:lnTo>
                    <a:pt x="589349" y="118"/>
                  </a:lnTo>
                  <a:lnTo>
                    <a:pt x="597207" y="119"/>
                  </a:lnTo>
                  <a:lnTo>
                    <a:pt x="605065" y="120"/>
                  </a:lnTo>
                  <a:lnTo>
                    <a:pt x="612923" y="121"/>
                  </a:lnTo>
                  <a:lnTo>
                    <a:pt x="620781" y="122"/>
                  </a:lnTo>
                  <a:lnTo>
                    <a:pt x="628639" y="124"/>
                  </a:lnTo>
                  <a:lnTo>
                    <a:pt x="636497" y="125"/>
                  </a:lnTo>
                  <a:lnTo>
                    <a:pt x="644355" y="127"/>
                  </a:lnTo>
                  <a:lnTo>
                    <a:pt x="652213" y="128"/>
                  </a:lnTo>
                  <a:lnTo>
                    <a:pt x="660071" y="129"/>
                  </a:lnTo>
                  <a:lnTo>
                    <a:pt x="667929" y="131"/>
                  </a:lnTo>
                  <a:lnTo>
                    <a:pt x="675787" y="132"/>
                  </a:lnTo>
                  <a:lnTo>
                    <a:pt x="683645" y="133"/>
                  </a:lnTo>
                  <a:lnTo>
                    <a:pt x="691503" y="135"/>
                  </a:lnTo>
                  <a:lnTo>
                    <a:pt x="699361" y="136"/>
                  </a:lnTo>
                  <a:lnTo>
                    <a:pt x="707219" y="137"/>
                  </a:lnTo>
                  <a:lnTo>
                    <a:pt x="715077" y="139"/>
                  </a:lnTo>
                  <a:lnTo>
                    <a:pt x="722935" y="140"/>
                  </a:lnTo>
                  <a:lnTo>
                    <a:pt x="730793" y="141"/>
                  </a:lnTo>
                  <a:lnTo>
                    <a:pt x="738651" y="142"/>
                  </a:lnTo>
                  <a:lnTo>
                    <a:pt x="746509" y="143"/>
                  </a:lnTo>
                  <a:lnTo>
                    <a:pt x="754367" y="145"/>
                  </a:lnTo>
                  <a:lnTo>
                    <a:pt x="762225" y="146"/>
                  </a:lnTo>
                  <a:lnTo>
                    <a:pt x="770083" y="147"/>
                  </a:lnTo>
                  <a:lnTo>
                    <a:pt x="777941" y="148"/>
                  </a:lnTo>
                  <a:lnTo>
                    <a:pt x="785799" y="149"/>
                  </a:lnTo>
                  <a:lnTo>
                    <a:pt x="793657" y="151"/>
                  </a:lnTo>
                  <a:lnTo>
                    <a:pt x="801515" y="152"/>
                  </a:lnTo>
                  <a:lnTo>
                    <a:pt x="809373" y="153"/>
                  </a:lnTo>
                  <a:lnTo>
                    <a:pt x="817231" y="155"/>
                  </a:lnTo>
                  <a:lnTo>
                    <a:pt x="825089" y="156"/>
                  </a:lnTo>
                  <a:lnTo>
                    <a:pt x="832947" y="158"/>
                  </a:lnTo>
                  <a:lnTo>
                    <a:pt x="840805" y="158"/>
                  </a:lnTo>
                  <a:lnTo>
                    <a:pt x="848663" y="160"/>
                  </a:lnTo>
                  <a:lnTo>
                    <a:pt x="856521" y="161"/>
                  </a:lnTo>
                  <a:lnTo>
                    <a:pt x="864379" y="162"/>
                  </a:lnTo>
                  <a:lnTo>
                    <a:pt x="872237" y="163"/>
                  </a:lnTo>
                  <a:lnTo>
                    <a:pt x="880095" y="165"/>
                  </a:lnTo>
                  <a:lnTo>
                    <a:pt x="887953" y="165"/>
                  </a:lnTo>
                  <a:lnTo>
                    <a:pt x="895811" y="166"/>
                  </a:lnTo>
                  <a:lnTo>
                    <a:pt x="903669" y="168"/>
                  </a:lnTo>
                  <a:lnTo>
                    <a:pt x="911527" y="169"/>
                  </a:lnTo>
                  <a:lnTo>
                    <a:pt x="919385" y="169"/>
                  </a:lnTo>
                  <a:lnTo>
                    <a:pt x="927243" y="171"/>
                  </a:lnTo>
                  <a:lnTo>
                    <a:pt x="935101" y="172"/>
                  </a:lnTo>
                  <a:lnTo>
                    <a:pt x="942959" y="173"/>
                  </a:lnTo>
                  <a:lnTo>
                    <a:pt x="950817" y="174"/>
                  </a:lnTo>
                  <a:lnTo>
                    <a:pt x="958675" y="175"/>
                  </a:lnTo>
                  <a:lnTo>
                    <a:pt x="966533" y="176"/>
                  </a:lnTo>
                  <a:lnTo>
                    <a:pt x="974391" y="177"/>
                  </a:lnTo>
                  <a:lnTo>
                    <a:pt x="982249" y="178"/>
                  </a:lnTo>
                  <a:lnTo>
                    <a:pt x="990107" y="179"/>
                  </a:lnTo>
                  <a:lnTo>
                    <a:pt x="997965" y="180"/>
                  </a:lnTo>
                  <a:lnTo>
                    <a:pt x="1005823" y="181"/>
                  </a:lnTo>
                  <a:lnTo>
                    <a:pt x="1013681" y="183"/>
                  </a:lnTo>
                  <a:lnTo>
                    <a:pt x="1021539" y="184"/>
                  </a:lnTo>
                  <a:lnTo>
                    <a:pt x="1029397" y="185"/>
                  </a:lnTo>
                  <a:lnTo>
                    <a:pt x="1037254" y="186"/>
                  </a:lnTo>
                  <a:lnTo>
                    <a:pt x="1045112" y="188"/>
                  </a:lnTo>
                  <a:lnTo>
                    <a:pt x="1052970" y="189"/>
                  </a:lnTo>
                  <a:lnTo>
                    <a:pt x="1060828" y="189"/>
                  </a:lnTo>
                  <a:lnTo>
                    <a:pt x="1068686" y="190"/>
                  </a:lnTo>
                  <a:lnTo>
                    <a:pt x="1076544" y="192"/>
                  </a:lnTo>
                  <a:lnTo>
                    <a:pt x="1084402" y="193"/>
                  </a:lnTo>
                  <a:lnTo>
                    <a:pt x="1092260" y="193"/>
                  </a:lnTo>
                  <a:lnTo>
                    <a:pt x="1100118" y="193"/>
                  </a:lnTo>
                  <a:lnTo>
                    <a:pt x="1107976" y="195"/>
                  </a:lnTo>
                  <a:lnTo>
                    <a:pt x="1115834" y="196"/>
                  </a:lnTo>
                  <a:lnTo>
                    <a:pt x="1123692" y="196"/>
                  </a:lnTo>
                  <a:lnTo>
                    <a:pt x="1131550" y="197"/>
                  </a:lnTo>
                  <a:lnTo>
                    <a:pt x="1139408" y="199"/>
                  </a:lnTo>
                  <a:lnTo>
                    <a:pt x="1147266" y="200"/>
                  </a:lnTo>
                  <a:lnTo>
                    <a:pt x="1155124" y="200"/>
                  </a:lnTo>
                  <a:lnTo>
                    <a:pt x="1162982" y="201"/>
                  </a:lnTo>
                  <a:lnTo>
                    <a:pt x="1170840" y="202"/>
                  </a:lnTo>
                  <a:lnTo>
                    <a:pt x="1178698" y="203"/>
                  </a:lnTo>
                  <a:lnTo>
                    <a:pt x="1186556" y="204"/>
                  </a:lnTo>
                  <a:lnTo>
                    <a:pt x="1194414" y="205"/>
                  </a:lnTo>
                  <a:lnTo>
                    <a:pt x="1202272" y="205"/>
                  </a:lnTo>
                  <a:lnTo>
                    <a:pt x="1210130" y="206"/>
                  </a:lnTo>
                  <a:lnTo>
                    <a:pt x="1217988" y="207"/>
                  </a:lnTo>
                  <a:lnTo>
                    <a:pt x="1225846" y="208"/>
                  </a:lnTo>
                  <a:lnTo>
                    <a:pt x="1233704" y="209"/>
                  </a:lnTo>
                  <a:lnTo>
                    <a:pt x="1241562" y="210"/>
                  </a:lnTo>
                  <a:lnTo>
                    <a:pt x="1249420" y="211"/>
                  </a:lnTo>
                  <a:lnTo>
                    <a:pt x="1257278" y="212"/>
                  </a:lnTo>
                  <a:lnTo>
                    <a:pt x="1265136" y="213"/>
                  </a:lnTo>
                  <a:lnTo>
                    <a:pt x="1272994" y="215"/>
                  </a:lnTo>
                  <a:lnTo>
                    <a:pt x="1280852" y="216"/>
                  </a:lnTo>
                  <a:lnTo>
                    <a:pt x="1288710" y="216"/>
                  </a:lnTo>
                  <a:lnTo>
                    <a:pt x="1296568" y="217"/>
                  </a:lnTo>
                  <a:lnTo>
                    <a:pt x="1304426" y="219"/>
                  </a:lnTo>
                  <a:lnTo>
                    <a:pt x="1312284" y="220"/>
                  </a:lnTo>
                  <a:lnTo>
                    <a:pt x="1320142" y="220"/>
                  </a:lnTo>
                  <a:lnTo>
                    <a:pt x="1328000" y="221"/>
                  </a:lnTo>
                  <a:lnTo>
                    <a:pt x="1335858" y="223"/>
                  </a:lnTo>
                  <a:lnTo>
                    <a:pt x="1343716" y="223"/>
                  </a:lnTo>
                  <a:lnTo>
                    <a:pt x="1351574" y="224"/>
                  </a:lnTo>
                  <a:lnTo>
                    <a:pt x="1359432" y="225"/>
                  </a:lnTo>
                  <a:lnTo>
                    <a:pt x="1367290" y="226"/>
                  </a:lnTo>
                  <a:lnTo>
                    <a:pt x="1375148" y="227"/>
                  </a:lnTo>
                  <a:lnTo>
                    <a:pt x="1383006" y="228"/>
                  </a:lnTo>
                  <a:lnTo>
                    <a:pt x="1390864" y="229"/>
                  </a:lnTo>
                  <a:lnTo>
                    <a:pt x="1398722" y="230"/>
                  </a:lnTo>
                  <a:lnTo>
                    <a:pt x="1406580" y="231"/>
                  </a:lnTo>
                  <a:lnTo>
                    <a:pt x="1414438" y="232"/>
                  </a:lnTo>
                  <a:lnTo>
                    <a:pt x="1422296" y="233"/>
                  </a:lnTo>
                  <a:lnTo>
                    <a:pt x="1430154" y="234"/>
                  </a:lnTo>
                  <a:lnTo>
                    <a:pt x="1438012" y="234"/>
                  </a:lnTo>
                  <a:lnTo>
                    <a:pt x="1445870" y="235"/>
                  </a:lnTo>
                  <a:lnTo>
                    <a:pt x="1453728" y="236"/>
                  </a:lnTo>
                  <a:lnTo>
                    <a:pt x="1461586" y="237"/>
                  </a:lnTo>
                  <a:lnTo>
                    <a:pt x="1469444" y="238"/>
                  </a:lnTo>
                  <a:lnTo>
                    <a:pt x="1477302" y="239"/>
                  </a:lnTo>
                  <a:lnTo>
                    <a:pt x="1485160" y="239"/>
                  </a:lnTo>
                  <a:lnTo>
                    <a:pt x="1493018" y="239"/>
                  </a:lnTo>
                  <a:lnTo>
                    <a:pt x="1500876" y="240"/>
                  </a:lnTo>
                  <a:lnTo>
                    <a:pt x="1508734" y="241"/>
                  </a:lnTo>
                  <a:lnTo>
                    <a:pt x="1516592" y="242"/>
                  </a:lnTo>
                  <a:lnTo>
                    <a:pt x="1524450" y="242"/>
                  </a:lnTo>
                  <a:lnTo>
                    <a:pt x="1532308" y="243"/>
                  </a:lnTo>
                  <a:lnTo>
                    <a:pt x="1540166" y="244"/>
                  </a:lnTo>
                  <a:lnTo>
                    <a:pt x="1548024" y="244"/>
                  </a:lnTo>
                  <a:lnTo>
                    <a:pt x="1555882" y="246"/>
                  </a:lnTo>
                  <a:lnTo>
                    <a:pt x="1563740" y="246"/>
                  </a:lnTo>
                  <a:lnTo>
                    <a:pt x="1571598" y="247"/>
                  </a:lnTo>
                  <a:lnTo>
                    <a:pt x="1579456" y="248"/>
                  </a:lnTo>
                  <a:lnTo>
                    <a:pt x="1587314" y="249"/>
                  </a:lnTo>
                  <a:lnTo>
                    <a:pt x="1595172" y="249"/>
                  </a:lnTo>
                  <a:lnTo>
                    <a:pt x="1603030" y="250"/>
                  </a:lnTo>
                  <a:lnTo>
                    <a:pt x="1610888" y="251"/>
                  </a:lnTo>
                  <a:lnTo>
                    <a:pt x="1618746" y="252"/>
                  </a:lnTo>
                  <a:lnTo>
                    <a:pt x="1626604" y="253"/>
                  </a:lnTo>
                  <a:lnTo>
                    <a:pt x="1634462" y="254"/>
                  </a:lnTo>
                  <a:lnTo>
                    <a:pt x="1642320" y="255"/>
                  </a:lnTo>
                  <a:lnTo>
                    <a:pt x="1650178" y="255"/>
                  </a:lnTo>
                  <a:lnTo>
                    <a:pt x="1658036" y="256"/>
                  </a:lnTo>
                  <a:lnTo>
                    <a:pt x="1665894" y="257"/>
                  </a:lnTo>
                  <a:lnTo>
                    <a:pt x="1673752" y="258"/>
                  </a:lnTo>
                  <a:lnTo>
                    <a:pt x="1681610" y="258"/>
                  </a:lnTo>
                  <a:lnTo>
                    <a:pt x="1689468" y="259"/>
                  </a:lnTo>
                  <a:lnTo>
                    <a:pt x="1697326" y="260"/>
                  </a:lnTo>
                  <a:lnTo>
                    <a:pt x="1705184" y="261"/>
                  </a:lnTo>
                  <a:lnTo>
                    <a:pt x="1713042" y="262"/>
                  </a:lnTo>
                  <a:lnTo>
                    <a:pt x="1720900" y="263"/>
                  </a:lnTo>
                  <a:lnTo>
                    <a:pt x="1728758" y="264"/>
                  </a:lnTo>
                  <a:lnTo>
                    <a:pt x="1736616" y="264"/>
                  </a:lnTo>
                  <a:lnTo>
                    <a:pt x="1744474" y="265"/>
                  </a:lnTo>
                  <a:lnTo>
                    <a:pt x="1752332" y="266"/>
                  </a:lnTo>
                  <a:lnTo>
                    <a:pt x="1760190" y="267"/>
                  </a:lnTo>
                  <a:lnTo>
                    <a:pt x="1768048" y="267"/>
                  </a:lnTo>
                  <a:lnTo>
                    <a:pt x="1775906" y="268"/>
                  </a:lnTo>
                  <a:lnTo>
                    <a:pt x="1783764" y="268"/>
                  </a:lnTo>
                  <a:lnTo>
                    <a:pt x="1791622" y="269"/>
                  </a:lnTo>
                  <a:lnTo>
                    <a:pt x="1799480" y="269"/>
                  </a:lnTo>
                  <a:lnTo>
                    <a:pt x="1807338" y="270"/>
                  </a:lnTo>
                  <a:lnTo>
                    <a:pt x="1815196" y="271"/>
                  </a:lnTo>
                  <a:lnTo>
                    <a:pt x="1823054" y="272"/>
                  </a:lnTo>
                  <a:lnTo>
                    <a:pt x="1830912" y="273"/>
                  </a:lnTo>
                  <a:lnTo>
                    <a:pt x="1838770" y="273"/>
                  </a:lnTo>
                  <a:lnTo>
                    <a:pt x="1846628" y="274"/>
                  </a:lnTo>
                  <a:lnTo>
                    <a:pt x="1854486" y="275"/>
                  </a:lnTo>
                  <a:lnTo>
                    <a:pt x="1862344" y="275"/>
                  </a:lnTo>
                  <a:lnTo>
                    <a:pt x="1870202" y="276"/>
                  </a:lnTo>
                  <a:lnTo>
                    <a:pt x="1878060" y="277"/>
                  </a:lnTo>
                  <a:lnTo>
                    <a:pt x="1885918" y="277"/>
                  </a:lnTo>
                  <a:lnTo>
                    <a:pt x="1893776" y="278"/>
                  </a:lnTo>
                  <a:lnTo>
                    <a:pt x="1901634" y="279"/>
                  </a:lnTo>
                  <a:lnTo>
                    <a:pt x="1909492" y="279"/>
                  </a:lnTo>
                  <a:lnTo>
                    <a:pt x="1917350" y="280"/>
                  </a:lnTo>
                  <a:lnTo>
                    <a:pt x="1925208" y="281"/>
                  </a:lnTo>
                  <a:lnTo>
                    <a:pt x="1933066" y="281"/>
                  </a:lnTo>
                  <a:lnTo>
                    <a:pt x="1940924" y="282"/>
                  </a:lnTo>
                  <a:lnTo>
                    <a:pt x="1948782" y="283"/>
                  </a:lnTo>
                  <a:lnTo>
                    <a:pt x="1956640" y="284"/>
                  </a:lnTo>
                  <a:lnTo>
                    <a:pt x="1964498" y="285"/>
                  </a:lnTo>
                  <a:lnTo>
                    <a:pt x="1972356" y="285"/>
                  </a:lnTo>
                  <a:lnTo>
                    <a:pt x="1980214" y="286"/>
                  </a:lnTo>
                  <a:lnTo>
                    <a:pt x="1988072" y="287"/>
                  </a:lnTo>
                  <a:lnTo>
                    <a:pt x="1995930" y="287"/>
                  </a:lnTo>
                  <a:lnTo>
                    <a:pt x="2003788" y="288"/>
                  </a:lnTo>
                  <a:lnTo>
                    <a:pt x="2011646" y="288"/>
                  </a:lnTo>
                  <a:lnTo>
                    <a:pt x="2019504" y="289"/>
                  </a:lnTo>
                  <a:lnTo>
                    <a:pt x="2027362" y="289"/>
                  </a:lnTo>
                  <a:lnTo>
                    <a:pt x="2035220" y="29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2"/>
            <p:cNvSpPr/>
            <p:nvPr/>
          </p:nvSpPr>
          <p:spPr>
            <a:xfrm>
              <a:off x="6029658" y="4956671"/>
              <a:ext cx="2035220" cy="22"/>
            </a:xfrm>
            <a:custGeom>
              <a:avLst/>
              <a:pathLst>
                <a:path w="2035220" h="22">
                  <a:moveTo>
                    <a:pt x="0" y="22"/>
                  </a:moveTo>
                  <a:lnTo>
                    <a:pt x="7857" y="22"/>
                  </a:lnTo>
                  <a:lnTo>
                    <a:pt x="15715" y="21"/>
                  </a:lnTo>
                  <a:lnTo>
                    <a:pt x="23573" y="20"/>
                  </a:lnTo>
                  <a:lnTo>
                    <a:pt x="31431" y="20"/>
                  </a:lnTo>
                  <a:lnTo>
                    <a:pt x="39289" y="19"/>
                  </a:lnTo>
                  <a:lnTo>
                    <a:pt x="47147" y="20"/>
                  </a:lnTo>
                  <a:lnTo>
                    <a:pt x="55005" y="21"/>
                  </a:lnTo>
                  <a:lnTo>
                    <a:pt x="62863" y="21"/>
                  </a:lnTo>
                  <a:lnTo>
                    <a:pt x="70721" y="21"/>
                  </a:lnTo>
                  <a:lnTo>
                    <a:pt x="78579" y="21"/>
                  </a:lnTo>
                  <a:lnTo>
                    <a:pt x="86437" y="21"/>
                  </a:lnTo>
                  <a:lnTo>
                    <a:pt x="94295" y="21"/>
                  </a:lnTo>
                  <a:lnTo>
                    <a:pt x="102153" y="21"/>
                  </a:lnTo>
                  <a:lnTo>
                    <a:pt x="110011" y="20"/>
                  </a:lnTo>
                  <a:lnTo>
                    <a:pt x="117869" y="20"/>
                  </a:lnTo>
                  <a:lnTo>
                    <a:pt x="125727" y="20"/>
                  </a:lnTo>
                  <a:lnTo>
                    <a:pt x="133585" y="21"/>
                  </a:lnTo>
                  <a:lnTo>
                    <a:pt x="141443" y="21"/>
                  </a:lnTo>
                  <a:lnTo>
                    <a:pt x="149301" y="21"/>
                  </a:lnTo>
                  <a:lnTo>
                    <a:pt x="157159" y="20"/>
                  </a:lnTo>
                  <a:lnTo>
                    <a:pt x="165017" y="19"/>
                  </a:lnTo>
                  <a:lnTo>
                    <a:pt x="172875" y="19"/>
                  </a:lnTo>
                  <a:lnTo>
                    <a:pt x="180733" y="21"/>
                  </a:lnTo>
                  <a:lnTo>
                    <a:pt x="188591" y="20"/>
                  </a:lnTo>
                  <a:lnTo>
                    <a:pt x="196449" y="20"/>
                  </a:lnTo>
                  <a:lnTo>
                    <a:pt x="204307" y="20"/>
                  </a:lnTo>
                  <a:lnTo>
                    <a:pt x="212165" y="21"/>
                  </a:lnTo>
                  <a:lnTo>
                    <a:pt x="220023" y="20"/>
                  </a:lnTo>
                  <a:lnTo>
                    <a:pt x="227881" y="20"/>
                  </a:lnTo>
                  <a:lnTo>
                    <a:pt x="235739" y="21"/>
                  </a:lnTo>
                  <a:lnTo>
                    <a:pt x="243597" y="21"/>
                  </a:lnTo>
                  <a:lnTo>
                    <a:pt x="251455" y="21"/>
                  </a:lnTo>
                  <a:lnTo>
                    <a:pt x="259313" y="21"/>
                  </a:lnTo>
                  <a:lnTo>
                    <a:pt x="267171" y="21"/>
                  </a:lnTo>
                  <a:lnTo>
                    <a:pt x="275029" y="21"/>
                  </a:lnTo>
                  <a:lnTo>
                    <a:pt x="282887" y="21"/>
                  </a:lnTo>
                  <a:lnTo>
                    <a:pt x="290745" y="21"/>
                  </a:lnTo>
                  <a:lnTo>
                    <a:pt x="298603" y="21"/>
                  </a:lnTo>
                  <a:lnTo>
                    <a:pt x="306461" y="20"/>
                  </a:lnTo>
                  <a:lnTo>
                    <a:pt x="314319" y="20"/>
                  </a:lnTo>
                  <a:lnTo>
                    <a:pt x="322177" y="20"/>
                  </a:lnTo>
                  <a:lnTo>
                    <a:pt x="330035" y="20"/>
                  </a:lnTo>
                  <a:lnTo>
                    <a:pt x="337893" y="20"/>
                  </a:lnTo>
                  <a:lnTo>
                    <a:pt x="345751" y="21"/>
                  </a:lnTo>
                  <a:lnTo>
                    <a:pt x="353609" y="21"/>
                  </a:lnTo>
                  <a:lnTo>
                    <a:pt x="361467" y="20"/>
                  </a:lnTo>
                  <a:lnTo>
                    <a:pt x="369325" y="20"/>
                  </a:lnTo>
                  <a:lnTo>
                    <a:pt x="377183" y="20"/>
                  </a:lnTo>
                  <a:lnTo>
                    <a:pt x="385041" y="20"/>
                  </a:lnTo>
                  <a:lnTo>
                    <a:pt x="392899" y="20"/>
                  </a:lnTo>
                  <a:lnTo>
                    <a:pt x="400757" y="21"/>
                  </a:lnTo>
                  <a:lnTo>
                    <a:pt x="408615" y="19"/>
                  </a:lnTo>
                  <a:lnTo>
                    <a:pt x="416473" y="19"/>
                  </a:lnTo>
                  <a:lnTo>
                    <a:pt x="424331" y="18"/>
                  </a:lnTo>
                  <a:lnTo>
                    <a:pt x="432189" y="18"/>
                  </a:lnTo>
                  <a:lnTo>
                    <a:pt x="440047" y="18"/>
                  </a:lnTo>
                  <a:lnTo>
                    <a:pt x="447905" y="18"/>
                  </a:lnTo>
                  <a:lnTo>
                    <a:pt x="455763" y="18"/>
                  </a:lnTo>
                  <a:lnTo>
                    <a:pt x="463621" y="18"/>
                  </a:lnTo>
                  <a:lnTo>
                    <a:pt x="471479" y="18"/>
                  </a:lnTo>
                  <a:lnTo>
                    <a:pt x="479337" y="18"/>
                  </a:lnTo>
                  <a:lnTo>
                    <a:pt x="487195" y="17"/>
                  </a:lnTo>
                  <a:lnTo>
                    <a:pt x="495053" y="17"/>
                  </a:lnTo>
                  <a:lnTo>
                    <a:pt x="502911" y="18"/>
                  </a:lnTo>
                  <a:lnTo>
                    <a:pt x="510769" y="18"/>
                  </a:lnTo>
                  <a:lnTo>
                    <a:pt x="518627" y="18"/>
                  </a:lnTo>
                  <a:lnTo>
                    <a:pt x="526485" y="18"/>
                  </a:lnTo>
                  <a:lnTo>
                    <a:pt x="534343" y="18"/>
                  </a:lnTo>
                  <a:lnTo>
                    <a:pt x="542201" y="18"/>
                  </a:lnTo>
                  <a:lnTo>
                    <a:pt x="550059" y="18"/>
                  </a:lnTo>
                  <a:lnTo>
                    <a:pt x="557917" y="18"/>
                  </a:lnTo>
                  <a:lnTo>
                    <a:pt x="565775" y="17"/>
                  </a:lnTo>
                  <a:lnTo>
                    <a:pt x="573633" y="17"/>
                  </a:lnTo>
                  <a:lnTo>
                    <a:pt x="581491" y="17"/>
                  </a:lnTo>
                  <a:lnTo>
                    <a:pt x="589349" y="16"/>
                  </a:lnTo>
                  <a:lnTo>
                    <a:pt x="597207" y="15"/>
                  </a:lnTo>
                  <a:lnTo>
                    <a:pt x="605065" y="15"/>
                  </a:lnTo>
                  <a:lnTo>
                    <a:pt x="612923" y="16"/>
                  </a:lnTo>
                  <a:lnTo>
                    <a:pt x="620781" y="15"/>
                  </a:lnTo>
                  <a:lnTo>
                    <a:pt x="628639" y="14"/>
                  </a:lnTo>
                  <a:lnTo>
                    <a:pt x="636497" y="14"/>
                  </a:lnTo>
                  <a:lnTo>
                    <a:pt x="644355" y="14"/>
                  </a:lnTo>
                  <a:lnTo>
                    <a:pt x="652213" y="13"/>
                  </a:lnTo>
                  <a:lnTo>
                    <a:pt x="660071" y="13"/>
                  </a:lnTo>
                  <a:lnTo>
                    <a:pt x="667929" y="13"/>
                  </a:lnTo>
                  <a:lnTo>
                    <a:pt x="675787" y="12"/>
                  </a:lnTo>
                  <a:lnTo>
                    <a:pt x="683645" y="12"/>
                  </a:lnTo>
                  <a:lnTo>
                    <a:pt x="691503" y="12"/>
                  </a:lnTo>
                  <a:lnTo>
                    <a:pt x="699361" y="13"/>
                  </a:lnTo>
                  <a:lnTo>
                    <a:pt x="707219" y="13"/>
                  </a:lnTo>
                  <a:lnTo>
                    <a:pt x="715077" y="13"/>
                  </a:lnTo>
                  <a:lnTo>
                    <a:pt x="722935" y="13"/>
                  </a:lnTo>
                  <a:lnTo>
                    <a:pt x="730793" y="13"/>
                  </a:lnTo>
                  <a:lnTo>
                    <a:pt x="738651" y="14"/>
                  </a:lnTo>
                  <a:lnTo>
                    <a:pt x="746509" y="13"/>
                  </a:lnTo>
                  <a:lnTo>
                    <a:pt x="754367" y="13"/>
                  </a:lnTo>
                  <a:lnTo>
                    <a:pt x="762225" y="13"/>
                  </a:lnTo>
                  <a:lnTo>
                    <a:pt x="770083" y="13"/>
                  </a:lnTo>
                  <a:lnTo>
                    <a:pt x="777941" y="14"/>
                  </a:lnTo>
                  <a:lnTo>
                    <a:pt x="785799" y="14"/>
                  </a:lnTo>
                  <a:lnTo>
                    <a:pt x="793657" y="14"/>
                  </a:lnTo>
                  <a:lnTo>
                    <a:pt x="801515" y="14"/>
                  </a:lnTo>
                  <a:lnTo>
                    <a:pt x="809373" y="15"/>
                  </a:lnTo>
                  <a:lnTo>
                    <a:pt x="817231" y="14"/>
                  </a:lnTo>
                  <a:lnTo>
                    <a:pt x="825089" y="14"/>
                  </a:lnTo>
                  <a:lnTo>
                    <a:pt x="832947" y="13"/>
                  </a:lnTo>
                  <a:lnTo>
                    <a:pt x="840805" y="13"/>
                  </a:lnTo>
                  <a:lnTo>
                    <a:pt x="848663" y="13"/>
                  </a:lnTo>
                  <a:lnTo>
                    <a:pt x="856521" y="13"/>
                  </a:lnTo>
                  <a:lnTo>
                    <a:pt x="864379" y="13"/>
                  </a:lnTo>
                  <a:lnTo>
                    <a:pt x="872237" y="14"/>
                  </a:lnTo>
                  <a:lnTo>
                    <a:pt x="880095" y="13"/>
                  </a:lnTo>
                  <a:lnTo>
                    <a:pt x="887953" y="13"/>
                  </a:lnTo>
                  <a:lnTo>
                    <a:pt x="895811" y="13"/>
                  </a:lnTo>
                  <a:lnTo>
                    <a:pt x="903669" y="13"/>
                  </a:lnTo>
                  <a:lnTo>
                    <a:pt x="911527" y="12"/>
                  </a:lnTo>
                  <a:lnTo>
                    <a:pt x="919385" y="13"/>
                  </a:lnTo>
                  <a:lnTo>
                    <a:pt x="927243" y="14"/>
                  </a:lnTo>
                  <a:lnTo>
                    <a:pt x="935101" y="13"/>
                  </a:lnTo>
                  <a:lnTo>
                    <a:pt x="942959" y="13"/>
                  </a:lnTo>
                  <a:lnTo>
                    <a:pt x="950817" y="12"/>
                  </a:lnTo>
                  <a:lnTo>
                    <a:pt x="958675" y="12"/>
                  </a:lnTo>
                  <a:lnTo>
                    <a:pt x="966533" y="11"/>
                  </a:lnTo>
                  <a:lnTo>
                    <a:pt x="974391" y="11"/>
                  </a:lnTo>
                  <a:lnTo>
                    <a:pt x="982249" y="11"/>
                  </a:lnTo>
                  <a:lnTo>
                    <a:pt x="990107" y="11"/>
                  </a:lnTo>
                  <a:lnTo>
                    <a:pt x="997965" y="11"/>
                  </a:lnTo>
                  <a:lnTo>
                    <a:pt x="1005823" y="11"/>
                  </a:lnTo>
                  <a:lnTo>
                    <a:pt x="1013681" y="10"/>
                  </a:lnTo>
                  <a:lnTo>
                    <a:pt x="1021539" y="11"/>
                  </a:lnTo>
                  <a:lnTo>
                    <a:pt x="1029397" y="12"/>
                  </a:lnTo>
                  <a:lnTo>
                    <a:pt x="1037254" y="12"/>
                  </a:lnTo>
                  <a:lnTo>
                    <a:pt x="1045112" y="12"/>
                  </a:lnTo>
                  <a:lnTo>
                    <a:pt x="1052970" y="12"/>
                  </a:lnTo>
                  <a:lnTo>
                    <a:pt x="1060828" y="12"/>
                  </a:lnTo>
                  <a:lnTo>
                    <a:pt x="1068686" y="12"/>
                  </a:lnTo>
                  <a:lnTo>
                    <a:pt x="1076544" y="12"/>
                  </a:lnTo>
                  <a:lnTo>
                    <a:pt x="1084402" y="12"/>
                  </a:lnTo>
                  <a:lnTo>
                    <a:pt x="1092260" y="12"/>
                  </a:lnTo>
                  <a:lnTo>
                    <a:pt x="1100118" y="12"/>
                  </a:lnTo>
                  <a:lnTo>
                    <a:pt x="1107976" y="11"/>
                  </a:lnTo>
                  <a:lnTo>
                    <a:pt x="1115834" y="11"/>
                  </a:lnTo>
                  <a:lnTo>
                    <a:pt x="1123692" y="11"/>
                  </a:lnTo>
                  <a:lnTo>
                    <a:pt x="1131550" y="11"/>
                  </a:lnTo>
                  <a:lnTo>
                    <a:pt x="1139408" y="11"/>
                  </a:lnTo>
                  <a:lnTo>
                    <a:pt x="1147266" y="11"/>
                  </a:lnTo>
                  <a:lnTo>
                    <a:pt x="1155124" y="11"/>
                  </a:lnTo>
                  <a:lnTo>
                    <a:pt x="1162982" y="11"/>
                  </a:lnTo>
                  <a:lnTo>
                    <a:pt x="1170840" y="11"/>
                  </a:lnTo>
                  <a:lnTo>
                    <a:pt x="1178698" y="11"/>
                  </a:lnTo>
                  <a:lnTo>
                    <a:pt x="1186556" y="10"/>
                  </a:lnTo>
                  <a:lnTo>
                    <a:pt x="1194414" y="10"/>
                  </a:lnTo>
                  <a:lnTo>
                    <a:pt x="1202272" y="10"/>
                  </a:lnTo>
                  <a:lnTo>
                    <a:pt x="1210130" y="10"/>
                  </a:lnTo>
                  <a:lnTo>
                    <a:pt x="1217988" y="9"/>
                  </a:lnTo>
                  <a:lnTo>
                    <a:pt x="1225846" y="9"/>
                  </a:lnTo>
                  <a:lnTo>
                    <a:pt x="1233704" y="9"/>
                  </a:lnTo>
                  <a:lnTo>
                    <a:pt x="1241562" y="9"/>
                  </a:lnTo>
                  <a:lnTo>
                    <a:pt x="1249420" y="8"/>
                  </a:lnTo>
                  <a:lnTo>
                    <a:pt x="1257278" y="8"/>
                  </a:lnTo>
                  <a:lnTo>
                    <a:pt x="1265136" y="8"/>
                  </a:lnTo>
                  <a:lnTo>
                    <a:pt x="1272994" y="7"/>
                  </a:lnTo>
                  <a:lnTo>
                    <a:pt x="1280852" y="7"/>
                  </a:lnTo>
                  <a:lnTo>
                    <a:pt x="1288710" y="6"/>
                  </a:lnTo>
                  <a:lnTo>
                    <a:pt x="1296568" y="6"/>
                  </a:lnTo>
                  <a:lnTo>
                    <a:pt x="1304426" y="6"/>
                  </a:lnTo>
                  <a:lnTo>
                    <a:pt x="1312284" y="5"/>
                  </a:lnTo>
                  <a:lnTo>
                    <a:pt x="1320142" y="5"/>
                  </a:lnTo>
                  <a:lnTo>
                    <a:pt x="1328000" y="5"/>
                  </a:lnTo>
                  <a:lnTo>
                    <a:pt x="1335858" y="5"/>
                  </a:lnTo>
                  <a:lnTo>
                    <a:pt x="1343716" y="5"/>
                  </a:lnTo>
                  <a:lnTo>
                    <a:pt x="1351574" y="5"/>
                  </a:lnTo>
                  <a:lnTo>
                    <a:pt x="1359432" y="5"/>
                  </a:lnTo>
                  <a:lnTo>
                    <a:pt x="1367290" y="5"/>
                  </a:lnTo>
                  <a:lnTo>
                    <a:pt x="1375148" y="5"/>
                  </a:lnTo>
                  <a:lnTo>
                    <a:pt x="1383006" y="5"/>
                  </a:lnTo>
                  <a:lnTo>
                    <a:pt x="1390864" y="5"/>
                  </a:lnTo>
                  <a:lnTo>
                    <a:pt x="1398722" y="5"/>
                  </a:lnTo>
                  <a:lnTo>
                    <a:pt x="1406580" y="5"/>
                  </a:lnTo>
                  <a:lnTo>
                    <a:pt x="1414438" y="4"/>
                  </a:lnTo>
                  <a:lnTo>
                    <a:pt x="1422296" y="4"/>
                  </a:lnTo>
                  <a:lnTo>
                    <a:pt x="1430154" y="4"/>
                  </a:lnTo>
                  <a:lnTo>
                    <a:pt x="1438012" y="4"/>
                  </a:lnTo>
                  <a:lnTo>
                    <a:pt x="1445870" y="5"/>
                  </a:lnTo>
                  <a:lnTo>
                    <a:pt x="1453728" y="4"/>
                  </a:lnTo>
                  <a:lnTo>
                    <a:pt x="1461586" y="4"/>
                  </a:lnTo>
                  <a:lnTo>
                    <a:pt x="1469444" y="4"/>
                  </a:lnTo>
                  <a:lnTo>
                    <a:pt x="1477302" y="4"/>
                  </a:lnTo>
                  <a:lnTo>
                    <a:pt x="1485160" y="4"/>
                  </a:lnTo>
                  <a:lnTo>
                    <a:pt x="1493018" y="3"/>
                  </a:lnTo>
                  <a:lnTo>
                    <a:pt x="1500876" y="2"/>
                  </a:lnTo>
                  <a:lnTo>
                    <a:pt x="1508734" y="2"/>
                  </a:lnTo>
                  <a:lnTo>
                    <a:pt x="1516592" y="2"/>
                  </a:lnTo>
                  <a:lnTo>
                    <a:pt x="1524450" y="2"/>
                  </a:lnTo>
                  <a:lnTo>
                    <a:pt x="1532308" y="1"/>
                  </a:lnTo>
                  <a:lnTo>
                    <a:pt x="1540166" y="1"/>
                  </a:lnTo>
                  <a:lnTo>
                    <a:pt x="1548024" y="1"/>
                  </a:lnTo>
                  <a:lnTo>
                    <a:pt x="1555882" y="1"/>
                  </a:lnTo>
                  <a:lnTo>
                    <a:pt x="1563740" y="2"/>
                  </a:lnTo>
                  <a:lnTo>
                    <a:pt x="1571598" y="2"/>
                  </a:lnTo>
                  <a:lnTo>
                    <a:pt x="1579456" y="2"/>
                  </a:lnTo>
                  <a:lnTo>
                    <a:pt x="1587314" y="2"/>
                  </a:lnTo>
                  <a:lnTo>
                    <a:pt x="1595172" y="2"/>
                  </a:lnTo>
                  <a:lnTo>
                    <a:pt x="1603030" y="2"/>
                  </a:lnTo>
                  <a:lnTo>
                    <a:pt x="1610888" y="3"/>
                  </a:lnTo>
                  <a:lnTo>
                    <a:pt x="1618746" y="2"/>
                  </a:lnTo>
                  <a:lnTo>
                    <a:pt x="1626604" y="2"/>
                  </a:lnTo>
                  <a:lnTo>
                    <a:pt x="1634462" y="2"/>
                  </a:lnTo>
                  <a:lnTo>
                    <a:pt x="1642320" y="2"/>
                  </a:lnTo>
                  <a:lnTo>
                    <a:pt x="1650178" y="1"/>
                  </a:lnTo>
                  <a:lnTo>
                    <a:pt x="1658036" y="1"/>
                  </a:lnTo>
                  <a:lnTo>
                    <a:pt x="1665894" y="1"/>
                  </a:lnTo>
                  <a:lnTo>
                    <a:pt x="1673752" y="1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1"/>
                  </a:lnTo>
                  <a:lnTo>
                    <a:pt x="1783764" y="1"/>
                  </a:lnTo>
                  <a:lnTo>
                    <a:pt x="1791622" y="1"/>
                  </a:lnTo>
                  <a:lnTo>
                    <a:pt x="1799480" y="1"/>
                  </a:lnTo>
                  <a:lnTo>
                    <a:pt x="1807338" y="1"/>
                  </a:lnTo>
                  <a:lnTo>
                    <a:pt x="1815196" y="1"/>
                  </a:lnTo>
                  <a:lnTo>
                    <a:pt x="1823054" y="1"/>
                  </a:lnTo>
                  <a:lnTo>
                    <a:pt x="1830912" y="1"/>
                  </a:lnTo>
                  <a:lnTo>
                    <a:pt x="1838770" y="1"/>
                  </a:lnTo>
                  <a:lnTo>
                    <a:pt x="1846628" y="1"/>
                  </a:lnTo>
                  <a:lnTo>
                    <a:pt x="1854486" y="1"/>
                  </a:lnTo>
                  <a:lnTo>
                    <a:pt x="1862344" y="1"/>
                  </a:lnTo>
                  <a:lnTo>
                    <a:pt x="1870202" y="1"/>
                  </a:lnTo>
                  <a:lnTo>
                    <a:pt x="1878060" y="1"/>
                  </a:lnTo>
                  <a:lnTo>
                    <a:pt x="1885918" y="2"/>
                  </a:lnTo>
                  <a:lnTo>
                    <a:pt x="1893776" y="2"/>
                  </a:lnTo>
                  <a:lnTo>
                    <a:pt x="1901634" y="2"/>
                  </a:lnTo>
                  <a:lnTo>
                    <a:pt x="1909492" y="2"/>
                  </a:lnTo>
                  <a:lnTo>
                    <a:pt x="1917350" y="2"/>
                  </a:lnTo>
                  <a:lnTo>
                    <a:pt x="1925208" y="2"/>
                  </a:lnTo>
                  <a:lnTo>
                    <a:pt x="1933066" y="2"/>
                  </a:lnTo>
                  <a:lnTo>
                    <a:pt x="1940924" y="2"/>
                  </a:lnTo>
                  <a:lnTo>
                    <a:pt x="1948782" y="2"/>
                  </a:lnTo>
                  <a:lnTo>
                    <a:pt x="1956640" y="3"/>
                  </a:lnTo>
                  <a:lnTo>
                    <a:pt x="1964498" y="2"/>
                  </a:lnTo>
                  <a:lnTo>
                    <a:pt x="1972356" y="2"/>
                  </a:lnTo>
                  <a:lnTo>
                    <a:pt x="1980214" y="2"/>
                  </a:lnTo>
                  <a:lnTo>
                    <a:pt x="1988072" y="2"/>
                  </a:lnTo>
                  <a:lnTo>
                    <a:pt x="1995930" y="2"/>
                  </a:lnTo>
                  <a:lnTo>
                    <a:pt x="2003788" y="2"/>
                  </a:lnTo>
                  <a:lnTo>
                    <a:pt x="2011646" y="1"/>
                  </a:lnTo>
                  <a:lnTo>
                    <a:pt x="2019504" y="1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rc283"/>
            <p:cNvSpPr/>
            <p:nvPr/>
          </p:nvSpPr>
          <p:spPr>
            <a:xfrm>
              <a:off x="5927897" y="4247864"/>
              <a:ext cx="2238742" cy="742778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rc284"/>
            <p:cNvSpPr/>
            <p:nvPr/>
          </p:nvSpPr>
          <p:spPr>
            <a:xfrm>
              <a:off x="1084653" y="2180049"/>
              <a:ext cx="2238742" cy="21649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tx285"/>
            <p:cNvSpPr/>
            <p:nvPr/>
          </p:nvSpPr>
          <p:spPr>
            <a:xfrm>
              <a:off x="1899712" y="2222487"/>
              <a:ext cx="608622" cy="106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Bray-Curtis</a:t>
              </a:r>
            </a:p>
          </p:txBody>
        </p:sp>
        <p:sp>
          <p:nvSpPr>
            <p:cNvPr id="287" name="rc286"/>
            <p:cNvSpPr/>
            <p:nvPr/>
          </p:nvSpPr>
          <p:spPr>
            <a:xfrm>
              <a:off x="3506275" y="2180049"/>
              <a:ext cx="2238742" cy="21649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tx287"/>
            <p:cNvSpPr/>
            <p:nvPr/>
          </p:nvSpPr>
          <p:spPr>
            <a:xfrm>
              <a:off x="4414377" y="2246007"/>
              <a:ext cx="422537" cy="825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Jaccard</a:t>
              </a:r>
            </a:p>
          </p:txBody>
        </p:sp>
        <p:sp>
          <p:nvSpPr>
            <p:cNvPr id="289" name="rc288"/>
            <p:cNvSpPr/>
            <p:nvPr/>
          </p:nvSpPr>
          <p:spPr>
            <a:xfrm>
              <a:off x="5927897" y="2180049"/>
              <a:ext cx="2238742" cy="21649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tx289"/>
            <p:cNvSpPr/>
            <p:nvPr/>
          </p:nvSpPr>
          <p:spPr>
            <a:xfrm>
              <a:off x="6792615" y="2243660"/>
              <a:ext cx="509304" cy="848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Sorensen</a:t>
              </a:r>
            </a:p>
          </p:txBody>
        </p:sp>
        <p:sp>
          <p:nvSpPr>
            <p:cNvPr id="291" name="rc290"/>
            <p:cNvSpPr/>
            <p:nvPr/>
          </p:nvSpPr>
          <p:spPr>
            <a:xfrm>
              <a:off x="8166639" y="2396548"/>
              <a:ext cx="216499" cy="742778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tx291"/>
            <p:cNvSpPr/>
            <p:nvPr/>
          </p:nvSpPr>
          <p:spPr>
            <a:xfrm rot="5400000">
              <a:off x="8142446" y="2726682"/>
              <a:ext cx="266957" cy="825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293" name="rc292"/>
            <p:cNvSpPr/>
            <p:nvPr/>
          </p:nvSpPr>
          <p:spPr>
            <a:xfrm>
              <a:off x="8166639" y="3322206"/>
              <a:ext cx="216499" cy="742778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tx293"/>
            <p:cNvSpPr/>
            <p:nvPr/>
          </p:nvSpPr>
          <p:spPr>
            <a:xfrm rot="5400000">
              <a:off x="8033742" y="3652340"/>
              <a:ext cx="484366" cy="825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Turnover</a:t>
              </a:r>
            </a:p>
          </p:txBody>
        </p:sp>
        <p:sp>
          <p:nvSpPr>
            <p:cNvPr id="295" name="rc294"/>
            <p:cNvSpPr/>
            <p:nvPr/>
          </p:nvSpPr>
          <p:spPr>
            <a:xfrm>
              <a:off x="8166639" y="4247864"/>
              <a:ext cx="216499" cy="742778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tx295"/>
            <p:cNvSpPr/>
            <p:nvPr/>
          </p:nvSpPr>
          <p:spPr>
            <a:xfrm rot="5400000">
              <a:off x="7652814" y="4576934"/>
              <a:ext cx="1248350" cy="846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Gradient or nestedness</a:t>
              </a:r>
            </a:p>
          </p:txBody>
        </p:sp>
        <p:sp>
          <p:nvSpPr>
            <p:cNvPr id="297" name="pl296"/>
            <p:cNvSpPr/>
            <p:nvPr/>
          </p:nvSpPr>
          <p:spPr>
            <a:xfrm>
              <a:off x="1102983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7"/>
            <p:cNvSpPr/>
            <p:nvPr/>
          </p:nvSpPr>
          <p:spPr>
            <a:xfrm>
              <a:off x="1622827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8"/>
            <p:cNvSpPr/>
            <p:nvPr/>
          </p:nvSpPr>
          <p:spPr>
            <a:xfrm>
              <a:off x="2142671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299"/>
            <p:cNvSpPr/>
            <p:nvPr/>
          </p:nvSpPr>
          <p:spPr>
            <a:xfrm>
              <a:off x="2662515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0"/>
            <p:cNvSpPr/>
            <p:nvPr/>
          </p:nvSpPr>
          <p:spPr>
            <a:xfrm>
              <a:off x="3182359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tx301"/>
            <p:cNvSpPr/>
            <p:nvPr/>
          </p:nvSpPr>
          <p:spPr>
            <a:xfrm>
              <a:off x="1053297" y="5065741"/>
              <a:ext cx="99372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303" name="tx302"/>
            <p:cNvSpPr/>
            <p:nvPr/>
          </p:nvSpPr>
          <p:spPr>
            <a:xfrm>
              <a:off x="1591749" y="5063286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4" name="tx303"/>
            <p:cNvSpPr/>
            <p:nvPr/>
          </p:nvSpPr>
          <p:spPr>
            <a:xfrm>
              <a:off x="2111593" y="5065741"/>
              <a:ext cx="62155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05" name="tx304"/>
            <p:cNvSpPr/>
            <p:nvPr/>
          </p:nvSpPr>
          <p:spPr>
            <a:xfrm>
              <a:off x="2631437" y="5065141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6" name="tx305"/>
            <p:cNvSpPr/>
            <p:nvPr/>
          </p:nvSpPr>
          <p:spPr>
            <a:xfrm>
              <a:off x="3151281" y="5063176"/>
              <a:ext cx="62155" cy="803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7" name="pl306"/>
            <p:cNvSpPr/>
            <p:nvPr/>
          </p:nvSpPr>
          <p:spPr>
            <a:xfrm>
              <a:off x="3524605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7"/>
            <p:cNvSpPr/>
            <p:nvPr/>
          </p:nvSpPr>
          <p:spPr>
            <a:xfrm>
              <a:off x="4044449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8"/>
            <p:cNvSpPr/>
            <p:nvPr/>
          </p:nvSpPr>
          <p:spPr>
            <a:xfrm>
              <a:off x="4564293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09"/>
            <p:cNvSpPr/>
            <p:nvPr/>
          </p:nvSpPr>
          <p:spPr>
            <a:xfrm>
              <a:off x="5084137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0"/>
            <p:cNvSpPr/>
            <p:nvPr/>
          </p:nvSpPr>
          <p:spPr>
            <a:xfrm>
              <a:off x="5603981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tx311"/>
            <p:cNvSpPr/>
            <p:nvPr/>
          </p:nvSpPr>
          <p:spPr>
            <a:xfrm>
              <a:off x="3474919" y="5065741"/>
              <a:ext cx="99372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313" name="tx312"/>
            <p:cNvSpPr/>
            <p:nvPr/>
          </p:nvSpPr>
          <p:spPr>
            <a:xfrm>
              <a:off x="4013372" y="5063286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4" name="tx313"/>
            <p:cNvSpPr/>
            <p:nvPr/>
          </p:nvSpPr>
          <p:spPr>
            <a:xfrm>
              <a:off x="4533215" y="5065741"/>
              <a:ext cx="62155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15" name="tx314"/>
            <p:cNvSpPr/>
            <p:nvPr/>
          </p:nvSpPr>
          <p:spPr>
            <a:xfrm>
              <a:off x="5053059" y="5065141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16" name="tx315"/>
            <p:cNvSpPr/>
            <p:nvPr/>
          </p:nvSpPr>
          <p:spPr>
            <a:xfrm>
              <a:off x="5572903" y="5063176"/>
              <a:ext cx="62155" cy="803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7" name="pl316"/>
            <p:cNvSpPr/>
            <p:nvPr/>
          </p:nvSpPr>
          <p:spPr>
            <a:xfrm>
              <a:off x="5946228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7"/>
            <p:cNvSpPr/>
            <p:nvPr/>
          </p:nvSpPr>
          <p:spPr>
            <a:xfrm>
              <a:off x="6466071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8"/>
            <p:cNvSpPr/>
            <p:nvPr/>
          </p:nvSpPr>
          <p:spPr>
            <a:xfrm>
              <a:off x="6985915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19"/>
            <p:cNvSpPr/>
            <p:nvPr/>
          </p:nvSpPr>
          <p:spPr>
            <a:xfrm>
              <a:off x="7505759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0"/>
            <p:cNvSpPr/>
            <p:nvPr/>
          </p:nvSpPr>
          <p:spPr>
            <a:xfrm>
              <a:off x="8025603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tx321"/>
            <p:cNvSpPr/>
            <p:nvPr/>
          </p:nvSpPr>
          <p:spPr>
            <a:xfrm>
              <a:off x="5896541" y="5065741"/>
              <a:ext cx="99372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323" name="tx322"/>
            <p:cNvSpPr/>
            <p:nvPr/>
          </p:nvSpPr>
          <p:spPr>
            <a:xfrm>
              <a:off x="6434994" y="5063286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24" name="tx323"/>
            <p:cNvSpPr/>
            <p:nvPr/>
          </p:nvSpPr>
          <p:spPr>
            <a:xfrm>
              <a:off x="6954837" y="5065741"/>
              <a:ext cx="62155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5" name="tx324"/>
            <p:cNvSpPr/>
            <p:nvPr/>
          </p:nvSpPr>
          <p:spPr>
            <a:xfrm>
              <a:off x="7474681" y="5065141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26" name="tx325"/>
            <p:cNvSpPr/>
            <p:nvPr/>
          </p:nvSpPr>
          <p:spPr>
            <a:xfrm>
              <a:off x="7994525" y="5063176"/>
              <a:ext cx="62155" cy="803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27" name="tx326"/>
            <p:cNvSpPr/>
            <p:nvPr/>
          </p:nvSpPr>
          <p:spPr>
            <a:xfrm>
              <a:off x="866661" y="3065373"/>
              <a:ext cx="155361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328" name="tx327"/>
            <p:cNvSpPr/>
            <p:nvPr/>
          </p:nvSpPr>
          <p:spPr>
            <a:xfrm>
              <a:off x="866661" y="2840525"/>
              <a:ext cx="155361" cy="805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329" name="tx328"/>
            <p:cNvSpPr/>
            <p:nvPr/>
          </p:nvSpPr>
          <p:spPr>
            <a:xfrm>
              <a:off x="866661" y="2616003"/>
              <a:ext cx="155361" cy="804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330" name="tx329"/>
            <p:cNvSpPr/>
            <p:nvPr/>
          </p:nvSpPr>
          <p:spPr>
            <a:xfrm>
              <a:off x="866661" y="2391318"/>
              <a:ext cx="155361" cy="806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331" name="pl330"/>
            <p:cNvSpPr/>
            <p:nvPr/>
          </p:nvSpPr>
          <p:spPr>
            <a:xfrm>
              <a:off x="1049858" y="310556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1"/>
            <p:cNvSpPr/>
            <p:nvPr/>
          </p:nvSpPr>
          <p:spPr>
            <a:xfrm>
              <a:off x="1049858" y="28809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2"/>
            <p:cNvSpPr/>
            <p:nvPr/>
          </p:nvSpPr>
          <p:spPr>
            <a:xfrm>
              <a:off x="1049858" y="265641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3"/>
            <p:cNvSpPr/>
            <p:nvPr/>
          </p:nvSpPr>
          <p:spPr>
            <a:xfrm>
              <a:off x="1049858" y="24318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tx334"/>
            <p:cNvSpPr/>
            <p:nvPr/>
          </p:nvSpPr>
          <p:spPr>
            <a:xfrm>
              <a:off x="866661" y="3991031"/>
              <a:ext cx="155361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336" name="tx335"/>
            <p:cNvSpPr/>
            <p:nvPr/>
          </p:nvSpPr>
          <p:spPr>
            <a:xfrm>
              <a:off x="866661" y="3766183"/>
              <a:ext cx="155361" cy="805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337" name="tx336"/>
            <p:cNvSpPr/>
            <p:nvPr/>
          </p:nvSpPr>
          <p:spPr>
            <a:xfrm>
              <a:off x="866661" y="3541661"/>
              <a:ext cx="155361" cy="804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338" name="tx337"/>
            <p:cNvSpPr/>
            <p:nvPr/>
          </p:nvSpPr>
          <p:spPr>
            <a:xfrm>
              <a:off x="866661" y="3316976"/>
              <a:ext cx="155361" cy="806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339" name="pl338"/>
            <p:cNvSpPr/>
            <p:nvPr/>
          </p:nvSpPr>
          <p:spPr>
            <a:xfrm>
              <a:off x="1049858" y="40312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39"/>
            <p:cNvSpPr/>
            <p:nvPr/>
          </p:nvSpPr>
          <p:spPr>
            <a:xfrm>
              <a:off x="1049858" y="380664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0"/>
            <p:cNvSpPr/>
            <p:nvPr/>
          </p:nvSpPr>
          <p:spPr>
            <a:xfrm>
              <a:off x="1049858" y="35820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1"/>
            <p:cNvSpPr/>
            <p:nvPr/>
          </p:nvSpPr>
          <p:spPr>
            <a:xfrm>
              <a:off x="1049858" y="335749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tx342"/>
            <p:cNvSpPr/>
            <p:nvPr/>
          </p:nvSpPr>
          <p:spPr>
            <a:xfrm>
              <a:off x="866661" y="4916690"/>
              <a:ext cx="155361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344" name="tx343"/>
            <p:cNvSpPr/>
            <p:nvPr/>
          </p:nvSpPr>
          <p:spPr>
            <a:xfrm>
              <a:off x="866661" y="4691841"/>
              <a:ext cx="155361" cy="805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345" name="tx344"/>
            <p:cNvSpPr/>
            <p:nvPr/>
          </p:nvSpPr>
          <p:spPr>
            <a:xfrm>
              <a:off x="866661" y="4467320"/>
              <a:ext cx="155361" cy="804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346" name="tx345"/>
            <p:cNvSpPr/>
            <p:nvPr/>
          </p:nvSpPr>
          <p:spPr>
            <a:xfrm>
              <a:off x="866661" y="4242635"/>
              <a:ext cx="155361" cy="806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347" name="pl346"/>
            <p:cNvSpPr/>
            <p:nvPr/>
          </p:nvSpPr>
          <p:spPr>
            <a:xfrm>
              <a:off x="1049858" y="49568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7"/>
            <p:cNvSpPr/>
            <p:nvPr/>
          </p:nvSpPr>
          <p:spPr>
            <a:xfrm>
              <a:off x="1049858" y="473230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8"/>
            <p:cNvSpPr/>
            <p:nvPr/>
          </p:nvSpPr>
          <p:spPr>
            <a:xfrm>
              <a:off x="1049858" y="450772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49"/>
            <p:cNvSpPr/>
            <p:nvPr/>
          </p:nvSpPr>
          <p:spPr>
            <a:xfrm>
              <a:off x="1049858" y="428315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tx350"/>
            <p:cNvSpPr/>
            <p:nvPr/>
          </p:nvSpPr>
          <p:spPr>
            <a:xfrm>
              <a:off x="3313332" y="5238121"/>
              <a:ext cx="2624627" cy="1315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Mean temperature anomaly of the site pair</a:t>
              </a:r>
            </a:p>
          </p:txBody>
        </p:sp>
        <p:sp>
          <p:nvSpPr>
            <p:cNvPr id="352" name="tx351"/>
            <p:cNvSpPr/>
            <p:nvPr/>
          </p:nvSpPr>
          <p:spPr>
            <a:xfrm rot="-5400000">
              <a:off x="-441552" y="3627702"/>
              <a:ext cx="2220397" cy="131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functional dissimilarity (D)</a:t>
              </a:r>
            </a:p>
          </p:txBody>
        </p:sp>
        <p:sp>
          <p:nvSpPr>
            <p:cNvPr id="353" name="rc352"/>
            <p:cNvSpPr/>
            <p:nvPr/>
          </p:nvSpPr>
          <p:spPr>
            <a:xfrm>
              <a:off x="1776077" y="563467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" name="rc353"/>
            <p:cNvSpPr/>
            <p:nvPr/>
          </p:nvSpPr>
          <p:spPr>
            <a:xfrm>
              <a:off x="1776077" y="5634677"/>
              <a:ext cx="219455" cy="219455"/>
            </a:xfrm>
            <a:prstGeom prst="rect">
              <a:avLst/>
            </a:pr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355" name="pl354"/>
            <p:cNvSpPr/>
            <p:nvPr/>
          </p:nvSpPr>
          <p:spPr>
            <a:xfrm>
              <a:off x="1798022" y="574440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rc355"/>
            <p:cNvSpPr/>
            <p:nvPr/>
          </p:nvSpPr>
          <p:spPr>
            <a:xfrm>
              <a:off x="3066444" y="563467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" name="rc356"/>
            <p:cNvSpPr/>
            <p:nvPr/>
          </p:nvSpPr>
          <p:spPr>
            <a:xfrm>
              <a:off x="3066444" y="5634677"/>
              <a:ext cx="219455" cy="219455"/>
            </a:xfrm>
            <a:prstGeom prst="rect">
              <a:avLst/>
            </a:pr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358" name="pl357"/>
            <p:cNvSpPr/>
            <p:nvPr/>
          </p:nvSpPr>
          <p:spPr>
            <a:xfrm>
              <a:off x="3088390" y="574440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rc358"/>
            <p:cNvSpPr/>
            <p:nvPr/>
          </p:nvSpPr>
          <p:spPr>
            <a:xfrm>
              <a:off x="4506171" y="563467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" name="rc359"/>
            <p:cNvSpPr/>
            <p:nvPr/>
          </p:nvSpPr>
          <p:spPr>
            <a:xfrm>
              <a:off x="4506171" y="5634677"/>
              <a:ext cx="219455" cy="219455"/>
            </a:xfrm>
            <a:prstGeom prst="rect">
              <a:avLst/>
            </a:pr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361" name="pl360"/>
            <p:cNvSpPr/>
            <p:nvPr/>
          </p:nvSpPr>
          <p:spPr>
            <a:xfrm>
              <a:off x="4528117" y="574440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rc361"/>
            <p:cNvSpPr/>
            <p:nvPr/>
          </p:nvSpPr>
          <p:spPr>
            <a:xfrm>
              <a:off x="5672173" y="563467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" name="rc362"/>
            <p:cNvSpPr/>
            <p:nvPr/>
          </p:nvSpPr>
          <p:spPr>
            <a:xfrm>
              <a:off x="5672173" y="5634677"/>
              <a:ext cx="219455" cy="219455"/>
            </a:xfrm>
            <a:prstGeom prst="rect">
              <a:avLst/>
            </a:pr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364" name="pl363"/>
            <p:cNvSpPr/>
            <p:nvPr/>
          </p:nvSpPr>
          <p:spPr>
            <a:xfrm>
              <a:off x="5694118" y="574440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rc364"/>
            <p:cNvSpPr/>
            <p:nvPr/>
          </p:nvSpPr>
          <p:spPr>
            <a:xfrm>
              <a:off x="6881776" y="563467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" name="rc365"/>
            <p:cNvSpPr/>
            <p:nvPr/>
          </p:nvSpPr>
          <p:spPr>
            <a:xfrm>
              <a:off x="6881776" y="5634677"/>
              <a:ext cx="219455" cy="219455"/>
            </a:xfrm>
            <a:prstGeom prst="rect">
              <a:avLst/>
            </a:pr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367" name="pl366"/>
            <p:cNvSpPr/>
            <p:nvPr/>
          </p:nvSpPr>
          <p:spPr>
            <a:xfrm>
              <a:off x="6903722" y="574440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tx367"/>
            <p:cNvSpPr/>
            <p:nvPr/>
          </p:nvSpPr>
          <p:spPr>
            <a:xfrm>
              <a:off x="2065122" y="5679602"/>
              <a:ext cx="931733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Primary vegetation</a:t>
              </a:r>
            </a:p>
          </p:txBody>
        </p:sp>
        <p:sp>
          <p:nvSpPr>
            <p:cNvPr id="369" name="tx368"/>
            <p:cNvSpPr/>
            <p:nvPr/>
          </p:nvSpPr>
          <p:spPr>
            <a:xfrm>
              <a:off x="3355489" y="5677420"/>
              <a:ext cx="1081092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Secondary vegetation</a:t>
              </a:r>
            </a:p>
          </p:txBody>
        </p:sp>
        <p:sp>
          <p:nvSpPr>
            <p:cNvPr id="370" name="tx369"/>
            <p:cNvSpPr/>
            <p:nvPr/>
          </p:nvSpPr>
          <p:spPr>
            <a:xfrm>
              <a:off x="4795216" y="5678293"/>
              <a:ext cx="807367" cy="1061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 (low)</a:t>
              </a:r>
            </a:p>
          </p:txBody>
        </p:sp>
        <p:sp>
          <p:nvSpPr>
            <p:cNvPr id="371" name="tx370"/>
            <p:cNvSpPr/>
            <p:nvPr/>
          </p:nvSpPr>
          <p:spPr>
            <a:xfrm>
              <a:off x="5961218" y="5678293"/>
              <a:ext cx="850969" cy="1061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 (high)</a:t>
              </a:r>
            </a:p>
          </p:txBody>
        </p:sp>
        <p:sp>
          <p:nvSpPr>
            <p:cNvPr id="372" name="tx371"/>
            <p:cNvSpPr/>
            <p:nvPr/>
          </p:nvSpPr>
          <p:spPr>
            <a:xfrm>
              <a:off x="7170821" y="5701922"/>
              <a:ext cx="30439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Urban</a:t>
              </a:r>
            </a:p>
          </p:txBody>
        </p:sp>
        <p:sp>
          <p:nvSpPr>
            <p:cNvPr id="373" name="tx372"/>
            <p:cNvSpPr/>
            <p:nvPr/>
          </p:nvSpPr>
          <p:spPr>
            <a:xfrm>
              <a:off x="1084653" y="1945726"/>
              <a:ext cx="7493186" cy="133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Nine-panel summary across Bray-Curtis, Jaccard, and Sorensen total, turnover, and gradient or nestedness components.</a:t>
              </a:r>
            </a:p>
          </p:txBody>
        </p:sp>
        <p:sp>
          <p:nvSpPr>
            <p:cNvPr id="374" name="tx373"/>
            <p:cNvSpPr/>
            <p:nvPr/>
          </p:nvSpPr>
          <p:spPr>
            <a:xfrm>
              <a:off x="1084653" y="1714786"/>
              <a:ext cx="6912939" cy="1578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Functional dissimilarity in ATA space varies across land-use types and warming levels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2026-03-26T19:00:03Z</dcterms:modified>
  <cp:category/>
</cp:coreProperties>
</file>