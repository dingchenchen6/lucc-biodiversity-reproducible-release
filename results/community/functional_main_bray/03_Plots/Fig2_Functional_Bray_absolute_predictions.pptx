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Functional Bray main predictions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4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0" y="0"/>
              <a:ext cx="9143999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485111" y="745738"/>
              <a:ext cx="2780858" cy="517981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485111" y="5691630"/>
              <a:ext cx="2780858" cy="0"/>
            </a:xfrm>
            <a:custGeom>
              <a:avLst/>
              <a:pathLst>
                <a:path w="2780858" h="0">
                  <a:moveTo>
                    <a:pt x="0" y="0"/>
                  </a:moveTo>
                  <a:lnTo>
                    <a:pt x="2780858" y="0"/>
                  </a:lnTo>
                  <a:lnTo>
                    <a:pt x="2780858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485111" y="4125030"/>
              <a:ext cx="2780858" cy="0"/>
            </a:xfrm>
            <a:custGeom>
              <a:avLst/>
              <a:pathLst>
                <a:path w="2780858" h="0">
                  <a:moveTo>
                    <a:pt x="0" y="0"/>
                  </a:moveTo>
                  <a:lnTo>
                    <a:pt x="2780858" y="0"/>
                  </a:lnTo>
                  <a:lnTo>
                    <a:pt x="2780858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485111" y="2558429"/>
              <a:ext cx="2780858" cy="0"/>
            </a:xfrm>
            <a:custGeom>
              <a:avLst/>
              <a:pathLst>
                <a:path w="2780858" h="0">
                  <a:moveTo>
                    <a:pt x="0" y="0"/>
                  </a:moveTo>
                  <a:lnTo>
                    <a:pt x="2780858" y="0"/>
                  </a:lnTo>
                  <a:lnTo>
                    <a:pt x="2780858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485111" y="991829"/>
              <a:ext cx="2780858" cy="0"/>
            </a:xfrm>
            <a:custGeom>
              <a:avLst/>
              <a:pathLst>
                <a:path w="2780858" h="0">
                  <a:moveTo>
                    <a:pt x="0" y="0"/>
                  </a:moveTo>
                  <a:lnTo>
                    <a:pt x="2780858" y="0"/>
                  </a:lnTo>
                  <a:lnTo>
                    <a:pt x="2780858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507881" y="745738"/>
              <a:ext cx="0" cy="5179814"/>
            </a:xfrm>
            <a:custGeom>
              <a:avLst/>
              <a:pathLst>
                <a:path w="0" h="5179814">
                  <a:moveTo>
                    <a:pt x="0" y="51798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1153606" y="745738"/>
              <a:ext cx="0" cy="5179814"/>
            </a:xfrm>
            <a:custGeom>
              <a:avLst/>
              <a:pathLst>
                <a:path w="0" h="5179814">
                  <a:moveTo>
                    <a:pt x="0" y="51798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1799331" y="745738"/>
              <a:ext cx="0" cy="5179814"/>
            </a:xfrm>
            <a:custGeom>
              <a:avLst/>
              <a:pathLst>
                <a:path w="0" h="5179814">
                  <a:moveTo>
                    <a:pt x="0" y="51798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2445056" y="745738"/>
              <a:ext cx="0" cy="5179814"/>
            </a:xfrm>
            <a:custGeom>
              <a:avLst/>
              <a:pathLst>
                <a:path w="0" h="5179814">
                  <a:moveTo>
                    <a:pt x="0" y="51798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3090781" y="745738"/>
              <a:ext cx="0" cy="5179814"/>
            </a:xfrm>
            <a:custGeom>
              <a:avLst/>
              <a:pathLst>
                <a:path w="0" h="5179814">
                  <a:moveTo>
                    <a:pt x="0" y="51798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611514" y="1190691"/>
              <a:ext cx="2528052" cy="4235553"/>
            </a:xfrm>
            <a:custGeom>
              <a:avLst/>
              <a:pathLst>
                <a:path w="2528052" h="4235553">
                  <a:moveTo>
                    <a:pt x="0" y="3780021"/>
                  </a:moveTo>
                  <a:lnTo>
                    <a:pt x="9760" y="3777281"/>
                  </a:lnTo>
                  <a:lnTo>
                    <a:pt x="19521" y="3774498"/>
                  </a:lnTo>
                  <a:lnTo>
                    <a:pt x="29282" y="3771111"/>
                  </a:lnTo>
                  <a:lnTo>
                    <a:pt x="39043" y="3767276"/>
                  </a:lnTo>
                  <a:lnTo>
                    <a:pt x="48804" y="3761820"/>
                  </a:lnTo>
                  <a:lnTo>
                    <a:pt x="58564" y="3758034"/>
                  </a:lnTo>
                  <a:lnTo>
                    <a:pt x="68325" y="3755097"/>
                  </a:lnTo>
                  <a:lnTo>
                    <a:pt x="78086" y="3752150"/>
                  </a:lnTo>
                  <a:lnTo>
                    <a:pt x="87847" y="3748490"/>
                  </a:lnTo>
                  <a:lnTo>
                    <a:pt x="97608" y="3744693"/>
                  </a:lnTo>
                  <a:lnTo>
                    <a:pt x="107369" y="3740731"/>
                  </a:lnTo>
                  <a:lnTo>
                    <a:pt x="117129" y="3735660"/>
                  </a:lnTo>
                  <a:lnTo>
                    <a:pt x="126890" y="3732266"/>
                  </a:lnTo>
                  <a:lnTo>
                    <a:pt x="136651" y="3728357"/>
                  </a:lnTo>
                  <a:lnTo>
                    <a:pt x="146412" y="3725757"/>
                  </a:lnTo>
                  <a:lnTo>
                    <a:pt x="156173" y="3719682"/>
                  </a:lnTo>
                  <a:lnTo>
                    <a:pt x="165933" y="3716600"/>
                  </a:lnTo>
                  <a:lnTo>
                    <a:pt x="175694" y="3714264"/>
                  </a:lnTo>
                  <a:lnTo>
                    <a:pt x="185455" y="3709007"/>
                  </a:lnTo>
                  <a:lnTo>
                    <a:pt x="195216" y="3703719"/>
                  </a:lnTo>
                  <a:lnTo>
                    <a:pt x="204977" y="3698400"/>
                  </a:lnTo>
                  <a:lnTo>
                    <a:pt x="214738" y="3692146"/>
                  </a:lnTo>
                  <a:lnTo>
                    <a:pt x="224498" y="3686326"/>
                  </a:lnTo>
                  <a:lnTo>
                    <a:pt x="234259" y="3682254"/>
                  </a:lnTo>
                  <a:lnTo>
                    <a:pt x="244020" y="3676808"/>
                  </a:lnTo>
                  <a:lnTo>
                    <a:pt x="253781" y="3672679"/>
                  </a:lnTo>
                  <a:lnTo>
                    <a:pt x="263542" y="3668125"/>
                  </a:lnTo>
                  <a:lnTo>
                    <a:pt x="273303" y="3662333"/>
                  </a:lnTo>
                  <a:lnTo>
                    <a:pt x="283063" y="3657558"/>
                  </a:lnTo>
                  <a:lnTo>
                    <a:pt x="292824" y="3652767"/>
                  </a:lnTo>
                  <a:lnTo>
                    <a:pt x="302585" y="3647952"/>
                  </a:lnTo>
                  <a:lnTo>
                    <a:pt x="312346" y="3642785"/>
                  </a:lnTo>
                  <a:lnTo>
                    <a:pt x="322107" y="3636430"/>
                  </a:lnTo>
                  <a:lnTo>
                    <a:pt x="331867" y="3633363"/>
                  </a:lnTo>
                  <a:lnTo>
                    <a:pt x="341628" y="3628451"/>
                  </a:lnTo>
                  <a:lnTo>
                    <a:pt x="351389" y="3623368"/>
                  </a:lnTo>
                  <a:lnTo>
                    <a:pt x="361150" y="3618301"/>
                  </a:lnTo>
                  <a:lnTo>
                    <a:pt x="370911" y="3613101"/>
                  </a:lnTo>
                  <a:lnTo>
                    <a:pt x="380672" y="3608585"/>
                  </a:lnTo>
                  <a:lnTo>
                    <a:pt x="390432" y="3603825"/>
                  </a:lnTo>
                  <a:lnTo>
                    <a:pt x="400193" y="3598500"/>
                  </a:lnTo>
                  <a:lnTo>
                    <a:pt x="409954" y="3591678"/>
                  </a:lnTo>
                  <a:lnTo>
                    <a:pt x="419715" y="3585645"/>
                  </a:lnTo>
                  <a:lnTo>
                    <a:pt x="429476" y="3580427"/>
                  </a:lnTo>
                  <a:lnTo>
                    <a:pt x="439236" y="3576662"/>
                  </a:lnTo>
                  <a:lnTo>
                    <a:pt x="448997" y="3570101"/>
                  </a:lnTo>
                  <a:lnTo>
                    <a:pt x="458758" y="3564637"/>
                  </a:lnTo>
                  <a:lnTo>
                    <a:pt x="468519" y="3559283"/>
                  </a:lnTo>
                  <a:lnTo>
                    <a:pt x="478280" y="3552402"/>
                  </a:lnTo>
                  <a:lnTo>
                    <a:pt x="488041" y="3548368"/>
                  </a:lnTo>
                  <a:lnTo>
                    <a:pt x="497801" y="3540624"/>
                  </a:lnTo>
                  <a:lnTo>
                    <a:pt x="507562" y="3533598"/>
                  </a:lnTo>
                  <a:lnTo>
                    <a:pt x="517323" y="3527960"/>
                  </a:lnTo>
                  <a:lnTo>
                    <a:pt x="527084" y="3520233"/>
                  </a:lnTo>
                  <a:lnTo>
                    <a:pt x="536845" y="3515183"/>
                  </a:lnTo>
                  <a:lnTo>
                    <a:pt x="546606" y="3507416"/>
                  </a:lnTo>
                  <a:lnTo>
                    <a:pt x="556366" y="3501186"/>
                  </a:lnTo>
                  <a:lnTo>
                    <a:pt x="566127" y="3495384"/>
                  </a:lnTo>
                  <a:lnTo>
                    <a:pt x="575888" y="3489432"/>
                  </a:lnTo>
                  <a:lnTo>
                    <a:pt x="585649" y="3479642"/>
                  </a:lnTo>
                  <a:lnTo>
                    <a:pt x="595410" y="3473680"/>
                  </a:lnTo>
                  <a:lnTo>
                    <a:pt x="605170" y="3468332"/>
                  </a:lnTo>
                  <a:lnTo>
                    <a:pt x="614931" y="3462960"/>
                  </a:lnTo>
                  <a:lnTo>
                    <a:pt x="624692" y="3457565"/>
                  </a:lnTo>
                  <a:lnTo>
                    <a:pt x="634453" y="3451564"/>
                  </a:lnTo>
                  <a:lnTo>
                    <a:pt x="644214" y="3443643"/>
                  </a:lnTo>
                  <a:lnTo>
                    <a:pt x="653975" y="3435719"/>
                  </a:lnTo>
                  <a:lnTo>
                    <a:pt x="663735" y="3426388"/>
                  </a:lnTo>
                  <a:lnTo>
                    <a:pt x="673496" y="3418029"/>
                  </a:lnTo>
                  <a:lnTo>
                    <a:pt x="683257" y="3411128"/>
                  </a:lnTo>
                  <a:lnTo>
                    <a:pt x="693018" y="3403237"/>
                  </a:lnTo>
                  <a:lnTo>
                    <a:pt x="702779" y="3396336"/>
                  </a:lnTo>
                  <a:lnTo>
                    <a:pt x="712539" y="3386663"/>
                  </a:lnTo>
                  <a:lnTo>
                    <a:pt x="722300" y="3378285"/>
                  </a:lnTo>
                  <a:lnTo>
                    <a:pt x="732061" y="3369768"/>
                  </a:lnTo>
                  <a:lnTo>
                    <a:pt x="741822" y="3361267"/>
                  </a:lnTo>
                  <a:lnTo>
                    <a:pt x="751583" y="3352774"/>
                  </a:lnTo>
                  <a:lnTo>
                    <a:pt x="761344" y="3344274"/>
                  </a:lnTo>
                  <a:lnTo>
                    <a:pt x="771104" y="3335633"/>
                  </a:lnTo>
                  <a:lnTo>
                    <a:pt x="780865" y="3326974"/>
                  </a:lnTo>
                  <a:lnTo>
                    <a:pt x="790626" y="3318374"/>
                  </a:lnTo>
                  <a:lnTo>
                    <a:pt x="800387" y="3312656"/>
                  </a:lnTo>
                  <a:lnTo>
                    <a:pt x="810148" y="3303895"/>
                  </a:lnTo>
                  <a:lnTo>
                    <a:pt x="819909" y="3295559"/>
                  </a:lnTo>
                  <a:lnTo>
                    <a:pt x="829669" y="3288121"/>
                  </a:lnTo>
                  <a:lnTo>
                    <a:pt x="839430" y="3279346"/>
                  </a:lnTo>
                  <a:lnTo>
                    <a:pt x="849191" y="3270121"/>
                  </a:lnTo>
                  <a:lnTo>
                    <a:pt x="858952" y="3262346"/>
                  </a:lnTo>
                  <a:lnTo>
                    <a:pt x="868713" y="3253713"/>
                  </a:lnTo>
                  <a:lnTo>
                    <a:pt x="878473" y="3241863"/>
                  </a:lnTo>
                  <a:lnTo>
                    <a:pt x="888234" y="3232024"/>
                  </a:lnTo>
                  <a:lnTo>
                    <a:pt x="897995" y="3223473"/>
                  </a:lnTo>
                  <a:lnTo>
                    <a:pt x="907756" y="3213785"/>
                  </a:lnTo>
                  <a:lnTo>
                    <a:pt x="917517" y="3201961"/>
                  </a:lnTo>
                  <a:lnTo>
                    <a:pt x="927278" y="3190354"/>
                  </a:lnTo>
                  <a:lnTo>
                    <a:pt x="937038" y="3180626"/>
                  </a:lnTo>
                  <a:lnTo>
                    <a:pt x="946799" y="3168188"/>
                  </a:lnTo>
                  <a:lnTo>
                    <a:pt x="956560" y="3156554"/>
                  </a:lnTo>
                  <a:lnTo>
                    <a:pt x="966321" y="3146222"/>
                  </a:lnTo>
                  <a:lnTo>
                    <a:pt x="976082" y="3135832"/>
                  </a:lnTo>
                  <a:lnTo>
                    <a:pt x="985842" y="3124334"/>
                  </a:lnTo>
                  <a:lnTo>
                    <a:pt x="995603" y="3114863"/>
                  </a:lnTo>
                  <a:lnTo>
                    <a:pt x="1005364" y="3104285"/>
                  </a:lnTo>
                  <a:lnTo>
                    <a:pt x="1015125" y="3093643"/>
                  </a:lnTo>
                  <a:lnTo>
                    <a:pt x="1024886" y="3082938"/>
                  </a:lnTo>
                  <a:lnTo>
                    <a:pt x="1034647" y="3072200"/>
                  </a:lnTo>
                  <a:lnTo>
                    <a:pt x="1044407" y="3059292"/>
                  </a:lnTo>
                  <a:lnTo>
                    <a:pt x="1054168" y="3045935"/>
                  </a:lnTo>
                  <a:lnTo>
                    <a:pt x="1063929" y="3031620"/>
                  </a:lnTo>
                  <a:lnTo>
                    <a:pt x="1073690" y="3020309"/>
                  </a:lnTo>
                  <a:lnTo>
                    <a:pt x="1083451" y="3010047"/>
                  </a:lnTo>
                  <a:lnTo>
                    <a:pt x="1093212" y="2998603"/>
                  </a:lnTo>
                  <a:lnTo>
                    <a:pt x="1102972" y="2984048"/>
                  </a:lnTo>
                  <a:lnTo>
                    <a:pt x="1112733" y="2970408"/>
                  </a:lnTo>
                  <a:lnTo>
                    <a:pt x="1122494" y="2956155"/>
                  </a:lnTo>
                  <a:lnTo>
                    <a:pt x="1132255" y="2943747"/>
                  </a:lnTo>
                  <a:lnTo>
                    <a:pt x="1142016" y="2931037"/>
                  </a:lnTo>
                  <a:lnTo>
                    <a:pt x="1151776" y="2915691"/>
                  </a:lnTo>
                  <a:lnTo>
                    <a:pt x="1161537" y="2902418"/>
                  </a:lnTo>
                  <a:lnTo>
                    <a:pt x="1171298" y="2891389"/>
                  </a:lnTo>
                  <a:lnTo>
                    <a:pt x="1181059" y="2876702"/>
                  </a:lnTo>
                  <a:lnTo>
                    <a:pt x="1190820" y="2862476"/>
                  </a:lnTo>
                  <a:lnTo>
                    <a:pt x="1200581" y="2848168"/>
                  </a:lnTo>
                  <a:lnTo>
                    <a:pt x="1210341" y="2833772"/>
                  </a:lnTo>
                  <a:lnTo>
                    <a:pt x="1220102" y="2820658"/>
                  </a:lnTo>
                  <a:lnTo>
                    <a:pt x="1229863" y="2812191"/>
                  </a:lnTo>
                  <a:lnTo>
                    <a:pt x="1239624" y="2801393"/>
                  </a:lnTo>
                  <a:lnTo>
                    <a:pt x="1249385" y="2786051"/>
                  </a:lnTo>
                  <a:lnTo>
                    <a:pt x="1259145" y="2770671"/>
                  </a:lnTo>
                  <a:lnTo>
                    <a:pt x="1268906" y="2755256"/>
                  </a:lnTo>
                  <a:lnTo>
                    <a:pt x="1278667" y="2742504"/>
                  </a:lnTo>
                  <a:lnTo>
                    <a:pt x="1288428" y="2726671"/>
                  </a:lnTo>
                  <a:lnTo>
                    <a:pt x="1298189" y="2717000"/>
                  </a:lnTo>
                  <a:lnTo>
                    <a:pt x="1307950" y="2703114"/>
                  </a:lnTo>
                  <a:lnTo>
                    <a:pt x="1317710" y="2689716"/>
                  </a:lnTo>
                  <a:lnTo>
                    <a:pt x="1327471" y="2673939"/>
                  </a:lnTo>
                  <a:lnTo>
                    <a:pt x="1337232" y="2661382"/>
                  </a:lnTo>
                  <a:lnTo>
                    <a:pt x="1346993" y="2644793"/>
                  </a:lnTo>
                  <a:lnTo>
                    <a:pt x="1356754" y="2628191"/>
                  </a:lnTo>
                  <a:lnTo>
                    <a:pt x="1366515" y="2615315"/>
                  </a:lnTo>
                  <a:lnTo>
                    <a:pt x="1376275" y="2597665"/>
                  </a:lnTo>
                  <a:lnTo>
                    <a:pt x="1386036" y="2581720"/>
                  </a:lnTo>
                  <a:lnTo>
                    <a:pt x="1395797" y="2564430"/>
                  </a:lnTo>
                  <a:lnTo>
                    <a:pt x="1405558" y="2545935"/>
                  </a:lnTo>
                  <a:lnTo>
                    <a:pt x="1415319" y="2527264"/>
                  </a:lnTo>
                  <a:lnTo>
                    <a:pt x="1425079" y="2510493"/>
                  </a:lnTo>
                  <a:lnTo>
                    <a:pt x="1434840" y="2494553"/>
                  </a:lnTo>
                  <a:lnTo>
                    <a:pt x="1444601" y="2476087"/>
                  </a:lnTo>
                  <a:lnTo>
                    <a:pt x="1454362" y="2457510"/>
                  </a:lnTo>
                  <a:lnTo>
                    <a:pt x="1464123" y="2438838"/>
                  </a:lnTo>
                  <a:lnTo>
                    <a:pt x="1473884" y="2420712"/>
                  </a:lnTo>
                  <a:lnTo>
                    <a:pt x="1483644" y="2403276"/>
                  </a:lnTo>
                  <a:lnTo>
                    <a:pt x="1493405" y="2385760"/>
                  </a:lnTo>
                  <a:lnTo>
                    <a:pt x="1503166" y="2367163"/>
                  </a:lnTo>
                  <a:lnTo>
                    <a:pt x="1512927" y="2346731"/>
                  </a:lnTo>
                  <a:lnTo>
                    <a:pt x="1522688" y="2328287"/>
                  </a:lnTo>
                  <a:lnTo>
                    <a:pt x="1532448" y="2309768"/>
                  </a:lnTo>
                  <a:lnTo>
                    <a:pt x="1542209" y="2291111"/>
                  </a:lnTo>
                  <a:lnTo>
                    <a:pt x="1551970" y="2272357"/>
                  </a:lnTo>
                  <a:lnTo>
                    <a:pt x="1561731" y="2253507"/>
                  </a:lnTo>
                  <a:lnTo>
                    <a:pt x="1571492" y="2234563"/>
                  </a:lnTo>
                  <a:lnTo>
                    <a:pt x="1581253" y="2214338"/>
                  </a:lnTo>
                  <a:lnTo>
                    <a:pt x="1591013" y="2192141"/>
                  </a:lnTo>
                  <a:lnTo>
                    <a:pt x="1600774" y="2174755"/>
                  </a:lnTo>
                  <a:lnTo>
                    <a:pt x="1610535" y="2157880"/>
                  </a:lnTo>
                  <a:lnTo>
                    <a:pt x="1620296" y="2138586"/>
                  </a:lnTo>
                  <a:lnTo>
                    <a:pt x="1630057" y="2119218"/>
                  </a:lnTo>
                  <a:lnTo>
                    <a:pt x="1639818" y="2101658"/>
                  </a:lnTo>
                  <a:lnTo>
                    <a:pt x="1649578" y="2084669"/>
                  </a:lnTo>
                  <a:lnTo>
                    <a:pt x="1659339" y="2062189"/>
                  </a:lnTo>
                  <a:lnTo>
                    <a:pt x="1669100" y="2040433"/>
                  </a:lnTo>
                  <a:lnTo>
                    <a:pt x="1678861" y="2018414"/>
                  </a:lnTo>
                  <a:lnTo>
                    <a:pt x="1688622" y="1996134"/>
                  </a:lnTo>
                  <a:lnTo>
                    <a:pt x="1698382" y="1975796"/>
                  </a:lnTo>
                  <a:lnTo>
                    <a:pt x="1708143" y="1956001"/>
                  </a:lnTo>
                  <a:lnTo>
                    <a:pt x="1717904" y="1930869"/>
                  </a:lnTo>
                  <a:lnTo>
                    <a:pt x="1727665" y="1905786"/>
                  </a:lnTo>
                  <a:lnTo>
                    <a:pt x="1737426" y="1882853"/>
                  </a:lnTo>
                  <a:lnTo>
                    <a:pt x="1747187" y="1859860"/>
                  </a:lnTo>
                  <a:lnTo>
                    <a:pt x="1756947" y="1836912"/>
                  </a:lnTo>
                  <a:lnTo>
                    <a:pt x="1766708" y="1813868"/>
                  </a:lnTo>
                  <a:lnTo>
                    <a:pt x="1776469" y="1793949"/>
                  </a:lnTo>
                  <a:lnTo>
                    <a:pt x="1786230" y="1774162"/>
                  </a:lnTo>
                  <a:lnTo>
                    <a:pt x="1795991" y="1754308"/>
                  </a:lnTo>
                  <a:lnTo>
                    <a:pt x="1805752" y="1734388"/>
                  </a:lnTo>
                  <a:lnTo>
                    <a:pt x="1815512" y="1714436"/>
                  </a:lnTo>
                  <a:lnTo>
                    <a:pt x="1825273" y="1694457"/>
                  </a:lnTo>
                  <a:lnTo>
                    <a:pt x="1835034" y="1672151"/>
                  </a:lnTo>
                  <a:lnTo>
                    <a:pt x="1844795" y="1649282"/>
                  </a:lnTo>
                  <a:lnTo>
                    <a:pt x="1854556" y="1624358"/>
                  </a:lnTo>
                  <a:lnTo>
                    <a:pt x="1864316" y="1593371"/>
                  </a:lnTo>
                  <a:lnTo>
                    <a:pt x="1874077" y="1571925"/>
                  </a:lnTo>
                  <a:lnTo>
                    <a:pt x="1883838" y="1550686"/>
                  </a:lnTo>
                  <a:lnTo>
                    <a:pt x="1893599" y="1529386"/>
                  </a:lnTo>
                  <a:lnTo>
                    <a:pt x="1903360" y="1506677"/>
                  </a:lnTo>
                  <a:lnTo>
                    <a:pt x="1913121" y="1482636"/>
                  </a:lnTo>
                  <a:lnTo>
                    <a:pt x="1922881" y="1461683"/>
                  </a:lnTo>
                  <a:lnTo>
                    <a:pt x="1932642" y="1439966"/>
                  </a:lnTo>
                  <a:lnTo>
                    <a:pt x="1942403" y="1417088"/>
                  </a:lnTo>
                  <a:lnTo>
                    <a:pt x="1952164" y="1395429"/>
                  </a:lnTo>
                  <a:lnTo>
                    <a:pt x="1961925" y="1373727"/>
                  </a:lnTo>
                  <a:lnTo>
                    <a:pt x="1971685" y="1352303"/>
                  </a:lnTo>
                  <a:lnTo>
                    <a:pt x="1981446" y="1330974"/>
                  </a:lnTo>
                  <a:lnTo>
                    <a:pt x="1991207" y="1309599"/>
                  </a:lnTo>
                  <a:lnTo>
                    <a:pt x="2000968" y="1288179"/>
                  </a:lnTo>
                  <a:lnTo>
                    <a:pt x="2010729" y="1264705"/>
                  </a:lnTo>
                  <a:lnTo>
                    <a:pt x="2020490" y="1242308"/>
                  </a:lnTo>
                  <a:lnTo>
                    <a:pt x="2030250" y="1220140"/>
                  </a:lnTo>
                  <a:lnTo>
                    <a:pt x="2040011" y="1197939"/>
                  </a:lnTo>
                  <a:lnTo>
                    <a:pt x="2049772" y="1175864"/>
                  </a:lnTo>
                  <a:lnTo>
                    <a:pt x="2059533" y="1153751"/>
                  </a:lnTo>
                  <a:lnTo>
                    <a:pt x="2069294" y="1130210"/>
                  </a:lnTo>
                  <a:lnTo>
                    <a:pt x="2079055" y="1105361"/>
                  </a:lnTo>
                  <a:lnTo>
                    <a:pt x="2088815" y="1081511"/>
                  </a:lnTo>
                  <a:lnTo>
                    <a:pt x="2098576" y="1057008"/>
                  </a:lnTo>
                  <a:lnTo>
                    <a:pt x="2108337" y="1032469"/>
                  </a:lnTo>
                  <a:lnTo>
                    <a:pt x="2118098" y="1007893"/>
                  </a:lnTo>
                  <a:lnTo>
                    <a:pt x="2127859" y="983284"/>
                  </a:lnTo>
                  <a:lnTo>
                    <a:pt x="2137619" y="958643"/>
                  </a:lnTo>
                  <a:lnTo>
                    <a:pt x="2147380" y="933972"/>
                  </a:lnTo>
                  <a:lnTo>
                    <a:pt x="2157141" y="909272"/>
                  </a:lnTo>
                  <a:lnTo>
                    <a:pt x="2166902" y="883391"/>
                  </a:lnTo>
                  <a:lnTo>
                    <a:pt x="2176663" y="856719"/>
                  </a:lnTo>
                  <a:lnTo>
                    <a:pt x="2186424" y="832194"/>
                  </a:lnTo>
                  <a:lnTo>
                    <a:pt x="2196184" y="810258"/>
                  </a:lnTo>
                  <a:lnTo>
                    <a:pt x="2205945" y="784849"/>
                  </a:lnTo>
                  <a:lnTo>
                    <a:pt x="2215706" y="759903"/>
                  </a:lnTo>
                  <a:lnTo>
                    <a:pt x="2225467" y="735941"/>
                  </a:lnTo>
                  <a:lnTo>
                    <a:pt x="2235228" y="711079"/>
                  </a:lnTo>
                  <a:lnTo>
                    <a:pt x="2244988" y="686308"/>
                  </a:lnTo>
                  <a:lnTo>
                    <a:pt x="2254749" y="668548"/>
                  </a:lnTo>
                  <a:lnTo>
                    <a:pt x="2264510" y="643307"/>
                  </a:lnTo>
                  <a:lnTo>
                    <a:pt x="2274271" y="617549"/>
                  </a:lnTo>
                  <a:lnTo>
                    <a:pt x="2284032" y="591825"/>
                  </a:lnTo>
                  <a:lnTo>
                    <a:pt x="2293793" y="566108"/>
                  </a:lnTo>
                  <a:lnTo>
                    <a:pt x="2303553" y="542190"/>
                  </a:lnTo>
                  <a:lnTo>
                    <a:pt x="2313314" y="519051"/>
                  </a:lnTo>
                  <a:lnTo>
                    <a:pt x="2323075" y="495916"/>
                  </a:lnTo>
                  <a:lnTo>
                    <a:pt x="2332836" y="469175"/>
                  </a:lnTo>
                  <a:lnTo>
                    <a:pt x="2342597" y="442112"/>
                  </a:lnTo>
                  <a:lnTo>
                    <a:pt x="2352358" y="415074"/>
                  </a:lnTo>
                  <a:lnTo>
                    <a:pt x="2362118" y="388096"/>
                  </a:lnTo>
                  <a:lnTo>
                    <a:pt x="2371879" y="363242"/>
                  </a:lnTo>
                  <a:lnTo>
                    <a:pt x="2381640" y="338487"/>
                  </a:lnTo>
                  <a:lnTo>
                    <a:pt x="2391401" y="314505"/>
                  </a:lnTo>
                  <a:lnTo>
                    <a:pt x="2401162" y="292980"/>
                  </a:lnTo>
                  <a:lnTo>
                    <a:pt x="2410922" y="273749"/>
                  </a:lnTo>
                  <a:lnTo>
                    <a:pt x="2420683" y="254533"/>
                  </a:lnTo>
                  <a:lnTo>
                    <a:pt x="2430444" y="229732"/>
                  </a:lnTo>
                  <a:lnTo>
                    <a:pt x="2440205" y="201590"/>
                  </a:lnTo>
                  <a:lnTo>
                    <a:pt x="2449966" y="178908"/>
                  </a:lnTo>
                  <a:lnTo>
                    <a:pt x="2459727" y="156365"/>
                  </a:lnTo>
                  <a:lnTo>
                    <a:pt x="2469487" y="133931"/>
                  </a:lnTo>
                  <a:lnTo>
                    <a:pt x="2479248" y="111525"/>
                  </a:lnTo>
                  <a:lnTo>
                    <a:pt x="2489009" y="89152"/>
                  </a:lnTo>
                  <a:lnTo>
                    <a:pt x="2498770" y="66811"/>
                  </a:lnTo>
                  <a:lnTo>
                    <a:pt x="2508531" y="44504"/>
                  </a:lnTo>
                  <a:lnTo>
                    <a:pt x="2518291" y="22233"/>
                  </a:lnTo>
                  <a:lnTo>
                    <a:pt x="2528052" y="0"/>
                  </a:lnTo>
                  <a:lnTo>
                    <a:pt x="2528052" y="3383621"/>
                  </a:lnTo>
                  <a:lnTo>
                    <a:pt x="2518291" y="3388592"/>
                  </a:lnTo>
                  <a:lnTo>
                    <a:pt x="2508531" y="3393502"/>
                  </a:lnTo>
                  <a:lnTo>
                    <a:pt x="2498770" y="3396290"/>
                  </a:lnTo>
                  <a:lnTo>
                    <a:pt x="2489009" y="3398176"/>
                  </a:lnTo>
                  <a:lnTo>
                    <a:pt x="2479248" y="3401373"/>
                  </a:lnTo>
                  <a:lnTo>
                    <a:pt x="2469487" y="3403756"/>
                  </a:lnTo>
                  <a:lnTo>
                    <a:pt x="2459727" y="3406540"/>
                  </a:lnTo>
                  <a:lnTo>
                    <a:pt x="2449966" y="3411148"/>
                  </a:lnTo>
                  <a:lnTo>
                    <a:pt x="2440205" y="3414745"/>
                  </a:lnTo>
                  <a:lnTo>
                    <a:pt x="2430444" y="3416921"/>
                  </a:lnTo>
                  <a:lnTo>
                    <a:pt x="2420683" y="3419094"/>
                  </a:lnTo>
                  <a:lnTo>
                    <a:pt x="2410922" y="3421251"/>
                  </a:lnTo>
                  <a:lnTo>
                    <a:pt x="2401162" y="3423379"/>
                  </a:lnTo>
                  <a:lnTo>
                    <a:pt x="2391401" y="3427273"/>
                  </a:lnTo>
                  <a:lnTo>
                    <a:pt x="2381640" y="3431560"/>
                  </a:lnTo>
                  <a:lnTo>
                    <a:pt x="2371879" y="3435823"/>
                  </a:lnTo>
                  <a:lnTo>
                    <a:pt x="2362118" y="3438549"/>
                  </a:lnTo>
                  <a:lnTo>
                    <a:pt x="2352358" y="3441271"/>
                  </a:lnTo>
                  <a:lnTo>
                    <a:pt x="2342597" y="3445264"/>
                  </a:lnTo>
                  <a:lnTo>
                    <a:pt x="2332836" y="3449244"/>
                  </a:lnTo>
                  <a:lnTo>
                    <a:pt x="2323075" y="3453704"/>
                  </a:lnTo>
                  <a:lnTo>
                    <a:pt x="2313314" y="3458201"/>
                  </a:lnTo>
                  <a:lnTo>
                    <a:pt x="2303553" y="3461032"/>
                  </a:lnTo>
                  <a:lnTo>
                    <a:pt x="2293793" y="3464938"/>
                  </a:lnTo>
                  <a:lnTo>
                    <a:pt x="2284032" y="3468825"/>
                  </a:lnTo>
                  <a:lnTo>
                    <a:pt x="2274271" y="3472052"/>
                  </a:lnTo>
                  <a:lnTo>
                    <a:pt x="2264510" y="3475082"/>
                  </a:lnTo>
                  <a:lnTo>
                    <a:pt x="2254749" y="3478093"/>
                  </a:lnTo>
                  <a:lnTo>
                    <a:pt x="2244988" y="3481052"/>
                  </a:lnTo>
                  <a:lnTo>
                    <a:pt x="2235228" y="3483214"/>
                  </a:lnTo>
                  <a:lnTo>
                    <a:pt x="2225467" y="3485097"/>
                  </a:lnTo>
                  <a:lnTo>
                    <a:pt x="2215706" y="3489034"/>
                  </a:lnTo>
                  <a:lnTo>
                    <a:pt x="2205945" y="3492938"/>
                  </a:lnTo>
                  <a:lnTo>
                    <a:pt x="2196184" y="3495919"/>
                  </a:lnTo>
                  <a:lnTo>
                    <a:pt x="2186424" y="3498892"/>
                  </a:lnTo>
                  <a:lnTo>
                    <a:pt x="2176663" y="3501858"/>
                  </a:lnTo>
                  <a:lnTo>
                    <a:pt x="2166902" y="3504817"/>
                  </a:lnTo>
                  <a:lnTo>
                    <a:pt x="2157141" y="3507758"/>
                  </a:lnTo>
                  <a:lnTo>
                    <a:pt x="2147380" y="3510676"/>
                  </a:lnTo>
                  <a:lnTo>
                    <a:pt x="2137619" y="3513587"/>
                  </a:lnTo>
                  <a:lnTo>
                    <a:pt x="2127859" y="3516491"/>
                  </a:lnTo>
                  <a:lnTo>
                    <a:pt x="2118098" y="3519387"/>
                  </a:lnTo>
                  <a:lnTo>
                    <a:pt x="2108337" y="3522276"/>
                  </a:lnTo>
                  <a:lnTo>
                    <a:pt x="2098576" y="3525158"/>
                  </a:lnTo>
                  <a:lnTo>
                    <a:pt x="2088815" y="3528145"/>
                  </a:lnTo>
                  <a:lnTo>
                    <a:pt x="2079055" y="3532804"/>
                  </a:lnTo>
                  <a:lnTo>
                    <a:pt x="2069294" y="3537445"/>
                  </a:lnTo>
                  <a:lnTo>
                    <a:pt x="2059533" y="3540542"/>
                  </a:lnTo>
                  <a:lnTo>
                    <a:pt x="2049772" y="3543387"/>
                  </a:lnTo>
                  <a:lnTo>
                    <a:pt x="2040011" y="3546226"/>
                  </a:lnTo>
                  <a:lnTo>
                    <a:pt x="2030250" y="3549014"/>
                  </a:lnTo>
                  <a:lnTo>
                    <a:pt x="2020490" y="3551779"/>
                  </a:lnTo>
                  <a:lnTo>
                    <a:pt x="2010729" y="3554536"/>
                  </a:lnTo>
                  <a:lnTo>
                    <a:pt x="2000968" y="3557286"/>
                  </a:lnTo>
                  <a:lnTo>
                    <a:pt x="1991207" y="3560030"/>
                  </a:lnTo>
                  <a:lnTo>
                    <a:pt x="1981446" y="3564219"/>
                  </a:lnTo>
                  <a:lnTo>
                    <a:pt x="1971685" y="3565484"/>
                  </a:lnTo>
                  <a:lnTo>
                    <a:pt x="1961925" y="3567450"/>
                  </a:lnTo>
                  <a:lnTo>
                    <a:pt x="1952164" y="3569174"/>
                  </a:lnTo>
                  <a:lnTo>
                    <a:pt x="1942403" y="3572937"/>
                  </a:lnTo>
                  <a:lnTo>
                    <a:pt x="1932642" y="3576215"/>
                  </a:lnTo>
                  <a:lnTo>
                    <a:pt x="1922881" y="3579061"/>
                  </a:lnTo>
                  <a:lnTo>
                    <a:pt x="1913121" y="3581778"/>
                  </a:lnTo>
                  <a:lnTo>
                    <a:pt x="1903360" y="3584996"/>
                  </a:lnTo>
                  <a:lnTo>
                    <a:pt x="1893599" y="3588456"/>
                  </a:lnTo>
                  <a:lnTo>
                    <a:pt x="1883838" y="3591904"/>
                  </a:lnTo>
                  <a:lnTo>
                    <a:pt x="1874077" y="3595341"/>
                  </a:lnTo>
                  <a:lnTo>
                    <a:pt x="1864316" y="3598767"/>
                  </a:lnTo>
                  <a:lnTo>
                    <a:pt x="1854556" y="3602124"/>
                  </a:lnTo>
                  <a:lnTo>
                    <a:pt x="1844795" y="3605371"/>
                  </a:lnTo>
                  <a:lnTo>
                    <a:pt x="1835034" y="3608608"/>
                  </a:lnTo>
                  <a:lnTo>
                    <a:pt x="1825273" y="3611835"/>
                  </a:lnTo>
                  <a:lnTo>
                    <a:pt x="1815512" y="3615051"/>
                  </a:lnTo>
                  <a:lnTo>
                    <a:pt x="1805752" y="3618236"/>
                  </a:lnTo>
                  <a:lnTo>
                    <a:pt x="1795991" y="3621431"/>
                  </a:lnTo>
                  <a:lnTo>
                    <a:pt x="1786230" y="3624615"/>
                  </a:lnTo>
                  <a:lnTo>
                    <a:pt x="1776469" y="3628134"/>
                  </a:lnTo>
                  <a:lnTo>
                    <a:pt x="1766708" y="3631411"/>
                  </a:lnTo>
                  <a:lnTo>
                    <a:pt x="1756947" y="3634668"/>
                  </a:lnTo>
                  <a:lnTo>
                    <a:pt x="1747187" y="3637915"/>
                  </a:lnTo>
                  <a:lnTo>
                    <a:pt x="1737426" y="3641152"/>
                  </a:lnTo>
                  <a:lnTo>
                    <a:pt x="1727665" y="3644902"/>
                  </a:lnTo>
                  <a:lnTo>
                    <a:pt x="1717904" y="3648795"/>
                  </a:lnTo>
                  <a:lnTo>
                    <a:pt x="1708143" y="3651956"/>
                  </a:lnTo>
                  <a:lnTo>
                    <a:pt x="1698382" y="3655381"/>
                  </a:lnTo>
                  <a:lnTo>
                    <a:pt x="1688622" y="3658630"/>
                  </a:lnTo>
                  <a:lnTo>
                    <a:pt x="1678861" y="3661868"/>
                  </a:lnTo>
                  <a:lnTo>
                    <a:pt x="1669100" y="3665056"/>
                  </a:lnTo>
                  <a:lnTo>
                    <a:pt x="1659339" y="3668051"/>
                  </a:lnTo>
                  <a:lnTo>
                    <a:pt x="1649578" y="3670591"/>
                  </a:lnTo>
                  <a:lnTo>
                    <a:pt x="1639818" y="3674315"/>
                  </a:lnTo>
                  <a:lnTo>
                    <a:pt x="1630057" y="3676574"/>
                  </a:lnTo>
                  <a:lnTo>
                    <a:pt x="1620296" y="3680090"/>
                  </a:lnTo>
                  <a:lnTo>
                    <a:pt x="1610535" y="3683594"/>
                  </a:lnTo>
                  <a:lnTo>
                    <a:pt x="1600774" y="3687084"/>
                  </a:lnTo>
                  <a:lnTo>
                    <a:pt x="1591013" y="3690233"/>
                  </a:lnTo>
                  <a:lnTo>
                    <a:pt x="1581253" y="3693429"/>
                  </a:lnTo>
                  <a:lnTo>
                    <a:pt x="1571492" y="3696534"/>
                  </a:lnTo>
                  <a:lnTo>
                    <a:pt x="1561731" y="3698600"/>
                  </a:lnTo>
                  <a:lnTo>
                    <a:pt x="1551970" y="3702230"/>
                  </a:lnTo>
                  <a:lnTo>
                    <a:pt x="1542209" y="3705770"/>
                  </a:lnTo>
                  <a:lnTo>
                    <a:pt x="1532448" y="3709743"/>
                  </a:lnTo>
                  <a:lnTo>
                    <a:pt x="1522688" y="3713392"/>
                  </a:lnTo>
                  <a:lnTo>
                    <a:pt x="1512927" y="3717015"/>
                  </a:lnTo>
                  <a:lnTo>
                    <a:pt x="1503166" y="3719598"/>
                  </a:lnTo>
                  <a:lnTo>
                    <a:pt x="1493405" y="3724206"/>
                  </a:lnTo>
                  <a:lnTo>
                    <a:pt x="1483644" y="3727776"/>
                  </a:lnTo>
                  <a:lnTo>
                    <a:pt x="1473884" y="3731333"/>
                  </a:lnTo>
                  <a:lnTo>
                    <a:pt x="1464123" y="3734905"/>
                  </a:lnTo>
                  <a:lnTo>
                    <a:pt x="1454362" y="3738441"/>
                  </a:lnTo>
                  <a:lnTo>
                    <a:pt x="1444601" y="3741956"/>
                  </a:lnTo>
                  <a:lnTo>
                    <a:pt x="1434840" y="3745457"/>
                  </a:lnTo>
                  <a:lnTo>
                    <a:pt x="1425079" y="3748944"/>
                  </a:lnTo>
                  <a:lnTo>
                    <a:pt x="1415319" y="3752416"/>
                  </a:lnTo>
                  <a:lnTo>
                    <a:pt x="1405558" y="3756585"/>
                  </a:lnTo>
                  <a:lnTo>
                    <a:pt x="1395797" y="3759985"/>
                  </a:lnTo>
                  <a:lnTo>
                    <a:pt x="1386036" y="3763324"/>
                  </a:lnTo>
                  <a:lnTo>
                    <a:pt x="1376275" y="3766970"/>
                  </a:lnTo>
                  <a:lnTo>
                    <a:pt x="1366515" y="3770536"/>
                  </a:lnTo>
                  <a:lnTo>
                    <a:pt x="1356754" y="3773739"/>
                  </a:lnTo>
                  <a:lnTo>
                    <a:pt x="1346993" y="3777608"/>
                  </a:lnTo>
                  <a:lnTo>
                    <a:pt x="1337232" y="3781516"/>
                  </a:lnTo>
                  <a:lnTo>
                    <a:pt x="1327471" y="3785334"/>
                  </a:lnTo>
                  <a:lnTo>
                    <a:pt x="1317710" y="3789346"/>
                  </a:lnTo>
                  <a:lnTo>
                    <a:pt x="1307950" y="3792972"/>
                  </a:lnTo>
                  <a:lnTo>
                    <a:pt x="1298189" y="3796525"/>
                  </a:lnTo>
                  <a:lnTo>
                    <a:pt x="1288428" y="3799758"/>
                  </a:lnTo>
                  <a:lnTo>
                    <a:pt x="1278667" y="3800648"/>
                  </a:lnTo>
                  <a:lnTo>
                    <a:pt x="1268906" y="3804080"/>
                  </a:lnTo>
                  <a:lnTo>
                    <a:pt x="1259145" y="3808615"/>
                  </a:lnTo>
                  <a:lnTo>
                    <a:pt x="1249385" y="3812591"/>
                  </a:lnTo>
                  <a:lnTo>
                    <a:pt x="1239624" y="3815771"/>
                  </a:lnTo>
                  <a:lnTo>
                    <a:pt x="1229863" y="3818918"/>
                  </a:lnTo>
                  <a:lnTo>
                    <a:pt x="1220102" y="3820590"/>
                  </a:lnTo>
                  <a:lnTo>
                    <a:pt x="1210341" y="3822255"/>
                  </a:lnTo>
                  <a:lnTo>
                    <a:pt x="1200581" y="3825302"/>
                  </a:lnTo>
                  <a:lnTo>
                    <a:pt x="1190820" y="3828438"/>
                  </a:lnTo>
                  <a:lnTo>
                    <a:pt x="1181059" y="3830845"/>
                  </a:lnTo>
                  <a:lnTo>
                    <a:pt x="1171298" y="3833822"/>
                  </a:lnTo>
                  <a:lnTo>
                    <a:pt x="1161537" y="3837780"/>
                  </a:lnTo>
                  <a:lnTo>
                    <a:pt x="1151776" y="3840390"/>
                  </a:lnTo>
                  <a:lnTo>
                    <a:pt x="1142016" y="3844025"/>
                  </a:lnTo>
                  <a:lnTo>
                    <a:pt x="1132255" y="3847140"/>
                  </a:lnTo>
                  <a:lnTo>
                    <a:pt x="1122494" y="3850586"/>
                  </a:lnTo>
                  <a:lnTo>
                    <a:pt x="1112733" y="3854373"/>
                  </a:lnTo>
                  <a:lnTo>
                    <a:pt x="1102972" y="3858829"/>
                  </a:lnTo>
                  <a:lnTo>
                    <a:pt x="1093212" y="3862194"/>
                  </a:lnTo>
                  <a:lnTo>
                    <a:pt x="1083451" y="3866251"/>
                  </a:lnTo>
                  <a:lnTo>
                    <a:pt x="1073690" y="3870199"/>
                  </a:lnTo>
                  <a:lnTo>
                    <a:pt x="1063929" y="3874341"/>
                  </a:lnTo>
                  <a:lnTo>
                    <a:pt x="1054168" y="3878400"/>
                  </a:lnTo>
                  <a:lnTo>
                    <a:pt x="1044407" y="3882426"/>
                  </a:lnTo>
                  <a:lnTo>
                    <a:pt x="1034647" y="3885979"/>
                  </a:lnTo>
                  <a:lnTo>
                    <a:pt x="1024886" y="3890483"/>
                  </a:lnTo>
                  <a:lnTo>
                    <a:pt x="1015125" y="3894515"/>
                  </a:lnTo>
                  <a:lnTo>
                    <a:pt x="1005364" y="3898589"/>
                  </a:lnTo>
                  <a:lnTo>
                    <a:pt x="995603" y="3902950"/>
                  </a:lnTo>
                  <a:lnTo>
                    <a:pt x="985842" y="3906282"/>
                  </a:lnTo>
                  <a:lnTo>
                    <a:pt x="976082" y="3909488"/>
                  </a:lnTo>
                  <a:lnTo>
                    <a:pt x="966321" y="3912405"/>
                  </a:lnTo>
                  <a:lnTo>
                    <a:pt x="956560" y="3915309"/>
                  </a:lnTo>
                  <a:lnTo>
                    <a:pt x="946799" y="3918428"/>
                  </a:lnTo>
                  <a:lnTo>
                    <a:pt x="937038" y="3923034"/>
                  </a:lnTo>
                  <a:lnTo>
                    <a:pt x="927278" y="3926264"/>
                  </a:lnTo>
                  <a:lnTo>
                    <a:pt x="917517" y="3931081"/>
                  </a:lnTo>
                  <a:lnTo>
                    <a:pt x="907756" y="3933996"/>
                  </a:lnTo>
                  <a:lnTo>
                    <a:pt x="897995" y="3937193"/>
                  </a:lnTo>
                  <a:lnTo>
                    <a:pt x="888234" y="3940780"/>
                  </a:lnTo>
                  <a:lnTo>
                    <a:pt x="878473" y="3944178"/>
                  </a:lnTo>
                  <a:lnTo>
                    <a:pt x="868713" y="3946908"/>
                  </a:lnTo>
                  <a:lnTo>
                    <a:pt x="858952" y="3949933"/>
                  </a:lnTo>
                  <a:lnTo>
                    <a:pt x="849191" y="3952490"/>
                  </a:lnTo>
                  <a:lnTo>
                    <a:pt x="839430" y="3955005"/>
                  </a:lnTo>
                  <a:lnTo>
                    <a:pt x="829669" y="3957904"/>
                  </a:lnTo>
                  <a:lnTo>
                    <a:pt x="819909" y="3960998"/>
                  </a:lnTo>
                  <a:lnTo>
                    <a:pt x="810148" y="3964910"/>
                  </a:lnTo>
                  <a:lnTo>
                    <a:pt x="800387" y="3967113"/>
                  </a:lnTo>
                  <a:lnTo>
                    <a:pt x="790626" y="3969136"/>
                  </a:lnTo>
                  <a:lnTo>
                    <a:pt x="780865" y="3972367"/>
                  </a:lnTo>
                  <a:lnTo>
                    <a:pt x="771104" y="3976630"/>
                  </a:lnTo>
                  <a:lnTo>
                    <a:pt x="761344" y="3979603"/>
                  </a:lnTo>
                  <a:lnTo>
                    <a:pt x="751583" y="3983424"/>
                  </a:lnTo>
                  <a:lnTo>
                    <a:pt x="741822" y="3988076"/>
                  </a:lnTo>
                  <a:lnTo>
                    <a:pt x="732061" y="3991067"/>
                  </a:lnTo>
                  <a:lnTo>
                    <a:pt x="722300" y="3995201"/>
                  </a:lnTo>
                  <a:lnTo>
                    <a:pt x="712539" y="3998674"/>
                  </a:lnTo>
                  <a:lnTo>
                    <a:pt x="702779" y="4001483"/>
                  </a:lnTo>
                  <a:lnTo>
                    <a:pt x="693018" y="4005700"/>
                  </a:lnTo>
                  <a:lnTo>
                    <a:pt x="683257" y="4009128"/>
                  </a:lnTo>
                  <a:lnTo>
                    <a:pt x="673496" y="4012719"/>
                  </a:lnTo>
                  <a:lnTo>
                    <a:pt x="663735" y="4016304"/>
                  </a:lnTo>
                  <a:lnTo>
                    <a:pt x="653975" y="4019848"/>
                  </a:lnTo>
                  <a:lnTo>
                    <a:pt x="644214" y="4023086"/>
                  </a:lnTo>
                  <a:lnTo>
                    <a:pt x="634453" y="4025350"/>
                  </a:lnTo>
                  <a:lnTo>
                    <a:pt x="624692" y="4029295"/>
                  </a:lnTo>
                  <a:lnTo>
                    <a:pt x="614931" y="4032797"/>
                  </a:lnTo>
                  <a:lnTo>
                    <a:pt x="605170" y="4036930"/>
                  </a:lnTo>
                  <a:lnTo>
                    <a:pt x="595410" y="4040613"/>
                  </a:lnTo>
                  <a:lnTo>
                    <a:pt x="585649" y="4044016"/>
                  </a:lnTo>
                  <a:lnTo>
                    <a:pt x="575888" y="4047357"/>
                  </a:lnTo>
                  <a:lnTo>
                    <a:pt x="566127" y="4051956"/>
                  </a:lnTo>
                  <a:lnTo>
                    <a:pt x="556366" y="4054746"/>
                  </a:lnTo>
                  <a:lnTo>
                    <a:pt x="546606" y="4057520"/>
                  </a:lnTo>
                  <a:lnTo>
                    <a:pt x="536845" y="4062796"/>
                  </a:lnTo>
                  <a:lnTo>
                    <a:pt x="527084" y="4065788"/>
                  </a:lnTo>
                  <a:lnTo>
                    <a:pt x="517323" y="4068695"/>
                  </a:lnTo>
                  <a:lnTo>
                    <a:pt x="507562" y="4071757"/>
                  </a:lnTo>
                  <a:lnTo>
                    <a:pt x="497801" y="4074440"/>
                  </a:lnTo>
                  <a:lnTo>
                    <a:pt x="488041" y="4077079"/>
                  </a:lnTo>
                  <a:lnTo>
                    <a:pt x="478280" y="4079614"/>
                  </a:lnTo>
                  <a:lnTo>
                    <a:pt x="468519" y="4082714"/>
                  </a:lnTo>
                  <a:lnTo>
                    <a:pt x="458758" y="4085750"/>
                  </a:lnTo>
                  <a:lnTo>
                    <a:pt x="448997" y="4088875"/>
                  </a:lnTo>
                  <a:lnTo>
                    <a:pt x="439236" y="4091384"/>
                  </a:lnTo>
                  <a:lnTo>
                    <a:pt x="429476" y="4094876"/>
                  </a:lnTo>
                  <a:lnTo>
                    <a:pt x="419715" y="4098352"/>
                  </a:lnTo>
                  <a:lnTo>
                    <a:pt x="409954" y="4100922"/>
                  </a:lnTo>
                  <a:lnTo>
                    <a:pt x="400193" y="4104515"/>
                  </a:lnTo>
                  <a:lnTo>
                    <a:pt x="390432" y="4107584"/>
                  </a:lnTo>
                  <a:lnTo>
                    <a:pt x="380672" y="4110454"/>
                  </a:lnTo>
                  <a:lnTo>
                    <a:pt x="370911" y="4113950"/>
                  </a:lnTo>
                  <a:lnTo>
                    <a:pt x="361150" y="4117539"/>
                  </a:lnTo>
                  <a:lnTo>
                    <a:pt x="351389" y="4121601"/>
                  </a:lnTo>
                  <a:lnTo>
                    <a:pt x="341628" y="4125171"/>
                  </a:lnTo>
                  <a:lnTo>
                    <a:pt x="331867" y="4128467"/>
                  </a:lnTo>
                  <a:lnTo>
                    <a:pt x="322107" y="4131602"/>
                  </a:lnTo>
                  <a:lnTo>
                    <a:pt x="312346" y="4134781"/>
                  </a:lnTo>
                  <a:lnTo>
                    <a:pt x="302585" y="4138260"/>
                  </a:lnTo>
                  <a:lnTo>
                    <a:pt x="292824" y="4141321"/>
                  </a:lnTo>
                  <a:lnTo>
                    <a:pt x="283063" y="4144464"/>
                  </a:lnTo>
                  <a:lnTo>
                    <a:pt x="273303" y="4148618"/>
                  </a:lnTo>
                  <a:lnTo>
                    <a:pt x="263542" y="4152086"/>
                  </a:lnTo>
                  <a:lnTo>
                    <a:pt x="253781" y="4154811"/>
                  </a:lnTo>
                  <a:lnTo>
                    <a:pt x="244020" y="4157646"/>
                  </a:lnTo>
                  <a:lnTo>
                    <a:pt x="234259" y="4161276"/>
                  </a:lnTo>
                  <a:lnTo>
                    <a:pt x="224498" y="4164869"/>
                  </a:lnTo>
                  <a:lnTo>
                    <a:pt x="214738" y="4168426"/>
                  </a:lnTo>
                  <a:lnTo>
                    <a:pt x="204977" y="4171921"/>
                  </a:lnTo>
                  <a:lnTo>
                    <a:pt x="195216" y="4173808"/>
                  </a:lnTo>
                  <a:lnTo>
                    <a:pt x="185455" y="4177637"/>
                  </a:lnTo>
                  <a:lnTo>
                    <a:pt x="175694" y="4181504"/>
                  </a:lnTo>
                  <a:lnTo>
                    <a:pt x="165933" y="4184755"/>
                  </a:lnTo>
                  <a:lnTo>
                    <a:pt x="156173" y="4187258"/>
                  </a:lnTo>
                  <a:lnTo>
                    <a:pt x="146412" y="4190272"/>
                  </a:lnTo>
                  <a:lnTo>
                    <a:pt x="136651" y="4193547"/>
                  </a:lnTo>
                  <a:lnTo>
                    <a:pt x="126890" y="4196789"/>
                  </a:lnTo>
                  <a:lnTo>
                    <a:pt x="117129" y="4200118"/>
                  </a:lnTo>
                  <a:lnTo>
                    <a:pt x="107369" y="4202953"/>
                  </a:lnTo>
                  <a:lnTo>
                    <a:pt x="97608" y="4206318"/>
                  </a:lnTo>
                  <a:lnTo>
                    <a:pt x="87847" y="4209430"/>
                  </a:lnTo>
                  <a:lnTo>
                    <a:pt x="78086" y="4212290"/>
                  </a:lnTo>
                  <a:lnTo>
                    <a:pt x="68325" y="4215305"/>
                  </a:lnTo>
                  <a:lnTo>
                    <a:pt x="58564" y="4218216"/>
                  </a:lnTo>
                  <a:lnTo>
                    <a:pt x="48804" y="4221591"/>
                  </a:lnTo>
                  <a:lnTo>
                    <a:pt x="39043" y="4224566"/>
                  </a:lnTo>
                  <a:lnTo>
                    <a:pt x="29282" y="4227489"/>
                  </a:lnTo>
                  <a:lnTo>
                    <a:pt x="19521" y="4230068"/>
                  </a:lnTo>
                  <a:lnTo>
                    <a:pt x="9760" y="4232636"/>
                  </a:lnTo>
                  <a:lnTo>
                    <a:pt x="0" y="4235553"/>
                  </a:lnTo>
                  <a:close/>
                </a:path>
              </a:pathLst>
            </a:custGeom>
            <a:solidFill>
              <a:srgbClr val="009E73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611514" y="1190691"/>
              <a:ext cx="2528052" cy="3780021"/>
            </a:xfrm>
            <a:custGeom>
              <a:avLst/>
              <a:pathLst>
                <a:path w="2528052" h="3780021">
                  <a:moveTo>
                    <a:pt x="0" y="3780021"/>
                  </a:moveTo>
                  <a:lnTo>
                    <a:pt x="9760" y="3777281"/>
                  </a:lnTo>
                  <a:lnTo>
                    <a:pt x="19521" y="3774498"/>
                  </a:lnTo>
                  <a:lnTo>
                    <a:pt x="29282" y="3771111"/>
                  </a:lnTo>
                  <a:lnTo>
                    <a:pt x="39043" y="3767276"/>
                  </a:lnTo>
                  <a:lnTo>
                    <a:pt x="48804" y="3761820"/>
                  </a:lnTo>
                  <a:lnTo>
                    <a:pt x="58564" y="3758034"/>
                  </a:lnTo>
                  <a:lnTo>
                    <a:pt x="68325" y="3755097"/>
                  </a:lnTo>
                  <a:lnTo>
                    <a:pt x="78086" y="3752150"/>
                  </a:lnTo>
                  <a:lnTo>
                    <a:pt x="87847" y="3748490"/>
                  </a:lnTo>
                  <a:lnTo>
                    <a:pt x="97608" y="3744693"/>
                  </a:lnTo>
                  <a:lnTo>
                    <a:pt x="107369" y="3740731"/>
                  </a:lnTo>
                  <a:lnTo>
                    <a:pt x="117129" y="3735660"/>
                  </a:lnTo>
                  <a:lnTo>
                    <a:pt x="126890" y="3732266"/>
                  </a:lnTo>
                  <a:lnTo>
                    <a:pt x="136651" y="3728357"/>
                  </a:lnTo>
                  <a:lnTo>
                    <a:pt x="146412" y="3725757"/>
                  </a:lnTo>
                  <a:lnTo>
                    <a:pt x="156173" y="3719682"/>
                  </a:lnTo>
                  <a:lnTo>
                    <a:pt x="165933" y="3716600"/>
                  </a:lnTo>
                  <a:lnTo>
                    <a:pt x="175694" y="3714264"/>
                  </a:lnTo>
                  <a:lnTo>
                    <a:pt x="185455" y="3709007"/>
                  </a:lnTo>
                  <a:lnTo>
                    <a:pt x="195216" y="3703719"/>
                  </a:lnTo>
                  <a:lnTo>
                    <a:pt x="204977" y="3698400"/>
                  </a:lnTo>
                  <a:lnTo>
                    <a:pt x="214738" y="3692146"/>
                  </a:lnTo>
                  <a:lnTo>
                    <a:pt x="224498" y="3686326"/>
                  </a:lnTo>
                  <a:lnTo>
                    <a:pt x="234259" y="3682254"/>
                  </a:lnTo>
                  <a:lnTo>
                    <a:pt x="244020" y="3676808"/>
                  </a:lnTo>
                  <a:lnTo>
                    <a:pt x="253781" y="3672679"/>
                  </a:lnTo>
                  <a:lnTo>
                    <a:pt x="263542" y="3668125"/>
                  </a:lnTo>
                  <a:lnTo>
                    <a:pt x="273303" y="3662333"/>
                  </a:lnTo>
                  <a:lnTo>
                    <a:pt x="283063" y="3657558"/>
                  </a:lnTo>
                  <a:lnTo>
                    <a:pt x="292824" y="3652767"/>
                  </a:lnTo>
                  <a:lnTo>
                    <a:pt x="302585" y="3647952"/>
                  </a:lnTo>
                  <a:lnTo>
                    <a:pt x="312346" y="3642785"/>
                  </a:lnTo>
                  <a:lnTo>
                    <a:pt x="322107" y="3636430"/>
                  </a:lnTo>
                  <a:lnTo>
                    <a:pt x="331867" y="3633363"/>
                  </a:lnTo>
                  <a:lnTo>
                    <a:pt x="341628" y="3628451"/>
                  </a:lnTo>
                  <a:lnTo>
                    <a:pt x="351389" y="3623368"/>
                  </a:lnTo>
                  <a:lnTo>
                    <a:pt x="361150" y="3618301"/>
                  </a:lnTo>
                  <a:lnTo>
                    <a:pt x="370911" y="3613101"/>
                  </a:lnTo>
                  <a:lnTo>
                    <a:pt x="380672" y="3608585"/>
                  </a:lnTo>
                  <a:lnTo>
                    <a:pt x="390432" y="3603825"/>
                  </a:lnTo>
                  <a:lnTo>
                    <a:pt x="400193" y="3598500"/>
                  </a:lnTo>
                  <a:lnTo>
                    <a:pt x="409954" y="3591678"/>
                  </a:lnTo>
                  <a:lnTo>
                    <a:pt x="419715" y="3585645"/>
                  </a:lnTo>
                  <a:lnTo>
                    <a:pt x="429476" y="3580427"/>
                  </a:lnTo>
                  <a:lnTo>
                    <a:pt x="439236" y="3576662"/>
                  </a:lnTo>
                  <a:lnTo>
                    <a:pt x="448997" y="3570101"/>
                  </a:lnTo>
                  <a:lnTo>
                    <a:pt x="458758" y="3564637"/>
                  </a:lnTo>
                  <a:lnTo>
                    <a:pt x="468519" y="3559283"/>
                  </a:lnTo>
                  <a:lnTo>
                    <a:pt x="478280" y="3552402"/>
                  </a:lnTo>
                  <a:lnTo>
                    <a:pt x="488041" y="3548368"/>
                  </a:lnTo>
                  <a:lnTo>
                    <a:pt x="497801" y="3540624"/>
                  </a:lnTo>
                  <a:lnTo>
                    <a:pt x="507562" y="3533598"/>
                  </a:lnTo>
                  <a:lnTo>
                    <a:pt x="517323" y="3527960"/>
                  </a:lnTo>
                  <a:lnTo>
                    <a:pt x="527084" y="3520233"/>
                  </a:lnTo>
                  <a:lnTo>
                    <a:pt x="536845" y="3515183"/>
                  </a:lnTo>
                  <a:lnTo>
                    <a:pt x="546606" y="3507416"/>
                  </a:lnTo>
                  <a:lnTo>
                    <a:pt x="556366" y="3501186"/>
                  </a:lnTo>
                  <a:lnTo>
                    <a:pt x="566127" y="3495384"/>
                  </a:lnTo>
                  <a:lnTo>
                    <a:pt x="575888" y="3489432"/>
                  </a:lnTo>
                  <a:lnTo>
                    <a:pt x="585649" y="3479642"/>
                  </a:lnTo>
                  <a:lnTo>
                    <a:pt x="595410" y="3473680"/>
                  </a:lnTo>
                  <a:lnTo>
                    <a:pt x="605170" y="3468332"/>
                  </a:lnTo>
                  <a:lnTo>
                    <a:pt x="614931" y="3462960"/>
                  </a:lnTo>
                  <a:lnTo>
                    <a:pt x="624692" y="3457565"/>
                  </a:lnTo>
                  <a:lnTo>
                    <a:pt x="634453" y="3451564"/>
                  </a:lnTo>
                  <a:lnTo>
                    <a:pt x="644214" y="3443643"/>
                  </a:lnTo>
                  <a:lnTo>
                    <a:pt x="653975" y="3435719"/>
                  </a:lnTo>
                  <a:lnTo>
                    <a:pt x="663735" y="3426388"/>
                  </a:lnTo>
                  <a:lnTo>
                    <a:pt x="673496" y="3418029"/>
                  </a:lnTo>
                  <a:lnTo>
                    <a:pt x="683257" y="3411128"/>
                  </a:lnTo>
                  <a:lnTo>
                    <a:pt x="693018" y="3403237"/>
                  </a:lnTo>
                  <a:lnTo>
                    <a:pt x="702779" y="3396336"/>
                  </a:lnTo>
                  <a:lnTo>
                    <a:pt x="712539" y="3386663"/>
                  </a:lnTo>
                  <a:lnTo>
                    <a:pt x="722300" y="3378285"/>
                  </a:lnTo>
                  <a:lnTo>
                    <a:pt x="732061" y="3369768"/>
                  </a:lnTo>
                  <a:lnTo>
                    <a:pt x="741822" y="3361267"/>
                  </a:lnTo>
                  <a:lnTo>
                    <a:pt x="751583" y="3352774"/>
                  </a:lnTo>
                  <a:lnTo>
                    <a:pt x="761344" y="3344274"/>
                  </a:lnTo>
                  <a:lnTo>
                    <a:pt x="771104" y="3335633"/>
                  </a:lnTo>
                  <a:lnTo>
                    <a:pt x="780865" y="3326974"/>
                  </a:lnTo>
                  <a:lnTo>
                    <a:pt x="790626" y="3318374"/>
                  </a:lnTo>
                  <a:lnTo>
                    <a:pt x="800387" y="3312656"/>
                  </a:lnTo>
                  <a:lnTo>
                    <a:pt x="810148" y="3303895"/>
                  </a:lnTo>
                  <a:lnTo>
                    <a:pt x="819909" y="3295559"/>
                  </a:lnTo>
                  <a:lnTo>
                    <a:pt x="829669" y="3288121"/>
                  </a:lnTo>
                  <a:lnTo>
                    <a:pt x="839430" y="3279346"/>
                  </a:lnTo>
                  <a:lnTo>
                    <a:pt x="849191" y="3270121"/>
                  </a:lnTo>
                  <a:lnTo>
                    <a:pt x="858952" y="3262346"/>
                  </a:lnTo>
                  <a:lnTo>
                    <a:pt x="868713" y="3253713"/>
                  </a:lnTo>
                  <a:lnTo>
                    <a:pt x="878473" y="3241863"/>
                  </a:lnTo>
                  <a:lnTo>
                    <a:pt x="888234" y="3232024"/>
                  </a:lnTo>
                  <a:lnTo>
                    <a:pt x="897995" y="3223473"/>
                  </a:lnTo>
                  <a:lnTo>
                    <a:pt x="907756" y="3213785"/>
                  </a:lnTo>
                  <a:lnTo>
                    <a:pt x="917517" y="3201961"/>
                  </a:lnTo>
                  <a:lnTo>
                    <a:pt x="927278" y="3190354"/>
                  </a:lnTo>
                  <a:lnTo>
                    <a:pt x="937038" y="3180626"/>
                  </a:lnTo>
                  <a:lnTo>
                    <a:pt x="946799" y="3168188"/>
                  </a:lnTo>
                  <a:lnTo>
                    <a:pt x="956560" y="3156554"/>
                  </a:lnTo>
                  <a:lnTo>
                    <a:pt x="966321" y="3146222"/>
                  </a:lnTo>
                  <a:lnTo>
                    <a:pt x="976082" y="3135832"/>
                  </a:lnTo>
                  <a:lnTo>
                    <a:pt x="985842" y="3124334"/>
                  </a:lnTo>
                  <a:lnTo>
                    <a:pt x="995603" y="3114863"/>
                  </a:lnTo>
                  <a:lnTo>
                    <a:pt x="1005364" y="3104285"/>
                  </a:lnTo>
                  <a:lnTo>
                    <a:pt x="1015125" y="3093643"/>
                  </a:lnTo>
                  <a:lnTo>
                    <a:pt x="1024886" y="3082938"/>
                  </a:lnTo>
                  <a:lnTo>
                    <a:pt x="1034647" y="3072200"/>
                  </a:lnTo>
                  <a:lnTo>
                    <a:pt x="1044407" y="3059292"/>
                  </a:lnTo>
                  <a:lnTo>
                    <a:pt x="1054168" y="3045935"/>
                  </a:lnTo>
                  <a:lnTo>
                    <a:pt x="1063929" y="3031620"/>
                  </a:lnTo>
                  <a:lnTo>
                    <a:pt x="1073690" y="3020309"/>
                  </a:lnTo>
                  <a:lnTo>
                    <a:pt x="1083451" y="3010047"/>
                  </a:lnTo>
                  <a:lnTo>
                    <a:pt x="1093212" y="2998603"/>
                  </a:lnTo>
                  <a:lnTo>
                    <a:pt x="1102972" y="2984048"/>
                  </a:lnTo>
                  <a:lnTo>
                    <a:pt x="1112733" y="2970408"/>
                  </a:lnTo>
                  <a:lnTo>
                    <a:pt x="1122494" y="2956155"/>
                  </a:lnTo>
                  <a:lnTo>
                    <a:pt x="1132255" y="2943747"/>
                  </a:lnTo>
                  <a:lnTo>
                    <a:pt x="1142016" y="2931037"/>
                  </a:lnTo>
                  <a:lnTo>
                    <a:pt x="1151776" y="2915691"/>
                  </a:lnTo>
                  <a:lnTo>
                    <a:pt x="1161537" y="2902418"/>
                  </a:lnTo>
                  <a:lnTo>
                    <a:pt x="1171298" y="2891389"/>
                  </a:lnTo>
                  <a:lnTo>
                    <a:pt x="1181059" y="2876702"/>
                  </a:lnTo>
                  <a:lnTo>
                    <a:pt x="1190820" y="2862476"/>
                  </a:lnTo>
                  <a:lnTo>
                    <a:pt x="1200581" y="2848168"/>
                  </a:lnTo>
                  <a:lnTo>
                    <a:pt x="1210341" y="2833772"/>
                  </a:lnTo>
                  <a:lnTo>
                    <a:pt x="1220102" y="2820658"/>
                  </a:lnTo>
                  <a:lnTo>
                    <a:pt x="1229863" y="2812191"/>
                  </a:lnTo>
                  <a:lnTo>
                    <a:pt x="1239624" y="2801393"/>
                  </a:lnTo>
                  <a:lnTo>
                    <a:pt x="1249385" y="2786051"/>
                  </a:lnTo>
                  <a:lnTo>
                    <a:pt x="1259145" y="2770671"/>
                  </a:lnTo>
                  <a:lnTo>
                    <a:pt x="1268906" y="2755256"/>
                  </a:lnTo>
                  <a:lnTo>
                    <a:pt x="1278667" y="2742504"/>
                  </a:lnTo>
                  <a:lnTo>
                    <a:pt x="1288428" y="2726671"/>
                  </a:lnTo>
                  <a:lnTo>
                    <a:pt x="1298189" y="2717000"/>
                  </a:lnTo>
                  <a:lnTo>
                    <a:pt x="1307950" y="2703114"/>
                  </a:lnTo>
                  <a:lnTo>
                    <a:pt x="1317710" y="2689716"/>
                  </a:lnTo>
                  <a:lnTo>
                    <a:pt x="1327471" y="2673939"/>
                  </a:lnTo>
                  <a:lnTo>
                    <a:pt x="1337232" y="2661382"/>
                  </a:lnTo>
                  <a:lnTo>
                    <a:pt x="1346993" y="2644793"/>
                  </a:lnTo>
                  <a:lnTo>
                    <a:pt x="1356754" y="2628191"/>
                  </a:lnTo>
                  <a:lnTo>
                    <a:pt x="1366515" y="2615315"/>
                  </a:lnTo>
                  <a:lnTo>
                    <a:pt x="1376275" y="2597665"/>
                  </a:lnTo>
                  <a:lnTo>
                    <a:pt x="1386036" y="2581720"/>
                  </a:lnTo>
                  <a:lnTo>
                    <a:pt x="1395797" y="2564430"/>
                  </a:lnTo>
                  <a:lnTo>
                    <a:pt x="1405558" y="2545935"/>
                  </a:lnTo>
                  <a:lnTo>
                    <a:pt x="1415319" y="2527264"/>
                  </a:lnTo>
                  <a:lnTo>
                    <a:pt x="1425079" y="2510493"/>
                  </a:lnTo>
                  <a:lnTo>
                    <a:pt x="1434840" y="2494553"/>
                  </a:lnTo>
                  <a:lnTo>
                    <a:pt x="1444601" y="2476087"/>
                  </a:lnTo>
                  <a:lnTo>
                    <a:pt x="1454362" y="2457510"/>
                  </a:lnTo>
                  <a:lnTo>
                    <a:pt x="1464123" y="2438838"/>
                  </a:lnTo>
                  <a:lnTo>
                    <a:pt x="1473884" y="2420712"/>
                  </a:lnTo>
                  <a:lnTo>
                    <a:pt x="1483644" y="2403276"/>
                  </a:lnTo>
                  <a:lnTo>
                    <a:pt x="1493405" y="2385760"/>
                  </a:lnTo>
                  <a:lnTo>
                    <a:pt x="1503166" y="2367163"/>
                  </a:lnTo>
                  <a:lnTo>
                    <a:pt x="1512927" y="2346731"/>
                  </a:lnTo>
                  <a:lnTo>
                    <a:pt x="1522688" y="2328287"/>
                  </a:lnTo>
                  <a:lnTo>
                    <a:pt x="1532448" y="2309768"/>
                  </a:lnTo>
                  <a:lnTo>
                    <a:pt x="1542209" y="2291111"/>
                  </a:lnTo>
                  <a:lnTo>
                    <a:pt x="1551970" y="2272357"/>
                  </a:lnTo>
                  <a:lnTo>
                    <a:pt x="1561731" y="2253507"/>
                  </a:lnTo>
                  <a:lnTo>
                    <a:pt x="1571492" y="2234563"/>
                  </a:lnTo>
                  <a:lnTo>
                    <a:pt x="1581253" y="2214338"/>
                  </a:lnTo>
                  <a:lnTo>
                    <a:pt x="1591013" y="2192141"/>
                  </a:lnTo>
                  <a:lnTo>
                    <a:pt x="1600774" y="2174755"/>
                  </a:lnTo>
                  <a:lnTo>
                    <a:pt x="1610535" y="2157880"/>
                  </a:lnTo>
                  <a:lnTo>
                    <a:pt x="1620296" y="2138586"/>
                  </a:lnTo>
                  <a:lnTo>
                    <a:pt x="1630057" y="2119218"/>
                  </a:lnTo>
                  <a:lnTo>
                    <a:pt x="1639818" y="2101658"/>
                  </a:lnTo>
                  <a:lnTo>
                    <a:pt x="1649578" y="2084669"/>
                  </a:lnTo>
                  <a:lnTo>
                    <a:pt x="1659339" y="2062189"/>
                  </a:lnTo>
                  <a:lnTo>
                    <a:pt x="1669100" y="2040433"/>
                  </a:lnTo>
                  <a:lnTo>
                    <a:pt x="1678861" y="2018414"/>
                  </a:lnTo>
                  <a:lnTo>
                    <a:pt x="1688622" y="1996134"/>
                  </a:lnTo>
                  <a:lnTo>
                    <a:pt x="1698382" y="1975796"/>
                  </a:lnTo>
                  <a:lnTo>
                    <a:pt x="1708143" y="1956001"/>
                  </a:lnTo>
                  <a:lnTo>
                    <a:pt x="1717904" y="1930869"/>
                  </a:lnTo>
                  <a:lnTo>
                    <a:pt x="1727665" y="1905786"/>
                  </a:lnTo>
                  <a:lnTo>
                    <a:pt x="1737426" y="1882853"/>
                  </a:lnTo>
                  <a:lnTo>
                    <a:pt x="1747187" y="1859860"/>
                  </a:lnTo>
                  <a:lnTo>
                    <a:pt x="1756947" y="1836912"/>
                  </a:lnTo>
                  <a:lnTo>
                    <a:pt x="1766708" y="1813868"/>
                  </a:lnTo>
                  <a:lnTo>
                    <a:pt x="1776469" y="1793949"/>
                  </a:lnTo>
                  <a:lnTo>
                    <a:pt x="1786230" y="1774162"/>
                  </a:lnTo>
                  <a:lnTo>
                    <a:pt x="1795991" y="1754308"/>
                  </a:lnTo>
                  <a:lnTo>
                    <a:pt x="1805752" y="1734388"/>
                  </a:lnTo>
                  <a:lnTo>
                    <a:pt x="1815512" y="1714436"/>
                  </a:lnTo>
                  <a:lnTo>
                    <a:pt x="1825273" y="1694457"/>
                  </a:lnTo>
                  <a:lnTo>
                    <a:pt x="1835034" y="1672151"/>
                  </a:lnTo>
                  <a:lnTo>
                    <a:pt x="1844795" y="1649282"/>
                  </a:lnTo>
                  <a:lnTo>
                    <a:pt x="1854556" y="1624358"/>
                  </a:lnTo>
                  <a:lnTo>
                    <a:pt x="1864316" y="1593371"/>
                  </a:lnTo>
                  <a:lnTo>
                    <a:pt x="1874077" y="1571925"/>
                  </a:lnTo>
                  <a:lnTo>
                    <a:pt x="1883838" y="1550686"/>
                  </a:lnTo>
                  <a:lnTo>
                    <a:pt x="1893599" y="1529386"/>
                  </a:lnTo>
                  <a:lnTo>
                    <a:pt x="1903360" y="1506677"/>
                  </a:lnTo>
                  <a:lnTo>
                    <a:pt x="1913121" y="1482636"/>
                  </a:lnTo>
                  <a:lnTo>
                    <a:pt x="1922881" y="1461683"/>
                  </a:lnTo>
                  <a:lnTo>
                    <a:pt x="1932642" y="1439966"/>
                  </a:lnTo>
                  <a:lnTo>
                    <a:pt x="1942403" y="1417088"/>
                  </a:lnTo>
                  <a:lnTo>
                    <a:pt x="1952164" y="1395429"/>
                  </a:lnTo>
                  <a:lnTo>
                    <a:pt x="1961925" y="1373727"/>
                  </a:lnTo>
                  <a:lnTo>
                    <a:pt x="1971685" y="1352303"/>
                  </a:lnTo>
                  <a:lnTo>
                    <a:pt x="1981446" y="1330974"/>
                  </a:lnTo>
                  <a:lnTo>
                    <a:pt x="1991207" y="1309599"/>
                  </a:lnTo>
                  <a:lnTo>
                    <a:pt x="2000968" y="1288179"/>
                  </a:lnTo>
                  <a:lnTo>
                    <a:pt x="2010729" y="1264705"/>
                  </a:lnTo>
                  <a:lnTo>
                    <a:pt x="2020490" y="1242308"/>
                  </a:lnTo>
                  <a:lnTo>
                    <a:pt x="2030250" y="1220140"/>
                  </a:lnTo>
                  <a:lnTo>
                    <a:pt x="2040011" y="1197939"/>
                  </a:lnTo>
                  <a:lnTo>
                    <a:pt x="2049772" y="1175864"/>
                  </a:lnTo>
                  <a:lnTo>
                    <a:pt x="2059533" y="1153751"/>
                  </a:lnTo>
                  <a:lnTo>
                    <a:pt x="2069294" y="1130210"/>
                  </a:lnTo>
                  <a:lnTo>
                    <a:pt x="2079055" y="1105361"/>
                  </a:lnTo>
                  <a:lnTo>
                    <a:pt x="2088815" y="1081511"/>
                  </a:lnTo>
                  <a:lnTo>
                    <a:pt x="2098576" y="1057008"/>
                  </a:lnTo>
                  <a:lnTo>
                    <a:pt x="2108337" y="1032469"/>
                  </a:lnTo>
                  <a:lnTo>
                    <a:pt x="2118098" y="1007893"/>
                  </a:lnTo>
                  <a:lnTo>
                    <a:pt x="2127859" y="983284"/>
                  </a:lnTo>
                  <a:lnTo>
                    <a:pt x="2137619" y="958643"/>
                  </a:lnTo>
                  <a:lnTo>
                    <a:pt x="2147380" y="933972"/>
                  </a:lnTo>
                  <a:lnTo>
                    <a:pt x="2157141" y="909272"/>
                  </a:lnTo>
                  <a:lnTo>
                    <a:pt x="2166902" y="883391"/>
                  </a:lnTo>
                  <a:lnTo>
                    <a:pt x="2176663" y="856719"/>
                  </a:lnTo>
                  <a:lnTo>
                    <a:pt x="2186424" y="832194"/>
                  </a:lnTo>
                  <a:lnTo>
                    <a:pt x="2196184" y="810258"/>
                  </a:lnTo>
                  <a:lnTo>
                    <a:pt x="2205945" y="784849"/>
                  </a:lnTo>
                  <a:lnTo>
                    <a:pt x="2215706" y="759903"/>
                  </a:lnTo>
                  <a:lnTo>
                    <a:pt x="2225467" y="735941"/>
                  </a:lnTo>
                  <a:lnTo>
                    <a:pt x="2235228" y="711079"/>
                  </a:lnTo>
                  <a:lnTo>
                    <a:pt x="2244988" y="686308"/>
                  </a:lnTo>
                  <a:lnTo>
                    <a:pt x="2254749" y="668548"/>
                  </a:lnTo>
                  <a:lnTo>
                    <a:pt x="2264510" y="643307"/>
                  </a:lnTo>
                  <a:lnTo>
                    <a:pt x="2274271" y="617549"/>
                  </a:lnTo>
                  <a:lnTo>
                    <a:pt x="2284032" y="591825"/>
                  </a:lnTo>
                  <a:lnTo>
                    <a:pt x="2293793" y="566108"/>
                  </a:lnTo>
                  <a:lnTo>
                    <a:pt x="2303553" y="542190"/>
                  </a:lnTo>
                  <a:lnTo>
                    <a:pt x="2313314" y="519051"/>
                  </a:lnTo>
                  <a:lnTo>
                    <a:pt x="2323075" y="495916"/>
                  </a:lnTo>
                  <a:lnTo>
                    <a:pt x="2332836" y="469175"/>
                  </a:lnTo>
                  <a:lnTo>
                    <a:pt x="2342597" y="442112"/>
                  </a:lnTo>
                  <a:lnTo>
                    <a:pt x="2352358" y="415074"/>
                  </a:lnTo>
                  <a:lnTo>
                    <a:pt x="2362118" y="388096"/>
                  </a:lnTo>
                  <a:lnTo>
                    <a:pt x="2371879" y="363242"/>
                  </a:lnTo>
                  <a:lnTo>
                    <a:pt x="2381640" y="338487"/>
                  </a:lnTo>
                  <a:lnTo>
                    <a:pt x="2391401" y="314505"/>
                  </a:lnTo>
                  <a:lnTo>
                    <a:pt x="2401162" y="292980"/>
                  </a:lnTo>
                  <a:lnTo>
                    <a:pt x="2410922" y="273749"/>
                  </a:lnTo>
                  <a:lnTo>
                    <a:pt x="2420683" y="254533"/>
                  </a:lnTo>
                  <a:lnTo>
                    <a:pt x="2430444" y="229732"/>
                  </a:lnTo>
                  <a:lnTo>
                    <a:pt x="2440205" y="201590"/>
                  </a:lnTo>
                  <a:lnTo>
                    <a:pt x="2449966" y="178908"/>
                  </a:lnTo>
                  <a:lnTo>
                    <a:pt x="2459727" y="156365"/>
                  </a:lnTo>
                  <a:lnTo>
                    <a:pt x="2469487" y="133931"/>
                  </a:lnTo>
                  <a:lnTo>
                    <a:pt x="2479248" y="111525"/>
                  </a:lnTo>
                  <a:lnTo>
                    <a:pt x="2489009" y="89152"/>
                  </a:lnTo>
                  <a:lnTo>
                    <a:pt x="2498770" y="66811"/>
                  </a:lnTo>
                  <a:lnTo>
                    <a:pt x="2508531" y="44504"/>
                  </a:lnTo>
                  <a:lnTo>
                    <a:pt x="2518291" y="22233"/>
                  </a:lnTo>
                  <a:lnTo>
                    <a:pt x="252805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611514" y="4574312"/>
              <a:ext cx="2528052" cy="851932"/>
            </a:xfrm>
            <a:custGeom>
              <a:avLst/>
              <a:pathLst>
                <a:path w="2528052" h="851932">
                  <a:moveTo>
                    <a:pt x="2528052" y="0"/>
                  </a:moveTo>
                  <a:lnTo>
                    <a:pt x="2518291" y="4971"/>
                  </a:lnTo>
                  <a:lnTo>
                    <a:pt x="2508531" y="9881"/>
                  </a:lnTo>
                  <a:lnTo>
                    <a:pt x="2498770" y="12669"/>
                  </a:lnTo>
                  <a:lnTo>
                    <a:pt x="2489009" y="14555"/>
                  </a:lnTo>
                  <a:lnTo>
                    <a:pt x="2479248" y="17751"/>
                  </a:lnTo>
                  <a:lnTo>
                    <a:pt x="2469487" y="20135"/>
                  </a:lnTo>
                  <a:lnTo>
                    <a:pt x="2459727" y="22919"/>
                  </a:lnTo>
                  <a:lnTo>
                    <a:pt x="2449966" y="27527"/>
                  </a:lnTo>
                  <a:lnTo>
                    <a:pt x="2440205" y="31124"/>
                  </a:lnTo>
                  <a:lnTo>
                    <a:pt x="2430444" y="33300"/>
                  </a:lnTo>
                  <a:lnTo>
                    <a:pt x="2420683" y="35472"/>
                  </a:lnTo>
                  <a:lnTo>
                    <a:pt x="2410922" y="37629"/>
                  </a:lnTo>
                  <a:lnTo>
                    <a:pt x="2401162" y="39758"/>
                  </a:lnTo>
                  <a:lnTo>
                    <a:pt x="2391401" y="43652"/>
                  </a:lnTo>
                  <a:lnTo>
                    <a:pt x="2381640" y="47938"/>
                  </a:lnTo>
                  <a:lnTo>
                    <a:pt x="2371879" y="52202"/>
                  </a:lnTo>
                  <a:lnTo>
                    <a:pt x="2362118" y="54928"/>
                  </a:lnTo>
                  <a:lnTo>
                    <a:pt x="2352358" y="57650"/>
                  </a:lnTo>
                  <a:lnTo>
                    <a:pt x="2342597" y="61643"/>
                  </a:lnTo>
                  <a:lnTo>
                    <a:pt x="2332836" y="65623"/>
                  </a:lnTo>
                  <a:lnTo>
                    <a:pt x="2323075" y="70083"/>
                  </a:lnTo>
                  <a:lnTo>
                    <a:pt x="2313314" y="74580"/>
                  </a:lnTo>
                  <a:lnTo>
                    <a:pt x="2303553" y="77411"/>
                  </a:lnTo>
                  <a:lnTo>
                    <a:pt x="2293793" y="81317"/>
                  </a:lnTo>
                  <a:lnTo>
                    <a:pt x="2284032" y="85204"/>
                  </a:lnTo>
                  <a:lnTo>
                    <a:pt x="2274271" y="88430"/>
                  </a:lnTo>
                  <a:lnTo>
                    <a:pt x="2264510" y="91461"/>
                  </a:lnTo>
                  <a:lnTo>
                    <a:pt x="2254749" y="94472"/>
                  </a:lnTo>
                  <a:lnTo>
                    <a:pt x="2244988" y="97431"/>
                  </a:lnTo>
                  <a:lnTo>
                    <a:pt x="2235228" y="99593"/>
                  </a:lnTo>
                  <a:lnTo>
                    <a:pt x="2225467" y="101476"/>
                  </a:lnTo>
                  <a:lnTo>
                    <a:pt x="2215706" y="105413"/>
                  </a:lnTo>
                  <a:lnTo>
                    <a:pt x="2205945" y="109317"/>
                  </a:lnTo>
                  <a:lnTo>
                    <a:pt x="2196184" y="112298"/>
                  </a:lnTo>
                  <a:lnTo>
                    <a:pt x="2186424" y="115271"/>
                  </a:lnTo>
                  <a:lnTo>
                    <a:pt x="2176663" y="118237"/>
                  </a:lnTo>
                  <a:lnTo>
                    <a:pt x="2166902" y="121195"/>
                  </a:lnTo>
                  <a:lnTo>
                    <a:pt x="2157141" y="124137"/>
                  </a:lnTo>
                  <a:lnTo>
                    <a:pt x="2147380" y="127055"/>
                  </a:lnTo>
                  <a:lnTo>
                    <a:pt x="2137619" y="129966"/>
                  </a:lnTo>
                  <a:lnTo>
                    <a:pt x="2127859" y="132870"/>
                  </a:lnTo>
                  <a:lnTo>
                    <a:pt x="2118098" y="135766"/>
                  </a:lnTo>
                  <a:lnTo>
                    <a:pt x="2108337" y="138655"/>
                  </a:lnTo>
                  <a:lnTo>
                    <a:pt x="2098576" y="141537"/>
                  </a:lnTo>
                  <a:lnTo>
                    <a:pt x="2088815" y="144524"/>
                  </a:lnTo>
                  <a:lnTo>
                    <a:pt x="2079055" y="149183"/>
                  </a:lnTo>
                  <a:lnTo>
                    <a:pt x="2069294" y="153824"/>
                  </a:lnTo>
                  <a:lnTo>
                    <a:pt x="2059533" y="156920"/>
                  </a:lnTo>
                  <a:lnTo>
                    <a:pt x="2049772" y="159766"/>
                  </a:lnTo>
                  <a:lnTo>
                    <a:pt x="2040011" y="162604"/>
                  </a:lnTo>
                  <a:lnTo>
                    <a:pt x="2030250" y="165393"/>
                  </a:lnTo>
                  <a:lnTo>
                    <a:pt x="2020490" y="168158"/>
                  </a:lnTo>
                  <a:lnTo>
                    <a:pt x="2010729" y="170915"/>
                  </a:lnTo>
                  <a:lnTo>
                    <a:pt x="2000968" y="173665"/>
                  </a:lnTo>
                  <a:lnTo>
                    <a:pt x="1991207" y="176409"/>
                  </a:lnTo>
                  <a:lnTo>
                    <a:pt x="1981446" y="180598"/>
                  </a:lnTo>
                  <a:lnTo>
                    <a:pt x="1971685" y="181863"/>
                  </a:lnTo>
                  <a:lnTo>
                    <a:pt x="1961925" y="183828"/>
                  </a:lnTo>
                  <a:lnTo>
                    <a:pt x="1952164" y="185553"/>
                  </a:lnTo>
                  <a:lnTo>
                    <a:pt x="1942403" y="189316"/>
                  </a:lnTo>
                  <a:lnTo>
                    <a:pt x="1932642" y="192594"/>
                  </a:lnTo>
                  <a:lnTo>
                    <a:pt x="1922881" y="195440"/>
                  </a:lnTo>
                  <a:lnTo>
                    <a:pt x="1913121" y="198157"/>
                  </a:lnTo>
                  <a:lnTo>
                    <a:pt x="1903360" y="201375"/>
                  </a:lnTo>
                  <a:lnTo>
                    <a:pt x="1893599" y="204835"/>
                  </a:lnTo>
                  <a:lnTo>
                    <a:pt x="1883838" y="208283"/>
                  </a:lnTo>
                  <a:lnTo>
                    <a:pt x="1874077" y="211720"/>
                  </a:lnTo>
                  <a:lnTo>
                    <a:pt x="1864316" y="215146"/>
                  </a:lnTo>
                  <a:lnTo>
                    <a:pt x="1854556" y="218503"/>
                  </a:lnTo>
                  <a:lnTo>
                    <a:pt x="1844795" y="221750"/>
                  </a:lnTo>
                  <a:lnTo>
                    <a:pt x="1835034" y="224987"/>
                  </a:lnTo>
                  <a:lnTo>
                    <a:pt x="1825273" y="228214"/>
                  </a:lnTo>
                  <a:lnTo>
                    <a:pt x="1815512" y="231430"/>
                  </a:lnTo>
                  <a:lnTo>
                    <a:pt x="1805752" y="234615"/>
                  </a:lnTo>
                  <a:lnTo>
                    <a:pt x="1795991" y="237810"/>
                  </a:lnTo>
                  <a:lnTo>
                    <a:pt x="1786230" y="240994"/>
                  </a:lnTo>
                  <a:lnTo>
                    <a:pt x="1776469" y="244513"/>
                  </a:lnTo>
                  <a:lnTo>
                    <a:pt x="1766708" y="247789"/>
                  </a:lnTo>
                  <a:lnTo>
                    <a:pt x="1756947" y="251047"/>
                  </a:lnTo>
                  <a:lnTo>
                    <a:pt x="1747187" y="254294"/>
                  </a:lnTo>
                  <a:lnTo>
                    <a:pt x="1737426" y="257530"/>
                  </a:lnTo>
                  <a:lnTo>
                    <a:pt x="1727665" y="261281"/>
                  </a:lnTo>
                  <a:lnTo>
                    <a:pt x="1717904" y="265174"/>
                  </a:lnTo>
                  <a:lnTo>
                    <a:pt x="1708143" y="268335"/>
                  </a:lnTo>
                  <a:lnTo>
                    <a:pt x="1698382" y="271759"/>
                  </a:lnTo>
                  <a:lnTo>
                    <a:pt x="1688622" y="275009"/>
                  </a:lnTo>
                  <a:lnTo>
                    <a:pt x="1678861" y="278247"/>
                  </a:lnTo>
                  <a:lnTo>
                    <a:pt x="1669100" y="281435"/>
                  </a:lnTo>
                  <a:lnTo>
                    <a:pt x="1659339" y="284430"/>
                  </a:lnTo>
                  <a:lnTo>
                    <a:pt x="1649578" y="286969"/>
                  </a:lnTo>
                  <a:lnTo>
                    <a:pt x="1639818" y="290694"/>
                  </a:lnTo>
                  <a:lnTo>
                    <a:pt x="1630057" y="292952"/>
                  </a:lnTo>
                  <a:lnTo>
                    <a:pt x="1620296" y="296469"/>
                  </a:lnTo>
                  <a:lnTo>
                    <a:pt x="1610535" y="299972"/>
                  </a:lnTo>
                  <a:lnTo>
                    <a:pt x="1600774" y="303463"/>
                  </a:lnTo>
                  <a:lnTo>
                    <a:pt x="1591013" y="306612"/>
                  </a:lnTo>
                  <a:lnTo>
                    <a:pt x="1581253" y="309808"/>
                  </a:lnTo>
                  <a:lnTo>
                    <a:pt x="1571492" y="312912"/>
                  </a:lnTo>
                  <a:lnTo>
                    <a:pt x="1561731" y="314979"/>
                  </a:lnTo>
                  <a:lnTo>
                    <a:pt x="1551970" y="318609"/>
                  </a:lnTo>
                  <a:lnTo>
                    <a:pt x="1542209" y="322149"/>
                  </a:lnTo>
                  <a:lnTo>
                    <a:pt x="1532448" y="326121"/>
                  </a:lnTo>
                  <a:lnTo>
                    <a:pt x="1522688" y="329770"/>
                  </a:lnTo>
                  <a:lnTo>
                    <a:pt x="1512927" y="333394"/>
                  </a:lnTo>
                  <a:lnTo>
                    <a:pt x="1503166" y="335977"/>
                  </a:lnTo>
                  <a:lnTo>
                    <a:pt x="1493405" y="340585"/>
                  </a:lnTo>
                  <a:lnTo>
                    <a:pt x="1483644" y="344155"/>
                  </a:lnTo>
                  <a:lnTo>
                    <a:pt x="1473884" y="347712"/>
                  </a:lnTo>
                  <a:lnTo>
                    <a:pt x="1464123" y="351283"/>
                  </a:lnTo>
                  <a:lnTo>
                    <a:pt x="1454362" y="354819"/>
                  </a:lnTo>
                  <a:lnTo>
                    <a:pt x="1444601" y="358335"/>
                  </a:lnTo>
                  <a:lnTo>
                    <a:pt x="1434840" y="361836"/>
                  </a:lnTo>
                  <a:lnTo>
                    <a:pt x="1425079" y="365323"/>
                  </a:lnTo>
                  <a:lnTo>
                    <a:pt x="1415319" y="368795"/>
                  </a:lnTo>
                  <a:lnTo>
                    <a:pt x="1405558" y="372964"/>
                  </a:lnTo>
                  <a:lnTo>
                    <a:pt x="1395797" y="376364"/>
                  </a:lnTo>
                  <a:lnTo>
                    <a:pt x="1386036" y="379703"/>
                  </a:lnTo>
                  <a:lnTo>
                    <a:pt x="1376275" y="383349"/>
                  </a:lnTo>
                  <a:lnTo>
                    <a:pt x="1366515" y="386915"/>
                  </a:lnTo>
                  <a:lnTo>
                    <a:pt x="1356754" y="390118"/>
                  </a:lnTo>
                  <a:lnTo>
                    <a:pt x="1346993" y="393987"/>
                  </a:lnTo>
                  <a:lnTo>
                    <a:pt x="1337232" y="397895"/>
                  </a:lnTo>
                  <a:lnTo>
                    <a:pt x="1327471" y="401713"/>
                  </a:lnTo>
                  <a:lnTo>
                    <a:pt x="1317710" y="405725"/>
                  </a:lnTo>
                  <a:lnTo>
                    <a:pt x="1307950" y="409351"/>
                  </a:lnTo>
                  <a:lnTo>
                    <a:pt x="1298189" y="412903"/>
                  </a:lnTo>
                  <a:lnTo>
                    <a:pt x="1288428" y="416137"/>
                  </a:lnTo>
                  <a:lnTo>
                    <a:pt x="1278667" y="417027"/>
                  </a:lnTo>
                  <a:lnTo>
                    <a:pt x="1268906" y="420458"/>
                  </a:lnTo>
                  <a:lnTo>
                    <a:pt x="1259145" y="424994"/>
                  </a:lnTo>
                  <a:lnTo>
                    <a:pt x="1249385" y="428970"/>
                  </a:lnTo>
                  <a:lnTo>
                    <a:pt x="1239624" y="432150"/>
                  </a:lnTo>
                  <a:lnTo>
                    <a:pt x="1229863" y="435297"/>
                  </a:lnTo>
                  <a:lnTo>
                    <a:pt x="1220102" y="436969"/>
                  </a:lnTo>
                  <a:lnTo>
                    <a:pt x="1210341" y="438634"/>
                  </a:lnTo>
                  <a:lnTo>
                    <a:pt x="1200581" y="441681"/>
                  </a:lnTo>
                  <a:lnTo>
                    <a:pt x="1190820" y="444816"/>
                  </a:lnTo>
                  <a:lnTo>
                    <a:pt x="1181059" y="447224"/>
                  </a:lnTo>
                  <a:lnTo>
                    <a:pt x="1171298" y="450201"/>
                  </a:lnTo>
                  <a:lnTo>
                    <a:pt x="1161537" y="454159"/>
                  </a:lnTo>
                  <a:lnTo>
                    <a:pt x="1151776" y="456769"/>
                  </a:lnTo>
                  <a:lnTo>
                    <a:pt x="1142016" y="460404"/>
                  </a:lnTo>
                  <a:lnTo>
                    <a:pt x="1132255" y="463519"/>
                  </a:lnTo>
                  <a:lnTo>
                    <a:pt x="1122494" y="466965"/>
                  </a:lnTo>
                  <a:lnTo>
                    <a:pt x="1112733" y="470752"/>
                  </a:lnTo>
                  <a:lnTo>
                    <a:pt x="1102972" y="475208"/>
                  </a:lnTo>
                  <a:lnTo>
                    <a:pt x="1093212" y="478573"/>
                  </a:lnTo>
                  <a:lnTo>
                    <a:pt x="1083451" y="482630"/>
                  </a:lnTo>
                  <a:lnTo>
                    <a:pt x="1073690" y="486578"/>
                  </a:lnTo>
                  <a:lnTo>
                    <a:pt x="1063929" y="490719"/>
                  </a:lnTo>
                  <a:lnTo>
                    <a:pt x="1054168" y="494779"/>
                  </a:lnTo>
                  <a:lnTo>
                    <a:pt x="1044407" y="498805"/>
                  </a:lnTo>
                  <a:lnTo>
                    <a:pt x="1034647" y="502358"/>
                  </a:lnTo>
                  <a:lnTo>
                    <a:pt x="1024886" y="506862"/>
                  </a:lnTo>
                  <a:lnTo>
                    <a:pt x="1015125" y="510893"/>
                  </a:lnTo>
                  <a:lnTo>
                    <a:pt x="1005364" y="514968"/>
                  </a:lnTo>
                  <a:lnTo>
                    <a:pt x="995603" y="519329"/>
                  </a:lnTo>
                  <a:lnTo>
                    <a:pt x="985842" y="522661"/>
                  </a:lnTo>
                  <a:lnTo>
                    <a:pt x="976082" y="525867"/>
                  </a:lnTo>
                  <a:lnTo>
                    <a:pt x="966321" y="528784"/>
                  </a:lnTo>
                  <a:lnTo>
                    <a:pt x="956560" y="531688"/>
                  </a:lnTo>
                  <a:lnTo>
                    <a:pt x="946799" y="534807"/>
                  </a:lnTo>
                  <a:lnTo>
                    <a:pt x="937038" y="539413"/>
                  </a:lnTo>
                  <a:lnTo>
                    <a:pt x="927278" y="542643"/>
                  </a:lnTo>
                  <a:lnTo>
                    <a:pt x="917517" y="547460"/>
                  </a:lnTo>
                  <a:lnTo>
                    <a:pt x="907756" y="550375"/>
                  </a:lnTo>
                  <a:lnTo>
                    <a:pt x="897995" y="553572"/>
                  </a:lnTo>
                  <a:lnTo>
                    <a:pt x="888234" y="557158"/>
                  </a:lnTo>
                  <a:lnTo>
                    <a:pt x="878473" y="560557"/>
                  </a:lnTo>
                  <a:lnTo>
                    <a:pt x="868713" y="563287"/>
                  </a:lnTo>
                  <a:lnTo>
                    <a:pt x="858952" y="566312"/>
                  </a:lnTo>
                  <a:lnTo>
                    <a:pt x="849191" y="568869"/>
                  </a:lnTo>
                  <a:lnTo>
                    <a:pt x="839430" y="571383"/>
                  </a:lnTo>
                  <a:lnTo>
                    <a:pt x="829669" y="574283"/>
                  </a:lnTo>
                  <a:lnTo>
                    <a:pt x="819909" y="577376"/>
                  </a:lnTo>
                  <a:lnTo>
                    <a:pt x="810148" y="581289"/>
                  </a:lnTo>
                  <a:lnTo>
                    <a:pt x="800387" y="583492"/>
                  </a:lnTo>
                  <a:lnTo>
                    <a:pt x="790626" y="585515"/>
                  </a:lnTo>
                  <a:lnTo>
                    <a:pt x="780865" y="588745"/>
                  </a:lnTo>
                  <a:lnTo>
                    <a:pt x="771104" y="593008"/>
                  </a:lnTo>
                  <a:lnTo>
                    <a:pt x="761344" y="595981"/>
                  </a:lnTo>
                  <a:lnTo>
                    <a:pt x="751583" y="599803"/>
                  </a:lnTo>
                  <a:lnTo>
                    <a:pt x="741822" y="604454"/>
                  </a:lnTo>
                  <a:lnTo>
                    <a:pt x="732061" y="607446"/>
                  </a:lnTo>
                  <a:lnTo>
                    <a:pt x="722300" y="611580"/>
                  </a:lnTo>
                  <a:lnTo>
                    <a:pt x="712539" y="615053"/>
                  </a:lnTo>
                  <a:lnTo>
                    <a:pt x="702779" y="617862"/>
                  </a:lnTo>
                  <a:lnTo>
                    <a:pt x="693018" y="622078"/>
                  </a:lnTo>
                  <a:lnTo>
                    <a:pt x="683257" y="625507"/>
                  </a:lnTo>
                  <a:lnTo>
                    <a:pt x="673496" y="629098"/>
                  </a:lnTo>
                  <a:lnTo>
                    <a:pt x="663735" y="632683"/>
                  </a:lnTo>
                  <a:lnTo>
                    <a:pt x="653975" y="636227"/>
                  </a:lnTo>
                  <a:lnTo>
                    <a:pt x="644214" y="639465"/>
                  </a:lnTo>
                  <a:lnTo>
                    <a:pt x="634453" y="641729"/>
                  </a:lnTo>
                  <a:lnTo>
                    <a:pt x="624692" y="645673"/>
                  </a:lnTo>
                  <a:lnTo>
                    <a:pt x="614931" y="649176"/>
                  </a:lnTo>
                  <a:lnTo>
                    <a:pt x="605170" y="653309"/>
                  </a:lnTo>
                  <a:lnTo>
                    <a:pt x="595410" y="656992"/>
                  </a:lnTo>
                  <a:lnTo>
                    <a:pt x="585649" y="660395"/>
                  </a:lnTo>
                  <a:lnTo>
                    <a:pt x="575888" y="663736"/>
                  </a:lnTo>
                  <a:lnTo>
                    <a:pt x="566127" y="668334"/>
                  </a:lnTo>
                  <a:lnTo>
                    <a:pt x="556366" y="671125"/>
                  </a:lnTo>
                  <a:lnTo>
                    <a:pt x="546606" y="673899"/>
                  </a:lnTo>
                  <a:lnTo>
                    <a:pt x="536845" y="679175"/>
                  </a:lnTo>
                  <a:lnTo>
                    <a:pt x="527084" y="682167"/>
                  </a:lnTo>
                  <a:lnTo>
                    <a:pt x="517323" y="685074"/>
                  </a:lnTo>
                  <a:lnTo>
                    <a:pt x="507562" y="688136"/>
                  </a:lnTo>
                  <a:lnTo>
                    <a:pt x="497801" y="690819"/>
                  </a:lnTo>
                  <a:lnTo>
                    <a:pt x="488041" y="693458"/>
                  </a:lnTo>
                  <a:lnTo>
                    <a:pt x="478280" y="695993"/>
                  </a:lnTo>
                  <a:lnTo>
                    <a:pt x="468519" y="699092"/>
                  </a:lnTo>
                  <a:lnTo>
                    <a:pt x="458758" y="702129"/>
                  </a:lnTo>
                  <a:lnTo>
                    <a:pt x="448997" y="705254"/>
                  </a:lnTo>
                  <a:lnTo>
                    <a:pt x="439236" y="707763"/>
                  </a:lnTo>
                  <a:lnTo>
                    <a:pt x="429476" y="711255"/>
                  </a:lnTo>
                  <a:lnTo>
                    <a:pt x="419715" y="714731"/>
                  </a:lnTo>
                  <a:lnTo>
                    <a:pt x="409954" y="717301"/>
                  </a:lnTo>
                  <a:lnTo>
                    <a:pt x="400193" y="720894"/>
                  </a:lnTo>
                  <a:lnTo>
                    <a:pt x="390432" y="723963"/>
                  </a:lnTo>
                  <a:lnTo>
                    <a:pt x="380672" y="726833"/>
                  </a:lnTo>
                  <a:lnTo>
                    <a:pt x="370911" y="730329"/>
                  </a:lnTo>
                  <a:lnTo>
                    <a:pt x="361150" y="733917"/>
                  </a:lnTo>
                  <a:lnTo>
                    <a:pt x="351389" y="737980"/>
                  </a:lnTo>
                  <a:lnTo>
                    <a:pt x="341628" y="741550"/>
                  </a:lnTo>
                  <a:lnTo>
                    <a:pt x="331867" y="744846"/>
                  </a:lnTo>
                  <a:lnTo>
                    <a:pt x="322107" y="747981"/>
                  </a:lnTo>
                  <a:lnTo>
                    <a:pt x="312346" y="751160"/>
                  </a:lnTo>
                  <a:lnTo>
                    <a:pt x="302585" y="754639"/>
                  </a:lnTo>
                  <a:lnTo>
                    <a:pt x="292824" y="757700"/>
                  </a:lnTo>
                  <a:lnTo>
                    <a:pt x="283063" y="760843"/>
                  </a:lnTo>
                  <a:lnTo>
                    <a:pt x="273303" y="764997"/>
                  </a:lnTo>
                  <a:lnTo>
                    <a:pt x="263542" y="768465"/>
                  </a:lnTo>
                  <a:lnTo>
                    <a:pt x="253781" y="771190"/>
                  </a:lnTo>
                  <a:lnTo>
                    <a:pt x="244020" y="774025"/>
                  </a:lnTo>
                  <a:lnTo>
                    <a:pt x="234259" y="777655"/>
                  </a:lnTo>
                  <a:lnTo>
                    <a:pt x="224498" y="781248"/>
                  </a:lnTo>
                  <a:lnTo>
                    <a:pt x="214738" y="784805"/>
                  </a:lnTo>
                  <a:lnTo>
                    <a:pt x="204977" y="788300"/>
                  </a:lnTo>
                  <a:lnTo>
                    <a:pt x="195216" y="790187"/>
                  </a:lnTo>
                  <a:lnTo>
                    <a:pt x="185455" y="794016"/>
                  </a:lnTo>
                  <a:lnTo>
                    <a:pt x="175694" y="797883"/>
                  </a:lnTo>
                  <a:lnTo>
                    <a:pt x="165933" y="801134"/>
                  </a:lnTo>
                  <a:lnTo>
                    <a:pt x="156173" y="803637"/>
                  </a:lnTo>
                  <a:lnTo>
                    <a:pt x="146412" y="806651"/>
                  </a:lnTo>
                  <a:lnTo>
                    <a:pt x="136651" y="809926"/>
                  </a:lnTo>
                  <a:lnTo>
                    <a:pt x="126890" y="813168"/>
                  </a:lnTo>
                  <a:lnTo>
                    <a:pt x="117129" y="816497"/>
                  </a:lnTo>
                  <a:lnTo>
                    <a:pt x="107369" y="819332"/>
                  </a:lnTo>
                  <a:lnTo>
                    <a:pt x="97608" y="822697"/>
                  </a:lnTo>
                  <a:lnTo>
                    <a:pt x="87847" y="825809"/>
                  </a:lnTo>
                  <a:lnTo>
                    <a:pt x="78086" y="828668"/>
                  </a:lnTo>
                  <a:lnTo>
                    <a:pt x="68325" y="831684"/>
                  </a:lnTo>
                  <a:lnTo>
                    <a:pt x="58564" y="834595"/>
                  </a:lnTo>
                  <a:lnTo>
                    <a:pt x="48804" y="837970"/>
                  </a:lnTo>
                  <a:lnTo>
                    <a:pt x="39043" y="840945"/>
                  </a:lnTo>
                  <a:lnTo>
                    <a:pt x="29282" y="843868"/>
                  </a:lnTo>
                  <a:lnTo>
                    <a:pt x="19521" y="846447"/>
                  </a:lnTo>
                  <a:lnTo>
                    <a:pt x="9760" y="849015"/>
                  </a:lnTo>
                  <a:lnTo>
                    <a:pt x="0" y="8519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611514" y="1542493"/>
              <a:ext cx="2528052" cy="3999083"/>
            </a:xfrm>
            <a:custGeom>
              <a:avLst/>
              <a:pathLst>
                <a:path w="2528052" h="3999083">
                  <a:moveTo>
                    <a:pt x="0" y="3678125"/>
                  </a:moveTo>
                  <a:lnTo>
                    <a:pt x="9760" y="3675955"/>
                  </a:lnTo>
                  <a:lnTo>
                    <a:pt x="19521" y="3673667"/>
                  </a:lnTo>
                  <a:lnTo>
                    <a:pt x="29282" y="3671540"/>
                  </a:lnTo>
                  <a:lnTo>
                    <a:pt x="39043" y="3669478"/>
                  </a:lnTo>
                  <a:lnTo>
                    <a:pt x="48804" y="3667329"/>
                  </a:lnTo>
                  <a:lnTo>
                    <a:pt x="58564" y="3665318"/>
                  </a:lnTo>
                  <a:lnTo>
                    <a:pt x="68325" y="3663022"/>
                  </a:lnTo>
                  <a:lnTo>
                    <a:pt x="78086" y="3660475"/>
                  </a:lnTo>
                  <a:lnTo>
                    <a:pt x="87847" y="3657141"/>
                  </a:lnTo>
                  <a:lnTo>
                    <a:pt x="97608" y="3654358"/>
                  </a:lnTo>
                  <a:lnTo>
                    <a:pt x="107369" y="3651724"/>
                  </a:lnTo>
                  <a:lnTo>
                    <a:pt x="117129" y="3649071"/>
                  </a:lnTo>
                  <a:lnTo>
                    <a:pt x="126890" y="3646652"/>
                  </a:lnTo>
                  <a:lnTo>
                    <a:pt x="136651" y="3643520"/>
                  </a:lnTo>
                  <a:lnTo>
                    <a:pt x="146412" y="3640750"/>
                  </a:lnTo>
                  <a:lnTo>
                    <a:pt x="156173" y="3638875"/>
                  </a:lnTo>
                  <a:lnTo>
                    <a:pt x="165933" y="3635902"/>
                  </a:lnTo>
                  <a:lnTo>
                    <a:pt x="175694" y="3632179"/>
                  </a:lnTo>
                  <a:lnTo>
                    <a:pt x="185455" y="3628310"/>
                  </a:lnTo>
                  <a:lnTo>
                    <a:pt x="195216" y="3624516"/>
                  </a:lnTo>
                  <a:lnTo>
                    <a:pt x="204977" y="3621604"/>
                  </a:lnTo>
                  <a:lnTo>
                    <a:pt x="214738" y="3618014"/>
                  </a:lnTo>
                  <a:lnTo>
                    <a:pt x="224498" y="3614745"/>
                  </a:lnTo>
                  <a:lnTo>
                    <a:pt x="234259" y="3611456"/>
                  </a:lnTo>
                  <a:lnTo>
                    <a:pt x="244020" y="3608856"/>
                  </a:lnTo>
                  <a:lnTo>
                    <a:pt x="253781" y="3607020"/>
                  </a:lnTo>
                  <a:lnTo>
                    <a:pt x="263542" y="3604536"/>
                  </a:lnTo>
                  <a:lnTo>
                    <a:pt x="273303" y="3602042"/>
                  </a:lnTo>
                  <a:lnTo>
                    <a:pt x="283063" y="3599537"/>
                  </a:lnTo>
                  <a:lnTo>
                    <a:pt x="292824" y="3597021"/>
                  </a:lnTo>
                  <a:lnTo>
                    <a:pt x="302585" y="3594572"/>
                  </a:lnTo>
                  <a:lnTo>
                    <a:pt x="312346" y="3592154"/>
                  </a:lnTo>
                  <a:lnTo>
                    <a:pt x="322107" y="3589907"/>
                  </a:lnTo>
                  <a:lnTo>
                    <a:pt x="331867" y="3587053"/>
                  </a:lnTo>
                  <a:lnTo>
                    <a:pt x="341628" y="3584262"/>
                  </a:lnTo>
                  <a:lnTo>
                    <a:pt x="351389" y="3581679"/>
                  </a:lnTo>
                  <a:lnTo>
                    <a:pt x="361150" y="3579870"/>
                  </a:lnTo>
                  <a:lnTo>
                    <a:pt x="370911" y="3577431"/>
                  </a:lnTo>
                  <a:lnTo>
                    <a:pt x="380672" y="3574943"/>
                  </a:lnTo>
                  <a:lnTo>
                    <a:pt x="390432" y="3571777"/>
                  </a:lnTo>
                  <a:lnTo>
                    <a:pt x="400193" y="3567371"/>
                  </a:lnTo>
                  <a:lnTo>
                    <a:pt x="409954" y="3563286"/>
                  </a:lnTo>
                  <a:lnTo>
                    <a:pt x="419715" y="3560170"/>
                  </a:lnTo>
                  <a:lnTo>
                    <a:pt x="429476" y="3557069"/>
                  </a:lnTo>
                  <a:lnTo>
                    <a:pt x="439236" y="3553995"/>
                  </a:lnTo>
                  <a:lnTo>
                    <a:pt x="448997" y="3550884"/>
                  </a:lnTo>
                  <a:lnTo>
                    <a:pt x="458758" y="3547713"/>
                  </a:lnTo>
                  <a:lnTo>
                    <a:pt x="468519" y="3542914"/>
                  </a:lnTo>
                  <a:lnTo>
                    <a:pt x="478280" y="3538704"/>
                  </a:lnTo>
                  <a:lnTo>
                    <a:pt x="488041" y="3532325"/>
                  </a:lnTo>
                  <a:lnTo>
                    <a:pt x="497801" y="3528335"/>
                  </a:lnTo>
                  <a:lnTo>
                    <a:pt x="507562" y="3522845"/>
                  </a:lnTo>
                  <a:lnTo>
                    <a:pt x="517323" y="3519961"/>
                  </a:lnTo>
                  <a:lnTo>
                    <a:pt x="527084" y="3514831"/>
                  </a:lnTo>
                  <a:lnTo>
                    <a:pt x="536845" y="3509415"/>
                  </a:lnTo>
                  <a:lnTo>
                    <a:pt x="546606" y="3502039"/>
                  </a:lnTo>
                  <a:lnTo>
                    <a:pt x="556366" y="3495906"/>
                  </a:lnTo>
                  <a:lnTo>
                    <a:pt x="566127" y="3489014"/>
                  </a:lnTo>
                  <a:lnTo>
                    <a:pt x="575888" y="3484787"/>
                  </a:lnTo>
                  <a:lnTo>
                    <a:pt x="585649" y="3482776"/>
                  </a:lnTo>
                  <a:lnTo>
                    <a:pt x="595410" y="3477274"/>
                  </a:lnTo>
                  <a:lnTo>
                    <a:pt x="605170" y="3473732"/>
                  </a:lnTo>
                  <a:lnTo>
                    <a:pt x="614931" y="3469224"/>
                  </a:lnTo>
                  <a:lnTo>
                    <a:pt x="624692" y="3465636"/>
                  </a:lnTo>
                  <a:lnTo>
                    <a:pt x="634453" y="3461959"/>
                  </a:lnTo>
                  <a:lnTo>
                    <a:pt x="644214" y="3455463"/>
                  </a:lnTo>
                  <a:lnTo>
                    <a:pt x="653975" y="3450904"/>
                  </a:lnTo>
                  <a:lnTo>
                    <a:pt x="663735" y="3443821"/>
                  </a:lnTo>
                  <a:lnTo>
                    <a:pt x="673496" y="3440052"/>
                  </a:lnTo>
                  <a:lnTo>
                    <a:pt x="683257" y="3433992"/>
                  </a:lnTo>
                  <a:lnTo>
                    <a:pt x="693018" y="3426972"/>
                  </a:lnTo>
                  <a:lnTo>
                    <a:pt x="702779" y="3419946"/>
                  </a:lnTo>
                  <a:lnTo>
                    <a:pt x="712539" y="3412822"/>
                  </a:lnTo>
                  <a:lnTo>
                    <a:pt x="722300" y="3405589"/>
                  </a:lnTo>
                  <a:lnTo>
                    <a:pt x="732061" y="3398291"/>
                  </a:lnTo>
                  <a:lnTo>
                    <a:pt x="741822" y="3389804"/>
                  </a:lnTo>
                  <a:lnTo>
                    <a:pt x="751583" y="3383787"/>
                  </a:lnTo>
                  <a:lnTo>
                    <a:pt x="761344" y="3378299"/>
                  </a:lnTo>
                  <a:lnTo>
                    <a:pt x="771104" y="3368656"/>
                  </a:lnTo>
                  <a:lnTo>
                    <a:pt x="780865" y="3363494"/>
                  </a:lnTo>
                  <a:lnTo>
                    <a:pt x="790626" y="3358379"/>
                  </a:lnTo>
                  <a:lnTo>
                    <a:pt x="800387" y="3353235"/>
                  </a:lnTo>
                  <a:lnTo>
                    <a:pt x="810148" y="3344135"/>
                  </a:lnTo>
                  <a:lnTo>
                    <a:pt x="819909" y="3334855"/>
                  </a:lnTo>
                  <a:lnTo>
                    <a:pt x="829669" y="3327027"/>
                  </a:lnTo>
                  <a:lnTo>
                    <a:pt x="839430" y="3322180"/>
                  </a:lnTo>
                  <a:lnTo>
                    <a:pt x="849191" y="3313366"/>
                  </a:lnTo>
                  <a:lnTo>
                    <a:pt x="858952" y="3305044"/>
                  </a:lnTo>
                  <a:lnTo>
                    <a:pt x="868713" y="3295506"/>
                  </a:lnTo>
                  <a:lnTo>
                    <a:pt x="878473" y="3291795"/>
                  </a:lnTo>
                  <a:lnTo>
                    <a:pt x="888234" y="3284660"/>
                  </a:lnTo>
                  <a:lnTo>
                    <a:pt x="897995" y="3281334"/>
                  </a:lnTo>
                  <a:lnTo>
                    <a:pt x="907756" y="3271011"/>
                  </a:lnTo>
                  <a:lnTo>
                    <a:pt x="917517" y="3258975"/>
                  </a:lnTo>
                  <a:lnTo>
                    <a:pt x="927278" y="3250900"/>
                  </a:lnTo>
                  <a:lnTo>
                    <a:pt x="937038" y="3244641"/>
                  </a:lnTo>
                  <a:lnTo>
                    <a:pt x="946799" y="3238073"/>
                  </a:lnTo>
                  <a:lnTo>
                    <a:pt x="956560" y="3229159"/>
                  </a:lnTo>
                  <a:lnTo>
                    <a:pt x="966321" y="3220258"/>
                  </a:lnTo>
                  <a:lnTo>
                    <a:pt x="976082" y="3212778"/>
                  </a:lnTo>
                  <a:lnTo>
                    <a:pt x="985842" y="3202566"/>
                  </a:lnTo>
                  <a:lnTo>
                    <a:pt x="995603" y="3192872"/>
                  </a:lnTo>
                  <a:lnTo>
                    <a:pt x="1005364" y="3181810"/>
                  </a:lnTo>
                  <a:lnTo>
                    <a:pt x="1015125" y="3171260"/>
                  </a:lnTo>
                  <a:lnTo>
                    <a:pt x="1024886" y="3160611"/>
                  </a:lnTo>
                  <a:lnTo>
                    <a:pt x="1034647" y="3149906"/>
                  </a:lnTo>
                  <a:lnTo>
                    <a:pt x="1044407" y="3139052"/>
                  </a:lnTo>
                  <a:lnTo>
                    <a:pt x="1054168" y="3128689"/>
                  </a:lnTo>
                  <a:lnTo>
                    <a:pt x="1063929" y="3121101"/>
                  </a:lnTo>
                  <a:lnTo>
                    <a:pt x="1073690" y="3110526"/>
                  </a:lnTo>
                  <a:lnTo>
                    <a:pt x="1083451" y="3098561"/>
                  </a:lnTo>
                  <a:lnTo>
                    <a:pt x="1093212" y="3091071"/>
                  </a:lnTo>
                  <a:lnTo>
                    <a:pt x="1102972" y="3076033"/>
                  </a:lnTo>
                  <a:lnTo>
                    <a:pt x="1112733" y="3060590"/>
                  </a:lnTo>
                  <a:lnTo>
                    <a:pt x="1122494" y="3049865"/>
                  </a:lnTo>
                  <a:lnTo>
                    <a:pt x="1132255" y="3041201"/>
                  </a:lnTo>
                  <a:lnTo>
                    <a:pt x="1142016" y="3030896"/>
                  </a:lnTo>
                  <a:lnTo>
                    <a:pt x="1151776" y="3020512"/>
                  </a:lnTo>
                  <a:lnTo>
                    <a:pt x="1161537" y="3010047"/>
                  </a:lnTo>
                  <a:lnTo>
                    <a:pt x="1171298" y="2994932"/>
                  </a:lnTo>
                  <a:lnTo>
                    <a:pt x="1181059" y="2978885"/>
                  </a:lnTo>
                  <a:lnTo>
                    <a:pt x="1190820" y="2964334"/>
                  </a:lnTo>
                  <a:lnTo>
                    <a:pt x="1200581" y="2951872"/>
                  </a:lnTo>
                  <a:lnTo>
                    <a:pt x="1210341" y="2940245"/>
                  </a:lnTo>
                  <a:lnTo>
                    <a:pt x="1220102" y="2931443"/>
                  </a:lnTo>
                  <a:lnTo>
                    <a:pt x="1229863" y="2913866"/>
                  </a:lnTo>
                  <a:lnTo>
                    <a:pt x="1239624" y="2900930"/>
                  </a:lnTo>
                  <a:lnTo>
                    <a:pt x="1249385" y="2889064"/>
                  </a:lnTo>
                  <a:lnTo>
                    <a:pt x="1259145" y="2877889"/>
                  </a:lnTo>
                  <a:lnTo>
                    <a:pt x="1268906" y="2862960"/>
                  </a:lnTo>
                  <a:lnTo>
                    <a:pt x="1278667" y="2848143"/>
                  </a:lnTo>
                  <a:lnTo>
                    <a:pt x="1288428" y="2834593"/>
                  </a:lnTo>
                  <a:lnTo>
                    <a:pt x="1298189" y="2818214"/>
                  </a:lnTo>
                  <a:lnTo>
                    <a:pt x="1307950" y="2801959"/>
                  </a:lnTo>
                  <a:lnTo>
                    <a:pt x="1317710" y="2788443"/>
                  </a:lnTo>
                  <a:lnTo>
                    <a:pt x="1327471" y="2775786"/>
                  </a:lnTo>
                  <a:lnTo>
                    <a:pt x="1337232" y="2763089"/>
                  </a:lnTo>
                  <a:lnTo>
                    <a:pt x="1346993" y="2750299"/>
                  </a:lnTo>
                  <a:lnTo>
                    <a:pt x="1356754" y="2737265"/>
                  </a:lnTo>
                  <a:lnTo>
                    <a:pt x="1366515" y="2722941"/>
                  </a:lnTo>
                  <a:lnTo>
                    <a:pt x="1376275" y="2708488"/>
                  </a:lnTo>
                  <a:lnTo>
                    <a:pt x="1386036" y="2691678"/>
                  </a:lnTo>
                  <a:lnTo>
                    <a:pt x="1395797" y="2674100"/>
                  </a:lnTo>
                  <a:lnTo>
                    <a:pt x="1405558" y="2661607"/>
                  </a:lnTo>
                  <a:lnTo>
                    <a:pt x="1415319" y="2646680"/>
                  </a:lnTo>
                  <a:lnTo>
                    <a:pt x="1425079" y="2630975"/>
                  </a:lnTo>
                  <a:lnTo>
                    <a:pt x="1434840" y="2617281"/>
                  </a:lnTo>
                  <a:lnTo>
                    <a:pt x="1444601" y="2603493"/>
                  </a:lnTo>
                  <a:lnTo>
                    <a:pt x="1454362" y="2587328"/>
                  </a:lnTo>
                  <a:lnTo>
                    <a:pt x="1464123" y="2569248"/>
                  </a:lnTo>
                  <a:lnTo>
                    <a:pt x="1473884" y="2551107"/>
                  </a:lnTo>
                  <a:lnTo>
                    <a:pt x="1483644" y="2530887"/>
                  </a:lnTo>
                  <a:lnTo>
                    <a:pt x="1493405" y="2512607"/>
                  </a:lnTo>
                  <a:lnTo>
                    <a:pt x="1503166" y="2495503"/>
                  </a:lnTo>
                  <a:lnTo>
                    <a:pt x="1512927" y="2476560"/>
                  </a:lnTo>
                  <a:lnTo>
                    <a:pt x="1522688" y="2457459"/>
                  </a:lnTo>
                  <a:lnTo>
                    <a:pt x="1532448" y="2438201"/>
                  </a:lnTo>
                  <a:lnTo>
                    <a:pt x="1542209" y="2418941"/>
                  </a:lnTo>
                  <a:lnTo>
                    <a:pt x="1551970" y="2398329"/>
                  </a:lnTo>
                  <a:lnTo>
                    <a:pt x="1561731" y="2376819"/>
                  </a:lnTo>
                  <a:lnTo>
                    <a:pt x="1571492" y="2360081"/>
                  </a:lnTo>
                  <a:lnTo>
                    <a:pt x="1581253" y="2340172"/>
                  </a:lnTo>
                  <a:lnTo>
                    <a:pt x="1591013" y="2319838"/>
                  </a:lnTo>
                  <a:lnTo>
                    <a:pt x="1600774" y="2299860"/>
                  </a:lnTo>
                  <a:lnTo>
                    <a:pt x="1610535" y="2279388"/>
                  </a:lnTo>
                  <a:lnTo>
                    <a:pt x="1620296" y="2258826"/>
                  </a:lnTo>
                  <a:lnTo>
                    <a:pt x="1630057" y="2242162"/>
                  </a:lnTo>
                  <a:lnTo>
                    <a:pt x="1639818" y="2227658"/>
                  </a:lnTo>
                  <a:lnTo>
                    <a:pt x="1649578" y="2209598"/>
                  </a:lnTo>
                  <a:lnTo>
                    <a:pt x="1659339" y="2189456"/>
                  </a:lnTo>
                  <a:lnTo>
                    <a:pt x="1669100" y="2172609"/>
                  </a:lnTo>
                  <a:lnTo>
                    <a:pt x="1678861" y="2155667"/>
                  </a:lnTo>
                  <a:lnTo>
                    <a:pt x="1688622" y="2138356"/>
                  </a:lnTo>
                  <a:lnTo>
                    <a:pt x="1698382" y="2115989"/>
                  </a:lnTo>
                  <a:lnTo>
                    <a:pt x="1708143" y="2090832"/>
                  </a:lnTo>
                  <a:lnTo>
                    <a:pt x="1717904" y="2065600"/>
                  </a:lnTo>
                  <a:lnTo>
                    <a:pt x="1727665" y="2044762"/>
                  </a:lnTo>
                  <a:lnTo>
                    <a:pt x="1737426" y="2028411"/>
                  </a:lnTo>
                  <a:lnTo>
                    <a:pt x="1747187" y="2011999"/>
                  </a:lnTo>
                  <a:lnTo>
                    <a:pt x="1756947" y="1995649"/>
                  </a:lnTo>
                  <a:lnTo>
                    <a:pt x="1766708" y="1968003"/>
                  </a:lnTo>
                  <a:lnTo>
                    <a:pt x="1776469" y="1939753"/>
                  </a:lnTo>
                  <a:lnTo>
                    <a:pt x="1786230" y="1911282"/>
                  </a:lnTo>
                  <a:lnTo>
                    <a:pt x="1795991" y="1888729"/>
                  </a:lnTo>
                  <a:lnTo>
                    <a:pt x="1805752" y="1868164"/>
                  </a:lnTo>
                  <a:lnTo>
                    <a:pt x="1815512" y="1847488"/>
                  </a:lnTo>
                  <a:lnTo>
                    <a:pt x="1825273" y="1823865"/>
                  </a:lnTo>
                  <a:lnTo>
                    <a:pt x="1835034" y="1798638"/>
                  </a:lnTo>
                  <a:lnTo>
                    <a:pt x="1844795" y="1773256"/>
                  </a:lnTo>
                  <a:lnTo>
                    <a:pt x="1854556" y="1747719"/>
                  </a:lnTo>
                  <a:lnTo>
                    <a:pt x="1864316" y="1722030"/>
                  </a:lnTo>
                  <a:lnTo>
                    <a:pt x="1874077" y="1696218"/>
                  </a:lnTo>
                  <a:lnTo>
                    <a:pt x="1883838" y="1670326"/>
                  </a:lnTo>
                  <a:lnTo>
                    <a:pt x="1893599" y="1644287"/>
                  </a:lnTo>
                  <a:lnTo>
                    <a:pt x="1903360" y="1618104"/>
                  </a:lnTo>
                  <a:lnTo>
                    <a:pt x="1913121" y="1593017"/>
                  </a:lnTo>
                  <a:lnTo>
                    <a:pt x="1922881" y="1571468"/>
                  </a:lnTo>
                  <a:lnTo>
                    <a:pt x="1932642" y="1549911"/>
                  </a:lnTo>
                  <a:lnTo>
                    <a:pt x="1942403" y="1528302"/>
                  </a:lnTo>
                  <a:lnTo>
                    <a:pt x="1952164" y="1505780"/>
                  </a:lnTo>
                  <a:lnTo>
                    <a:pt x="1961925" y="1479894"/>
                  </a:lnTo>
                  <a:lnTo>
                    <a:pt x="1971685" y="1453885"/>
                  </a:lnTo>
                  <a:lnTo>
                    <a:pt x="1981446" y="1431566"/>
                  </a:lnTo>
                  <a:lnTo>
                    <a:pt x="1991207" y="1409426"/>
                  </a:lnTo>
                  <a:lnTo>
                    <a:pt x="2000968" y="1387203"/>
                  </a:lnTo>
                  <a:lnTo>
                    <a:pt x="2010729" y="1364045"/>
                  </a:lnTo>
                  <a:lnTo>
                    <a:pt x="2020490" y="1341290"/>
                  </a:lnTo>
                  <a:lnTo>
                    <a:pt x="2030250" y="1318534"/>
                  </a:lnTo>
                  <a:lnTo>
                    <a:pt x="2040011" y="1295754"/>
                  </a:lnTo>
                  <a:lnTo>
                    <a:pt x="2049772" y="1272896"/>
                  </a:lnTo>
                  <a:lnTo>
                    <a:pt x="2059533" y="1249961"/>
                  </a:lnTo>
                  <a:lnTo>
                    <a:pt x="2069294" y="1226952"/>
                  </a:lnTo>
                  <a:lnTo>
                    <a:pt x="2079055" y="1203868"/>
                  </a:lnTo>
                  <a:lnTo>
                    <a:pt x="2088815" y="1180713"/>
                  </a:lnTo>
                  <a:lnTo>
                    <a:pt x="2098576" y="1157487"/>
                  </a:lnTo>
                  <a:lnTo>
                    <a:pt x="2108337" y="1134192"/>
                  </a:lnTo>
                  <a:lnTo>
                    <a:pt x="2118098" y="1110829"/>
                  </a:lnTo>
                  <a:lnTo>
                    <a:pt x="2127859" y="1087401"/>
                  </a:lnTo>
                  <a:lnTo>
                    <a:pt x="2137619" y="1064010"/>
                  </a:lnTo>
                  <a:lnTo>
                    <a:pt x="2147380" y="1040569"/>
                  </a:lnTo>
                  <a:lnTo>
                    <a:pt x="2157141" y="1015262"/>
                  </a:lnTo>
                  <a:lnTo>
                    <a:pt x="2166902" y="987782"/>
                  </a:lnTo>
                  <a:lnTo>
                    <a:pt x="2176663" y="960223"/>
                  </a:lnTo>
                  <a:lnTo>
                    <a:pt x="2186424" y="933557"/>
                  </a:lnTo>
                  <a:lnTo>
                    <a:pt x="2196184" y="912723"/>
                  </a:lnTo>
                  <a:lnTo>
                    <a:pt x="2205945" y="886590"/>
                  </a:lnTo>
                  <a:lnTo>
                    <a:pt x="2215706" y="859659"/>
                  </a:lnTo>
                  <a:lnTo>
                    <a:pt x="2225467" y="832666"/>
                  </a:lnTo>
                  <a:lnTo>
                    <a:pt x="2235228" y="805615"/>
                  </a:lnTo>
                  <a:lnTo>
                    <a:pt x="2244988" y="778585"/>
                  </a:lnTo>
                  <a:lnTo>
                    <a:pt x="2254749" y="751541"/>
                  </a:lnTo>
                  <a:lnTo>
                    <a:pt x="2264510" y="724447"/>
                  </a:lnTo>
                  <a:lnTo>
                    <a:pt x="2274271" y="697305"/>
                  </a:lnTo>
                  <a:lnTo>
                    <a:pt x="2284032" y="672624"/>
                  </a:lnTo>
                  <a:lnTo>
                    <a:pt x="2293793" y="648798"/>
                  </a:lnTo>
                  <a:lnTo>
                    <a:pt x="2303553" y="624941"/>
                  </a:lnTo>
                  <a:lnTo>
                    <a:pt x="2313314" y="598274"/>
                  </a:lnTo>
                  <a:lnTo>
                    <a:pt x="2323075" y="571041"/>
                  </a:lnTo>
                  <a:lnTo>
                    <a:pt x="2332836" y="543775"/>
                  </a:lnTo>
                  <a:lnTo>
                    <a:pt x="2342597" y="516479"/>
                  </a:lnTo>
                  <a:lnTo>
                    <a:pt x="2352358" y="489155"/>
                  </a:lnTo>
                  <a:lnTo>
                    <a:pt x="2362118" y="461806"/>
                  </a:lnTo>
                  <a:lnTo>
                    <a:pt x="2371879" y="434434"/>
                  </a:lnTo>
                  <a:lnTo>
                    <a:pt x="2381640" y="406934"/>
                  </a:lnTo>
                  <a:lnTo>
                    <a:pt x="2391401" y="378344"/>
                  </a:lnTo>
                  <a:lnTo>
                    <a:pt x="2401162" y="349738"/>
                  </a:lnTo>
                  <a:lnTo>
                    <a:pt x="2410922" y="321130"/>
                  </a:lnTo>
                  <a:lnTo>
                    <a:pt x="2420683" y="292542"/>
                  </a:lnTo>
                  <a:lnTo>
                    <a:pt x="2430444" y="263946"/>
                  </a:lnTo>
                  <a:lnTo>
                    <a:pt x="2440205" y="235853"/>
                  </a:lnTo>
                  <a:lnTo>
                    <a:pt x="2449966" y="211805"/>
                  </a:lnTo>
                  <a:lnTo>
                    <a:pt x="2459727" y="187726"/>
                  </a:lnTo>
                  <a:lnTo>
                    <a:pt x="2469487" y="160316"/>
                  </a:lnTo>
                  <a:lnTo>
                    <a:pt x="2479248" y="132913"/>
                  </a:lnTo>
                  <a:lnTo>
                    <a:pt x="2489009" y="105521"/>
                  </a:lnTo>
                  <a:lnTo>
                    <a:pt x="2498770" y="78186"/>
                  </a:lnTo>
                  <a:lnTo>
                    <a:pt x="2508531" y="52107"/>
                  </a:lnTo>
                  <a:lnTo>
                    <a:pt x="2518291" y="26044"/>
                  </a:lnTo>
                  <a:lnTo>
                    <a:pt x="2528052" y="0"/>
                  </a:lnTo>
                  <a:lnTo>
                    <a:pt x="2528052" y="3676730"/>
                  </a:lnTo>
                  <a:lnTo>
                    <a:pt x="2518291" y="3677595"/>
                  </a:lnTo>
                  <a:lnTo>
                    <a:pt x="2508531" y="3677700"/>
                  </a:lnTo>
                  <a:lnTo>
                    <a:pt x="2498770" y="3677805"/>
                  </a:lnTo>
                  <a:lnTo>
                    <a:pt x="2489009" y="3677909"/>
                  </a:lnTo>
                  <a:lnTo>
                    <a:pt x="2479248" y="3678014"/>
                  </a:lnTo>
                  <a:lnTo>
                    <a:pt x="2469487" y="3678112"/>
                  </a:lnTo>
                  <a:lnTo>
                    <a:pt x="2459727" y="3678206"/>
                  </a:lnTo>
                  <a:lnTo>
                    <a:pt x="2449966" y="3678299"/>
                  </a:lnTo>
                  <a:lnTo>
                    <a:pt x="2440205" y="3678877"/>
                  </a:lnTo>
                  <a:lnTo>
                    <a:pt x="2430444" y="3680017"/>
                  </a:lnTo>
                  <a:lnTo>
                    <a:pt x="2420683" y="3681155"/>
                  </a:lnTo>
                  <a:lnTo>
                    <a:pt x="2410922" y="3682289"/>
                  </a:lnTo>
                  <a:lnTo>
                    <a:pt x="2401162" y="3683410"/>
                  </a:lnTo>
                  <a:lnTo>
                    <a:pt x="2391401" y="3684527"/>
                  </a:lnTo>
                  <a:lnTo>
                    <a:pt x="2381640" y="3685642"/>
                  </a:lnTo>
                  <a:lnTo>
                    <a:pt x="2371879" y="3686755"/>
                  </a:lnTo>
                  <a:lnTo>
                    <a:pt x="2362118" y="3687176"/>
                  </a:lnTo>
                  <a:lnTo>
                    <a:pt x="2352358" y="3687329"/>
                  </a:lnTo>
                  <a:lnTo>
                    <a:pt x="2342597" y="3687483"/>
                  </a:lnTo>
                  <a:lnTo>
                    <a:pt x="2332836" y="3687636"/>
                  </a:lnTo>
                  <a:lnTo>
                    <a:pt x="2323075" y="3687777"/>
                  </a:lnTo>
                  <a:lnTo>
                    <a:pt x="2313314" y="3687917"/>
                  </a:lnTo>
                  <a:lnTo>
                    <a:pt x="2303553" y="3688057"/>
                  </a:lnTo>
                  <a:lnTo>
                    <a:pt x="2293793" y="3688197"/>
                  </a:lnTo>
                  <a:lnTo>
                    <a:pt x="2284032" y="3688336"/>
                  </a:lnTo>
                  <a:lnTo>
                    <a:pt x="2274271" y="3688476"/>
                  </a:lnTo>
                  <a:lnTo>
                    <a:pt x="2264510" y="3688615"/>
                  </a:lnTo>
                  <a:lnTo>
                    <a:pt x="2254749" y="3688755"/>
                  </a:lnTo>
                  <a:lnTo>
                    <a:pt x="2244988" y="3688894"/>
                  </a:lnTo>
                  <a:lnTo>
                    <a:pt x="2235228" y="3689034"/>
                  </a:lnTo>
                  <a:lnTo>
                    <a:pt x="2225467" y="3689173"/>
                  </a:lnTo>
                  <a:lnTo>
                    <a:pt x="2215706" y="3689312"/>
                  </a:lnTo>
                  <a:lnTo>
                    <a:pt x="2205945" y="3689640"/>
                  </a:lnTo>
                  <a:lnTo>
                    <a:pt x="2196184" y="3690901"/>
                  </a:lnTo>
                  <a:lnTo>
                    <a:pt x="2186424" y="3692159"/>
                  </a:lnTo>
                  <a:lnTo>
                    <a:pt x="2176663" y="3693413"/>
                  </a:lnTo>
                  <a:lnTo>
                    <a:pt x="2166902" y="3694664"/>
                  </a:lnTo>
                  <a:lnTo>
                    <a:pt x="2157141" y="3695912"/>
                  </a:lnTo>
                  <a:lnTo>
                    <a:pt x="2147380" y="3697157"/>
                  </a:lnTo>
                  <a:lnTo>
                    <a:pt x="2137619" y="3698398"/>
                  </a:lnTo>
                  <a:lnTo>
                    <a:pt x="2127859" y="3699636"/>
                  </a:lnTo>
                  <a:lnTo>
                    <a:pt x="2118098" y="3700871"/>
                  </a:lnTo>
                  <a:lnTo>
                    <a:pt x="2108337" y="3702103"/>
                  </a:lnTo>
                  <a:lnTo>
                    <a:pt x="2098576" y="3703318"/>
                  </a:lnTo>
                  <a:lnTo>
                    <a:pt x="2088815" y="3704527"/>
                  </a:lnTo>
                  <a:lnTo>
                    <a:pt x="2079055" y="3704901"/>
                  </a:lnTo>
                  <a:lnTo>
                    <a:pt x="2069294" y="3706357"/>
                  </a:lnTo>
                  <a:lnTo>
                    <a:pt x="2059533" y="3707700"/>
                  </a:lnTo>
                  <a:lnTo>
                    <a:pt x="2049772" y="3707914"/>
                  </a:lnTo>
                  <a:lnTo>
                    <a:pt x="2040011" y="3708127"/>
                  </a:lnTo>
                  <a:lnTo>
                    <a:pt x="2030250" y="3708340"/>
                  </a:lnTo>
                  <a:lnTo>
                    <a:pt x="2020490" y="3708552"/>
                  </a:lnTo>
                  <a:lnTo>
                    <a:pt x="2010729" y="3708765"/>
                  </a:lnTo>
                  <a:lnTo>
                    <a:pt x="2000968" y="3709201"/>
                  </a:lnTo>
                  <a:lnTo>
                    <a:pt x="1991207" y="3710260"/>
                  </a:lnTo>
                  <a:lnTo>
                    <a:pt x="1981446" y="3711317"/>
                  </a:lnTo>
                  <a:lnTo>
                    <a:pt x="1971685" y="3712371"/>
                  </a:lnTo>
                  <a:lnTo>
                    <a:pt x="1961925" y="3713422"/>
                  </a:lnTo>
                  <a:lnTo>
                    <a:pt x="1952164" y="3714263"/>
                  </a:lnTo>
                  <a:lnTo>
                    <a:pt x="1942403" y="3714848"/>
                  </a:lnTo>
                  <a:lnTo>
                    <a:pt x="1932642" y="3715432"/>
                  </a:lnTo>
                  <a:lnTo>
                    <a:pt x="1922881" y="3716269"/>
                  </a:lnTo>
                  <a:lnTo>
                    <a:pt x="1913121" y="3716776"/>
                  </a:lnTo>
                  <a:lnTo>
                    <a:pt x="1903360" y="3717161"/>
                  </a:lnTo>
                  <a:lnTo>
                    <a:pt x="1893599" y="3717728"/>
                  </a:lnTo>
                  <a:lnTo>
                    <a:pt x="1883838" y="3718295"/>
                  </a:lnTo>
                  <a:lnTo>
                    <a:pt x="1874077" y="3718861"/>
                  </a:lnTo>
                  <a:lnTo>
                    <a:pt x="1864316" y="3719426"/>
                  </a:lnTo>
                  <a:lnTo>
                    <a:pt x="1854556" y="3719991"/>
                  </a:lnTo>
                  <a:lnTo>
                    <a:pt x="1844795" y="3720554"/>
                  </a:lnTo>
                  <a:lnTo>
                    <a:pt x="1835034" y="3721118"/>
                  </a:lnTo>
                  <a:lnTo>
                    <a:pt x="1825273" y="3721680"/>
                  </a:lnTo>
                  <a:lnTo>
                    <a:pt x="1815512" y="3722242"/>
                  </a:lnTo>
                  <a:lnTo>
                    <a:pt x="1805752" y="3722803"/>
                  </a:lnTo>
                  <a:lnTo>
                    <a:pt x="1795991" y="3723363"/>
                  </a:lnTo>
                  <a:lnTo>
                    <a:pt x="1786230" y="3723923"/>
                  </a:lnTo>
                  <a:lnTo>
                    <a:pt x="1776469" y="3724481"/>
                  </a:lnTo>
                  <a:lnTo>
                    <a:pt x="1766708" y="3725040"/>
                  </a:lnTo>
                  <a:lnTo>
                    <a:pt x="1756947" y="3725597"/>
                  </a:lnTo>
                  <a:lnTo>
                    <a:pt x="1747187" y="3726154"/>
                  </a:lnTo>
                  <a:lnTo>
                    <a:pt x="1737426" y="3726710"/>
                  </a:lnTo>
                  <a:lnTo>
                    <a:pt x="1727665" y="3727389"/>
                  </a:lnTo>
                  <a:lnTo>
                    <a:pt x="1717904" y="3728064"/>
                  </a:lnTo>
                  <a:lnTo>
                    <a:pt x="1708143" y="3728985"/>
                  </a:lnTo>
                  <a:lnTo>
                    <a:pt x="1698382" y="3729990"/>
                  </a:lnTo>
                  <a:lnTo>
                    <a:pt x="1688622" y="3731658"/>
                  </a:lnTo>
                  <a:lnTo>
                    <a:pt x="1678861" y="3733253"/>
                  </a:lnTo>
                  <a:lnTo>
                    <a:pt x="1669100" y="3733917"/>
                  </a:lnTo>
                  <a:lnTo>
                    <a:pt x="1659339" y="3733299"/>
                  </a:lnTo>
                  <a:lnTo>
                    <a:pt x="1649578" y="3734907"/>
                  </a:lnTo>
                  <a:lnTo>
                    <a:pt x="1639818" y="3736485"/>
                  </a:lnTo>
                  <a:lnTo>
                    <a:pt x="1630057" y="3738057"/>
                  </a:lnTo>
                  <a:lnTo>
                    <a:pt x="1620296" y="3739107"/>
                  </a:lnTo>
                  <a:lnTo>
                    <a:pt x="1610535" y="3738941"/>
                  </a:lnTo>
                  <a:lnTo>
                    <a:pt x="1600774" y="3738768"/>
                  </a:lnTo>
                  <a:lnTo>
                    <a:pt x="1591013" y="3738631"/>
                  </a:lnTo>
                  <a:lnTo>
                    <a:pt x="1581253" y="3740987"/>
                  </a:lnTo>
                  <a:lnTo>
                    <a:pt x="1571492" y="3742905"/>
                  </a:lnTo>
                  <a:lnTo>
                    <a:pt x="1561731" y="3743550"/>
                  </a:lnTo>
                  <a:lnTo>
                    <a:pt x="1551970" y="3744171"/>
                  </a:lnTo>
                  <a:lnTo>
                    <a:pt x="1542209" y="3744762"/>
                  </a:lnTo>
                  <a:lnTo>
                    <a:pt x="1532448" y="3745347"/>
                  </a:lnTo>
                  <a:lnTo>
                    <a:pt x="1522688" y="3745916"/>
                  </a:lnTo>
                  <a:lnTo>
                    <a:pt x="1512927" y="3746484"/>
                  </a:lnTo>
                  <a:lnTo>
                    <a:pt x="1503166" y="3746118"/>
                  </a:lnTo>
                  <a:lnTo>
                    <a:pt x="1493405" y="3745825"/>
                  </a:lnTo>
                  <a:lnTo>
                    <a:pt x="1483644" y="3746571"/>
                  </a:lnTo>
                  <a:lnTo>
                    <a:pt x="1473884" y="3747544"/>
                  </a:lnTo>
                  <a:lnTo>
                    <a:pt x="1464123" y="3749457"/>
                  </a:lnTo>
                  <a:lnTo>
                    <a:pt x="1454362" y="3750046"/>
                  </a:lnTo>
                  <a:lnTo>
                    <a:pt x="1444601" y="3750523"/>
                  </a:lnTo>
                  <a:lnTo>
                    <a:pt x="1434840" y="3751029"/>
                  </a:lnTo>
                  <a:lnTo>
                    <a:pt x="1425079" y="3751354"/>
                  </a:lnTo>
                  <a:lnTo>
                    <a:pt x="1415319" y="3751755"/>
                  </a:lnTo>
                  <a:lnTo>
                    <a:pt x="1405558" y="3752613"/>
                  </a:lnTo>
                  <a:lnTo>
                    <a:pt x="1395797" y="3754011"/>
                  </a:lnTo>
                  <a:lnTo>
                    <a:pt x="1386036" y="3754413"/>
                  </a:lnTo>
                  <a:lnTo>
                    <a:pt x="1376275" y="3754746"/>
                  </a:lnTo>
                  <a:lnTo>
                    <a:pt x="1366515" y="3755386"/>
                  </a:lnTo>
                  <a:lnTo>
                    <a:pt x="1356754" y="3756544"/>
                  </a:lnTo>
                  <a:lnTo>
                    <a:pt x="1346993" y="3758563"/>
                  </a:lnTo>
                  <a:lnTo>
                    <a:pt x="1337232" y="3759116"/>
                  </a:lnTo>
                  <a:lnTo>
                    <a:pt x="1327471" y="3759667"/>
                  </a:lnTo>
                  <a:lnTo>
                    <a:pt x="1317710" y="3760211"/>
                  </a:lnTo>
                  <a:lnTo>
                    <a:pt x="1307950" y="3760737"/>
                  </a:lnTo>
                  <a:lnTo>
                    <a:pt x="1298189" y="3762672"/>
                  </a:lnTo>
                  <a:lnTo>
                    <a:pt x="1288428" y="3764679"/>
                  </a:lnTo>
                  <a:lnTo>
                    <a:pt x="1278667" y="3765808"/>
                  </a:lnTo>
                  <a:lnTo>
                    <a:pt x="1268906" y="3767664"/>
                  </a:lnTo>
                  <a:lnTo>
                    <a:pt x="1259145" y="3767478"/>
                  </a:lnTo>
                  <a:lnTo>
                    <a:pt x="1249385" y="3767359"/>
                  </a:lnTo>
                  <a:lnTo>
                    <a:pt x="1239624" y="3767942"/>
                  </a:lnTo>
                  <a:lnTo>
                    <a:pt x="1229863" y="3768549"/>
                  </a:lnTo>
                  <a:lnTo>
                    <a:pt x="1220102" y="3769155"/>
                  </a:lnTo>
                  <a:lnTo>
                    <a:pt x="1210341" y="3770186"/>
                  </a:lnTo>
                  <a:lnTo>
                    <a:pt x="1200581" y="3772005"/>
                  </a:lnTo>
                  <a:lnTo>
                    <a:pt x="1190820" y="3773831"/>
                  </a:lnTo>
                  <a:lnTo>
                    <a:pt x="1181059" y="3775647"/>
                  </a:lnTo>
                  <a:lnTo>
                    <a:pt x="1171298" y="3777407"/>
                  </a:lnTo>
                  <a:lnTo>
                    <a:pt x="1161537" y="3779149"/>
                  </a:lnTo>
                  <a:lnTo>
                    <a:pt x="1151776" y="3780882"/>
                  </a:lnTo>
                  <a:lnTo>
                    <a:pt x="1142016" y="3781495"/>
                  </a:lnTo>
                  <a:lnTo>
                    <a:pt x="1132255" y="3782461"/>
                  </a:lnTo>
                  <a:lnTo>
                    <a:pt x="1122494" y="3784653"/>
                  </a:lnTo>
                  <a:lnTo>
                    <a:pt x="1112733" y="3786832"/>
                  </a:lnTo>
                  <a:lnTo>
                    <a:pt x="1102972" y="3788998"/>
                  </a:lnTo>
                  <a:lnTo>
                    <a:pt x="1093212" y="3791152"/>
                  </a:lnTo>
                  <a:lnTo>
                    <a:pt x="1083451" y="3793052"/>
                  </a:lnTo>
                  <a:lnTo>
                    <a:pt x="1073690" y="3793898"/>
                  </a:lnTo>
                  <a:lnTo>
                    <a:pt x="1063929" y="3793807"/>
                  </a:lnTo>
                  <a:lnTo>
                    <a:pt x="1054168" y="3794564"/>
                  </a:lnTo>
                  <a:lnTo>
                    <a:pt x="1044407" y="3794519"/>
                  </a:lnTo>
                  <a:lnTo>
                    <a:pt x="1034647" y="3794720"/>
                  </a:lnTo>
                  <a:lnTo>
                    <a:pt x="1024886" y="3795601"/>
                  </a:lnTo>
                  <a:lnTo>
                    <a:pt x="1015125" y="3795959"/>
                  </a:lnTo>
                  <a:lnTo>
                    <a:pt x="1005364" y="3797898"/>
                  </a:lnTo>
                  <a:lnTo>
                    <a:pt x="995603" y="3799509"/>
                  </a:lnTo>
                  <a:lnTo>
                    <a:pt x="985842" y="3801009"/>
                  </a:lnTo>
                  <a:lnTo>
                    <a:pt x="976082" y="3802346"/>
                  </a:lnTo>
                  <a:lnTo>
                    <a:pt x="966321" y="3804136"/>
                  </a:lnTo>
                  <a:lnTo>
                    <a:pt x="956560" y="3806603"/>
                  </a:lnTo>
                  <a:lnTo>
                    <a:pt x="946799" y="3809013"/>
                  </a:lnTo>
                  <a:lnTo>
                    <a:pt x="937038" y="3811392"/>
                  </a:lnTo>
                  <a:lnTo>
                    <a:pt x="927278" y="3813233"/>
                  </a:lnTo>
                  <a:lnTo>
                    <a:pt x="917517" y="3814227"/>
                  </a:lnTo>
                  <a:lnTo>
                    <a:pt x="907756" y="3816405"/>
                  </a:lnTo>
                  <a:lnTo>
                    <a:pt x="897995" y="3818563"/>
                  </a:lnTo>
                  <a:lnTo>
                    <a:pt x="888234" y="3820707"/>
                  </a:lnTo>
                  <a:lnTo>
                    <a:pt x="878473" y="3822838"/>
                  </a:lnTo>
                  <a:lnTo>
                    <a:pt x="868713" y="3825331"/>
                  </a:lnTo>
                  <a:lnTo>
                    <a:pt x="858952" y="3827006"/>
                  </a:lnTo>
                  <a:lnTo>
                    <a:pt x="849191" y="3829094"/>
                  </a:lnTo>
                  <a:lnTo>
                    <a:pt x="839430" y="3831144"/>
                  </a:lnTo>
                  <a:lnTo>
                    <a:pt x="829669" y="3832176"/>
                  </a:lnTo>
                  <a:lnTo>
                    <a:pt x="819909" y="3833048"/>
                  </a:lnTo>
                  <a:lnTo>
                    <a:pt x="810148" y="3835060"/>
                  </a:lnTo>
                  <a:lnTo>
                    <a:pt x="800387" y="3836482"/>
                  </a:lnTo>
                  <a:lnTo>
                    <a:pt x="790626" y="3837873"/>
                  </a:lnTo>
                  <a:lnTo>
                    <a:pt x="780865" y="3839455"/>
                  </a:lnTo>
                  <a:lnTo>
                    <a:pt x="771104" y="3841490"/>
                  </a:lnTo>
                  <a:lnTo>
                    <a:pt x="761344" y="3842380"/>
                  </a:lnTo>
                  <a:lnTo>
                    <a:pt x="751583" y="3843106"/>
                  </a:lnTo>
                  <a:lnTo>
                    <a:pt x="741822" y="3844269"/>
                  </a:lnTo>
                  <a:lnTo>
                    <a:pt x="732061" y="3846703"/>
                  </a:lnTo>
                  <a:lnTo>
                    <a:pt x="722300" y="3848233"/>
                  </a:lnTo>
                  <a:lnTo>
                    <a:pt x="712539" y="3849796"/>
                  </a:lnTo>
                  <a:lnTo>
                    <a:pt x="702779" y="3851617"/>
                  </a:lnTo>
                  <a:lnTo>
                    <a:pt x="693018" y="3854181"/>
                  </a:lnTo>
                  <a:lnTo>
                    <a:pt x="683257" y="3856882"/>
                  </a:lnTo>
                  <a:lnTo>
                    <a:pt x="673496" y="3859322"/>
                  </a:lnTo>
                  <a:lnTo>
                    <a:pt x="663735" y="3861559"/>
                  </a:lnTo>
                  <a:lnTo>
                    <a:pt x="653975" y="3863638"/>
                  </a:lnTo>
                  <a:lnTo>
                    <a:pt x="644214" y="3864429"/>
                  </a:lnTo>
                  <a:lnTo>
                    <a:pt x="634453" y="3866096"/>
                  </a:lnTo>
                  <a:lnTo>
                    <a:pt x="624692" y="3868235"/>
                  </a:lnTo>
                  <a:lnTo>
                    <a:pt x="614931" y="3870478"/>
                  </a:lnTo>
                  <a:lnTo>
                    <a:pt x="605170" y="3872710"/>
                  </a:lnTo>
                  <a:lnTo>
                    <a:pt x="595410" y="3874924"/>
                  </a:lnTo>
                  <a:lnTo>
                    <a:pt x="585649" y="3877116"/>
                  </a:lnTo>
                  <a:lnTo>
                    <a:pt x="575888" y="3879292"/>
                  </a:lnTo>
                  <a:lnTo>
                    <a:pt x="566127" y="3880997"/>
                  </a:lnTo>
                  <a:lnTo>
                    <a:pt x="556366" y="3883590"/>
                  </a:lnTo>
                  <a:lnTo>
                    <a:pt x="546606" y="3885721"/>
                  </a:lnTo>
                  <a:lnTo>
                    <a:pt x="536845" y="3887936"/>
                  </a:lnTo>
                  <a:lnTo>
                    <a:pt x="527084" y="3890253"/>
                  </a:lnTo>
                  <a:lnTo>
                    <a:pt x="517323" y="3892791"/>
                  </a:lnTo>
                  <a:lnTo>
                    <a:pt x="507562" y="3894458"/>
                  </a:lnTo>
                  <a:lnTo>
                    <a:pt x="497801" y="3896862"/>
                  </a:lnTo>
                  <a:lnTo>
                    <a:pt x="488041" y="3899226"/>
                  </a:lnTo>
                  <a:lnTo>
                    <a:pt x="478280" y="3901685"/>
                  </a:lnTo>
                  <a:lnTo>
                    <a:pt x="468519" y="3903909"/>
                  </a:lnTo>
                  <a:lnTo>
                    <a:pt x="458758" y="3906150"/>
                  </a:lnTo>
                  <a:lnTo>
                    <a:pt x="448997" y="3908293"/>
                  </a:lnTo>
                  <a:lnTo>
                    <a:pt x="439236" y="3910839"/>
                  </a:lnTo>
                  <a:lnTo>
                    <a:pt x="429476" y="3912796"/>
                  </a:lnTo>
                  <a:lnTo>
                    <a:pt x="419715" y="3915259"/>
                  </a:lnTo>
                  <a:lnTo>
                    <a:pt x="409954" y="3917817"/>
                  </a:lnTo>
                  <a:lnTo>
                    <a:pt x="400193" y="3920010"/>
                  </a:lnTo>
                  <a:lnTo>
                    <a:pt x="390432" y="3921895"/>
                  </a:lnTo>
                  <a:lnTo>
                    <a:pt x="380672" y="3924283"/>
                  </a:lnTo>
                  <a:lnTo>
                    <a:pt x="370911" y="3926644"/>
                  </a:lnTo>
                  <a:lnTo>
                    <a:pt x="361150" y="3929368"/>
                  </a:lnTo>
                  <a:lnTo>
                    <a:pt x="351389" y="3931070"/>
                  </a:lnTo>
                  <a:lnTo>
                    <a:pt x="341628" y="3933324"/>
                  </a:lnTo>
                  <a:lnTo>
                    <a:pt x="331867" y="3935605"/>
                  </a:lnTo>
                  <a:lnTo>
                    <a:pt x="322107" y="3937863"/>
                  </a:lnTo>
                  <a:lnTo>
                    <a:pt x="312346" y="3940104"/>
                  </a:lnTo>
                  <a:lnTo>
                    <a:pt x="302585" y="3942329"/>
                  </a:lnTo>
                  <a:lnTo>
                    <a:pt x="292824" y="3944681"/>
                  </a:lnTo>
                  <a:lnTo>
                    <a:pt x="283063" y="3946589"/>
                  </a:lnTo>
                  <a:lnTo>
                    <a:pt x="273303" y="3948669"/>
                  </a:lnTo>
                  <a:lnTo>
                    <a:pt x="263542" y="3950755"/>
                  </a:lnTo>
                  <a:lnTo>
                    <a:pt x="253781" y="3952469"/>
                  </a:lnTo>
                  <a:lnTo>
                    <a:pt x="244020" y="3954169"/>
                  </a:lnTo>
                  <a:lnTo>
                    <a:pt x="234259" y="3955988"/>
                  </a:lnTo>
                  <a:lnTo>
                    <a:pt x="224498" y="3958407"/>
                  </a:lnTo>
                  <a:lnTo>
                    <a:pt x="214738" y="3960242"/>
                  </a:lnTo>
                  <a:lnTo>
                    <a:pt x="204977" y="3961961"/>
                  </a:lnTo>
                  <a:lnTo>
                    <a:pt x="195216" y="3964334"/>
                  </a:lnTo>
                  <a:lnTo>
                    <a:pt x="185455" y="3966362"/>
                  </a:lnTo>
                  <a:lnTo>
                    <a:pt x="175694" y="3967908"/>
                  </a:lnTo>
                  <a:lnTo>
                    <a:pt x="165933" y="3969235"/>
                  </a:lnTo>
                  <a:lnTo>
                    <a:pt x="156173" y="3970906"/>
                  </a:lnTo>
                  <a:lnTo>
                    <a:pt x="146412" y="3972514"/>
                  </a:lnTo>
                  <a:lnTo>
                    <a:pt x="136651" y="3973989"/>
                  </a:lnTo>
                  <a:lnTo>
                    <a:pt x="126890" y="3975484"/>
                  </a:lnTo>
                  <a:lnTo>
                    <a:pt x="117129" y="3977714"/>
                  </a:lnTo>
                  <a:lnTo>
                    <a:pt x="107369" y="3979433"/>
                  </a:lnTo>
                  <a:lnTo>
                    <a:pt x="97608" y="3981119"/>
                  </a:lnTo>
                  <a:lnTo>
                    <a:pt x="87847" y="3983265"/>
                  </a:lnTo>
                  <a:lnTo>
                    <a:pt x="78086" y="3984779"/>
                  </a:lnTo>
                  <a:lnTo>
                    <a:pt x="68325" y="3986739"/>
                  </a:lnTo>
                  <a:lnTo>
                    <a:pt x="58564" y="3988481"/>
                  </a:lnTo>
                  <a:lnTo>
                    <a:pt x="48804" y="3989987"/>
                  </a:lnTo>
                  <a:lnTo>
                    <a:pt x="39043" y="3991826"/>
                  </a:lnTo>
                  <a:lnTo>
                    <a:pt x="29282" y="3993130"/>
                  </a:lnTo>
                  <a:lnTo>
                    <a:pt x="19521" y="3995077"/>
                  </a:lnTo>
                  <a:lnTo>
                    <a:pt x="9760" y="3997101"/>
                  </a:lnTo>
                  <a:lnTo>
                    <a:pt x="0" y="3999083"/>
                  </a:lnTo>
                  <a:close/>
                </a:path>
              </a:pathLst>
            </a:custGeom>
            <a:solidFill>
              <a:srgbClr val="0072B2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611514" y="1542493"/>
              <a:ext cx="2528052" cy="3678125"/>
            </a:xfrm>
            <a:custGeom>
              <a:avLst/>
              <a:pathLst>
                <a:path w="2528052" h="3678125">
                  <a:moveTo>
                    <a:pt x="0" y="3678125"/>
                  </a:moveTo>
                  <a:lnTo>
                    <a:pt x="9760" y="3675955"/>
                  </a:lnTo>
                  <a:lnTo>
                    <a:pt x="19521" y="3673667"/>
                  </a:lnTo>
                  <a:lnTo>
                    <a:pt x="29282" y="3671540"/>
                  </a:lnTo>
                  <a:lnTo>
                    <a:pt x="39043" y="3669478"/>
                  </a:lnTo>
                  <a:lnTo>
                    <a:pt x="48804" y="3667329"/>
                  </a:lnTo>
                  <a:lnTo>
                    <a:pt x="58564" y="3665318"/>
                  </a:lnTo>
                  <a:lnTo>
                    <a:pt x="68325" y="3663022"/>
                  </a:lnTo>
                  <a:lnTo>
                    <a:pt x="78086" y="3660475"/>
                  </a:lnTo>
                  <a:lnTo>
                    <a:pt x="87847" y="3657141"/>
                  </a:lnTo>
                  <a:lnTo>
                    <a:pt x="97608" y="3654358"/>
                  </a:lnTo>
                  <a:lnTo>
                    <a:pt x="107369" y="3651724"/>
                  </a:lnTo>
                  <a:lnTo>
                    <a:pt x="117129" y="3649071"/>
                  </a:lnTo>
                  <a:lnTo>
                    <a:pt x="126890" y="3646652"/>
                  </a:lnTo>
                  <a:lnTo>
                    <a:pt x="136651" y="3643520"/>
                  </a:lnTo>
                  <a:lnTo>
                    <a:pt x="146412" y="3640750"/>
                  </a:lnTo>
                  <a:lnTo>
                    <a:pt x="156173" y="3638875"/>
                  </a:lnTo>
                  <a:lnTo>
                    <a:pt x="165933" y="3635902"/>
                  </a:lnTo>
                  <a:lnTo>
                    <a:pt x="175694" y="3632179"/>
                  </a:lnTo>
                  <a:lnTo>
                    <a:pt x="185455" y="3628310"/>
                  </a:lnTo>
                  <a:lnTo>
                    <a:pt x="195216" y="3624516"/>
                  </a:lnTo>
                  <a:lnTo>
                    <a:pt x="204977" y="3621604"/>
                  </a:lnTo>
                  <a:lnTo>
                    <a:pt x="214738" y="3618014"/>
                  </a:lnTo>
                  <a:lnTo>
                    <a:pt x="224498" y="3614745"/>
                  </a:lnTo>
                  <a:lnTo>
                    <a:pt x="234259" y="3611456"/>
                  </a:lnTo>
                  <a:lnTo>
                    <a:pt x="244020" y="3608856"/>
                  </a:lnTo>
                  <a:lnTo>
                    <a:pt x="253781" y="3607020"/>
                  </a:lnTo>
                  <a:lnTo>
                    <a:pt x="263542" y="3604536"/>
                  </a:lnTo>
                  <a:lnTo>
                    <a:pt x="273303" y="3602042"/>
                  </a:lnTo>
                  <a:lnTo>
                    <a:pt x="283063" y="3599537"/>
                  </a:lnTo>
                  <a:lnTo>
                    <a:pt x="292824" y="3597021"/>
                  </a:lnTo>
                  <a:lnTo>
                    <a:pt x="302585" y="3594572"/>
                  </a:lnTo>
                  <a:lnTo>
                    <a:pt x="312346" y="3592154"/>
                  </a:lnTo>
                  <a:lnTo>
                    <a:pt x="322107" y="3589907"/>
                  </a:lnTo>
                  <a:lnTo>
                    <a:pt x="331867" y="3587053"/>
                  </a:lnTo>
                  <a:lnTo>
                    <a:pt x="341628" y="3584262"/>
                  </a:lnTo>
                  <a:lnTo>
                    <a:pt x="351389" y="3581679"/>
                  </a:lnTo>
                  <a:lnTo>
                    <a:pt x="361150" y="3579870"/>
                  </a:lnTo>
                  <a:lnTo>
                    <a:pt x="370911" y="3577431"/>
                  </a:lnTo>
                  <a:lnTo>
                    <a:pt x="380672" y="3574943"/>
                  </a:lnTo>
                  <a:lnTo>
                    <a:pt x="390432" y="3571777"/>
                  </a:lnTo>
                  <a:lnTo>
                    <a:pt x="400193" y="3567371"/>
                  </a:lnTo>
                  <a:lnTo>
                    <a:pt x="409954" y="3563286"/>
                  </a:lnTo>
                  <a:lnTo>
                    <a:pt x="419715" y="3560170"/>
                  </a:lnTo>
                  <a:lnTo>
                    <a:pt x="429476" y="3557069"/>
                  </a:lnTo>
                  <a:lnTo>
                    <a:pt x="439236" y="3553995"/>
                  </a:lnTo>
                  <a:lnTo>
                    <a:pt x="448997" y="3550884"/>
                  </a:lnTo>
                  <a:lnTo>
                    <a:pt x="458758" y="3547713"/>
                  </a:lnTo>
                  <a:lnTo>
                    <a:pt x="468519" y="3542914"/>
                  </a:lnTo>
                  <a:lnTo>
                    <a:pt x="478280" y="3538704"/>
                  </a:lnTo>
                  <a:lnTo>
                    <a:pt x="488041" y="3532325"/>
                  </a:lnTo>
                  <a:lnTo>
                    <a:pt x="497801" y="3528335"/>
                  </a:lnTo>
                  <a:lnTo>
                    <a:pt x="507562" y="3522845"/>
                  </a:lnTo>
                  <a:lnTo>
                    <a:pt x="517323" y="3519961"/>
                  </a:lnTo>
                  <a:lnTo>
                    <a:pt x="527084" y="3514831"/>
                  </a:lnTo>
                  <a:lnTo>
                    <a:pt x="536845" y="3509415"/>
                  </a:lnTo>
                  <a:lnTo>
                    <a:pt x="546606" y="3502039"/>
                  </a:lnTo>
                  <a:lnTo>
                    <a:pt x="556366" y="3495906"/>
                  </a:lnTo>
                  <a:lnTo>
                    <a:pt x="566127" y="3489014"/>
                  </a:lnTo>
                  <a:lnTo>
                    <a:pt x="575888" y="3484787"/>
                  </a:lnTo>
                  <a:lnTo>
                    <a:pt x="585649" y="3482776"/>
                  </a:lnTo>
                  <a:lnTo>
                    <a:pt x="595410" y="3477274"/>
                  </a:lnTo>
                  <a:lnTo>
                    <a:pt x="605170" y="3473732"/>
                  </a:lnTo>
                  <a:lnTo>
                    <a:pt x="614931" y="3469224"/>
                  </a:lnTo>
                  <a:lnTo>
                    <a:pt x="624692" y="3465636"/>
                  </a:lnTo>
                  <a:lnTo>
                    <a:pt x="634453" y="3461959"/>
                  </a:lnTo>
                  <a:lnTo>
                    <a:pt x="644214" y="3455463"/>
                  </a:lnTo>
                  <a:lnTo>
                    <a:pt x="653975" y="3450904"/>
                  </a:lnTo>
                  <a:lnTo>
                    <a:pt x="663735" y="3443821"/>
                  </a:lnTo>
                  <a:lnTo>
                    <a:pt x="673496" y="3440052"/>
                  </a:lnTo>
                  <a:lnTo>
                    <a:pt x="683257" y="3433992"/>
                  </a:lnTo>
                  <a:lnTo>
                    <a:pt x="693018" y="3426972"/>
                  </a:lnTo>
                  <a:lnTo>
                    <a:pt x="702779" y="3419946"/>
                  </a:lnTo>
                  <a:lnTo>
                    <a:pt x="712539" y="3412822"/>
                  </a:lnTo>
                  <a:lnTo>
                    <a:pt x="722300" y="3405589"/>
                  </a:lnTo>
                  <a:lnTo>
                    <a:pt x="732061" y="3398291"/>
                  </a:lnTo>
                  <a:lnTo>
                    <a:pt x="741822" y="3389804"/>
                  </a:lnTo>
                  <a:lnTo>
                    <a:pt x="751583" y="3383787"/>
                  </a:lnTo>
                  <a:lnTo>
                    <a:pt x="761344" y="3378299"/>
                  </a:lnTo>
                  <a:lnTo>
                    <a:pt x="771104" y="3368656"/>
                  </a:lnTo>
                  <a:lnTo>
                    <a:pt x="780865" y="3363494"/>
                  </a:lnTo>
                  <a:lnTo>
                    <a:pt x="790626" y="3358379"/>
                  </a:lnTo>
                  <a:lnTo>
                    <a:pt x="800387" y="3353235"/>
                  </a:lnTo>
                  <a:lnTo>
                    <a:pt x="810148" y="3344135"/>
                  </a:lnTo>
                  <a:lnTo>
                    <a:pt x="819909" y="3334855"/>
                  </a:lnTo>
                  <a:lnTo>
                    <a:pt x="829669" y="3327027"/>
                  </a:lnTo>
                  <a:lnTo>
                    <a:pt x="839430" y="3322180"/>
                  </a:lnTo>
                  <a:lnTo>
                    <a:pt x="849191" y="3313366"/>
                  </a:lnTo>
                  <a:lnTo>
                    <a:pt x="858952" y="3305044"/>
                  </a:lnTo>
                  <a:lnTo>
                    <a:pt x="868713" y="3295506"/>
                  </a:lnTo>
                  <a:lnTo>
                    <a:pt x="878473" y="3291795"/>
                  </a:lnTo>
                  <a:lnTo>
                    <a:pt x="888234" y="3284660"/>
                  </a:lnTo>
                  <a:lnTo>
                    <a:pt x="897995" y="3281334"/>
                  </a:lnTo>
                  <a:lnTo>
                    <a:pt x="907756" y="3271011"/>
                  </a:lnTo>
                  <a:lnTo>
                    <a:pt x="917517" y="3258975"/>
                  </a:lnTo>
                  <a:lnTo>
                    <a:pt x="927278" y="3250900"/>
                  </a:lnTo>
                  <a:lnTo>
                    <a:pt x="937038" y="3244641"/>
                  </a:lnTo>
                  <a:lnTo>
                    <a:pt x="946799" y="3238073"/>
                  </a:lnTo>
                  <a:lnTo>
                    <a:pt x="956560" y="3229159"/>
                  </a:lnTo>
                  <a:lnTo>
                    <a:pt x="966321" y="3220258"/>
                  </a:lnTo>
                  <a:lnTo>
                    <a:pt x="976082" y="3212778"/>
                  </a:lnTo>
                  <a:lnTo>
                    <a:pt x="985842" y="3202566"/>
                  </a:lnTo>
                  <a:lnTo>
                    <a:pt x="995603" y="3192872"/>
                  </a:lnTo>
                  <a:lnTo>
                    <a:pt x="1005364" y="3181810"/>
                  </a:lnTo>
                  <a:lnTo>
                    <a:pt x="1015125" y="3171260"/>
                  </a:lnTo>
                  <a:lnTo>
                    <a:pt x="1024886" y="3160611"/>
                  </a:lnTo>
                  <a:lnTo>
                    <a:pt x="1034647" y="3149906"/>
                  </a:lnTo>
                  <a:lnTo>
                    <a:pt x="1044407" y="3139052"/>
                  </a:lnTo>
                  <a:lnTo>
                    <a:pt x="1054168" y="3128689"/>
                  </a:lnTo>
                  <a:lnTo>
                    <a:pt x="1063929" y="3121101"/>
                  </a:lnTo>
                  <a:lnTo>
                    <a:pt x="1073690" y="3110526"/>
                  </a:lnTo>
                  <a:lnTo>
                    <a:pt x="1083451" y="3098561"/>
                  </a:lnTo>
                  <a:lnTo>
                    <a:pt x="1093212" y="3091071"/>
                  </a:lnTo>
                  <a:lnTo>
                    <a:pt x="1102972" y="3076033"/>
                  </a:lnTo>
                  <a:lnTo>
                    <a:pt x="1112733" y="3060590"/>
                  </a:lnTo>
                  <a:lnTo>
                    <a:pt x="1122494" y="3049865"/>
                  </a:lnTo>
                  <a:lnTo>
                    <a:pt x="1132255" y="3041201"/>
                  </a:lnTo>
                  <a:lnTo>
                    <a:pt x="1142016" y="3030896"/>
                  </a:lnTo>
                  <a:lnTo>
                    <a:pt x="1151776" y="3020512"/>
                  </a:lnTo>
                  <a:lnTo>
                    <a:pt x="1161537" y="3010047"/>
                  </a:lnTo>
                  <a:lnTo>
                    <a:pt x="1171298" y="2994932"/>
                  </a:lnTo>
                  <a:lnTo>
                    <a:pt x="1181059" y="2978885"/>
                  </a:lnTo>
                  <a:lnTo>
                    <a:pt x="1190820" y="2964334"/>
                  </a:lnTo>
                  <a:lnTo>
                    <a:pt x="1200581" y="2951872"/>
                  </a:lnTo>
                  <a:lnTo>
                    <a:pt x="1210341" y="2940245"/>
                  </a:lnTo>
                  <a:lnTo>
                    <a:pt x="1220102" y="2931443"/>
                  </a:lnTo>
                  <a:lnTo>
                    <a:pt x="1229863" y="2913866"/>
                  </a:lnTo>
                  <a:lnTo>
                    <a:pt x="1239624" y="2900930"/>
                  </a:lnTo>
                  <a:lnTo>
                    <a:pt x="1249385" y="2889064"/>
                  </a:lnTo>
                  <a:lnTo>
                    <a:pt x="1259145" y="2877889"/>
                  </a:lnTo>
                  <a:lnTo>
                    <a:pt x="1268906" y="2862960"/>
                  </a:lnTo>
                  <a:lnTo>
                    <a:pt x="1278667" y="2848143"/>
                  </a:lnTo>
                  <a:lnTo>
                    <a:pt x="1288428" y="2834593"/>
                  </a:lnTo>
                  <a:lnTo>
                    <a:pt x="1298189" y="2818214"/>
                  </a:lnTo>
                  <a:lnTo>
                    <a:pt x="1307950" y="2801959"/>
                  </a:lnTo>
                  <a:lnTo>
                    <a:pt x="1317710" y="2788443"/>
                  </a:lnTo>
                  <a:lnTo>
                    <a:pt x="1327471" y="2775786"/>
                  </a:lnTo>
                  <a:lnTo>
                    <a:pt x="1337232" y="2763089"/>
                  </a:lnTo>
                  <a:lnTo>
                    <a:pt x="1346993" y="2750299"/>
                  </a:lnTo>
                  <a:lnTo>
                    <a:pt x="1356754" y="2737265"/>
                  </a:lnTo>
                  <a:lnTo>
                    <a:pt x="1366515" y="2722941"/>
                  </a:lnTo>
                  <a:lnTo>
                    <a:pt x="1376275" y="2708488"/>
                  </a:lnTo>
                  <a:lnTo>
                    <a:pt x="1386036" y="2691678"/>
                  </a:lnTo>
                  <a:lnTo>
                    <a:pt x="1395797" y="2674100"/>
                  </a:lnTo>
                  <a:lnTo>
                    <a:pt x="1405558" y="2661607"/>
                  </a:lnTo>
                  <a:lnTo>
                    <a:pt x="1415319" y="2646680"/>
                  </a:lnTo>
                  <a:lnTo>
                    <a:pt x="1425079" y="2630975"/>
                  </a:lnTo>
                  <a:lnTo>
                    <a:pt x="1434840" y="2617281"/>
                  </a:lnTo>
                  <a:lnTo>
                    <a:pt x="1444601" y="2603493"/>
                  </a:lnTo>
                  <a:lnTo>
                    <a:pt x="1454362" y="2587328"/>
                  </a:lnTo>
                  <a:lnTo>
                    <a:pt x="1464123" y="2569248"/>
                  </a:lnTo>
                  <a:lnTo>
                    <a:pt x="1473884" y="2551107"/>
                  </a:lnTo>
                  <a:lnTo>
                    <a:pt x="1483644" y="2530887"/>
                  </a:lnTo>
                  <a:lnTo>
                    <a:pt x="1493405" y="2512607"/>
                  </a:lnTo>
                  <a:lnTo>
                    <a:pt x="1503166" y="2495503"/>
                  </a:lnTo>
                  <a:lnTo>
                    <a:pt x="1512927" y="2476560"/>
                  </a:lnTo>
                  <a:lnTo>
                    <a:pt x="1522688" y="2457459"/>
                  </a:lnTo>
                  <a:lnTo>
                    <a:pt x="1532448" y="2438201"/>
                  </a:lnTo>
                  <a:lnTo>
                    <a:pt x="1542209" y="2418941"/>
                  </a:lnTo>
                  <a:lnTo>
                    <a:pt x="1551970" y="2398329"/>
                  </a:lnTo>
                  <a:lnTo>
                    <a:pt x="1561731" y="2376819"/>
                  </a:lnTo>
                  <a:lnTo>
                    <a:pt x="1571492" y="2360081"/>
                  </a:lnTo>
                  <a:lnTo>
                    <a:pt x="1581253" y="2340172"/>
                  </a:lnTo>
                  <a:lnTo>
                    <a:pt x="1591013" y="2319838"/>
                  </a:lnTo>
                  <a:lnTo>
                    <a:pt x="1600774" y="2299860"/>
                  </a:lnTo>
                  <a:lnTo>
                    <a:pt x="1610535" y="2279388"/>
                  </a:lnTo>
                  <a:lnTo>
                    <a:pt x="1620296" y="2258826"/>
                  </a:lnTo>
                  <a:lnTo>
                    <a:pt x="1630057" y="2242162"/>
                  </a:lnTo>
                  <a:lnTo>
                    <a:pt x="1639818" y="2227658"/>
                  </a:lnTo>
                  <a:lnTo>
                    <a:pt x="1649578" y="2209598"/>
                  </a:lnTo>
                  <a:lnTo>
                    <a:pt x="1659339" y="2189456"/>
                  </a:lnTo>
                  <a:lnTo>
                    <a:pt x="1669100" y="2172609"/>
                  </a:lnTo>
                  <a:lnTo>
                    <a:pt x="1678861" y="2155667"/>
                  </a:lnTo>
                  <a:lnTo>
                    <a:pt x="1688622" y="2138356"/>
                  </a:lnTo>
                  <a:lnTo>
                    <a:pt x="1698382" y="2115989"/>
                  </a:lnTo>
                  <a:lnTo>
                    <a:pt x="1708143" y="2090832"/>
                  </a:lnTo>
                  <a:lnTo>
                    <a:pt x="1717904" y="2065600"/>
                  </a:lnTo>
                  <a:lnTo>
                    <a:pt x="1727665" y="2044762"/>
                  </a:lnTo>
                  <a:lnTo>
                    <a:pt x="1737426" y="2028411"/>
                  </a:lnTo>
                  <a:lnTo>
                    <a:pt x="1747187" y="2011999"/>
                  </a:lnTo>
                  <a:lnTo>
                    <a:pt x="1756947" y="1995649"/>
                  </a:lnTo>
                  <a:lnTo>
                    <a:pt x="1766708" y="1968003"/>
                  </a:lnTo>
                  <a:lnTo>
                    <a:pt x="1776469" y="1939753"/>
                  </a:lnTo>
                  <a:lnTo>
                    <a:pt x="1786230" y="1911282"/>
                  </a:lnTo>
                  <a:lnTo>
                    <a:pt x="1795991" y="1888729"/>
                  </a:lnTo>
                  <a:lnTo>
                    <a:pt x="1805752" y="1868164"/>
                  </a:lnTo>
                  <a:lnTo>
                    <a:pt x="1815512" y="1847488"/>
                  </a:lnTo>
                  <a:lnTo>
                    <a:pt x="1825273" y="1823865"/>
                  </a:lnTo>
                  <a:lnTo>
                    <a:pt x="1835034" y="1798638"/>
                  </a:lnTo>
                  <a:lnTo>
                    <a:pt x="1844795" y="1773256"/>
                  </a:lnTo>
                  <a:lnTo>
                    <a:pt x="1854556" y="1747719"/>
                  </a:lnTo>
                  <a:lnTo>
                    <a:pt x="1864316" y="1722030"/>
                  </a:lnTo>
                  <a:lnTo>
                    <a:pt x="1874077" y="1696218"/>
                  </a:lnTo>
                  <a:lnTo>
                    <a:pt x="1883838" y="1670326"/>
                  </a:lnTo>
                  <a:lnTo>
                    <a:pt x="1893599" y="1644287"/>
                  </a:lnTo>
                  <a:lnTo>
                    <a:pt x="1903360" y="1618104"/>
                  </a:lnTo>
                  <a:lnTo>
                    <a:pt x="1913121" y="1593017"/>
                  </a:lnTo>
                  <a:lnTo>
                    <a:pt x="1922881" y="1571468"/>
                  </a:lnTo>
                  <a:lnTo>
                    <a:pt x="1932642" y="1549911"/>
                  </a:lnTo>
                  <a:lnTo>
                    <a:pt x="1942403" y="1528302"/>
                  </a:lnTo>
                  <a:lnTo>
                    <a:pt x="1952164" y="1505780"/>
                  </a:lnTo>
                  <a:lnTo>
                    <a:pt x="1961925" y="1479894"/>
                  </a:lnTo>
                  <a:lnTo>
                    <a:pt x="1971685" y="1453885"/>
                  </a:lnTo>
                  <a:lnTo>
                    <a:pt x="1981446" y="1431566"/>
                  </a:lnTo>
                  <a:lnTo>
                    <a:pt x="1991207" y="1409426"/>
                  </a:lnTo>
                  <a:lnTo>
                    <a:pt x="2000968" y="1387203"/>
                  </a:lnTo>
                  <a:lnTo>
                    <a:pt x="2010729" y="1364045"/>
                  </a:lnTo>
                  <a:lnTo>
                    <a:pt x="2020490" y="1341290"/>
                  </a:lnTo>
                  <a:lnTo>
                    <a:pt x="2030250" y="1318534"/>
                  </a:lnTo>
                  <a:lnTo>
                    <a:pt x="2040011" y="1295754"/>
                  </a:lnTo>
                  <a:lnTo>
                    <a:pt x="2049772" y="1272896"/>
                  </a:lnTo>
                  <a:lnTo>
                    <a:pt x="2059533" y="1249961"/>
                  </a:lnTo>
                  <a:lnTo>
                    <a:pt x="2069294" y="1226952"/>
                  </a:lnTo>
                  <a:lnTo>
                    <a:pt x="2079055" y="1203868"/>
                  </a:lnTo>
                  <a:lnTo>
                    <a:pt x="2088815" y="1180713"/>
                  </a:lnTo>
                  <a:lnTo>
                    <a:pt x="2098576" y="1157487"/>
                  </a:lnTo>
                  <a:lnTo>
                    <a:pt x="2108337" y="1134192"/>
                  </a:lnTo>
                  <a:lnTo>
                    <a:pt x="2118098" y="1110829"/>
                  </a:lnTo>
                  <a:lnTo>
                    <a:pt x="2127859" y="1087401"/>
                  </a:lnTo>
                  <a:lnTo>
                    <a:pt x="2137619" y="1064010"/>
                  </a:lnTo>
                  <a:lnTo>
                    <a:pt x="2147380" y="1040569"/>
                  </a:lnTo>
                  <a:lnTo>
                    <a:pt x="2157141" y="1015262"/>
                  </a:lnTo>
                  <a:lnTo>
                    <a:pt x="2166902" y="987782"/>
                  </a:lnTo>
                  <a:lnTo>
                    <a:pt x="2176663" y="960223"/>
                  </a:lnTo>
                  <a:lnTo>
                    <a:pt x="2186424" y="933557"/>
                  </a:lnTo>
                  <a:lnTo>
                    <a:pt x="2196184" y="912723"/>
                  </a:lnTo>
                  <a:lnTo>
                    <a:pt x="2205945" y="886590"/>
                  </a:lnTo>
                  <a:lnTo>
                    <a:pt x="2215706" y="859659"/>
                  </a:lnTo>
                  <a:lnTo>
                    <a:pt x="2225467" y="832666"/>
                  </a:lnTo>
                  <a:lnTo>
                    <a:pt x="2235228" y="805615"/>
                  </a:lnTo>
                  <a:lnTo>
                    <a:pt x="2244988" y="778585"/>
                  </a:lnTo>
                  <a:lnTo>
                    <a:pt x="2254749" y="751541"/>
                  </a:lnTo>
                  <a:lnTo>
                    <a:pt x="2264510" y="724447"/>
                  </a:lnTo>
                  <a:lnTo>
                    <a:pt x="2274271" y="697305"/>
                  </a:lnTo>
                  <a:lnTo>
                    <a:pt x="2284032" y="672624"/>
                  </a:lnTo>
                  <a:lnTo>
                    <a:pt x="2293793" y="648798"/>
                  </a:lnTo>
                  <a:lnTo>
                    <a:pt x="2303553" y="624941"/>
                  </a:lnTo>
                  <a:lnTo>
                    <a:pt x="2313314" y="598274"/>
                  </a:lnTo>
                  <a:lnTo>
                    <a:pt x="2323075" y="571041"/>
                  </a:lnTo>
                  <a:lnTo>
                    <a:pt x="2332836" y="543775"/>
                  </a:lnTo>
                  <a:lnTo>
                    <a:pt x="2342597" y="516479"/>
                  </a:lnTo>
                  <a:lnTo>
                    <a:pt x="2352358" y="489155"/>
                  </a:lnTo>
                  <a:lnTo>
                    <a:pt x="2362118" y="461806"/>
                  </a:lnTo>
                  <a:lnTo>
                    <a:pt x="2371879" y="434434"/>
                  </a:lnTo>
                  <a:lnTo>
                    <a:pt x="2381640" y="406934"/>
                  </a:lnTo>
                  <a:lnTo>
                    <a:pt x="2391401" y="378344"/>
                  </a:lnTo>
                  <a:lnTo>
                    <a:pt x="2401162" y="349738"/>
                  </a:lnTo>
                  <a:lnTo>
                    <a:pt x="2410922" y="321130"/>
                  </a:lnTo>
                  <a:lnTo>
                    <a:pt x="2420683" y="292542"/>
                  </a:lnTo>
                  <a:lnTo>
                    <a:pt x="2430444" y="263946"/>
                  </a:lnTo>
                  <a:lnTo>
                    <a:pt x="2440205" y="235853"/>
                  </a:lnTo>
                  <a:lnTo>
                    <a:pt x="2449966" y="211805"/>
                  </a:lnTo>
                  <a:lnTo>
                    <a:pt x="2459727" y="187726"/>
                  </a:lnTo>
                  <a:lnTo>
                    <a:pt x="2469487" y="160316"/>
                  </a:lnTo>
                  <a:lnTo>
                    <a:pt x="2479248" y="132913"/>
                  </a:lnTo>
                  <a:lnTo>
                    <a:pt x="2489009" y="105521"/>
                  </a:lnTo>
                  <a:lnTo>
                    <a:pt x="2498770" y="78186"/>
                  </a:lnTo>
                  <a:lnTo>
                    <a:pt x="2508531" y="52107"/>
                  </a:lnTo>
                  <a:lnTo>
                    <a:pt x="2518291" y="26044"/>
                  </a:lnTo>
                  <a:lnTo>
                    <a:pt x="252805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611514" y="5219224"/>
              <a:ext cx="2528052" cy="322352"/>
            </a:xfrm>
            <a:custGeom>
              <a:avLst/>
              <a:pathLst>
                <a:path w="2528052" h="322352">
                  <a:moveTo>
                    <a:pt x="2528052" y="0"/>
                  </a:moveTo>
                  <a:lnTo>
                    <a:pt x="2518291" y="864"/>
                  </a:lnTo>
                  <a:lnTo>
                    <a:pt x="2508531" y="969"/>
                  </a:lnTo>
                  <a:lnTo>
                    <a:pt x="2498770" y="1074"/>
                  </a:lnTo>
                  <a:lnTo>
                    <a:pt x="2489009" y="1178"/>
                  </a:lnTo>
                  <a:lnTo>
                    <a:pt x="2479248" y="1283"/>
                  </a:lnTo>
                  <a:lnTo>
                    <a:pt x="2469487" y="1381"/>
                  </a:lnTo>
                  <a:lnTo>
                    <a:pt x="2459727" y="1475"/>
                  </a:lnTo>
                  <a:lnTo>
                    <a:pt x="2449966" y="1568"/>
                  </a:lnTo>
                  <a:lnTo>
                    <a:pt x="2440205" y="2146"/>
                  </a:lnTo>
                  <a:lnTo>
                    <a:pt x="2430444" y="3286"/>
                  </a:lnTo>
                  <a:lnTo>
                    <a:pt x="2420683" y="4424"/>
                  </a:lnTo>
                  <a:lnTo>
                    <a:pt x="2410922" y="5559"/>
                  </a:lnTo>
                  <a:lnTo>
                    <a:pt x="2401162" y="6679"/>
                  </a:lnTo>
                  <a:lnTo>
                    <a:pt x="2391401" y="7796"/>
                  </a:lnTo>
                  <a:lnTo>
                    <a:pt x="2381640" y="8912"/>
                  </a:lnTo>
                  <a:lnTo>
                    <a:pt x="2371879" y="10024"/>
                  </a:lnTo>
                  <a:lnTo>
                    <a:pt x="2362118" y="10445"/>
                  </a:lnTo>
                  <a:lnTo>
                    <a:pt x="2352358" y="10599"/>
                  </a:lnTo>
                  <a:lnTo>
                    <a:pt x="2342597" y="10752"/>
                  </a:lnTo>
                  <a:lnTo>
                    <a:pt x="2332836" y="10905"/>
                  </a:lnTo>
                  <a:lnTo>
                    <a:pt x="2323075" y="11046"/>
                  </a:lnTo>
                  <a:lnTo>
                    <a:pt x="2313314" y="11186"/>
                  </a:lnTo>
                  <a:lnTo>
                    <a:pt x="2303553" y="11326"/>
                  </a:lnTo>
                  <a:lnTo>
                    <a:pt x="2293793" y="11466"/>
                  </a:lnTo>
                  <a:lnTo>
                    <a:pt x="2284032" y="11605"/>
                  </a:lnTo>
                  <a:lnTo>
                    <a:pt x="2274271" y="11745"/>
                  </a:lnTo>
                  <a:lnTo>
                    <a:pt x="2264510" y="11885"/>
                  </a:lnTo>
                  <a:lnTo>
                    <a:pt x="2254749" y="12024"/>
                  </a:lnTo>
                  <a:lnTo>
                    <a:pt x="2244988" y="12163"/>
                  </a:lnTo>
                  <a:lnTo>
                    <a:pt x="2235228" y="12303"/>
                  </a:lnTo>
                  <a:lnTo>
                    <a:pt x="2225467" y="12442"/>
                  </a:lnTo>
                  <a:lnTo>
                    <a:pt x="2215706" y="12581"/>
                  </a:lnTo>
                  <a:lnTo>
                    <a:pt x="2205945" y="12909"/>
                  </a:lnTo>
                  <a:lnTo>
                    <a:pt x="2196184" y="14170"/>
                  </a:lnTo>
                  <a:lnTo>
                    <a:pt x="2186424" y="15428"/>
                  </a:lnTo>
                  <a:lnTo>
                    <a:pt x="2176663" y="16682"/>
                  </a:lnTo>
                  <a:lnTo>
                    <a:pt x="2166902" y="17933"/>
                  </a:lnTo>
                  <a:lnTo>
                    <a:pt x="2157141" y="19181"/>
                  </a:lnTo>
                  <a:lnTo>
                    <a:pt x="2147380" y="20426"/>
                  </a:lnTo>
                  <a:lnTo>
                    <a:pt x="2137619" y="21667"/>
                  </a:lnTo>
                  <a:lnTo>
                    <a:pt x="2127859" y="22905"/>
                  </a:lnTo>
                  <a:lnTo>
                    <a:pt x="2118098" y="24140"/>
                  </a:lnTo>
                  <a:lnTo>
                    <a:pt x="2108337" y="25372"/>
                  </a:lnTo>
                  <a:lnTo>
                    <a:pt x="2098576" y="26587"/>
                  </a:lnTo>
                  <a:lnTo>
                    <a:pt x="2088815" y="27796"/>
                  </a:lnTo>
                  <a:lnTo>
                    <a:pt x="2079055" y="28170"/>
                  </a:lnTo>
                  <a:lnTo>
                    <a:pt x="2069294" y="29626"/>
                  </a:lnTo>
                  <a:lnTo>
                    <a:pt x="2059533" y="30970"/>
                  </a:lnTo>
                  <a:lnTo>
                    <a:pt x="2049772" y="31183"/>
                  </a:lnTo>
                  <a:lnTo>
                    <a:pt x="2040011" y="31396"/>
                  </a:lnTo>
                  <a:lnTo>
                    <a:pt x="2030250" y="31609"/>
                  </a:lnTo>
                  <a:lnTo>
                    <a:pt x="2020490" y="31822"/>
                  </a:lnTo>
                  <a:lnTo>
                    <a:pt x="2010729" y="32034"/>
                  </a:lnTo>
                  <a:lnTo>
                    <a:pt x="2000968" y="32470"/>
                  </a:lnTo>
                  <a:lnTo>
                    <a:pt x="1991207" y="33529"/>
                  </a:lnTo>
                  <a:lnTo>
                    <a:pt x="1981446" y="34586"/>
                  </a:lnTo>
                  <a:lnTo>
                    <a:pt x="1971685" y="35640"/>
                  </a:lnTo>
                  <a:lnTo>
                    <a:pt x="1961925" y="36691"/>
                  </a:lnTo>
                  <a:lnTo>
                    <a:pt x="1952164" y="37532"/>
                  </a:lnTo>
                  <a:lnTo>
                    <a:pt x="1942403" y="38117"/>
                  </a:lnTo>
                  <a:lnTo>
                    <a:pt x="1932642" y="38702"/>
                  </a:lnTo>
                  <a:lnTo>
                    <a:pt x="1922881" y="39538"/>
                  </a:lnTo>
                  <a:lnTo>
                    <a:pt x="1913121" y="40046"/>
                  </a:lnTo>
                  <a:lnTo>
                    <a:pt x="1903360" y="40430"/>
                  </a:lnTo>
                  <a:lnTo>
                    <a:pt x="1893599" y="40998"/>
                  </a:lnTo>
                  <a:lnTo>
                    <a:pt x="1883838" y="41564"/>
                  </a:lnTo>
                  <a:lnTo>
                    <a:pt x="1874077" y="42130"/>
                  </a:lnTo>
                  <a:lnTo>
                    <a:pt x="1864316" y="42695"/>
                  </a:lnTo>
                  <a:lnTo>
                    <a:pt x="1854556" y="43260"/>
                  </a:lnTo>
                  <a:lnTo>
                    <a:pt x="1844795" y="43824"/>
                  </a:lnTo>
                  <a:lnTo>
                    <a:pt x="1835034" y="44387"/>
                  </a:lnTo>
                  <a:lnTo>
                    <a:pt x="1825273" y="44949"/>
                  </a:lnTo>
                  <a:lnTo>
                    <a:pt x="1815512" y="45511"/>
                  </a:lnTo>
                  <a:lnTo>
                    <a:pt x="1805752" y="46072"/>
                  </a:lnTo>
                  <a:lnTo>
                    <a:pt x="1795991" y="46632"/>
                  </a:lnTo>
                  <a:lnTo>
                    <a:pt x="1786230" y="47192"/>
                  </a:lnTo>
                  <a:lnTo>
                    <a:pt x="1776469" y="47751"/>
                  </a:lnTo>
                  <a:lnTo>
                    <a:pt x="1766708" y="48309"/>
                  </a:lnTo>
                  <a:lnTo>
                    <a:pt x="1756947" y="48866"/>
                  </a:lnTo>
                  <a:lnTo>
                    <a:pt x="1747187" y="49423"/>
                  </a:lnTo>
                  <a:lnTo>
                    <a:pt x="1737426" y="49979"/>
                  </a:lnTo>
                  <a:lnTo>
                    <a:pt x="1727665" y="50658"/>
                  </a:lnTo>
                  <a:lnTo>
                    <a:pt x="1717904" y="51333"/>
                  </a:lnTo>
                  <a:lnTo>
                    <a:pt x="1708143" y="52254"/>
                  </a:lnTo>
                  <a:lnTo>
                    <a:pt x="1698382" y="53259"/>
                  </a:lnTo>
                  <a:lnTo>
                    <a:pt x="1688622" y="54927"/>
                  </a:lnTo>
                  <a:lnTo>
                    <a:pt x="1678861" y="56522"/>
                  </a:lnTo>
                  <a:lnTo>
                    <a:pt x="1669100" y="57187"/>
                  </a:lnTo>
                  <a:lnTo>
                    <a:pt x="1659339" y="56568"/>
                  </a:lnTo>
                  <a:lnTo>
                    <a:pt x="1649578" y="58176"/>
                  </a:lnTo>
                  <a:lnTo>
                    <a:pt x="1639818" y="59754"/>
                  </a:lnTo>
                  <a:lnTo>
                    <a:pt x="1630057" y="61326"/>
                  </a:lnTo>
                  <a:lnTo>
                    <a:pt x="1620296" y="62376"/>
                  </a:lnTo>
                  <a:lnTo>
                    <a:pt x="1610535" y="62210"/>
                  </a:lnTo>
                  <a:lnTo>
                    <a:pt x="1600774" y="62037"/>
                  </a:lnTo>
                  <a:lnTo>
                    <a:pt x="1591013" y="61900"/>
                  </a:lnTo>
                  <a:lnTo>
                    <a:pt x="1581253" y="64256"/>
                  </a:lnTo>
                  <a:lnTo>
                    <a:pt x="1571492" y="66174"/>
                  </a:lnTo>
                  <a:lnTo>
                    <a:pt x="1561731" y="66819"/>
                  </a:lnTo>
                  <a:lnTo>
                    <a:pt x="1551970" y="67440"/>
                  </a:lnTo>
                  <a:lnTo>
                    <a:pt x="1542209" y="68031"/>
                  </a:lnTo>
                  <a:lnTo>
                    <a:pt x="1532448" y="68616"/>
                  </a:lnTo>
                  <a:lnTo>
                    <a:pt x="1522688" y="69185"/>
                  </a:lnTo>
                  <a:lnTo>
                    <a:pt x="1512927" y="69753"/>
                  </a:lnTo>
                  <a:lnTo>
                    <a:pt x="1503166" y="69387"/>
                  </a:lnTo>
                  <a:lnTo>
                    <a:pt x="1493405" y="69094"/>
                  </a:lnTo>
                  <a:lnTo>
                    <a:pt x="1483644" y="69840"/>
                  </a:lnTo>
                  <a:lnTo>
                    <a:pt x="1473884" y="70814"/>
                  </a:lnTo>
                  <a:lnTo>
                    <a:pt x="1464123" y="72726"/>
                  </a:lnTo>
                  <a:lnTo>
                    <a:pt x="1454362" y="73315"/>
                  </a:lnTo>
                  <a:lnTo>
                    <a:pt x="1444601" y="73792"/>
                  </a:lnTo>
                  <a:lnTo>
                    <a:pt x="1434840" y="74299"/>
                  </a:lnTo>
                  <a:lnTo>
                    <a:pt x="1425079" y="74623"/>
                  </a:lnTo>
                  <a:lnTo>
                    <a:pt x="1415319" y="75024"/>
                  </a:lnTo>
                  <a:lnTo>
                    <a:pt x="1405558" y="75882"/>
                  </a:lnTo>
                  <a:lnTo>
                    <a:pt x="1395797" y="77280"/>
                  </a:lnTo>
                  <a:lnTo>
                    <a:pt x="1386036" y="77682"/>
                  </a:lnTo>
                  <a:lnTo>
                    <a:pt x="1376275" y="78015"/>
                  </a:lnTo>
                  <a:lnTo>
                    <a:pt x="1366515" y="78655"/>
                  </a:lnTo>
                  <a:lnTo>
                    <a:pt x="1356754" y="79813"/>
                  </a:lnTo>
                  <a:lnTo>
                    <a:pt x="1346993" y="81832"/>
                  </a:lnTo>
                  <a:lnTo>
                    <a:pt x="1337232" y="82385"/>
                  </a:lnTo>
                  <a:lnTo>
                    <a:pt x="1327471" y="82936"/>
                  </a:lnTo>
                  <a:lnTo>
                    <a:pt x="1317710" y="83480"/>
                  </a:lnTo>
                  <a:lnTo>
                    <a:pt x="1307950" y="84006"/>
                  </a:lnTo>
                  <a:lnTo>
                    <a:pt x="1298189" y="85941"/>
                  </a:lnTo>
                  <a:lnTo>
                    <a:pt x="1288428" y="87948"/>
                  </a:lnTo>
                  <a:lnTo>
                    <a:pt x="1278667" y="89077"/>
                  </a:lnTo>
                  <a:lnTo>
                    <a:pt x="1268906" y="90933"/>
                  </a:lnTo>
                  <a:lnTo>
                    <a:pt x="1259145" y="90747"/>
                  </a:lnTo>
                  <a:lnTo>
                    <a:pt x="1249385" y="90628"/>
                  </a:lnTo>
                  <a:lnTo>
                    <a:pt x="1239624" y="91211"/>
                  </a:lnTo>
                  <a:lnTo>
                    <a:pt x="1229863" y="91818"/>
                  </a:lnTo>
                  <a:lnTo>
                    <a:pt x="1220102" y="92424"/>
                  </a:lnTo>
                  <a:lnTo>
                    <a:pt x="1210341" y="93456"/>
                  </a:lnTo>
                  <a:lnTo>
                    <a:pt x="1200581" y="95274"/>
                  </a:lnTo>
                  <a:lnTo>
                    <a:pt x="1190820" y="97100"/>
                  </a:lnTo>
                  <a:lnTo>
                    <a:pt x="1181059" y="98916"/>
                  </a:lnTo>
                  <a:lnTo>
                    <a:pt x="1171298" y="100676"/>
                  </a:lnTo>
                  <a:lnTo>
                    <a:pt x="1161537" y="102418"/>
                  </a:lnTo>
                  <a:lnTo>
                    <a:pt x="1151776" y="104152"/>
                  </a:lnTo>
                  <a:lnTo>
                    <a:pt x="1142016" y="104765"/>
                  </a:lnTo>
                  <a:lnTo>
                    <a:pt x="1132255" y="105730"/>
                  </a:lnTo>
                  <a:lnTo>
                    <a:pt x="1122494" y="107922"/>
                  </a:lnTo>
                  <a:lnTo>
                    <a:pt x="1112733" y="110101"/>
                  </a:lnTo>
                  <a:lnTo>
                    <a:pt x="1102972" y="112267"/>
                  </a:lnTo>
                  <a:lnTo>
                    <a:pt x="1093212" y="114422"/>
                  </a:lnTo>
                  <a:lnTo>
                    <a:pt x="1083451" y="116321"/>
                  </a:lnTo>
                  <a:lnTo>
                    <a:pt x="1073690" y="117167"/>
                  </a:lnTo>
                  <a:lnTo>
                    <a:pt x="1063929" y="117076"/>
                  </a:lnTo>
                  <a:lnTo>
                    <a:pt x="1054168" y="117833"/>
                  </a:lnTo>
                  <a:lnTo>
                    <a:pt x="1044407" y="117788"/>
                  </a:lnTo>
                  <a:lnTo>
                    <a:pt x="1034647" y="117989"/>
                  </a:lnTo>
                  <a:lnTo>
                    <a:pt x="1024886" y="118870"/>
                  </a:lnTo>
                  <a:lnTo>
                    <a:pt x="1015125" y="119228"/>
                  </a:lnTo>
                  <a:lnTo>
                    <a:pt x="1005364" y="121167"/>
                  </a:lnTo>
                  <a:lnTo>
                    <a:pt x="995603" y="122778"/>
                  </a:lnTo>
                  <a:lnTo>
                    <a:pt x="985842" y="124278"/>
                  </a:lnTo>
                  <a:lnTo>
                    <a:pt x="976082" y="125615"/>
                  </a:lnTo>
                  <a:lnTo>
                    <a:pt x="966321" y="127405"/>
                  </a:lnTo>
                  <a:lnTo>
                    <a:pt x="956560" y="129872"/>
                  </a:lnTo>
                  <a:lnTo>
                    <a:pt x="946799" y="132282"/>
                  </a:lnTo>
                  <a:lnTo>
                    <a:pt x="937038" y="134661"/>
                  </a:lnTo>
                  <a:lnTo>
                    <a:pt x="927278" y="136502"/>
                  </a:lnTo>
                  <a:lnTo>
                    <a:pt x="917517" y="137496"/>
                  </a:lnTo>
                  <a:lnTo>
                    <a:pt x="907756" y="139674"/>
                  </a:lnTo>
                  <a:lnTo>
                    <a:pt x="897995" y="141832"/>
                  </a:lnTo>
                  <a:lnTo>
                    <a:pt x="888234" y="143976"/>
                  </a:lnTo>
                  <a:lnTo>
                    <a:pt x="878473" y="146107"/>
                  </a:lnTo>
                  <a:lnTo>
                    <a:pt x="868713" y="148600"/>
                  </a:lnTo>
                  <a:lnTo>
                    <a:pt x="858952" y="150275"/>
                  </a:lnTo>
                  <a:lnTo>
                    <a:pt x="849191" y="152364"/>
                  </a:lnTo>
                  <a:lnTo>
                    <a:pt x="839430" y="154413"/>
                  </a:lnTo>
                  <a:lnTo>
                    <a:pt x="829669" y="155445"/>
                  </a:lnTo>
                  <a:lnTo>
                    <a:pt x="819909" y="156318"/>
                  </a:lnTo>
                  <a:lnTo>
                    <a:pt x="810148" y="158329"/>
                  </a:lnTo>
                  <a:lnTo>
                    <a:pt x="800387" y="159751"/>
                  </a:lnTo>
                  <a:lnTo>
                    <a:pt x="790626" y="161143"/>
                  </a:lnTo>
                  <a:lnTo>
                    <a:pt x="780865" y="162724"/>
                  </a:lnTo>
                  <a:lnTo>
                    <a:pt x="771104" y="164760"/>
                  </a:lnTo>
                  <a:lnTo>
                    <a:pt x="761344" y="165650"/>
                  </a:lnTo>
                  <a:lnTo>
                    <a:pt x="751583" y="166375"/>
                  </a:lnTo>
                  <a:lnTo>
                    <a:pt x="741822" y="167538"/>
                  </a:lnTo>
                  <a:lnTo>
                    <a:pt x="732061" y="169972"/>
                  </a:lnTo>
                  <a:lnTo>
                    <a:pt x="722300" y="171502"/>
                  </a:lnTo>
                  <a:lnTo>
                    <a:pt x="712539" y="173065"/>
                  </a:lnTo>
                  <a:lnTo>
                    <a:pt x="702779" y="174886"/>
                  </a:lnTo>
                  <a:lnTo>
                    <a:pt x="693018" y="177450"/>
                  </a:lnTo>
                  <a:lnTo>
                    <a:pt x="683257" y="180151"/>
                  </a:lnTo>
                  <a:lnTo>
                    <a:pt x="673496" y="182591"/>
                  </a:lnTo>
                  <a:lnTo>
                    <a:pt x="663735" y="184828"/>
                  </a:lnTo>
                  <a:lnTo>
                    <a:pt x="653975" y="186907"/>
                  </a:lnTo>
                  <a:lnTo>
                    <a:pt x="644214" y="187698"/>
                  </a:lnTo>
                  <a:lnTo>
                    <a:pt x="634453" y="189365"/>
                  </a:lnTo>
                  <a:lnTo>
                    <a:pt x="624692" y="191504"/>
                  </a:lnTo>
                  <a:lnTo>
                    <a:pt x="614931" y="193747"/>
                  </a:lnTo>
                  <a:lnTo>
                    <a:pt x="605170" y="195979"/>
                  </a:lnTo>
                  <a:lnTo>
                    <a:pt x="595410" y="198193"/>
                  </a:lnTo>
                  <a:lnTo>
                    <a:pt x="585649" y="200385"/>
                  </a:lnTo>
                  <a:lnTo>
                    <a:pt x="575888" y="202561"/>
                  </a:lnTo>
                  <a:lnTo>
                    <a:pt x="566127" y="204266"/>
                  </a:lnTo>
                  <a:lnTo>
                    <a:pt x="556366" y="206859"/>
                  </a:lnTo>
                  <a:lnTo>
                    <a:pt x="546606" y="208990"/>
                  </a:lnTo>
                  <a:lnTo>
                    <a:pt x="536845" y="211205"/>
                  </a:lnTo>
                  <a:lnTo>
                    <a:pt x="527084" y="213522"/>
                  </a:lnTo>
                  <a:lnTo>
                    <a:pt x="517323" y="216060"/>
                  </a:lnTo>
                  <a:lnTo>
                    <a:pt x="507562" y="217727"/>
                  </a:lnTo>
                  <a:lnTo>
                    <a:pt x="497801" y="220132"/>
                  </a:lnTo>
                  <a:lnTo>
                    <a:pt x="488041" y="222495"/>
                  </a:lnTo>
                  <a:lnTo>
                    <a:pt x="478280" y="224954"/>
                  </a:lnTo>
                  <a:lnTo>
                    <a:pt x="468519" y="227178"/>
                  </a:lnTo>
                  <a:lnTo>
                    <a:pt x="458758" y="229420"/>
                  </a:lnTo>
                  <a:lnTo>
                    <a:pt x="448997" y="231563"/>
                  </a:lnTo>
                  <a:lnTo>
                    <a:pt x="439236" y="234108"/>
                  </a:lnTo>
                  <a:lnTo>
                    <a:pt x="429476" y="236065"/>
                  </a:lnTo>
                  <a:lnTo>
                    <a:pt x="419715" y="238528"/>
                  </a:lnTo>
                  <a:lnTo>
                    <a:pt x="409954" y="241086"/>
                  </a:lnTo>
                  <a:lnTo>
                    <a:pt x="400193" y="243279"/>
                  </a:lnTo>
                  <a:lnTo>
                    <a:pt x="390432" y="245164"/>
                  </a:lnTo>
                  <a:lnTo>
                    <a:pt x="380672" y="247552"/>
                  </a:lnTo>
                  <a:lnTo>
                    <a:pt x="370911" y="249913"/>
                  </a:lnTo>
                  <a:lnTo>
                    <a:pt x="361150" y="252637"/>
                  </a:lnTo>
                  <a:lnTo>
                    <a:pt x="351389" y="254339"/>
                  </a:lnTo>
                  <a:lnTo>
                    <a:pt x="341628" y="256593"/>
                  </a:lnTo>
                  <a:lnTo>
                    <a:pt x="331867" y="258874"/>
                  </a:lnTo>
                  <a:lnTo>
                    <a:pt x="322107" y="261132"/>
                  </a:lnTo>
                  <a:lnTo>
                    <a:pt x="312346" y="263373"/>
                  </a:lnTo>
                  <a:lnTo>
                    <a:pt x="302585" y="265598"/>
                  </a:lnTo>
                  <a:lnTo>
                    <a:pt x="292824" y="267950"/>
                  </a:lnTo>
                  <a:lnTo>
                    <a:pt x="283063" y="269858"/>
                  </a:lnTo>
                  <a:lnTo>
                    <a:pt x="273303" y="271938"/>
                  </a:lnTo>
                  <a:lnTo>
                    <a:pt x="263542" y="274024"/>
                  </a:lnTo>
                  <a:lnTo>
                    <a:pt x="253781" y="275738"/>
                  </a:lnTo>
                  <a:lnTo>
                    <a:pt x="244020" y="277438"/>
                  </a:lnTo>
                  <a:lnTo>
                    <a:pt x="234259" y="279257"/>
                  </a:lnTo>
                  <a:lnTo>
                    <a:pt x="224498" y="281676"/>
                  </a:lnTo>
                  <a:lnTo>
                    <a:pt x="214738" y="283511"/>
                  </a:lnTo>
                  <a:lnTo>
                    <a:pt x="204977" y="285230"/>
                  </a:lnTo>
                  <a:lnTo>
                    <a:pt x="195216" y="287603"/>
                  </a:lnTo>
                  <a:lnTo>
                    <a:pt x="185455" y="289631"/>
                  </a:lnTo>
                  <a:lnTo>
                    <a:pt x="175694" y="291177"/>
                  </a:lnTo>
                  <a:lnTo>
                    <a:pt x="165933" y="292504"/>
                  </a:lnTo>
                  <a:lnTo>
                    <a:pt x="156173" y="294175"/>
                  </a:lnTo>
                  <a:lnTo>
                    <a:pt x="146412" y="295784"/>
                  </a:lnTo>
                  <a:lnTo>
                    <a:pt x="136651" y="297258"/>
                  </a:lnTo>
                  <a:lnTo>
                    <a:pt x="126890" y="298753"/>
                  </a:lnTo>
                  <a:lnTo>
                    <a:pt x="117129" y="300983"/>
                  </a:lnTo>
                  <a:lnTo>
                    <a:pt x="107369" y="302702"/>
                  </a:lnTo>
                  <a:lnTo>
                    <a:pt x="97608" y="304389"/>
                  </a:lnTo>
                  <a:lnTo>
                    <a:pt x="87847" y="306534"/>
                  </a:lnTo>
                  <a:lnTo>
                    <a:pt x="78086" y="308049"/>
                  </a:lnTo>
                  <a:lnTo>
                    <a:pt x="68325" y="310008"/>
                  </a:lnTo>
                  <a:lnTo>
                    <a:pt x="58564" y="311750"/>
                  </a:lnTo>
                  <a:lnTo>
                    <a:pt x="48804" y="313256"/>
                  </a:lnTo>
                  <a:lnTo>
                    <a:pt x="39043" y="315095"/>
                  </a:lnTo>
                  <a:lnTo>
                    <a:pt x="29282" y="316399"/>
                  </a:lnTo>
                  <a:lnTo>
                    <a:pt x="19521" y="318346"/>
                  </a:lnTo>
                  <a:lnTo>
                    <a:pt x="9760" y="320371"/>
                  </a:lnTo>
                  <a:lnTo>
                    <a:pt x="0" y="3223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611514" y="4926000"/>
              <a:ext cx="2528052" cy="736993"/>
            </a:xfrm>
            <a:custGeom>
              <a:avLst/>
              <a:pathLst>
                <a:path w="2528052" h="736993">
                  <a:moveTo>
                    <a:pt x="0" y="0"/>
                  </a:moveTo>
                  <a:lnTo>
                    <a:pt x="9760" y="8246"/>
                  </a:lnTo>
                  <a:lnTo>
                    <a:pt x="19521" y="15156"/>
                  </a:lnTo>
                  <a:lnTo>
                    <a:pt x="29282" y="21741"/>
                  </a:lnTo>
                  <a:lnTo>
                    <a:pt x="39043" y="28011"/>
                  </a:lnTo>
                  <a:lnTo>
                    <a:pt x="48804" y="34377"/>
                  </a:lnTo>
                  <a:lnTo>
                    <a:pt x="58564" y="41146"/>
                  </a:lnTo>
                  <a:lnTo>
                    <a:pt x="68325" y="47506"/>
                  </a:lnTo>
                  <a:lnTo>
                    <a:pt x="78086" y="53831"/>
                  </a:lnTo>
                  <a:lnTo>
                    <a:pt x="87847" y="60384"/>
                  </a:lnTo>
                  <a:lnTo>
                    <a:pt x="97608" y="67357"/>
                  </a:lnTo>
                  <a:lnTo>
                    <a:pt x="107369" y="74267"/>
                  </a:lnTo>
                  <a:lnTo>
                    <a:pt x="117129" y="80303"/>
                  </a:lnTo>
                  <a:lnTo>
                    <a:pt x="126890" y="85224"/>
                  </a:lnTo>
                  <a:lnTo>
                    <a:pt x="136651" y="91515"/>
                  </a:lnTo>
                  <a:lnTo>
                    <a:pt x="146412" y="98857"/>
                  </a:lnTo>
                  <a:lnTo>
                    <a:pt x="156173" y="106066"/>
                  </a:lnTo>
                  <a:lnTo>
                    <a:pt x="165933" y="109625"/>
                  </a:lnTo>
                  <a:lnTo>
                    <a:pt x="175694" y="114207"/>
                  </a:lnTo>
                  <a:lnTo>
                    <a:pt x="185455" y="118864"/>
                  </a:lnTo>
                  <a:lnTo>
                    <a:pt x="195216" y="122699"/>
                  </a:lnTo>
                  <a:lnTo>
                    <a:pt x="204977" y="126513"/>
                  </a:lnTo>
                  <a:lnTo>
                    <a:pt x="214738" y="131169"/>
                  </a:lnTo>
                  <a:lnTo>
                    <a:pt x="224498" y="135977"/>
                  </a:lnTo>
                  <a:lnTo>
                    <a:pt x="234259" y="141314"/>
                  </a:lnTo>
                  <a:lnTo>
                    <a:pt x="244020" y="146740"/>
                  </a:lnTo>
                  <a:lnTo>
                    <a:pt x="253781" y="150840"/>
                  </a:lnTo>
                  <a:lnTo>
                    <a:pt x="263542" y="157141"/>
                  </a:lnTo>
                  <a:lnTo>
                    <a:pt x="273303" y="163637"/>
                  </a:lnTo>
                  <a:lnTo>
                    <a:pt x="283063" y="168353"/>
                  </a:lnTo>
                  <a:lnTo>
                    <a:pt x="292824" y="171789"/>
                  </a:lnTo>
                  <a:lnTo>
                    <a:pt x="302585" y="175239"/>
                  </a:lnTo>
                  <a:lnTo>
                    <a:pt x="312346" y="178689"/>
                  </a:lnTo>
                  <a:lnTo>
                    <a:pt x="322107" y="183361"/>
                  </a:lnTo>
                  <a:lnTo>
                    <a:pt x="331867" y="188500"/>
                  </a:lnTo>
                  <a:lnTo>
                    <a:pt x="341628" y="194719"/>
                  </a:lnTo>
                  <a:lnTo>
                    <a:pt x="351389" y="199238"/>
                  </a:lnTo>
                  <a:lnTo>
                    <a:pt x="361150" y="203329"/>
                  </a:lnTo>
                  <a:lnTo>
                    <a:pt x="370911" y="208024"/>
                  </a:lnTo>
                  <a:lnTo>
                    <a:pt x="380672" y="211599"/>
                  </a:lnTo>
                  <a:lnTo>
                    <a:pt x="390432" y="215175"/>
                  </a:lnTo>
                  <a:lnTo>
                    <a:pt x="400193" y="218404"/>
                  </a:lnTo>
                  <a:lnTo>
                    <a:pt x="409954" y="221522"/>
                  </a:lnTo>
                  <a:lnTo>
                    <a:pt x="419715" y="225334"/>
                  </a:lnTo>
                  <a:lnTo>
                    <a:pt x="429476" y="229232"/>
                  </a:lnTo>
                  <a:lnTo>
                    <a:pt x="439236" y="233590"/>
                  </a:lnTo>
                  <a:lnTo>
                    <a:pt x="448997" y="237695"/>
                  </a:lnTo>
                  <a:lnTo>
                    <a:pt x="458758" y="242636"/>
                  </a:lnTo>
                  <a:lnTo>
                    <a:pt x="468519" y="245764"/>
                  </a:lnTo>
                  <a:lnTo>
                    <a:pt x="478280" y="249578"/>
                  </a:lnTo>
                  <a:lnTo>
                    <a:pt x="488041" y="252975"/>
                  </a:lnTo>
                  <a:lnTo>
                    <a:pt x="497801" y="256115"/>
                  </a:lnTo>
                  <a:lnTo>
                    <a:pt x="507562" y="259772"/>
                  </a:lnTo>
                  <a:lnTo>
                    <a:pt x="517323" y="262522"/>
                  </a:lnTo>
                  <a:lnTo>
                    <a:pt x="527084" y="265005"/>
                  </a:lnTo>
                  <a:lnTo>
                    <a:pt x="536845" y="268200"/>
                  </a:lnTo>
                  <a:lnTo>
                    <a:pt x="546606" y="270809"/>
                  </a:lnTo>
                  <a:lnTo>
                    <a:pt x="556366" y="274439"/>
                  </a:lnTo>
                  <a:lnTo>
                    <a:pt x="566127" y="279504"/>
                  </a:lnTo>
                  <a:lnTo>
                    <a:pt x="575888" y="282412"/>
                  </a:lnTo>
                  <a:lnTo>
                    <a:pt x="585649" y="285908"/>
                  </a:lnTo>
                  <a:lnTo>
                    <a:pt x="595410" y="289075"/>
                  </a:lnTo>
                  <a:lnTo>
                    <a:pt x="605170" y="292237"/>
                  </a:lnTo>
                  <a:lnTo>
                    <a:pt x="614931" y="295388"/>
                  </a:lnTo>
                  <a:lnTo>
                    <a:pt x="624692" y="297975"/>
                  </a:lnTo>
                  <a:lnTo>
                    <a:pt x="634453" y="300575"/>
                  </a:lnTo>
                  <a:lnTo>
                    <a:pt x="644214" y="303510"/>
                  </a:lnTo>
                  <a:lnTo>
                    <a:pt x="653975" y="305520"/>
                  </a:lnTo>
                  <a:lnTo>
                    <a:pt x="663735" y="308892"/>
                  </a:lnTo>
                  <a:lnTo>
                    <a:pt x="673496" y="312647"/>
                  </a:lnTo>
                  <a:lnTo>
                    <a:pt x="683257" y="316587"/>
                  </a:lnTo>
                  <a:lnTo>
                    <a:pt x="693018" y="319907"/>
                  </a:lnTo>
                  <a:lnTo>
                    <a:pt x="702779" y="322886"/>
                  </a:lnTo>
                  <a:lnTo>
                    <a:pt x="712539" y="325431"/>
                  </a:lnTo>
                  <a:lnTo>
                    <a:pt x="722300" y="328611"/>
                  </a:lnTo>
                  <a:lnTo>
                    <a:pt x="732061" y="331280"/>
                  </a:lnTo>
                  <a:lnTo>
                    <a:pt x="741822" y="333780"/>
                  </a:lnTo>
                  <a:lnTo>
                    <a:pt x="751583" y="337075"/>
                  </a:lnTo>
                  <a:lnTo>
                    <a:pt x="761344" y="339646"/>
                  </a:lnTo>
                  <a:lnTo>
                    <a:pt x="771104" y="342252"/>
                  </a:lnTo>
                  <a:lnTo>
                    <a:pt x="780865" y="345128"/>
                  </a:lnTo>
                  <a:lnTo>
                    <a:pt x="790626" y="348674"/>
                  </a:lnTo>
                  <a:lnTo>
                    <a:pt x="800387" y="350616"/>
                  </a:lnTo>
                  <a:lnTo>
                    <a:pt x="810148" y="352363"/>
                  </a:lnTo>
                  <a:lnTo>
                    <a:pt x="819909" y="354492"/>
                  </a:lnTo>
                  <a:lnTo>
                    <a:pt x="829669" y="356386"/>
                  </a:lnTo>
                  <a:lnTo>
                    <a:pt x="839430" y="359560"/>
                  </a:lnTo>
                  <a:lnTo>
                    <a:pt x="849191" y="362015"/>
                  </a:lnTo>
                  <a:lnTo>
                    <a:pt x="858952" y="363522"/>
                  </a:lnTo>
                  <a:lnTo>
                    <a:pt x="868713" y="366371"/>
                  </a:lnTo>
                  <a:lnTo>
                    <a:pt x="878473" y="369202"/>
                  </a:lnTo>
                  <a:lnTo>
                    <a:pt x="888234" y="370896"/>
                  </a:lnTo>
                  <a:lnTo>
                    <a:pt x="897995" y="373461"/>
                  </a:lnTo>
                  <a:lnTo>
                    <a:pt x="907756" y="375759"/>
                  </a:lnTo>
                  <a:lnTo>
                    <a:pt x="917517" y="377913"/>
                  </a:lnTo>
                  <a:lnTo>
                    <a:pt x="927278" y="380064"/>
                  </a:lnTo>
                  <a:lnTo>
                    <a:pt x="937038" y="382205"/>
                  </a:lnTo>
                  <a:lnTo>
                    <a:pt x="946799" y="383868"/>
                  </a:lnTo>
                  <a:lnTo>
                    <a:pt x="956560" y="385887"/>
                  </a:lnTo>
                  <a:lnTo>
                    <a:pt x="966321" y="388485"/>
                  </a:lnTo>
                  <a:lnTo>
                    <a:pt x="976082" y="390600"/>
                  </a:lnTo>
                  <a:lnTo>
                    <a:pt x="985842" y="393072"/>
                  </a:lnTo>
                  <a:lnTo>
                    <a:pt x="995603" y="395883"/>
                  </a:lnTo>
                  <a:lnTo>
                    <a:pt x="1005364" y="397189"/>
                  </a:lnTo>
                  <a:lnTo>
                    <a:pt x="1015125" y="398837"/>
                  </a:lnTo>
                  <a:lnTo>
                    <a:pt x="1024886" y="400525"/>
                  </a:lnTo>
                  <a:lnTo>
                    <a:pt x="1034647" y="401018"/>
                  </a:lnTo>
                  <a:lnTo>
                    <a:pt x="1044407" y="402282"/>
                  </a:lnTo>
                  <a:lnTo>
                    <a:pt x="1054168" y="403755"/>
                  </a:lnTo>
                  <a:lnTo>
                    <a:pt x="1063929" y="405644"/>
                  </a:lnTo>
                  <a:lnTo>
                    <a:pt x="1073690" y="407886"/>
                  </a:lnTo>
                  <a:lnTo>
                    <a:pt x="1083451" y="410750"/>
                  </a:lnTo>
                  <a:lnTo>
                    <a:pt x="1093212" y="413379"/>
                  </a:lnTo>
                  <a:lnTo>
                    <a:pt x="1102972" y="414635"/>
                  </a:lnTo>
                  <a:lnTo>
                    <a:pt x="1112733" y="416401"/>
                  </a:lnTo>
                  <a:lnTo>
                    <a:pt x="1122494" y="418816"/>
                  </a:lnTo>
                  <a:lnTo>
                    <a:pt x="1132255" y="421261"/>
                  </a:lnTo>
                  <a:lnTo>
                    <a:pt x="1142016" y="422454"/>
                  </a:lnTo>
                  <a:lnTo>
                    <a:pt x="1151776" y="423486"/>
                  </a:lnTo>
                  <a:lnTo>
                    <a:pt x="1161537" y="424515"/>
                  </a:lnTo>
                  <a:lnTo>
                    <a:pt x="1171298" y="425369"/>
                  </a:lnTo>
                  <a:lnTo>
                    <a:pt x="1181059" y="425741"/>
                  </a:lnTo>
                  <a:lnTo>
                    <a:pt x="1190820" y="427585"/>
                  </a:lnTo>
                  <a:lnTo>
                    <a:pt x="1200581" y="429081"/>
                  </a:lnTo>
                  <a:lnTo>
                    <a:pt x="1210341" y="429574"/>
                  </a:lnTo>
                  <a:lnTo>
                    <a:pt x="1220102" y="430570"/>
                  </a:lnTo>
                  <a:lnTo>
                    <a:pt x="1229863" y="431551"/>
                  </a:lnTo>
                  <a:lnTo>
                    <a:pt x="1239624" y="432532"/>
                  </a:lnTo>
                  <a:lnTo>
                    <a:pt x="1249385" y="433887"/>
                  </a:lnTo>
                  <a:lnTo>
                    <a:pt x="1259145" y="434583"/>
                  </a:lnTo>
                  <a:lnTo>
                    <a:pt x="1268906" y="436444"/>
                  </a:lnTo>
                  <a:lnTo>
                    <a:pt x="1278667" y="438403"/>
                  </a:lnTo>
                  <a:lnTo>
                    <a:pt x="1288428" y="440361"/>
                  </a:lnTo>
                  <a:lnTo>
                    <a:pt x="1298189" y="441562"/>
                  </a:lnTo>
                  <a:lnTo>
                    <a:pt x="1307950" y="443120"/>
                  </a:lnTo>
                  <a:lnTo>
                    <a:pt x="1317710" y="445077"/>
                  </a:lnTo>
                  <a:lnTo>
                    <a:pt x="1327471" y="447025"/>
                  </a:lnTo>
                  <a:lnTo>
                    <a:pt x="1337232" y="448137"/>
                  </a:lnTo>
                  <a:lnTo>
                    <a:pt x="1346993" y="450276"/>
                  </a:lnTo>
                  <a:lnTo>
                    <a:pt x="1356754" y="452872"/>
                  </a:lnTo>
                  <a:lnTo>
                    <a:pt x="1366515" y="452952"/>
                  </a:lnTo>
                  <a:lnTo>
                    <a:pt x="1376275" y="455155"/>
                  </a:lnTo>
                  <a:lnTo>
                    <a:pt x="1386036" y="456280"/>
                  </a:lnTo>
                  <a:lnTo>
                    <a:pt x="1395797" y="457542"/>
                  </a:lnTo>
                  <a:lnTo>
                    <a:pt x="1405558" y="458394"/>
                  </a:lnTo>
                  <a:lnTo>
                    <a:pt x="1415319" y="459932"/>
                  </a:lnTo>
                  <a:lnTo>
                    <a:pt x="1425079" y="461812"/>
                  </a:lnTo>
                  <a:lnTo>
                    <a:pt x="1434840" y="463254"/>
                  </a:lnTo>
                  <a:lnTo>
                    <a:pt x="1444601" y="464626"/>
                  </a:lnTo>
                  <a:lnTo>
                    <a:pt x="1454362" y="465576"/>
                  </a:lnTo>
                  <a:lnTo>
                    <a:pt x="1464123" y="466617"/>
                  </a:lnTo>
                  <a:lnTo>
                    <a:pt x="1473884" y="467707"/>
                  </a:lnTo>
                  <a:lnTo>
                    <a:pt x="1483644" y="468393"/>
                  </a:lnTo>
                  <a:lnTo>
                    <a:pt x="1493405" y="469323"/>
                  </a:lnTo>
                  <a:lnTo>
                    <a:pt x="1503166" y="470644"/>
                  </a:lnTo>
                  <a:lnTo>
                    <a:pt x="1512927" y="472519"/>
                  </a:lnTo>
                  <a:lnTo>
                    <a:pt x="1522688" y="473713"/>
                  </a:lnTo>
                  <a:lnTo>
                    <a:pt x="1532448" y="474877"/>
                  </a:lnTo>
                  <a:lnTo>
                    <a:pt x="1542209" y="475549"/>
                  </a:lnTo>
                  <a:lnTo>
                    <a:pt x="1551970" y="475577"/>
                  </a:lnTo>
                  <a:lnTo>
                    <a:pt x="1561731" y="476564"/>
                  </a:lnTo>
                  <a:lnTo>
                    <a:pt x="1571492" y="476951"/>
                  </a:lnTo>
                  <a:lnTo>
                    <a:pt x="1581253" y="477662"/>
                  </a:lnTo>
                  <a:lnTo>
                    <a:pt x="1591013" y="478428"/>
                  </a:lnTo>
                  <a:lnTo>
                    <a:pt x="1600774" y="479390"/>
                  </a:lnTo>
                  <a:lnTo>
                    <a:pt x="1610535" y="480298"/>
                  </a:lnTo>
                  <a:lnTo>
                    <a:pt x="1620296" y="481191"/>
                  </a:lnTo>
                  <a:lnTo>
                    <a:pt x="1630057" y="482048"/>
                  </a:lnTo>
                  <a:lnTo>
                    <a:pt x="1639818" y="482981"/>
                  </a:lnTo>
                  <a:lnTo>
                    <a:pt x="1649578" y="483877"/>
                  </a:lnTo>
                  <a:lnTo>
                    <a:pt x="1659339" y="485060"/>
                  </a:lnTo>
                  <a:lnTo>
                    <a:pt x="1669100" y="485777"/>
                  </a:lnTo>
                  <a:lnTo>
                    <a:pt x="1678861" y="486536"/>
                  </a:lnTo>
                  <a:lnTo>
                    <a:pt x="1688622" y="487379"/>
                  </a:lnTo>
                  <a:lnTo>
                    <a:pt x="1698382" y="488028"/>
                  </a:lnTo>
                  <a:lnTo>
                    <a:pt x="1708143" y="488612"/>
                  </a:lnTo>
                  <a:lnTo>
                    <a:pt x="1717904" y="488941"/>
                  </a:lnTo>
                  <a:lnTo>
                    <a:pt x="1727665" y="489698"/>
                  </a:lnTo>
                  <a:lnTo>
                    <a:pt x="1737426" y="490364"/>
                  </a:lnTo>
                  <a:lnTo>
                    <a:pt x="1747187" y="490369"/>
                  </a:lnTo>
                  <a:lnTo>
                    <a:pt x="1756947" y="490915"/>
                  </a:lnTo>
                  <a:lnTo>
                    <a:pt x="1766708" y="491675"/>
                  </a:lnTo>
                  <a:lnTo>
                    <a:pt x="1776469" y="492458"/>
                  </a:lnTo>
                  <a:lnTo>
                    <a:pt x="1786230" y="493238"/>
                  </a:lnTo>
                  <a:lnTo>
                    <a:pt x="1795991" y="494017"/>
                  </a:lnTo>
                  <a:lnTo>
                    <a:pt x="1805752" y="494869"/>
                  </a:lnTo>
                  <a:lnTo>
                    <a:pt x="1815512" y="495886"/>
                  </a:lnTo>
                  <a:lnTo>
                    <a:pt x="1825273" y="496536"/>
                  </a:lnTo>
                  <a:lnTo>
                    <a:pt x="1835034" y="497628"/>
                  </a:lnTo>
                  <a:lnTo>
                    <a:pt x="1844795" y="497990"/>
                  </a:lnTo>
                  <a:lnTo>
                    <a:pt x="1854556" y="498992"/>
                  </a:lnTo>
                  <a:lnTo>
                    <a:pt x="1864316" y="499673"/>
                  </a:lnTo>
                  <a:lnTo>
                    <a:pt x="1874077" y="500352"/>
                  </a:lnTo>
                  <a:lnTo>
                    <a:pt x="1883838" y="501030"/>
                  </a:lnTo>
                  <a:lnTo>
                    <a:pt x="1893599" y="502032"/>
                  </a:lnTo>
                  <a:lnTo>
                    <a:pt x="1903360" y="502933"/>
                  </a:lnTo>
                  <a:lnTo>
                    <a:pt x="1913121" y="503511"/>
                  </a:lnTo>
                  <a:lnTo>
                    <a:pt x="1922881" y="504088"/>
                  </a:lnTo>
                  <a:lnTo>
                    <a:pt x="1932642" y="504664"/>
                  </a:lnTo>
                  <a:lnTo>
                    <a:pt x="1942403" y="505326"/>
                  </a:lnTo>
                  <a:lnTo>
                    <a:pt x="1952164" y="506059"/>
                  </a:lnTo>
                  <a:lnTo>
                    <a:pt x="1961925" y="506799"/>
                  </a:lnTo>
                  <a:lnTo>
                    <a:pt x="1971685" y="507531"/>
                  </a:lnTo>
                  <a:lnTo>
                    <a:pt x="1981446" y="508251"/>
                  </a:lnTo>
                  <a:lnTo>
                    <a:pt x="1991207" y="508982"/>
                  </a:lnTo>
                  <a:lnTo>
                    <a:pt x="2000968" y="509715"/>
                  </a:lnTo>
                  <a:lnTo>
                    <a:pt x="2010729" y="510447"/>
                  </a:lnTo>
                  <a:lnTo>
                    <a:pt x="2020490" y="511418"/>
                  </a:lnTo>
                  <a:lnTo>
                    <a:pt x="2030250" y="512389"/>
                  </a:lnTo>
                  <a:lnTo>
                    <a:pt x="2040011" y="512891"/>
                  </a:lnTo>
                  <a:lnTo>
                    <a:pt x="2049772" y="513322"/>
                  </a:lnTo>
                  <a:lnTo>
                    <a:pt x="2059533" y="514034"/>
                  </a:lnTo>
                  <a:lnTo>
                    <a:pt x="2069294" y="514752"/>
                  </a:lnTo>
                  <a:lnTo>
                    <a:pt x="2079055" y="515468"/>
                  </a:lnTo>
                  <a:lnTo>
                    <a:pt x="2088815" y="516314"/>
                  </a:lnTo>
                  <a:lnTo>
                    <a:pt x="2098576" y="517191"/>
                  </a:lnTo>
                  <a:lnTo>
                    <a:pt x="2108337" y="518066"/>
                  </a:lnTo>
                  <a:lnTo>
                    <a:pt x="2118098" y="518938"/>
                  </a:lnTo>
                  <a:lnTo>
                    <a:pt x="2127859" y="519807"/>
                  </a:lnTo>
                  <a:lnTo>
                    <a:pt x="2137619" y="520675"/>
                  </a:lnTo>
                  <a:lnTo>
                    <a:pt x="2147380" y="521541"/>
                  </a:lnTo>
                  <a:lnTo>
                    <a:pt x="2157141" y="522403"/>
                  </a:lnTo>
                  <a:lnTo>
                    <a:pt x="2166902" y="523262"/>
                  </a:lnTo>
                  <a:lnTo>
                    <a:pt x="2176663" y="523679"/>
                  </a:lnTo>
                  <a:lnTo>
                    <a:pt x="2186424" y="523734"/>
                  </a:lnTo>
                  <a:lnTo>
                    <a:pt x="2196184" y="524500"/>
                  </a:lnTo>
                  <a:lnTo>
                    <a:pt x="2205945" y="525280"/>
                  </a:lnTo>
                  <a:lnTo>
                    <a:pt x="2215706" y="526059"/>
                  </a:lnTo>
                  <a:lnTo>
                    <a:pt x="2225467" y="526437"/>
                  </a:lnTo>
                  <a:lnTo>
                    <a:pt x="2235228" y="527326"/>
                  </a:lnTo>
                  <a:lnTo>
                    <a:pt x="2244988" y="528212"/>
                  </a:lnTo>
                  <a:lnTo>
                    <a:pt x="2254749" y="528987"/>
                  </a:lnTo>
                  <a:lnTo>
                    <a:pt x="2264510" y="529415"/>
                  </a:lnTo>
                  <a:lnTo>
                    <a:pt x="2274271" y="529843"/>
                  </a:lnTo>
                  <a:lnTo>
                    <a:pt x="2284032" y="530270"/>
                  </a:lnTo>
                  <a:lnTo>
                    <a:pt x="2293793" y="530696"/>
                  </a:lnTo>
                  <a:lnTo>
                    <a:pt x="2303553" y="531300"/>
                  </a:lnTo>
                  <a:lnTo>
                    <a:pt x="2313314" y="531960"/>
                  </a:lnTo>
                  <a:lnTo>
                    <a:pt x="2323075" y="532618"/>
                  </a:lnTo>
                  <a:lnTo>
                    <a:pt x="2332836" y="533274"/>
                  </a:lnTo>
                  <a:lnTo>
                    <a:pt x="2342597" y="533825"/>
                  </a:lnTo>
                  <a:lnTo>
                    <a:pt x="2352358" y="534310"/>
                  </a:lnTo>
                  <a:lnTo>
                    <a:pt x="2362118" y="534793"/>
                  </a:lnTo>
                  <a:lnTo>
                    <a:pt x="2371879" y="535276"/>
                  </a:lnTo>
                  <a:lnTo>
                    <a:pt x="2381640" y="535758"/>
                  </a:lnTo>
                  <a:lnTo>
                    <a:pt x="2391401" y="536238"/>
                  </a:lnTo>
                  <a:lnTo>
                    <a:pt x="2401162" y="536733"/>
                  </a:lnTo>
                  <a:lnTo>
                    <a:pt x="2410922" y="537232"/>
                  </a:lnTo>
                  <a:lnTo>
                    <a:pt x="2420683" y="538249"/>
                  </a:lnTo>
                  <a:lnTo>
                    <a:pt x="2430444" y="539408"/>
                  </a:lnTo>
                  <a:lnTo>
                    <a:pt x="2440205" y="540356"/>
                  </a:lnTo>
                  <a:lnTo>
                    <a:pt x="2449966" y="540766"/>
                  </a:lnTo>
                  <a:lnTo>
                    <a:pt x="2459727" y="541175"/>
                  </a:lnTo>
                  <a:lnTo>
                    <a:pt x="2469487" y="541583"/>
                  </a:lnTo>
                  <a:lnTo>
                    <a:pt x="2479248" y="541990"/>
                  </a:lnTo>
                  <a:lnTo>
                    <a:pt x="2489009" y="542397"/>
                  </a:lnTo>
                  <a:lnTo>
                    <a:pt x="2498770" y="542803"/>
                  </a:lnTo>
                  <a:lnTo>
                    <a:pt x="2508531" y="543208"/>
                  </a:lnTo>
                  <a:lnTo>
                    <a:pt x="2518291" y="543613"/>
                  </a:lnTo>
                  <a:lnTo>
                    <a:pt x="2528052" y="544016"/>
                  </a:lnTo>
                  <a:lnTo>
                    <a:pt x="2528052" y="736993"/>
                  </a:lnTo>
                  <a:lnTo>
                    <a:pt x="2518291" y="736651"/>
                  </a:lnTo>
                  <a:lnTo>
                    <a:pt x="2508531" y="736304"/>
                  </a:lnTo>
                  <a:lnTo>
                    <a:pt x="2498770" y="735953"/>
                  </a:lnTo>
                  <a:lnTo>
                    <a:pt x="2489009" y="735597"/>
                  </a:lnTo>
                  <a:lnTo>
                    <a:pt x="2479248" y="735238"/>
                  </a:lnTo>
                  <a:lnTo>
                    <a:pt x="2469487" y="734874"/>
                  </a:lnTo>
                  <a:lnTo>
                    <a:pt x="2459727" y="734506"/>
                  </a:lnTo>
                  <a:lnTo>
                    <a:pt x="2449966" y="734133"/>
                  </a:lnTo>
                  <a:lnTo>
                    <a:pt x="2440205" y="733757"/>
                  </a:lnTo>
                  <a:lnTo>
                    <a:pt x="2430444" y="733375"/>
                  </a:lnTo>
                  <a:lnTo>
                    <a:pt x="2420683" y="732989"/>
                  </a:lnTo>
                  <a:lnTo>
                    <a:pt x="2410922" y="732598"/>
                  </a:lnTo>
                  <a:lnTo>
                    <a:pt x="2401162" y="732203"/>
                  </a:lnTo>
                  <a:lnTo>
                    <a:pt x="2391401" y="731807"/>
                  </a:lnTo>
                  <a:lnTo>
                    <a:pt x="2381640" y="731400"/>
                  </a:lnTo>
                  <a:lnTo>
                    <a:pt x="2371879" y="730992"/>
                  </a:lnTo>
                  <a:lnTo>
                    <a:pt x="2362118" y="730578"/>
                  </a:lnTo>
                  <a:lnTo>
                    <a:pt x="2352358" y="730160"/>
                  </a:lnTo>
                  <a:lnTo>
                    <a:pt x="2342597" y="729737"/>
                  </a:lnTo>
                  <a:lnTo>
                    <a:pt x="2332836" y="729309"/>
                  </a:lnTo>
                  <a:lnTo>
                    <a:pt x="2323075" y="728876"/>
                  </a:lnTo>
                  <a:lnTo>
                    <a:pt x="2313314" y="728438"/>
                  </a:lnTo>
                  <a:lnTo>
                    <a:pt x="2303553" y="727995"/>
                  </a:lnTo>
                  <a:lnTo>
                    <a:pt x="2293793" y="727609"/>
                  </a:lnTo>
                  <a:lnTo>
                    <a:pt x="2284032" y="727281"/>
                  </a:lnTo>
                  <a:lnTo>
                    <a:pt x="2274271" y="726951"/>
                  </a:lnTo>
                  <a:lnTo>
                    <a:pt x="2264510" y="726545"/>
                  </a:lnTo>
                  <a:lnTo>
                    <a:pt x="2254749" y="726073"/>
                  </a:lnTo>
                  <a:lnTo>
                    <a:pt x="2244988" y="725593"/>
                  </a:lnTo>
                  <a:lnTo>
                    <a:pt x="2235228" y="725108"/>
                  </a:lnTo>
                  <a:lnTo>
                    <a:pt x="2225467" y="724618"/>
                  </a:lnTo>
                  <a:lnTo>
                    <a:pt x="2215706" y="724119"/>
                  </a:lnTo>
                  <a:lnTo>
                    <a:pt x="2205945" y="723613"/>
                  </a:lnTo>
                  <a:lnTo>
                    <a:pt x="2196184" y="723102"/>
                  </a:lnTo>
                  <a:lnTo>
                    <a:pt x="2186424" y="722624"/>
                  </a:lnTo>
                  <a:lnTo>
                    <a:pt x="2176663" y="722146"/>
                  </a:lnTo>
                  <a:lnTo>
                    <a:pt x="2166902" y="721637"/>
                  </a:lnTo>
                  <a:lnTo>
                    <a:pt x="2157141" y="721181"/>
                  </a:lnTo>
                  <a:lnTo>
                    <a:pt x="2147380" y="720810"/>
                  </a:lnTo>
                  <a:lnTo>
                    <a:pt x="2137619" y="720403"/>
                  </a:lnTo>
                  <a:lnTo>
                    <a:pt x="2127859" y="719985"/>
                  </a:lnTo>
                  <a:lnTo>
                    <a:pt x="2118098" y="719563"/>
                  </a:lnTo>
                  <a:lnTo>
                    <a:pt x="2108337" y="719137"/>
                  </a:lnTo>
                  <a:lnTo>
                    <a:pt x="2098576" y="718704"/>
                  </a:lnTo>
                  <a:lnTo>
                    <a:pt x="2088815" y="718267"/>
                  </a:lnTo>
                  <a:lnTo>
                    <a:pt x="2079055" y="717771"/>
                  </a:lnTo>
                  <a:lnTo>
                    <a:pt x="2069294" y="717248"/>
                  </a:lnTo>
                  <a:lnTo>
                    <a:pt x="2059533" y="716660"/>
                  </a:lnTo>
                  <a:lnTo>
                    <a:pt x="2049772" y="716174"/>
                  </a:lnTo>
                  <a:lnTo>
                    <a:pt x="2040011" y="715523"/>
                  </a:lnTo>
                  <a:lnTo>
                    <a:pt x="2030250" y="714934"/>
                  </a:lnTo>
                  <a:lnTo>
                    <a:pt x="2020490" y="714337"/>
                  </a:lnTo>
                  <a:lnTo>
                    <a:pt x="2010729" y="713826"/>
                  </a:lnTo>
                  <a:lnTo>
                    <a:pt x="2000968" y="713298"/>
                  </a:lnTo>
                  <a:lnTo>
                    <a:pt x="1991207" y="712657"/>
                  </a:lnTo>
                  <a:lnTo>
                    <a:pt x="1981446" y="712041"/>
                  </a:lnTo>
                  <a:lnTo>
                    <a:pt x="1971685" y="711489"/>
                  </a:lnTo>
                  <a:lnTo>
                    <a:pt x="1961925" y="711008"/>
                  </a:lnTo>
                  <a:lnTo>
                    <a:pt x="1952164" y="710523"/>
                  </a:lnTo>
                  <a:lnTo>
                    <a:pt x="1942403" y="709928"/>
                  </a:lnTo>
                  <a:lnTo>
                    <a:pt x="1932642" y="709321"/>
                  </a:lnTo>
                  <a:lnTo>
                    <a:pt x="1922881" y="708706"/>
                  </a:lnTo>
                  <a:lnTo>
                    <a:pt x="1913121" y="708085"/>
                  </a:lnTo>
                  <a:lnTo>
                    <a:pt x="1903360" y="707461"/>
                  </a:lnTo>
                  <a:lnTo>
                    <a:pt x="1893599" y="706829"/>
                  </a:lnTo>
                  <a:lnTo>
                    <a:pt x="1883838" y="706191"/>
                  </a:lnTo>
                  <a:lnTo>
                    <a:pt x="1874077" y="705729"/>
                  </a:lnTo>
                  <a:lnTo>
                    <a:pt x="1864316" y="705288"/>
                  </a:lnTo>
                  <a:lnTo>
                    <a:pt x="1854556" y="704503"/>
                  </a:lnTo>
                  <a:lnTo>
                    <a:pt x="1844795" y="703764"/>
                  </a:lnTo>
                  <a:lnTo>
                    <a:pt x="1835034" y="703204"/>
                  </a:lnTo>
                  <a:lnTo>
                    <a:pt x="1825273" y="702636"/>
                  </a:lnTo>
                  <a:lnTo>
                    <a:pt x="1815512" y="701953"/>
                  </a:lnTo>
                  <a:lnTo>
                    <a:pt x="1805752" y="701316"/>
                  </a:lnTo>
                  <a:lnTo>
                    <a:pt x="1795991" y="700729"/>
                  </a:lnTo>
                  <a:lnTo>
                    <a:pt x="1786230" y="700147"/>
                  </a:lnTo>
                  <a:lnTo>
                    <a:pt x="1776469" y="699559"/>
                  </a:lnTo>
                  <a:lnTo>
                    <a:pt x="1766708" y="698967"/>
                  </a:lnTo>
                  <a:lnTo>
                    <a:pt x="1756947" y="698369"/>
                  </a:lnTo>
                  <a:lnTo>
                    <a:pt x="1747187" y="697765"/>
                  </a:lnTo>
                  <a:lnTo>
                    <a:pt x="1737426" y="697158"/>
                  </a:lnTo>
                  <a:lnTo>
                    <a:pt x="1727665" y="696544"/>
                  </a:lnTo>
                  <a:lnTo>
                    <a:pt x="1717904" y="695925"/>
                  </a:lnTo>
                  <a:lnTo>
                    <a:pt x="1708143" y="695300"/>
                  </a:lnTo>
                  <a:lnTo>
                    <a:pt x="1698382" y="694670"/>
                  </a:lnTo>
                  <a:lnTo>
                    <a:pt x="1688622" y="693874"/>
                  </a:lnTo>
                  <a:lnTo>
                    <a:pt x="1678861" y="693022"/>
                  </a:lnTo>
                  <a:lnTo>
                    <a:pt x="1669100" y="692156"/>
                  </a:lnTo>
                  <a:lnTo>
                    <a:pt x="1659339" y="691279"/>
                  </a:lnTo>
                  <a:lnTo>
                    <a:pt x="1649578" y="690486"/>
                  </a:lnTo>
                  <a:lnTo>
                    <a:pt x="1639818" y="689755"/>
                  </a:lnTo>
                  <a:lnTo>
                    <a:pt x="1630057" y="689018"/>
                  </a:lnTo>
                  <a:lnTo>
                    <a:pt x="1620296" y="688274"/>
                  </a:lnTo>
                  <a:lnTo>
                    <a:pt x="1610535" y="687535"/>
                  </a:lnTo>
                  <a:lnTo>
                    <a:pt x="1600774" y="686777"/>
                  </a:lnTo>
                  <a:lnTo>
                    <a:pt x="1591013" y="686013"/>
                  </a:lnTo>
                  <a:lnTo>
                    <a:pt x="1581253" y="685174"/>
                  </a:lnTo>
                  <a:lnTo>
                    <a:pt x="1571492" y="684285"/>
                  </a:lnTo>
                  <a:lnTo>
                    <a:pt x="1561731" y="683385"/>
                  </a:lnTo>
                  <a:lnTo>
                    <a:pt x="1551970" y="682482"/>
                  </a:lnTo>
                  <a:lnTo>
                    <a:pt x="1542209" y="681831"/>
                  </a:lnTo>
                  <a:lnTo>
                    <a:pt x="1532448" y="680910"/>
                  </a:lnTo>
                  <a:lnTo>
                    <a:pt x="1522688" y="680027"/>
                  </a:lnTo>
                  <a:lnTo>
                    <a:pt x="1512927" y="679312"/>
                  </a:lnTo>
                  <a:lnTo>
                    <a:pt x="1503166" y="678592"/>
                  </a:lnTo>
                  <a:lnTo>
                    <a:pt x="1493405" y="677865"/>
                  </a:lnTo>
                  <a:lnTo>
                    <a:pt x="1483644" y="677133"/>
                  </a:lnTo>
                  <a:lnTo>
                    <a:pt x="1473884" y="676280"/>
                  </a:lnTo>
                  <a:lnTo>
                    <a:pt x="1464123" y="675128"/>
                  </a:lnTo>
                  <a:lnTo>
                    <a:pt x="1454362" y="673958"/>
                  </a:lnTo>
                  <a:lnTo>
                    <a:pt x="1444601" y="673285"/>
                  </a:lnTo>
                  <a:lnTo>
                    <a:pt x="1434840" y="671811"/>
                  </a:lnTo>
                  <a:lnTo>
                    <a:pt x="1425079" y="670346"/>
                  </a:lnTo>
                  <a:lnTo>
                    <a:pt x="1415319" y="669518"/>
                  </a:lnTo>
                  <a:lnTo>
                    <a:pt x="1405558" y="668948"/>
                  </a:lnTo>
                  <a:lnTo>
                    <a:pt x="1395797" y="667953"/>
                  </a:lnTo>
                  <a:lnTo>
                    <a:pt x="1386036" y="666813"/>
                  </a:lnTo>
                  <a:lnTo>
                    <a:pt x="1376275" y="665718"/>
                  </a:lnTo>
                  <a:lnTo>
                    <a:pt x="1366515" y="664695"/>
                  </a:lnTo>
                  <a:lnTo>
                    <a:pt x="1356754" y="663792"/>
                  </a:lnTo>
                  <a:lnTo>
                    <a:pt x="1346993" y="662893"/>
                  </a:lnTo>
                  <a:lnTo>
                    <a:pt x="1337232" y="662018"/>
                  </a:lnTo>
                  <a:lnTo>
                    <a:pt x="1327471" y="661423"/>
                  </a:lnTo>
                  <a:lnTo>
                    <a:pt x="1317710" y="660770"/>
                  </a:lnTo>
                  <a:lnTo>
                    <a:pt x="1307950" y="659918"/>
                  </a:lnTo>
                  <a:lnTo>
                    <a:pt x="1298189" y="659048"/>
                  </a:lnTo>
                  <a:lnTo>
                    <a:pt x="1288428" y="657977"/>
                  </a:lnTo>
                  <a:lnTo>
                    <a:pt x="1278667" y="656767"/>
                  </a:lnTo>
                  <a:lnTo>
                    <a:pt x="1268906" y="655766"/>
                  </a:lnTo>
                  <a:lnTo>
                    <a:pt x="1259145" y="655021"/>
                  </a:lnTo>
                  <a:lnTo>
                    <a:pt x="1249385" y="654210"/>
                  </a:lnTo>
                  <a:lnTo>
                    <a:pt x="1239624" y="653036"/>
                  </a:lnTo>
                  <a:lnTo>
                    <a:pt x="1229863" y="651924"/>
                  </a:lnTo>
                  <a:lnTo>
                    <a:pt x="1220102" y="650988"/>
                  </a:lnTo>
                  <a:lnTo>
                    <a:pt x="1210341" y="649894"/>
                  </a:lnTo>
                  <a:lnTo>
                    <a:pt x="1200581" y="648955"/>
                  </a:lnTo>
                  <a:lnTo>
                    <a:pt x="1190820" y="648195"/>
                  </a:lnTo>
                  <a:lnTo>
                    <a:pt x="1181059" y="647027"/>
                  </a:lnTo>
                  <a:lnTo>
                    <a:pt x="1171298" y="646121"/>
                  </a:lnTo>
                  <a:lnTo>
                    <a:pt x="1161537" y="644951"/>
                  </a:lnTo>
                  <a:lnTo>
                    <a:pt x="1151776" y="643676"/>
                  </a:lnTo>
                  <a:lnTo>
                    <a:pt x="1142016" y="642462"/>
                  </a:lnTo>
                  <a:lnTo>
                    <a:pt x="1132255" y="641592"/>
                  </a:lnTo>
                  <a:lnTo>
                    <a:pt x="1122494" y="640795"/>
                  </a:lnTo>
                  <a:lnTo>
                    <a:pt x="1112733" y="640016"/>
                  </a:lnTo>
                  <a:lnTo>
                    <a:pt x="1102972" y="639233"/>
                  </a:lnTo>
                  <a:lnTo>
                    <a:pt x="1093212" y="638440"/>
                  </a:lnTo>
                  <a:lnTo>
                    <a:pt x="1083451" y="637549"/>
                  </a:lnTo>
                  <a:lnTo>
                    <a:pt x="1073690" y="636757"/>
                  </a:lnTo>
                  <a:lnTo>
                    <a:pt x="1063929" y="636041"/>
                  </a:lnTo>
                  <a:lnTo>
                    <a:pt x="1054168" y="634989"/>
                  </a:lnTo>
                  <a:lnTo>
                    <a:pt x="1044407" y="633927"/>
                  </a:lnTo>
                  <a:lnTo>
                    <a:pt x="1034647" y="632848"/>
                  </a:lnTo>
                  <a:lnTo>
                    <a:pt x="1024886" y="631774"/>
                  </a:lnTo>
                  <a:lnTo>
                    <a:pt x="1015125" y="630667"/>
                  </a:lnTo>
                  <a:lnTo>
                    <a:pt x="1005364" y="629690"/>
                  </a:lnTo>
                  <a:lnTo>
                    <a:pt x="995603" y="628744"/>
                  </a:lnTo>
                  <a:lnTo>
                    <a:pt x="985842" y="627783"/>
                  </a:lnTo>
                  <a:lnTo>
                    <a:pt x="976082" y="626811"/>
                  </a:lnTo>
                  <a:lnTo>
                    <a:pt x="966321" y="625903"/>
                  </a:lnTo>
                  <a:lnTo>
                    <a:pt x="956560" y="625349"/>
                  </a:lnTo>
                  <a:lnTo>
                    <a:pt x="946799" y="624534"/>
                  </a:lnTo>
                  <a:lnTo>
                    <a:pt x="937038" y="623060"/>
                  </a:lnTo>
                  <a:lnTo>
                    <a:pt x="927278" y="622089"/>
                  </a:lnTo>
                  <a:lnTo>
                    <a:pt x="917517" y="620811"/>
                  </a:lnTo>
                  <a:lnTo>
                    <a:pt x="907756" y="619520"/>
                  </a:lnTo>
                  <a:lnTo>
                    <a:pt x="897995" y="618451"/>
                  </a:lnTo>
                  <a:lnTo>
                    <a:pt x="888234" y="617393"/>
                  </a:lnTo>
                  <a:lnTo>
                    <a:pt x="878473" y="616069"/>
                  </a:lnTo>
                  <a:lnTo>
                    <a:pt x="868713" y="614747"/>
                  </a:lnTo>
                  <a:lnTo>
                    <a:pt x="858952" y="613727"/>
                  </a:lnTo>
                  <a:lnTo>
                    <a:pt x="849191" y="613141"/>
                  </a:lnTo>
                  <a:lnTo>
                    <a:pt x="839430" y="612017"/>
                  </a:lnTo>
                  <a:lnTo>
                    <a:pt x="829669" y="610429"/>
                  </a:lnTo>
                  <a:lnTo>
                    <a:pt x="819909" y="609364"/>
                  </a:lnTo>
                  <a:lnTo>
                    <a:pt x="810148" y="608306"/>
                  </a:lnTo>
                  <a:lnTo>
                    <a:pt x="800387" y="607041"/>
                  </a:lnTo>
                  <a:lnTo>
                    <a:pt x="790626" y="605329"/>
                  </a:lnTo>
                  <a:lnTo>
                    <a:pt x="780865" y="604960"/>
                  </a:lnTo>
                  <a:lnTo>
                    <a:pt x="771104" y="604125"/>
                  </a:lnTo>
                  <a:lnTo>
                    <a:pt x="761344" y="602775"/>
                  </a:lnTo>
                  <a:lnTo>
                    <a:pt x="751583" y="601461"/>
                  </a:lnTo>
                  <a:lnTo>
                    <a:pt x="741822" y="600115"/>
                  </a:lnTo>
                  <a:lnTo>
                    <a:pt x="732061" y="599438"/>
                  </a:lnTo>
                  <a:lnTo>
                    <a:pt x="722300" y="598524"/>
                  </a:lnTo>
                  <a:lnTo>
                    <a:pt x="712539" y="597374"/>
                  </a:lnTo>
                  <a:lnTo>
                    <a:pt x="702779" y="596403"/>
                  </a:lnTo>
                  <a:lnTo>
                    <a:pt x="693018" y="594744"/>
                  </a:lnTo>
                  <a:lnTo>
                    <a:pt x="683257" y="593280"/>
                  </a:lnTo>
                  <a:lnTo>
                    <a:pt x="673496" y="591978"/>
                  </a:lnTo>
                  <a:lnTo>
                    <a:pt x="663735" y="590636"/>
                  </a:lnTo>
                  <a:lnTo>
                    <a:pt x="653975" y="589521"/>
                  </a:lnTo>
                  <a:lnTo>
                    <a:pt x="644214" y="588026"/>
                  </a:lnTo>
                  <a:lnTo>
                    <a:pt x="634453" y="586555"/>
                  </a:lnTo>
                  <a:lnTo>
                    <a:pt x="624692" y="585320"/>
                  </a:lnTo>
                  <a:lnTo>
                    <a:pt x="614931" y="584522"/>
                  </a:lnTo>
                  <a:lnTo>
                    <a:pt x="605170" y="583459"/>
                  </a:lnTo>
                  <a:lnTo>
                    <a:pt x="595410" y="582565"/>
                  </a:lnTo>
                  <a:lnTo>
                    <a:pt x="585649" y="581877"/>
                  </a:lnTo>
                  <a:lnTo>
                    <a:pt x="575888" y="580594"/>
                  </a:lnTo>
                  <a:lnTo>
                    <a:pt x="566127" y="579297"/>
                  </a:lnTo>
                  <a:lnTo>
                    <a:pt x="556366" y="578413"/>
                  </a:lnTo>
                  <a:lnTo>
                    <a:pt x="546606" y="577395"/>
                  </a:lnTo>
                  <a:lnTo>
                    <a:pt x="536845" y="576081"/>
                  </a:lnTo>
                  <a:lnTo>
                    <a:pt x="527084" y="574739"/>
                  </a:lnTo>
                  <a:lnTo>
                    <a:pt x="517323" y="574760"/>
                  </a:lnTo>
                  <a:lnTo>
                    <a:pt x="507562" y="573849"/>
                  </a:lnTo>
                  <a:lnTo>
                    <a:pt x="497801" y="572602"/>
                  </a:lnTo>
                  <a:lnTo>
                    <a:pt x="488041" y="571341"/>
                  </a:lnTo>
                  <a:lnTo>
                    <a:pt x="478280" y="570072"/>
                  </a:lnTo>
                  <a:lnTo>
                    <a:pt x="468519" y="570118"/>
                  </a:lnTo>
                  <a:lnTo>
                    <a:pt x="458758" y="568702"/>
                  </a:lnTo>
                  <a:lnTo>
                    <a:pt x="448997" y="567125"/>
                  </a:lnTo>
                  <a:lnTo>
                    <a:pt x="439236" y="566375"/>
                  </a:lnTo>
                  <a:lnTo>
                    <a:pt x="429476" y="565047"/>
                  </a:lnTo>
                  <a:lnTo>
                    <a:pt x="419715" y="563700"/>
                  </a:lnTo>
                  <a:lnTo>
                    <a:pt x="409954" y="562085"/>
                  </a:lnTo>
                  <a:lnTo>
                    <a:pt x="400193" y="561346"/>
                  </a:lnTo>
                  <a:lnTo>
                    <a:pt x="390432" y="560588"/>
                  </a:lnTo>
                  <a:lnTo>
                    <a:pt x="380672" y="559140"/>
                  </a:lnTo>
                  <a:lnTo>
                    <a:pt x="370911" y="557795"/>
                  </a:lnTo>
                  <a:lnTo>
                    <a:pt x="361150" y="557110"/>
                  </a:lnTo>
                  <a:lnTo>
                    <a:pt x="351389" y="557135"/>
                  </a:lnTo>
                  <a:lnTo>
                    <a:pt x="341628" y="555763"/>
                  </a:lnTo>
                  <a:lnTo>
                    <a:pt x="331867" y="554595"/>
                  </a:lnTo>
                  <a:lnTo>
                    <a:pt x="322107" y="553831"/>
                  </a:lnTo>
                  <a:lnTo>
                    <a:pt x="312346" y="552507"/>
                  </a:lnTo>
                  <a:lnTo>
                    <a:pt x="302585" y="551316"/>
                  </a:lnTo>
                  <a:lnTo>
                    <a:pt x="292824" y="550101"/>
                  </a:lnTo>
                  <a:lnTo>
                    <a:pt x="283063" y="549066"/>
                  </a:lnTo>
                  <a:lnTo>
                    <a:pt x="273303" y="548016"/>
                  </a:lnTo>
                  <a:lnTo>
                    <a:pt x="263542" y="546942"/>
                  </a:lnTo>
                  <a:lnTo>
                    <a:pt x="253781" y="546139"/>
                  </a:lnTo>
                  <a:lnTo>
                    <a:pt x="244020" y="545285"/>
                  </a:lnTo>
                  <a:lnTo>
                    <a:pt x="234259" y="544249"/>
                  </a:lnTo>
                  <a:lnTo>
                    <a:pt x="224498" y="542707"/>
                  </a:lnTo>
                  <a:lnTo>
                    <a:pt x="214738" y="541941"/>
                  </a:lnTo>
                  <a:lnTo>
                    <a:pt x="204977" y="541408"/>
                  </a:lnTo>
                  <a:lnTo>
                    <a:pt x="195216" y="540524"/>
                  </a:lnTo>
                  <a:lnTo>
                    <a:pt x="185455" y="540167"/>
                  </a:lnTo>
                  <a:lnTo>
                    <a:pt x="175694" y="539220"/>
                  </a:lnTo>
                  <a:lnTo>
                    <a:pt x="165933" y="537972"/>
                  </a:lnTo>
                  <a:lnTo>
                    <a:pt x="156173" y="536717"/>
                  </a:lnTo>
                  <a:lnTo>
                    <a:pt x="146412" y="535545"/>
                  </a:lnTo>
                  <a:lnTo>
                    <a:pt x="136651" y="535110"/>
                  </a:lnTo>
                  <a:lnTo>
                    <a:pt x="126890" y="534360"/>
                  </a:lnTo>
                  <a:lnTo>
                    <a:pt x="117129" y="533453"/>
                  </a:lnTo>
                  <a:lnTo>
                    <a:pt x="107369" y="532588"/>
                  </a:lnTo>
                  <a:lnTo>
                    <a:pt x="97608" y="531330"/>
                  </a:lnTo>
                  <a:lnTo>
                    <a:pt x="87847" y="530968"/>
                  </a:lnTo>
                  <a:lnTo>
                    <a:pt x="78086" y="529303"/>
                  </a:lnTo>
                  <a:lnTo>
                    <a:pt x="68325" y="529321"/>
                  </a:lnTo>
                  <a:lnTo>
                    <a:pt x="58564" y="529282"/>
                  </a:lnTo>
                  <a:lnTo>
                    <a:pt x="48804" y="528591"/>
                  </a:lnTo>
                  <a:lnTo>
                    <a:pt x="39043" y="527871"/>
                  </a:lnTo>
                  <a:lnTo>
                    <a:pt x="29282" y="526931"/>
                  </a:lnTo>
                  <a:lnTo>
                    <a:pt x="19521" y="525247"/>
                  </a:lnTo>
                  <a:lnTo>
                    <a:pt x="9760" y="524330"/>
                  </a:lnTo>
                  <a:lnTo>
                    <a:pt x="0" y="523025"/>
                  </a:lnTo>
                  <a:close/>
                </a:path>
              </a:pathLst>
            </a:custGeom>
            <a:solidFill>
              <a:srgbClr val="E69F00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611514" y="4926000"/>
              <a:ext cx="2528052" cy="544016"/>
            </a:xfrm>
            <a:custGeom>
              <a:avLst/>
              <a:pathLst>
                <a:path w="2528052" h="544016">
                  <a:moveTo>
                    <a:pt x="0" y="0"/>
                  </a:moveTo>
                  <a:lnTo>
                    <a:pt x="9760" y="8246"/>
                  </a:lnTo>
                  <a:lnTo>
                    <a:pt x="19521" y="15156"/>
                  </a:lnTo>
                  <a:lnTo>
                    <a:pt x="29282" y="21741"/>
                  </a:lnTo>
                  <a:lnTo>
                    <a:pt x="39043" y="28011"/>
                  </a:lnTo>
                  <a:lnTo>
                    <a:pt x="48804" y="34377"/>
                  </a:lnTo>
                  <a:lnTo>
                    <a:pt x="58564" y="41146"/>
                  </a:lnTo>
                  <a:lnTo>
                    <a:pt x="68325" y="47506"/>
                  </a:lnTo>
                  <a:lnTo>
                    <a:pt x="78086" y="53831"/>
                  </a:lnTo>
                  <a:lnTo>
                    <a:pt x="87847" y="60384"/>
                  </a:lnTo>
                  <a:lnTo>
                    <a:pt x="97608" y="67357"/>
                  </a:lnTo>
                  <a:lnTo>
                    <a:pt x="107369" y="74267"/>
                  </a:lnTo>
                  <a:lnTo>
                    <a:pt x="117129" y="80303"/>
                  </a:lnTo>
                  <a:lnTo>
                    <a:pt x="126890" y="85224"/>
                  </a:lnTo>
                  <a:lnTo>
                    <a:pt x="136651" y="91515"/>
                  </a:lnTo>
                  <a:lnTo>
                    <a:pt x="146412" y="98857"/>
                  </a:lnTo>
                  <a:lnTo>
                    <a:pt x="156173" y="106066"/>
                  </a:lnTo>
                  <a:lnTo>
                    <a:pt x="165933" y="109625"/>
                  </a:lnTo>
                  <a:lnTo>
                    <a:pt x="175694" y="114207"/>
                  </a:lnTo>
                  <a:lnTo>
                    <a:pt x="185455" y="118864"/>
                  </a:lnTo>
                  <a:lnTo>
                    <a:pt x="195216" y="122699"/>
                  </a:lnTo>
                  <a:lnTo>
                    <a:pt x="204977" y="126513"/>
                  </a:lnTo>
                  <a:lnTo>
                    <a:pt x="214738" y="131169"/>
                  </a:lnTo>
                  <a:lnTo>
                    <a:pt x="224498" y="135977"/>
                  </a:lnTo>
                  <a:lnTo>
                    <a:pt x="234259" y="141314"/>
                  </a:lnTo>
                  <a:lnTo>
                    <a:pt x="244020" y="146740"/>
                  </a:lnTo>
                  <a:lnTo>
                    <a:pt x="253781" y="150840"/>
                  </a:lnTo>
                  <a:lnTo>
                    <a:pt x="263542" y="157141"/>
                  </a:lnTo>
                  <a:lnTo>
                    <a:pt x="273303" y="163637"/>
                  </a:lnTo>
                  <a:lnTo>
                    <a:pt x="283063" y="168353"/>
                  </a:lnTo>
                  <a:lnTo>
                    <a:pt x="292824" y="171789"/>
                  </a:lnTo>
                  <a:lnTo>
                    <a:pt x="302585" y="175239"/>
                  </a:lnTo>
                  <a:lnTo>
                    <a:pt x="312346" y="178689"/>
                  </a:lnTo>
                  <a:lnTo>
                    <a:pt x="322107" y="183361"/>
                  </a:lnTo>
                  <a:lnTo>
                    <a:pt x="331867" y="188500"/>
                  </a:lnTo>
                  <a:lnTo>
                    <a:pt x="341628" y="194719"/>
                  </a:lnTo>
                  <a:lnTo>
                    <a:pt x="351389" y="199238"/>
                  </a:lnTo>
                  <a:lnTo>
                    <a:pt x="361150" y="203329"/>
                  </a:lnTo>
                  <a:lnTo>
                    <a:pt x="370911" y="208024"/>
                  </a:lnTo>
                  <a:lnTo>
                    <a:pt x="380672" y="211599"/>
                  </a:lnTo>
                  <a:lnTo>
                    <a:pt x="390432" y="215175"/>
                  </a:lnTo>
                  <a:lnTo>
                    <a:pt x="400193" y="218404"/>
                  </a:lnTo>
                  <a:lnTo>
                    <a:pt x="409954" y="221522"/>
                  </a:lnTo>
                  <a:lnTo>
                    <a:pt x="419715" y="225334"/>
                  </a:lnTo>
                  <a:lnTo>
                    <a:pt x="429476" y="229232"/>
                  </a:lnTo>
                  <a:lnTo>
                    <a:pt x="439236" y="233590"/>
                  </a:lnTo>
                  <a:lnTo>
                    <a:pt x="448997" y="237695"/>
                  </a:lnTo>
                  <a:lnTo>
                    <a:pt x="458758" y="242636"/>
                  </a:lnTo>
                  <a:lnTo>
                    <a:pt x="468519" y="245764"/>
                  </a:lnTo>
                  <a:lnTo>
                    <a:pt x="478280" y="249578"/>
                  </a:lnTo>
                  <a:lnTo>
                    <a:pt x="488041" y="252975"/>
                  </a:lnTo>
                  <a:lnTo>
                    <a:pt x="497801" y="256115"/>
                  </a:lnTo>
                  <a:lnTo>
                    <a:pt x="507562" y="259772"/>
                  </a:lnTo>
                  <a:lnTo>
                    <a:pt x="517323" y="262522"/>
                  </a:lnTo>
                  <a:lnTo>
                    <a:pt x="527084" y="265005"/>
                  </a:lnTo>
                  <a:lnTo>
                    <a:pt x="536845" y="268200"/>
                  </a:lnTo>
                  <a:lnTo>
                    <a:pt x="546606" y="270809"/>
                  </a:lnTo>
                  <a:lnTo>
                    <a:pt x="556366" y="274439"/>
                  </a:lnTo>
                  <a:lnTo>
                    <a:pt x="566127" y="279504"/>
                  </a:lnTo>
                  <a:lnTo>
                    <a:pt x="575888" y="282412"/>
                  </a:lnTo>
                  <a:lnTo>
                    <a:pt x="585649" y="285908"/>
                  </a:lnTo>
                  <a:lnTo>
                    <a:pt x="595410" y="289075"/>
                  </a:lnTo>
                  <a:lnTo>
                    <a:pt x="605170" y="292237"/>
                  </a:lnTo>
                  <a:lnTo>
                    <a:pt x="614931" y="295388"/>
                  </a:lnTo>
                  <a:lnTo>
                    <a:pt x="624692" y="297975"/>
                  </a:lnTo>
                  <a:lnTo>
                    <a:pt x="634453" y="300575"/>
                  </a:lnTo>
                  <a:lnTo>
                    <a:pt x="644214" y="303510"/>
                  </a:lnTo>
                  <a:lnTo>
                    <a:pt x="653975" y="305520"/>
                  </a:lnTo>
                  <a:lnTo>
                    <a:pt x="663735" y="308892"/>
                  </a:lnTo>
                  <a:lnTo>
                    <a:pt x="673496" y="312647"/>
                  </a:lnTo>
                  <a:lnTo>
                    <a:pt x="683257" y="316587"/>
                  </a:lnTo>
                  <a:lnTo>
                    <a:pt x="693018" y="319907"/>
                  </a:lnTo>
                  <a:lnTo>
                    <a:pt x="702779" y="322886"/>
                  </a:lnTo>
                  <a:lnTo>
                    <a:pt x="712539" y="325431"/>
                  </a:lnTo>
                  <a:lnTo>
                    <a:pt x="722300" y="328611"/>
                  </a:lnTo>
                  <a:lnTo>
                    <a:pt x="732061" y="331280"/>
                  </a:lnTo>
                  <a:lnTo>
                    <a:pt x="741822" y="333780"/>
                  </a:lnTo>
                  <a:lnTo>
                    <a:pt x="751583" y="337075"/>
                  </a:lnTo>
                  <a:lnTo>
                    <a:pt x="761344" y="339646"/>
                  </a:lnTo>
                  <a:lnTo>
                    <a:pt x="771104" y="342252"/>
                  </a:lnTo>
                  <a:lnTo>
                    <a:pt x="780865" y="345128"/>
                  </a:lnTo>
                  <a:lnTo>
                    <a:pt x="790626" y="348674"/>
                  </a:lnTo>
                  <a:lnTo>
                    <a:pt x="800387" y="350616"/>
                  </a:lnTo>
                  <a:lnTo>
                    <a:pt x="810148" y="352363"/>
                  </a:lnTo>
                  <a:lnTo>
                    <a:pt x="819909" y="354492"/>
                  </a:lnTo>
                  <a:lnTo>
                    <a:pt x="829669" y="356386"/>
                  </a:lnTo>
                  <a:lnTo>
                    <a:pt x="839430" y="359560"/>
                  </a:lnTo>
                  <a:lnTo>
                    <a:pt x="849191" y="362015"/>
                  </a:lnTo>
                  <a:lnTo>
                    <a:pt x="858952" y="363522"/>
                  </a:lnTo>
                  <a:lnTo>
                    <a:pt x="868713" y="366371"/>
                  </a:lnTo>
                  <a:lnTo>
                    <a:pt x="878473" y="369202"/>
                  </a:lnTo>
                  <a:lnTo>
                    <a:pt x="888234" y="370896"/>
                  </a:lnTo>
                  <a:lnTo>
                    <a:pt x="897995" y="373461"/>
                  </a:lnTo>
                  <a:lnTo>
                    <a:pt x="907756" y="375759"/>
                  </a:lnTo>
                  <a:lnTo>
                    <a:pt x="917517" y="377913"/>
                  </a:lnTo>
                  <a:lnTo>
                    <a:pt x="927278" y="380064"/>
                  </a:lnTo>
                  <a:lnTo>
                    <a:pt x="937038" y="382205"/>
                  </a:lnTo>
                  <a:lnTo>
                    <a:pt x="946799" y="383868"/>
                  </a:lnTo>
                  <a:lnTo>
                    <a:pt x="956560" y="385887"/>
                  </a:lnTo>
                  <a:lnTo>
                    <a:pt x="966321" y="388485"/>
                  </a:lnTo>
                  <a:lnTo>
                    <a:pt x="976082" y="390600"/>
                  </a:lnTo>
                  <a:lnTo>
                    <a:pt x="985842" y="393072"/>
                  </a:lnTo>
                  <a:lnTo>
                    <a:pt x="995603" y="395883"/>
                  </a:lnTo>
                  <a:lnTo>
                    <a:pt x="1005364" y="397189"/>
                  </a:lnTo>
                  <a:lnTo>
                    <a:pt x="1015125" y="398837"/>
                  </a:lnTo>
                  <a:lnTo>
                    <a:pt x="1024886" y="400525"/>
                  </a:lnTo>
                  <a:lnTo>
                    <a:pt x="1034647" y="401018"/>
                  </a:lnTo>
                  <a:lnTo>
                    <a:pt x="1044407" y="402282"/>
                  </a:lnTo>
                  <a:lnTo>
                    <a:pt x="1054168" y="403755"/>
                  </a:lnTo>
                  <a:lnTo>
                    <a:pt x="1063929" y="405644"/>
                  </a:lnTo>
                  <a:lnTo>
                    <a:pt x="1073690" y="407886"/>
                  </a:lnTo>
                  <a:lnTo>
                    <a:pt x="1083451" y="410750"/>
                  </a:lnTo>
                  <a:lnTo>
                    <a:pt x="1093212" y="413379"/>
                  </a:lnTo>
                  <a:lnTo>
                    <a:pt x="1102972" y="414635"/>
                  </a:lnTo>
                  <a:lnTo>
                    <a:pt x="1112733" y="416401"/>
                  </a:lnTo>
                  <a:lnTo>
                    <a:pt x="1122494" y="418816"/>
                  </a:lnTo>
                  <a:lnTo>
                    <a:pt x="1132255" y="421261"/>
                  </a:lnTo>
                  <a:lnTo>
                    <a:pt x="1142016" y="422454"/>
                  </a:lnTo>
                  <a:lnTo>
                    <a:pt x="1151776" y="423486"/>
                  </a:lnTo>
                  <a:lnTo>
                    <a:pt x="1161537" y="424515"/>
                  </a:lnTo>
                  <a:lnTo>
                    <a:pt x="1171298" y="425369"/>
                  </a:lnTo>
                  <a:lnTo>
                    <a:pt x="1181059" y="425741"/>
                  </a:lnTo>
                  <a:lnTo>
                    <a:pt x="1190820" y="427585"/>
                  </a:lnTo>
                  <a:lnTo>
                    <a:pt x="1200581" y="429081"/>
                  </a:lnTo>
                  <a:lnTo>
                    <a:pt x="1210341" y="429574"/>
                  </a:lnTo>
                  <a:lnTo>
                    <a:pt x="1220102" y="430570"/>
                  </a:lnTo>
                  <a:lnTo>
                    <a:pt x="1229863" y="431551"/>
                  </a:lnTo>
                  <a:lnTo>
                    <a:pt x="1239624" y="432532"/>
                  </a:lnTo>
                  <a:lnTo>
                    <a:pt x="1249385" y="433887"/>
                  </a:lnTo>
                  <a:lnTo>
                    <a:pt x="1259145" y="434583"/>
                  </a:lnTo>
                  <a:lnTo>
                    <a:pt x="1268906" y="436444"/>
                  </a:lnTo>
                  <a:lnTo>
                    <a:pt x="1278667" y="438403"/>
                  </a:lnTo>
                  <a:lnTo>
                    <a:pt x="1288428" y="440361"/>
                  </a:lnTo>
                  <a:lnTo>
                    <a:pt x="1298189" y="441562"/>
                  </a:lnTo>
                  <a:lnTo>
                    <a:pt x="1307950" y="443120"/>
                  </a:lnTo>
                  <a:lnTo>
                    <a:pt x="1317710" y="445077"/>
                  </a:lnTo>
                  <a:lnTo>
                    <a:pt x="1327471" y="447025"/>
                  </a:lnTo>
                  <a:lnTo>
                    <a:pt x="1337232" y="448137"/>
                  </a:lnTo>
                  <a:lnTo>
                    <a:pt x="1346993" y="450276"/>
                  </a:lnTo>
                  <a:lnTo>
                    <a:pt x="1356754" y="452872"/>
                  </a:lnTo>
                  <a:lnTo>
                    <a:pt x="1366515" y="452952"/>
                  </a:lnTo>
                  <a:lnTo>
                    <a:pt x="1376275" y="455155"/>
                  </a:lnTo>
                  <a:lnTo>
                    <a:pt x="1386036" y="456280"/>
                  </a:lnTo>
                  <a:lnTo>
                    <a:pt x="1395797" y="457542"/>
                  </a:lnTo>
                  <a:lnTo>
                    <a:pt x="1405558" y="458394"/>
                  </a:lnTo>
                  <a:lnTo>
                    <a:pt x="1415319" y="459932"/>
                  </a:lnTo>
                  <a:lnTo>
                    <a:pt x="1425079" y="461812"/>
                  </a:lnTo>
                  <a:lnTo>
                    <a:pt x="1434840" y="463254"/>
                  </a:lnTo>
                  <a:lnTo>
                    <a:pt x="1444601" y="464626"/>
                  </a:lnTo>
                  <a:lnTo>
                    <a:pt x="1454362" y="465576"/>
                  </a:lnTo>
                  <a:lnTo>
                    <a:pt x="1464123" y="466617"/>
                  </a:lnTo>
                  <a:lnTo>
                    <a:pt x="1473884" y="467707"/>
                  </a:lnTo>
                  <a:lnTo>
                    <a:pt x="1483644" y="468393"/>
                  </a:lnTo>
                  <a:lnTo>
                    <a:pt x="1493405" y="469323"/>
                  </a:lnTo>
                  <a:lnTo>
                    <a:pt x="1503166" y="470644"/>
                  </a:lnTo>
                  <a:lnTo>
                    <a:pt x="1512927" y="472519"/>
                  </a:lnTo>
                  <a:lnTo>
                    <a:pt x="1522688" y="473713"/>
                  </a:lnTo>
                  <a:lnTo>
                    <a:pt x="1532448" y="474877"/>
                  </a:lnTo>
                  <a:lnTo>
                    <a:pt x="1542209" y="475549"/>
                  </a:lnTo>
                  <a:lnTo>
                    <a:pt x="1551970" y="475577"/>
                  </a:lnTo>
                  <a:lnTo>
                    <a:pt x="1561731" y="476564"/>
                  </a:lnTo>
                  <a:lnTo>
                    <a:pt x="1571492" y="476951"/>
                  </a:lnTo>
                  <a:lnTo>
                    <a:pt x="1581253" y="477662"/>
                  </a:lnTo>
                  <a:lnTo>
                    <a:pt x="1591013" y="478428"/>
                  </a:lnTo>
                  <a:lnTo>
                    <a:pt x="1600774" y="479390"/>
                  </a:lnTo>
                  <a:lnTo>
                    <a:pt x="1610535" y="480298"/>
                  </a:lnTo>
                  <a:lnTo>
                    <a:pt x="1620296" y="481191"/>
                  </a:lnTo>
                  <a:lnTo>
                    <a:pt x="1630057" y="482048"/>
                  </a:lnTo>
                  <a:lnTo>
                    <a:pt x="1639818" y="482981"/>
                  </a:lnTo>
                  <a:lnTo>
                    <a:pt x="1649578" y="483877"/>
                  </a:lnTo>
                  <a:lnTo>
                    <a:pt x="1659339" y="485060"/>
                  </a:lnTo>
                  <a:lnTo>
                    <a:pt x="1669100" y="485777"/>
                  </a:lnTo>
                  <a:lnTo>
                    <a:pt x="1678861" y="486536"/>
                  </a:lnTo>
                  <a:lnTo>
                    <a:pt x="1688622" y="487379"/>
                  </a:lnTo>
                  <a:lnTo>
                    <a:pt x="1698382" y="488028"/>
                  </a:lnTo>
                  <a:lnTo>
                    <a:pt x="1708143" y="488612"/>
                  </a:lnTo>
                  <a:lnTo>
                    <a:pt x="1717904" y="488941"/>
                  </a:lnTo>
                  <a:lnTo>
                    <a:pt x="1727665" y="489698"/>
                  </a:lnTo>
                  <a:lnTo>
                    <a:pt x="1737426" y="490364"/>
                  </a:lnTo>
                  <a:lnTo>
                    <a:pt x="1747187" y="490369"/>
                  </a:lnTo>
                  <a:lnTo>
                    <a:pt x="1756947" y="490915"/>
                  </a:lnTo>
                  <a:lnTo>
                    <a:pt x="1766708" y="491675"/>
                  </a:lnTo>
                  <a:lnTo>
                    <a:pt x="1776469" y="492458"/>
                  </a:lnTo>
                  <a:lnTo>
                    <a:pt x="1786230" y="493238"/>
                  </a:lnTo>
                  <a:lnTo>
                    <a:pt x="1795991" y="494017"/>
                  </a:lnTo>
                  <a:lnTo>
                    <a:pt x="1805752" y="494869"/>
                  </a:lnTo>
                  <a:lnTo>
                    <a:pt x="1815512" y="495886"/>
                  </a:lnTo>
                  <a:lnTo>
                    <a:pt x="1825273" y="496536"/>
                  </a:lnTo>
                  <a:lnTo>
                    <a:pt x="1835034" y="497628"/>
                  </a:lnTo>
                  <a:lnTo>
                    <a:pt x="1844795" y="497990"/>
                  </a:lnTo>
                  <a:lnTo>
                    <a:pt x="1854556" y="498992"/>
                  </a:lnTo>
                  <a:lnTo>
                    <a:pt x="1864316" y="499673"/>
                  </a:lnTo>
                  <a:lnTo>
                    <a:pt x="1874077" y="500352"/>
                  </a:lnTo>
                  <a:lnTo>
                    <a:pt x="1883838" y="501030"/>
                  </a:lnTo>
                  <a:lnTo>
                    <a:pt x="1893599" y="502032"/>
                  </a:lnTo>
                  <a:lnTo>
                    <a:pt x="1903360" y="502933"/>
                  </a:lnTo>
                  <a:lnTo>
                    <a:pt x="1913121" y="503511"/>
                  </a:lnTo>
                  <a:lnTo>
                    <a:pt x="1922881" y="504088"/>
                  </a:lnTo>
                  <a:lnTo>
                    <a:pt x="1932642" y="504664"/>
                  </a:lnTo>
                  <a:lnTo>
                    <a:pt x="1942403" y="505326"/>
                  </a:lnTo>
                  <a:lnTo>
                    <a:pt x="1952164" y="506059"/>
                  </a:lnTo>
                  <a:lnTo>
                    <a:pt x="1961925" y="506799"/>
                  </a:lnTo>
                  <a:lnTo>
                    <a:pt x="1971685" y="507531"/>
                  </a:lnTo>
                  <a:lnTo>
                    <a:pt x="1981446" y="508251"/>
                  </a:lnTo>
                  <a:lnTo>
                    <a:pt x="1991207" y="508982"/>
                  </a:lnTo>
                  <a:lnTo>
                    <a:pt x="2000968" y="509715"/>
                  </a:lnTo>
                  <a:lnTo>
                    <a:pt x="2010729" y="510447"/>
                  </a:lnTo>
                  <a:lnTo>
                    <a:pt x="2020490" y="511418"/>
                  </a:lnTo>
                  <a:lnTo>
                    <a:pt x="2030250" y="512389"/>
                  </a:lnTo>
                  <a:lnTo>
                    <a:pt x="2040011" y="512891"/>
                  </a:lnTo>
                  <a:lnTo>
                    <a:pt x="2049772" y="513322"/>
                  </a:lnTo>
                  <a:lnTo>
                    <a:pt x="2059533" y="514034"/>
                  </a:lnTo>
                  <a:lnTo>
                    <a:pt x="2069294" y="514752"/>
                  </a:lnTo>
                  <a:lnTo>
                    <a:pt x="2079055" y="515468"/>
                  </a:lnTo>
                  <a:lnTo>
                    <a:pt x="2088815" y="516314"/>
                  </a:lnTo>
                  <a:lnTo>
                    <a:pt x="2098576" y="517191"/>
                  </a:lnTo>
                  <a:lnTo>
                    <a:pt x="2108337" y="518066"/>
                  </a:lnTo>
                  <a:lnTo>
                    <a:pt x="2118098" y="518938"/>
                  </a:lnTo>
                  <a:lnTo>
                    <a:pt x="2127859" y="519807"/>
                  </a:lnTo>
                  <a:lnTo>
                    <a:pt x="2137619" y="520675"/>
                  </a:lnTo>
                  <a:lnTo>
                    <a:pt x="2147380" y="521541"/>
                  </a:lnTo>
                  <a:lnTo>
                    <a:pt x="2157141" y="522403"/>
                  </a:lnTo>
                  <a:lnTo>
                    <a:pt x="2166902" y="523262"/>
                  </a:lnTo>
                  <a:lnTo>
                    <a:pt x="2176663" y="523679"/>
                  </a:lnTo>
                  <a:lnTo>
                    <a:pt x="2186424" y="523734"/>
                  </a:lnTo>
                  <a:lnTo>
                    <a:pt x="2196184" y="524500"/>
                  </a:lnTo>
                  <a:lnTo>
                    <a:pt x="2205945" y="525280"/>
                  </a:lnTo>
                  <a:lnTo>
                    <a:pt x="2215706" y="526059"/>
                  </a:lnTo>
                  <a:lnTo>
                    <a:pt x="2225467" y="526437"/>
                  </a:lnTo>
                  <a:lnTo>
                    <a:pt x="2235228" y="527326"/>
                  </a:lnTo>
                  <a:lnTo>
                    <a:pt x="2244988" y="528212"/>
                  </a:lnTo>
                  <a:lnTo>
                    <a:pt x="2254749" y="528987"/>
                  </a:lnTo>
                  <a:lnTo>
                    <a:pt x="2264510" y="529415"/>
                  </a:lnTo>
                  <a:lnTo>
                    <a:pt x="2274271" y="529843"/>
                  </a:lnTo>
                  <a:lnTo>
                    <a:pt x="2284032" y="530270"/>
                  </a:lnTo>
                  <a:lnTo>
                    <a:pt x="2293793" y="530696"/>
                  </a:lnTo>
                  <a:lnTo>
                    <a:pt x="2303553" y="531300"/>
                  </a:lnTo>
                  <a:lnTo>
                    <a:pt x="2313314" y="531960"/>
                  </a:lnTo>
                  <a:lnTo>
                    <a:pt x="2323075" y="532618"/>
                  </a:lnTo>
                  <a:lnTo>
                    <a:pt x="2332836" y="533274"/>
                  </a:lnTo>
                  <a:lnTo>
                    <a:pt x="2342597" y="533825"/>
                  </a:lnTo>
                  <a:lnTo>
                    <a:pt x="2352358" y="534310"/>
                  </a:lnTo>
                  <a:lnTo>
                    <a:pt x="2362118" y="534793"/>
                  </a:lnTo>
                  <a:lnTo>
                    <a:pt x="2371879" y="535276"/>
                  </a:lnTo>
                  <a:lnTo>
                    <a:pt x="2381640" y="535758"/>
                  </a:lnTo>
                  <a:lnTo>
                    <a:pt x="2391401" y="536238"/>
                  </a:lnTo>
                  <a:lnTo>
                    <a:pt x="2401162" y="536733"/>
                  </a:lnTo>
                  <a:lnTo>
                    <a:pt x="2410922" y="537232"/>
                  </a:lnTo>
                  <a:lnTo>
                    <a:pt x="2420683" y="538249"/>
                  </a:lnTo>
                  <a:lnTo>
                    <a:pt x="2430444" y="539408"/>
                  </a:lnTo>
                  <a:lnTo>
                    <a:pt x="2440205" y="540356"/>
                  </a:lnTo>
                  <a:lnTo>
                    <a:pt x="2449966" y="540766"/>
                  </a:lnTo>
                  <a:lnTo>
                    <a:pt x="2459727" y="541175"/>
                  </a:lnTo>
                  <a:lnTo>
                    <a:pt x="2469487" y="541583"/>
                  </a:lnTo>
                  <a:lnTo>
                    <a:pt x="2479248" y="541990"/>
                  </a:lnTo>
                  <a:lnTo>
                    <a:pt x="2489009" y="542397"/>
                  </a:lnTo>
                  <a:lnTo>
                    <a:pt x="2498770" y="542803"/>
                  </a:lnTo>
                  <a:lnTo>
                    <a:pt x="2508531" y="543208"/>
                  </a:lnTo>
                  <a:lnTo>
                    <a:pt x="2518291" y="543613"/>
                  </a:lnTo>
                  <a:lnTo>
                    <a:pt x="2528052" y="54401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611514" y="5449026"/>
              <a:ext cx="2528052" cy="213967"/>
            </a:xfrm>
            <a:custGeom>
              <a:avLst/>
              <a:pathLst>
                <a:path w="2528052" h="213967">
                  <a:moveTo>
                    <a:pt x="2528052" y="213967"/>
                  </a:moveTo>
                  <a:lnTo>
                    <a:pt x="2518291" y="213625"/>
                  </a:lnTo>
                  <a:lnTo>
                    <a:pt x="2508531" y="213278"/>
                  </a:lnTo>
                  <a:lnTo>
                    <a:pt x="2498770" y="212927"/>
                  </a:lnTo>
                  <a:lnTo>
                    <a:pt x="2489009" y="212572"/>
                  </a:lnTo>
                  <a:lnTo>
                    <a:pt x="2479248" y="212212"/>
                  </a:lnTo>
                  <a:lnTo>
                    <a:pt x="2469487" y="211848"/>
                  </a:lnTo>
                  <a:lnTo>
                    <a:pt x="2459727" y="211480"/>
                  </a:lnTo>
                  <a:lnTo>
                    <a:pt x="2449966" y="211108"/>
                  </a:lnTo>
                  <a:lnTo>
                    <a:pt x="2440205" y="210731"/>
                  </a:lnTo>
                  <a:lnTo>
                    <a:pt x="2430444" y="210349"/>
                  </a:lnTo>
                  <a:lnTo>
                    <a:pt x="2420683" y="209963"/>
                  </a:lnTo>
                  <a:lnTo>
                    <a:pt x="2410922" y="209573"/>
                  </a:lnTo>
                  <a:lnTo>
                    <a:pt x="2401162" y="209177"/>
                  </a:lnTo>
                  <a:lnTo>
                    <a:pt x="2391401" y="208781"/>
                  </a:lnTo>
                  <a:lnTo>
                    <a:pt x="2381640" y="208374"/>
                  </a:lnTo>
                  <a:lnTo>
                    <a:pt x="2371879" y="207966"/>
                  </a:lnTo>
                  <a:lnTo>
                    <a:pt x="2362118" y="207553"/>
                  </a:lnTo>
                  <a:lnTo>
                    <a:pt x="2352358" y="207135"/>
                  </a:lnTo>
                  <a:lnTo>
                    <a:pt x="2342597" y="206711"/>
                  </a:lnTo>
                  <a:lnTo>
                    <a:pt x="2332836" y="206283"/>
                  </a:lnTo>
                  <a:lnTo>
                    <a:pt x="2323075" y="205850"/>
                  </a:lnTo>
                  <a:lnTo>
                    <a:pt x="2313314" y="205412"/>
                  </a:lnTo>
                  <a:lnTo>
                    <a:pt x="2303553" y="204969"/>
                  </a:lnTo>
                  <a:lnTo>
                    <a:pt x="2293793" y="204583"/>
                  </a:lnTo>
                  <a:lnTo>
                    <a:pt x="2284032" y="204255"/>
                  </a:lnTo>
                  <a:lnTo>
                    <a:pt x="2274271" y="203925"/>
                  </a:lnTo>
                  <a:lnTo>
                    <a:pt x="2264510" y="203519"/>
                  </a:lnTo>
                  <a:lnTo>
                    <a:pt x="2254749" y="203047"/>
                  </a:lnTo>
                  <a:lnTo>
                    <a:pt x="2244988" y="202568"/>
                  </a:lnTo>
                  <a:lnTo>
                    <a:pt x="2235228" y="202082"/>
                  </a:lnTo>
                  <a:lnTo>
                    <a:pt x="2225467" y="201592"/>
                  </a:lnTo>
                  <a:lnTo>
                    <a:pt x="2215706" y="201093"/>
                  </a:lnTo>
                  <a:lnTo>
                    <a:pt x="2205945" y="200587"/>
                  </a:lnTo>
                  <a:lnTo>
                    <a:pt x="2196184" y="200076"/>
                  </a:lnTo>
                  <a:lnTo>
                    <a:pt x="2186424" y="199598"/>
                  </a:lnTo>
                  <a:lnTo>
                    <a:pt x="2176663" y="199120"/>
                  </a:lnTo>
                  <a:lnTo>
                    <a:pt x="2166902" y="198611"/>
                  </a:lnTo>
                  <a:lnTo>
                    <a:pt x="2157141" y="198155"/>
                  </a:lnTo>
                  <a:lnTo>
                    <a:pt x="2147380" y="197784"/>
                  </a:lnTo>
                  <a:lnTo>
                    <a:pt x="2137619" y="197377"/>
                  </a:lnTo>
                  <a:lnTo>
                    <a:pt x="2127859" y="196959"/>
                  </a:lnTo>
                  <a:lnTo>
                    <a:pt x="2118098" y="196537"/>
                  </a:lnTo>
                  <a:lnTo>
                    <a:pt x="2108337" y="196111"/>
                  </a:lnTo>
                  <a:lnTo>
                    <a:pt x="2098576" y="195678"/>
                  </a:lnTo>
                  <a:lnTo>
                    <a:pt x="2088815" y="195241"/>
                  </a:lnTo>
                  <a:lnTo>
                    <a:pt x="2079055" y="194745"/>
                  </a:lnTo>
                  <a:lnTo>
                    <a:pt x="2069294" y="194222"/>
                  </a:lnTo>
                  <a:lnTo>
                    <a:pt x="2059533" y="193634"/>
                  </a:lnTo>
                  <a:lnTo>
                    <a:pt x="2049772" y="193148"/>
                  </a:lnTo>
                  <a:lnTo>
                    <a:pt x="2040011" y="192497"/>
                  </a:lnTo>
                  <a:lnTo>
                    <a:pt x="2030250" y="191908"/>
                  </a:lnTo>
                  <a:lnTo>
                    <a:pt x="2020490" y="191311"/>
                  </a:lnTo>
                  <a:lnTo>
                    <a:pt x="2010729" y="190800"/>
                  </a:lnTo>
                  <a:lnTo>
                    <a:pt x="2000968" y="190272"/>
                  </a:lnTo>
                  <a:lnTo>
                    <a:pt x="1991207" y="189631"/>
                  </a:lnTo>
                  <a:lnTo>
                    <a:pt x="1981446" y="189015"/>
                  </a:lnTo>
                  <a:lnTo>
                    <a:pt x="1971685" y="188463"/>
                  </a:lnTo>
                  <a:lnTo>
                    <a:pt x="1961925" y="187982"/>
                  </a:lnTo>
                  <a:lnTo>
                    <a:pt x="1952164" y="187497"/>
                  </a:lnTo>
                  <a:lnTo>
                    <a:pt x="1942403" y="186902"/>
                  </a:lnTo>
                  <a:lnTo>
                    <a:pt x="1932642" y="186295"/>
                  </a:lnTo>
                  <a:lnTo>
                    <a:pt x="1922881" y="185680"/>
                  </a:lnTo>
                  <a:lnTo>
                    <a:pt x="1913121" y="185059"/>
                  </a:lnTo>
                  <a:lnTo>
                    <a:pt x="1903360" y="184435"/>
                  </a:lnTo>
                  <a:lnTo>
                    <a:pt x="1893599" y="183803"/>
                  </a:lnTo>
                  <a:lnTo>
                    <a:pt x="1883838" y="183165"/>
                  </a:lnTo>
                  <a:lnTo>
                    <a:pt x="1874077" y="182703"/>
                  </a:lnTo>
                  <a:lnTo>
                    <a:pt x="1864316" y="182262"/>
                  </a:lnTo>
                  <a:lnTo>
                    <a:pt x="1854556" y="181477"/>
                  </a:lnTo>
                  <a:lnTo>
                    <a:pt x="1844795" y="180738"/>
                  </a:lnTo>
                  <a:lnTo>
                    <a:pt x="1835034" y="180178"/>
                  </a:lnTo>
                  <a:lnTo>
                    <a:pt x="1825273" y="179610"/>
                  </a:lnTo>
                  <a:lnTo>
                    <a:pt x="1815512" y="178927"/>
                  </a:lnTo>
                  <a:lnTo>
                    <a:pt x="1805752" y="178291"/>
                  </a:lnTo>
                  <a:lnTo>
                    <a:pt x="1795991" y="177703"/>
                  </a:lnTo>
                  <a:lnTo>
                    <a:pt x="1786230" y="177121"/>
                  </a:lnTo>
                  <a:lnTo>
                    <a:pt x="1776469" y="176533"/>
                  </a:lnTo>
                  <a:lnTo>
                    <a:pt x="1766708" y="175941"/>
                  </a:lnTo>
                  <a:lnTo>
                    <a:pt x="1756947" y="175343"/>
                  </a:lnTo>
                  <a:lnTo>
                    <a:pt x="1747187" y="174739"/>
                  </a:lnTo>
                  <a:lnTo>
                    <a:pt x="1737426" y="174132"/>
                  </a:lnTo>
                  <a:lnTo>
                    <a:pt x="1727665" y="173518"/>
                  </a:lnTo>
                  <a:lnTo>
                    <a:pt x="1717904" y="172899"/>
                  </a:lnTo>
                  <a:lnTo>
                    <a:pt x="1708143" y="172274"/>
                  </a:lnTo>
                  <a:lnTo>
                    <a:pt x="1698382" y="171644"/>
                  </a:lnTo>
                  <a:lnTo>
                    <a:pt x="1688622" y="170848"/>
                  </a:lnTo>
                  <a:lnTo>
                    <a:pt x="1678861" y="169996"/>
                  </a:lnTo>
                  <a:lnTo>
                    <a:pt x="1669100" y="169130"/>
                  </a:lnTo>
                  <a:lnTo>
                    <a:pt x="1659339" y="168253"/>
                  </a:lnTo>
                  <a:lnTo>
                    <a:pt x="1649578" y="167460"/>
                  </a:lnTo>
                  <a:lnTo>
                    <a:pt x="1639818" y="166729"/>
                  </a:lnTo>
                  <a:lnTo>
                    <a:pt x="1630057" y="165992"/>
                  </a:lnTo>
                  <a:lnTo>
                    <a:pt x="1620296" y="165248"/>
                  </a:lnTo>
                  <a:lnTo>
                    <a:pt x="1610535" y="164509"/>
                  </a:lnTo>
                  <a:lnTo>
                    <a:pt x="1600774" y="163751"/>
                  </a:lnTo>
                  <a:lnTo>
                    <a:pt x="1591013" y="162987"/>
                  </a:lnTo>
                  <a:lnTo>
                    <a:pt x="1581253" y="162148"/>
                  </a:lnTo>
                  <a:lnTo>
                    <a:pt x="1571492" y="161259"/>
                  </a:lnTo>
                  <a:lnTo>
                    <a:pt x="1561731" y="160360"/>
                  </a:lnTo>
                  <a:lnTo>
                    <a:pt x="1551970" y="159456"/>
                  </a:lnTo>
                  <a:lnTo>
                    <a:pt x="1542209" y="158805"/>
                  </a:lnTo>
                  <a:lnTo>
                    <a:pt x="1532448" y="157884"/>
                  </a:lnTo>
                  <a:lnTo>
                    <a:pt x="1522688" y="157001"/>
                  </a:lnTo>
                  <a:lnTo>
                    <a:pt x="1512927" y="156286"/>
                  </a:lnTo>
                  <a:lnTo>
                    <a:pt x="1503166" y="155566"/>
                  </a:lnTo>
                  <a:lnTo>
                    <a:pt x="1493405" y="154839"/>
                  </a:lnTo>
                  <a:lnTo>
                    <a:pt x="1483644" y="154107"/>
                  </a:lnTo>
                  <a:lnTo>
                    <a:pt x="1473884" y="153255"/>
                  </a:lnTo>
                  <a:lnTo>
                    <a:pt x="1464123" y="152102"/>
                  </a:lnTo>
                  <a:lnTo>
                    <a:pt x="1454362" y="150932"/>
                  </a:lnTo>
                  <a:lnTo>
                    <a:pt x="1444601" y="150259"/>
                  </a:lnTo>
                  <a:lnTo>
                    <a:pt x="1434840" y="148785"/>
                  </a:lnTo>
                  <a:lnTo>
                    <a:pt x="1425079" y="147320"/>
                  </a:lnTo>
                  <a:lnTo>
                    <a:pt x="1415319" y="146492"/>
                  </a:lnTo>
                  <a:lnTo>
                    <a:pt x="1405558" y="145922"/>
                  </a:lnTo>
                  <a:lnTo>
                    <a:pt x="1395797" y="144927"/>
                  </a:lnTo>
                  <a:lnTo>
                    <a:pt x="1386036" y="143787"/>
                  </a:lnTo>
                  <a:lnTo>
                    <a:pt x="1376275" y="142692"/>
                  </a:lnTo>
                  <a:lnTo>
                    <a:pt x="1366515" y="141669"/>
                  </a:lnTo>
                  <a:lnTo>
                    <a:pt x="1356754" y="140766"/>
                  </a:lnTo>
                  <a:lnTo>
                    <a:pt x="1346993" y="139867"/>
                  </a:lnTo>
                  <a:lnTo>
                    <a:pt x="1337232" y="138992"/>
                  </a:lnTo>
                  <a:lnTo>
                    <a:pt x="1327471" y="138397"/>
                  </a:lnTo>
                  <a:lnTo>
                    <a:pt x="1317710" y="137744"/>
                  </a:lnTo>
                  <a:lnTo>
                    <a:pt x="1307950" y="136892"/>
                  </a:lnTo>
                  <a:lnTo>
                    <a:pt x="1298189" y="136022"/>
                  </a:lnTo>
                  <a:lnTo>
                    <a:pt x="1288428" y="134951"/>
                  </a:lnTo>
                  <a:lnTo>
                    <a:pt x="1278667" y="133741"/>
                  </a:lnTo>
                  <a:lnTo>
                    <a:pt x="1268906" y="132741"/>
                  </a:lnTo>
                  <a:lnTo>
                    <a:pt x="1259145" y="131995"/>
                  </a:lnTo>
                  <a:lnTo>
                    <a:pt x="1249385" y="131184"/>
                  </a:lnTo>
                  <a:lnTo>
                    <a:pt x="1239624" y="130010"/>
                  </a:lnTo>
                  <a:lnTo>
                    <a:pt x="1229863" y="128898"/>
                  </a:lnTo>
                  <a:lnTo>
                    <a:pt x="1220102" y="127963"/>
                  </a:lnTo>
                  <a:lnTo>
                    <a:pt x="1210341" y="126868"/>
                  </a:lnTo>
                  <a:lnTo>
                    <a:pt x="1200581" y="125929"/>
                  </a:lnTo>
                  <a:lnTo>
                    <a:pt x="1190820" y="125169"/>
                  </a:lnTo>
                  <a:lnTo>
                    <a:pt x="1181059" y="124001"/>
                  </a:lnTo>
                  <a:lnTo>
                    <a:pt x="1171298" y="123095"/>
                  </a:lnTo>
                  <a:lnTo>
                    <a:pt x="1161537" y="121925"/>
                  </a:lnTo>
                  <a:lnTo>
                    <a:pt x="1151776" y="120650"/>
                  </a:lnTo>
                  <a:lnTo>
                    <a:pt x="1142016" y="119436"/>
                  </a:lnTo>
                  <a:lnTo>
                    <a:pt x="1132255" y="118566"/>
                  </a:lnTo>
                  <a:lnTo>
                    <a:pt x="1122494" y="117769"/>
                  </a:lnTo>
                  <a:lnTo>
                    <a:pt x="1112733" y="116990"/>
                  </a:lnTo>
                  <a:lnTo>
                    <a:pt x="1102972" y="116207"/>
                  </a:lnTo>
                  <a:lnTo>
                    <a:pt x="1093212" y="115414"/>
                  </a:lnTo>
                  <a:lnTo>
                    <a:pt x="1083451" y="114523"/>
                  </a:lnTo>
                  <a:lnTo>
                    <a:pt x="1073690" y="113731"/>
                  </a:lnTo>
                  <a:lnTo>
                    <a:pt x="1063929" y="113015"/>
                  </a:lnTo>
                  <a:lnTo>
                    <a:pt x="1054168" y="111963"/>
                  </a:lnTo>
                  <a:lnTo>
                    <a:pt x="1044407" y="110901"/>
                  </a:lnTo>
                  <a:lnTo>
                    <a:pt x="1034647" y="109822"/>
                  </a:lnTo>
                  <a:lnTo>
                    <a:pt x="1024886" y="108748"/>
                  </a:lnTo>
                  <a:lnTo>
                    <a:pt x="1015125" y="107641"/>
                  </a:lnTo>
                  <a:lnTo>
                    <a:pt x="1005364" y="106664"/>
                  </a:lnTo>
                  <a:lnTo>
                    <a:pt x="995603" y="105718"/>
                  </a:lnTo>
                  <a:lnTo>
                    <a:pt x="985842" y="104758"/>
                  </a:lnTo>
                  <a:lnTo>
                    <a:pt x="976082" y="103785"/>
                  </a:lnTo>
                  <a:lnTo>
                    <a:pt x="966321" y="102877"/>
                  </a:lnTo>
                  <a:lnTo>
                    <a:pt x="956560" y="102323"/>
                  </a:lnTo>
                  <a:lnTo>
                    <a:pt x="946799" y="101508"/>
                  </a:lnTo>
                  <a:lnTo>
                    <a:pt x="937038" y="100034"/>
                  </a:lnTo>
                  <a:lnTo>
                    <a:pt x="927278" y="99063"/>
                  </a:lnTo>
                  <a:lnTo>
                    <a:pt x="917517" y="97785"/>
                  </a:lnTo>
                  <a:lnTo>
                    <a:pt x="907756" y="96494"/>
                  </a:lnTo>
                  <a:lnTo>
                    <a:pt x="897995" y="95425"/>
                  </a:lnTo>
                  <a:lnTo>
                    <a:pt x="888234" y="94367"/>
                  </a:lnTo>
                  <a:lnTo>
                    <a:pt x="878473" y="93043"/>
                  </a:lnTo>
                  <a:lnTo>
                    <a:pt x="868713" y="91722"/>
                  </a:lnTo>
                  <a:lnTo>
                    <a:pt x="858952" y="90701"/>
                  </a:lnTo>
                  <a:lnTo>
                    <a:pt x="849191" y="90115"/>
                  </a:lnTo>
                  <a:lnTo>
                    <a:pt x="839430" y="88991"/>
                  </a:lnTo>
                  <a:lnTo>
                    <a:pt x="829669" y="87403"/>
                  </a:lnTo>
                  <a:lnTo>
                    <a:pt x="819909" y="86338"/>
                  </a:lnTo>
                  <a:lnTo>
                    <a:pt x="810148" y="85280"/>
                  </a:lnTo>
                  <a:lnTo>
                    <a:pt x="800387" y="84015"/>
                  </a:lnTo>
                  <a:lnTo>
                    <a:pt x="790626" y="82304"/>
                  </a:lnTo>
                  <a:lnTo>
                    <a:pt x="780865" y="81934"/>
                  </a:lnTo>
                  <a:lnTo>
                    <a:pt x="771104" y="81100"/>
                  </a:lnTo>
                  <a:lnTo>
                    <a:pt x="761344" y="79749"/>
                  </a:lnTo>
                  <a:lnTo>
                    <a:pt x="751583" y="78435"/>
                  </a:lnTo>
                  <a:lnTo>
                    <a:pt x="741822" y="77089"/>
                  </a:lnTo>
                  <a:lnTo>
                    <a:pt x="732061" y="76412"/>
                  </a:lnTo>
                  <a:lnTo>
                    <a:pt x="722300" y="75498"/>
                  </a:lnTo>
                  <a:lnTo>
                    <a:pt x="712539" y="74348"/>
                  </a:lnTo>
                  <a:lnTo>
                    <a:pt x="702779" y="73377"/>
                  </a:lnTo>
                  <a:lnTo>
                    <a:pt x="693018" y="71718"/>
                  </a:lnTo>
                  <a:lnTo>
                    <a:pt x="683257" y="70254"/>
                  </a:lnTo>
                  <a:lnTo>
                    <a:pt x="673496" y="68952"/>
                  </a:lnTo>
                  <a:lnTo>
                    <a:pt x="663735" y="67610"/>
                  </a:lnTo>
                  <a:lnTo>
                    <a:pt x="653975" y="66495"/>
                  </a:lnTo>
                  <a:lnTo>
                    <a:pt x="644214" y="65000"/>
                  </a:lnTo>
                  <a:lnTo>
                    <a:pt x="634453" y="63529"/>
                  </a:lnTo>
                  <a:lnTo>
                    <a:pt x="624692" y="62294"/>
                  </a:lnTo>
                  <a:lnTo>
                    <a:pt x="614931" y="61496"/>
                  </a:lnTo>
                  <a:lnTo>
                    <a:pt x="605170" y="60433"/>
                  </a:lnTo>
                  <a:lnTo>
                    <a:pt x="595410" y="59539"/>
                  </a:lnTo>
                  <a:lnTo>
                    <a:pt x="585649" y="58851"/>
                  </a:lnTo>
                  <a:lnTo>
                    <a:pt x="575888" y="57568"/>
                  </a:lnTo>
                  <a:lnTo>
                    <a:pt x="566127" y="56271"/>
                  </a:lnTo>
                  <a:lnTo>
                    <a:pt x="556366" y="55387"/>
                  </a:lnTo>
                  <a:lnTo>
                    <a:pt x="546606" y="54369"/>
                  </a:lnTo>
                  <a:lnTo>
                    <a:pt x="536845" y="53055"/>
                  </a:lnTo>
                  <a:lnTo>
                    <a:pt x="527084" y="51713"/>
                  </a:lnTo>
                  <a:lnTo>
                    <a:pt x="517323" y="51734"/>
                  </a:lnTo>
                  <a:lnTo>
                    <a:pt x="507562" y="50823"/>
                  </a:lnTo>
                  <a:lnTo>
                    <a:pt x="497801" y="49576"/>
                  </a:lnTo>
                  <a:lnTo>
                    <a:pt x="488041" y="48315"/>
                  </a:lnTo>
                  <a:lnTo>
                    <a:pt x="478280" y="47046"/>
                  </a:lnTo>
                  <a:lnTo>
                    <a:pt x="468519" y="47092"/>
                  </a:lnTo>
                  <a:lnTo>
                    <a:pt x="458758" y="45676"/>
                  </a:lnTo>
                  <a:lnTo>
                    <a:pt x="448997" y="44099"/>
                  </a:lnTo>
                  <a:lnTo>
                    <a:pt x="439236" y="43349"/>
                  </a:lnTo>
                  <a:lnTo>
                    <a:pt x="429476" y="42021"/>
                  </a:lnTo>
                  <a:lnTo>
                    <a:pt x="419715" y="40674"/>
                  </a:lnTo>
                  <a:lnTo>
                    <a:pt x="409954" y="39059"/>
                  </a:lnTo>
                  <a:lnTo>
                    <a:pt x="400193" y="38320"/>
                  </a:lnTo>
                  <a:lnTo>
                    <a:pt x="390432" y="37562"/>
                  </a:lnTo>
                  <a:lnTo>
                    <a:pt x="380672" y="36114"/>
                  </a:lnTo>
                  <a:lnTo>
                    <a:pt x="370911" y="34769"/>
                  </a:lnTo>
                  <a:lnTo>
                    <a:pt x="361150" y="34084"/>
                  </a:lnTo>
                  <a:lnTo>
                    <a:pt x="351389" y="34109"/>
                  </a:lnTo>
                  <a:lnTo>
                    <a:pt x="341628" y="32737"/>
                  </a:lnTo>
                  <a:lnTo>
                    <a:pt x="331867" y="31569"/>
                  </a:lnTo>
                  <a:lnTo>
                    <a:pt x="322107" y="30805"/>
                  </a:lnTo>
                  <a:lnTo>
                    <a:pt x="312346" y="29481"/>
                  </a:lnTo>
                  <a:lnTo>
                    <a:pt x="302585" y="28290"/>
                  </a:lnTo>
                  <a:lnTo>
                    <a:pt x="292824" y="27075"/>
                  </a:lnTo>
                  <a:lnTo>
                    <a:pt x="283063" y="26040"/>
                  </a:lnTo>
                  <a:lnTo>
                    <a:pt x="273303" y="24990"/>
                  </a:lnTo>
                  <a:lnTo>
                    <a:pt x="263542" y="23916"/>
                  </a:lnTo>
                  <a:lnTo>
                    <a:pt x="253781" y="23113"/>
                  </a:lnTo>
                  <a:lnTo>
                    <a:pt x="244020" y="22259"/>
                  </a:lnTo>
                  <a:lnTo>
                    <a:pt x="234259" y="21223"/>
                  </a:lnTo>
                  <a:lnTo>
                    <a:pt x="224498" y="19681"/>
                  </a:lnTo>
                  <a:lnTo>
                    <a:pt x="214738" y="18915"/>
                  </a:lnTo>
                  <a:lnTo>
                    <a:pt x="204977" y="18382"/>
                  </a:lnTo>
                  <a:lnTo>
                    <a:pt x="195216" y="17498"/>
                  </a:lnTo>
                  <a:lnTo>
                    <a:pt x="185455" y="17141"/>
                  </a:lnTo>
                  <a:lnTo>
                    <a:pt x="175694" y="16194"/>
                  </a:lnTo>
                  <a:lnTo>
                    <a:pt x="165933" y="14946"/>
                  </a:lnTo>
                  <a:lnTo>
                    <a:pt x="156173" y="13691"/>
                  </a:lnTo>
                  <a:lnTo>
                    <a:pt x="146412" y="12519"/>
                  </a:lnTo>
                  <a:lnTo>
                    <a:pt x="136651" y="12084"/>
                  </a:lnTo>
                  <a:lnTo>
                    <a:pt x="126890" y="11334"/>
                  </a:lnTo>
                  <a:lnTo>
                    <a:pt x="117129" y="10427"/>
                  </a:lnTo>
                  <a:lnTo>
                    <a:pt x="107369" y="9562"/>
                  </a:lnTo>
                  <a:lnTo>
                    <a:pt x="97608" y="8304"/>
                  </a:lnTo>
                  <a:lnTo>
                    <a:pt x="87847" y="7943"/>
                  </a:lnTo>
                  <a:lnTo>
                    <a:pt x="78086" y="6277"/>
                  </a:lnTo>
                  <a:lnTo>
                    <a:pt x="68325" y="6295"/>
                  </a:lnTo>
                  <a:lnTo>
                    <a:pt x="58564" y="6256"/>
                  </a:lnTo>
                  <a:lnTo>
                    <a:pt x="48804" y="5565"/>
                  </a:lnTo>
                  <a:lnTo>
                    <a:pt x="39043" y="4845"/>
                  </a:lnTo>
                  <a:lnTo>
                    <a:pt x="29282" y="3905"/>
                  </a:lnTo>
                  <a:lnTo>
                    <a:pt x="19521" y="2221"/>
                  </a:lnTo>
                  <a:lnTo>
                    <a:pt x="9760" y="130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611514" y="4579172"/>
              <a:ext cx="2528052" cy="991372"/>
            </a:xfrm>
            <a:custGeom>
              <a:avLst/>
              <a:pathLst>
                <a:path w="2528052" h="991372">
                  <a:moveTo>
                    <a:pt x="0" y="0"/>
                  </a:moveTo>
                  <a:lnTo>
                    <a:pt x="9760" y="6291"/>
                  </a:lnTo>
                  <a:lnTo>
                    <a:pt x="19521" y="13611"/>
                  </a:lnTo>
                  <a:lnTo>
                    <a:pt x="29282" y="19696"/>
                  </a:lnTo>
                  <a:lnTo>
                    <a:pt x="39043" y="23554"/>
                  </a:lnTo>
                  <a:lnTo>
                    <a:pt x="48804" y="27449"/>
                  </a:lnTo>
                  <a:lnTo>
                    <a:pt x="58564" y="31857"/>
                  </a:lnTo>
                  <a:lnTo>
                    <a:pt x="68325" y="36885"/>
                  </a:lnTo>
                  <a:lnTo>
                    <a:pt x="78086" y="42818"/>
                  </a:lnTo>
                  <a:lnTo>
                    <a:pt x="87847" y="45071"/>
                  </a:lnTo>
                  <a:lnTo>
                    <a:pt x="97608" y="47325"/>
                  </a:lnTo>
                  <a:lnTo>
                    <a:pt x="107369" y="49869"/>
                  </a:lnTo>
                  <a:lnTo>
                    <a:pt x="117129" y="59078"/>
                  </a:lnTo>
                  <a:lnTo>
                    <a:pt x="126890" y="68787"/>
                  </a:lnTo>
                  <a:lnTo>
                    <a:pt x="136651" y="76515"/>
                  </a:lnTo>
                  <a:lnTo>
                    <a:pt x="146412" y="80527"/>
                  </a:lnTo>
                  <a:lnTo>
                    <a:pt x="156173" y="84527"/>
                  </a:lnTo>
                  <a:lnTo>
                    <a:pt x="165933" y="90930"/>
                  </a:lnTo>
                  <a:lnTo>
                    <a:pt x="175694" y="97044"/>
                  </a:lnTo>
                  <a:lnTo>
                    <a:pt x="185455" y="100650"/>
                  </a:lnTo>
                  <a:lnTo>
                    <a:pt x="195216" y="104246"/>
                  </a:lnTo>
                  <a:lnTo>
                    <a:pt x="204977" y="106742"/>
                  </a:lnTo>
                  <a:lnTo>
                    <a:pt x="214738" y="107743"/>
                  </a:lnTo>
                  <a:lnTo>
                    <a:pt x="224498" y="111473"/>
                  </a:lnTo>
                  <a:lnTo>
                    <a:pt x="234259" y="115240"/>
                  </a:lnTo>
                  <a:lnTo>
                    <a:pt x="244020" y="119079"/>
                  </a:lnTo>
                  <a:lnTo>
                    <a:pt x="253781" y="121016"/>
                  </a:lnTo>
                  <a:lnTo>
                    <a:pt x="263542" y="124421"/>
                  </a:lnTo>
                  <a:lnTo>
                    <a:pt x="273303" y="129620"/>
                  </a:lnTo>
                  <a:lnTo>
                    <a:pt x="283063" y="134282"/>
                  </a:lnTo>
                  <a:lnTo>
                    <a:pt x="292824" y="139608"/>
                  </a:lnTo>
                  <a:lnTo>
                    <a:pt x="302585" y="143106"/>
                  </a:lnTo>
                  <a:lnTo>
                    <a:pt x="312346" y="146610"/>
                  </a:lnTo>
                  <a:lnTo>
                    <a:pt x="322107" y="151891"/>
                  </a:lnTo>
                  <a:lnTo>
                    <a:pt x="331867" y="157180"/>
                  </a:lnTo>
                  <a:lnTo>
                    <a:pt x="341628" y="162467"/>
                  </a:lnTo>
                  <a:lnTo>
                    <a:pt x="351389" y="167729"/>
                  </a:lnTo>
                  <a:lnTo>
                    <a:pt x="361150" y="172966"/>
                  </a:lnTo>
                  <a:lnTo>
                    <a:pt x="370911" y="178177"/>
                  </a:lnTo>
                  <a:lnTo>
                    <a:pt x="380672" y="182692"/>
                  </a:lnTo>
                  <a:lnTo>
                    <a:pt x="390432" y="184912"/>
                  </a:lnTo>
                  <a:lnTo>
                    <a:pt x="400193" y="186473"/>
                  </a:lnTo>
                  <a:lnTo>
                    <a:pt x="409954" y="190210"/>
                  </a:lnTo>
                  <a:lnTo>
                    <a:pt x="419715" y="195833"/>
                  </a:lnTo>
                  <a:lnTo>
                    <a:pt x="429476" y="201494"/>
                  </a:lnTo>
                  <a:lnTo>
                    <a:pt x="439236" y="203967"/>
                  </a:lnTo>
                  <a:lnTo>
                    <a:pt x="448997" y="205650"/>
                  </a:lnTo>
                  <a:lnTo>
                    <a:pt x="458758" y="208937"/>
                  </a:lnTo>
                  <a:lnTo>
                    <a:pt x="468519" y="212417"/>
                  </a:lnTo>
                  <a:lnTo>
                    <a:pt x="478280" y="217359"/>
                  </a:lnTo>
                  <a:lnTo>
                    <a:pt x="488041" y="222380"/>
                  </a:lnTo>
                  <a:lnTo>
                    <a:pt x="497801" y="227509"/>
                  </a:lnTo>
                  <a:lnTo>
                    <a:pt x="507562" y="232100"/>
                  </a:lnTo>
                  <a:lnTo>
                    <a:pt x="517323" y="235082"/>
                  </a:lnTo>
                  <a:lnTo>
                    <a:pt x="527084" y="239062"/>
                  </a:lnTo>
                  <a:lnTo>
                    <a:pt x="536845" y="239959"/>
                  </a:lnTo>
                  <a:lnTo>
                    <a:pt x="546606" y="241777"/>
                  </a:lnTo>
                  <a:lnTo>
                    <a:pt x="556366" y="246323"/>
                  </a:lnTo>
                  <a:lnTo>
                    <a:pt x="566127" y="248367"/>
                  </a:lnTo>
                  <a:lnTo>
                    <a:pt x="575888" y="251659"/>
                  </a:lnTo>
                  <a:lnTo>
                    <a:pt x="585649" y="253358"/>
                  </a:lnTo>
                  <a:lnTo>
                    <a:pt x="595410" y="255274"/>
                  </a:lnTo>
                  <a:lnTo>
                    <a:pt x="605170" y="260259"/>
                  </a:lnTo>
                  <a:lnTo>
                    <a:pt x="614931" y="265273"/>
                  </a:lnTo>
                  <a:lnTo>
                    <a:pt x="624692" y="267131"/>
                  </a:lnTo>
                  <a:lnTo>
                    <a:pt x="634453" y="268892"/>
                  </a:lnTo>
                  <a:lnTo>
                    <a:pt x="644214" y="269896"/>
                  </a:lnTo>
                  <a:lnTo>
                    <a:pt x="653975" y="270647"/>
                  </a:lnTo>
                  <a:lnTo>
                    <a:pt x="663735" y="271577"/>
                  </a:lnTo>
                  <a:lnTo>
                    <a:pt x="673496" y="274541"/>
                  </a:lnTo>
                  <a:lnTo>
                    <a:pt x="683257" y="277822"/>
                  </a:lnTo>
                  <a:lnTo>
                    <a:pt x="693018" y="281044"/>
                  </a:lnTo>
                  <a:lnTo>
                    <a:pt x="702779" y="284683"/>
                  </a:lnTo>
                  <a:lnTo>
                    <a:pt x="712539" y="288972"/>
                  </a:lnTo>
                  <a:lnTo>
                    <a:pt x="722300" y="289896"/>
                  </a:lnTo>
                  <a:lnTo>
                    <a:pt x="732061" y="290747"/>
                  </a:lnTo>
                  <a:lnTo>
                    <a:pt x="741822" y="291218"/>
                  </a:lnTo>
                  <a:lnTo>
                    <a:pt x="751583" y="291795"/>
                  </a:lnTo>
                  <a:lnTo>
                    <a:pt x="761344" y="293251"/>
                  </a:lnTo>
                  <a:lnTo>
                    <a:pt x="771104" y="297277"/>
                  </a:lnTo>
                  <a:lnTo>
                    <a:pt x="780865" y="299929"/>
                  </a:lnTo>
                  <a:lnTo>
                    <a:pt x="790626" y="300762"/>
                  </a:lnTo>
                  <a:lnTo>
                    <a:pt x="800387" y="302268"/>
                  </a:lnTo>
                  <a:lnTo>
                    <a:pt x="810148" y="305023"/>
                  </a:lnTo>
                  <a:lnTo>
                    <a:pt x="819909" y="308491"/>
                  </a:lnTo>
                  <a:lnTo>
                    <a:pt x="829669" y="309215"/>
                  </a:lnTo>
                  <a:lnTo>
                    <a:pt x="839430" y="312340"/>
                  </a:lnTo>
                  <a:lnTo>
                    <a:pt x="849191" y="311908"/>
                  </a:lnTo>
                  <a:lnTo>
                    <a:pt x="858952" y="311911"/>
                  </a:lnTo>
                  <a:lnTo>
                    <a:pt x="868713" y="314924"/>
                  </a:lnTo>
                  <a:lnTo>
                    <a:pt x="878473" y="317943"/>
                  </a:lnTo>
                  <a:lnTo>
                    <a:pt x="888234" y="320967"/>
                  </a:lnTo>
                  <a:lnTo>
                    <a:pt x="897995" y="323990"/>
                  </a:lnTo>
                  <a:lnTo>
                    <a:pt x="907756" y="327002"/>
                  </a:lnTo>
                  <a:lnTo>
                    <a:pt x="917517" y="329054"/>
                  </a:lnTo>
                  <a:lnTo>
                    <a:pt x="927278" y="329710"/>
                  </a:lnTo>
                  <a:lnTo>
                    <a:pt x="937038" y="330108"/>
                  </a:lnTo>
                  <a:lnTo>
                    <a:pt x="946799" y="330558"/>
                  </a:lnTo>
                  <a:lnTo>
                    <a:pt x="956560" y="333031"/>
                  </a:lnTo>
                  <a:lnTo>
                    <a:pt x="966321" y="333638"/>
                  </a:lnTo>
                  <a:lnTo>
                    <a:pt x="976082" y="334353"/>
                  </a:lnTo>
                  <a:lnTo>
                    <a:pt x="985842" y="337702"/>
                  </a:lnTo>
                  <a:lnTo>
                    <a:pt x="995603" y="340641"/>
                  </a:lnTo>
                  <a:lnTo>
                    <a:pt x="1005364" y="341398"/>
                  </a:lnTo>
                  <a:lnTo>
                    <a:pt x="1015125" y="342129"/>
                  </a:lnTo>
                  <a:lnTo>
                    <a:pt x="1024886" y="342483"/>
                  </a:lnTo>
                  <a:lnTo>
                    <a:pt x="1034647" y="342206"/>
                  </a:lnTo>
                  <a:lnTo>
                    <a:pt x="1044407" y="344425"/>
                  </a:lnTo>
                  <a:lnTo>
                    <a:pt x="1054168" y="345553"/>
                  </a:lnTo>
                  <a:lnTo>
                    <a:pt x="1063929" y="346569"/>
                  </a:lnTo>
                  <a:lnTo>
                    <a:pt x="1073690" y="348497"/>
                  </a:lnTo>
                  <a:lnTo>
                    <a:pt x="1083451" y="347461"/>
                  </a:lnTo>
                  <a:lnTo>
                    <a:pt x="1093212" y="348140"/>
                  </a:lnTo>
                  <a:lnTo>
                    <a:pt x="1102972" y="348818"/>
                  </a:lnTo>
                  <a:lnTo>
                    <a:pt x="1112733" y="349575"/>
                  </a:lnTo>
                  <a:lnTo>
                    <a:pt x="1122494" y="350349"/>
                  </a:lnTo>
                  <a:lnTo>
                    <a:pt x="1132255" y="351127"/>
                  </a:lnTo>
                  <a:lnTo>
                    <a:pt x="1142016" y="351956"/>
                  </a:lnTo>
                  <a:lnTo>
                    <a:pt x="1151776" y="352750"/>
                  </a:lnTo>
                  <a:lnTo>
                    <a:pt x="1161537" y="353342"/>
                  </a:lnTo>
                  <a:lnTo>
                    <a:pt x="1171298" y="352132"/>
                  </a:lnTo>
                  <a:lnTo>
                    <a:pt x="1181059" y="353720"/>
                  </a:lnTo>
                  <a:lnTo>
                    <a:pt x="1190820" y="355139"/>
                  </a:lnTo>
                  <a:lnTo>
                    <a:pt x="1200581" y="356307"/>
                  </a:lnTo>
                  <a:lnTo>
                    <a:pt x="1210341" y="356028"/>
                  </a:lnTo>
                  <a:lnTo>
                    <a:pt x="1220102" y="355755"/>
                  </a:lnTo>
                  <a:lnTo>
                    <a:pt x="1229863" y="354115"/>
                  </a:lnTo>
                  <a:lnTo>
                    <a:pt x="1239624" y="355727"/>
                  </a:lnTo>
                  <a:lnTo>
                    <a:pt x="1249385" y="357391"/>
                  </a:lnTo>
                  <a:lnTo>
                    <a:pt x="1259145" y="357430"/>
                  </a:lnTo>
                  <a:lnTo>
                    <a:pt x="1268906" y="356663"/>
                  </a:lnTo>
                  <a:lnTo>
                    <a:pt x="1278667" y="356829"/>
                  </a:lnTo>
                  <a:lnTo>
                    <a:pt x="1288428" y="359108"/>
                  </a:lnTo>
                  <a:lnTo>
                    <a:pt x="1298189" y="361392"/>
                  </a:lnTo>
                  <a:lnTo>
                    <a:pt x="1307950" y="363377"/>
                  </a:lnTo>
                  <a:lnTo>
                    <a:pt x="1317710" y="364549"/>
                  </a:lnTo>
                  <a:lnTo>
                    <a:pt x="1327471" y="364996"/>
                  </a:lnTo>
                  <a:lnTo>
                    <a:pt x="1337232" y="365383"/>
                  </a:lnTo>
                  <a:lnTo>
                    <a:pt x="1346993" y="365802"/>
                  </a:lnTo>
                  <a:lnTo>
                    <a:pt x="1356754" y="366205"/>
                  </a:lnTo>
                  <a:lnTo>
                    <a:pt x="1366515" y="366247"/>
                  </a:lnTo>
                  <a:lnTo>
                    <a:pt x="1376275" y="366895"/>
                  </a:lnTo>
                  <a:lnTo>
                    <a:pt x="1386036" y="367318"/>
                  </a:lnTo>
                  <a:lnTo>
                    <a:pt x="1395797" y="367752"/>
                  </a:lnTo>
                  <a:lnTo>
                    <a:pt x="1405558" y="368634"/>
                  </a:lnTo>
                  <a:lnTo>
                    <a:pt x="1415319" y="368769"/>
                  </a:lnTo>
                  <a:lnTo>
                    <a:pt x="1425079" y="368963"/>
                  </a:lnTo>
                  <a:lnTo>
                    <a:pt x="1434840" y="369329"/>
                  </a:lnTo>
                  <a:lnTo>
                    <a:pt x="1444601" y="367749"/>
                  </a:lnTo>
                  <a:lnTo>
                    <a:pt x="1454362" y="365688"/>
                  </a:lnTo>
                  <a:lnTo>
                    <a:pt x="1464123" y="364342"/>
                  </a:lnTo>
                  <a:lnTo>
                    <a:pt x="1473884" y="363656"/>
                  </a:lnTo>
                  <a:lnTo>
                    <a:pt x="1483644" y="362632"/>
                  </a:lnTo>
                  <a:lnTo>
                    <a:pt x="1493405" y="362367"/>
                  </a:lnTo>
                  <a:lnTo>
                    <a:pt x="1503166" y="361803"/>
                  </a:lnTo>
                  <a:lnTo>
                    <a:pt x="1512927" y="362128"/>
                  </a:lnTo>
                  <a:lnTo>
                    <a:pt x="1522688" y="363840"/>
                  </a:lnTo>
                  <a:lnTo>
                    <a:pt x="1532448" y="363029"/>
                  </a:lnTo>
                  <a:lnTo>
                    <a:pt x="1542209" y="362400"/>
                  </a:lnTo>
                  <a:lnTo>
                    <a:pt x="1551970" y="362525"/>
                  </a:lnTo>
                  <a:lnTo>
                    <a:pt x="1561731" y="362649"/>
                  </a:lnTo>
                  <a:lnTo>
                    <a:pt x="1571492" y="361559"/>
                  </a:lnTo>
                  <a:lnTo>
                    <a:pt x="1581253" y="361025"/>
                  </a:lnTo>
                  <a:lnTo>
                    <a:pt x="1591013" y="361613"/>
                  </a:lnTo>
                  <a:lnTo>
                    <a:pt x="1600774" y="360588"/>
                  </a:lnTo>
                  <a:lnTo>
                    <a:pt x="1610535" y="359598"/>
                  </a:lnTo>
                  <a:lnTo>
                    <a:pt x="1620296" y="358921"/>
                  </a:lnTo>
                  <a:lnTo>
                    <a:pt x="1630057" y="360155"/>
                  </a:lnTo>
                  <a:lnTo>
                    <a:pt x="1639818" y="359613"/>
                  </a:lnTo>
                  <a:lnTo>
                    <a:pt x="1649578" y="359587"/>
                  </a:lnTo>
                  <a:lnTo>
                    <a:pt x="1659339" y="358117"/>
                  </a:lnTo>
                  <a:lnTo>
                    <a:pt x="1669100" y="357447"/>
                  </a:lnTo>
                  <a:lnTo>
                    <a:pt x="1678861" y="358027"/>
                  </a:lnTo>
                  <a:lnTo>
                    <a:pt x="1688622" y="357216"/>
                  </a:lnTo>
                  <a:lnTo>
                    <a:pt x="1698382" y="355202"/>
                  </a:lnTo>
                  <a:lnTo>
                    <a:pt x="1708143" y="353184"/>
                  </a:lnTo>
                  <a:lnTo>
                    <a:pt x="1717904" y="351289"/>
                  </a:lnTo>
                  <a:lnTo>
                    <a:pt x="1727665" y="352494"/>
                  </a:lnTo>
                  <a:lnTo>
                    <a:pt x="1737426" y="353754"/>
                  </a:lnTo>
                  <a:lnTo>
                    <a:pt x="1747187" y="352856"/>
                  </a:lnTo>
                  <a:lnTo>
                    <a:pt x="1756947" y="353163"/>
                  </a:lnTo>
                  <a:lnTo>
                    <a:pt x="1766708" y="352140"/>
                  </a:lnTo>
                  <a:lnTo>
                    <a:pt x="1776469" y="349478"/>
                  </a:lnTo>
                  <a:lnTo>
                    <a:pt x="1786230" y="346410"/>
                  </a:lnTo>
                  <a:lnTo>
                    <a:pt x="1795991" y="345776"/>
                  </a:lnTo>
                  <a:lnTo>
                    <a:pt x="1805752" y="345916"/>
                  </a:lnTo>
                  <a:lnTo>
                    <a:pt x="1815512" y="344764"/>
                  </a:lnTo>
                  <a:lnTo>
                    <a:pt x="1825273" y="342814"/>
                  </a:lnTo>
                  <a:lnTo>
                    <a:pt x="1835034" y="340859"/>
                  </a:lnTo>
                  <a:lnTo>
                    <a:pt x="1844795" y="338901"/>
                  </a:lnTo>
                  <a:lnTo>
                    <a:pt x="1854556" y="336953"/>
                  </a:lnTo>
                  <a:lnTo>
                    <a:pt x="1864316" y="334904"/>
                  </a:lnTo>
                  <a:lnTo>
                    <a:pt x="1874077" y="333038"/>
                  </a:lnTo>
                  <a:lnTo>
                    <a:pt x="1883838" y="331091"/>
                  </a:lnTo>
                  <a:lnTo>
                    <a:pt x="1893599" y="329533"/>
                  </a:lnTo>
                  <a:lnTo>
                    <a:pt x="1903360" y="329178"/>
                  </a:lnTo>
                  <a:lnTo>
                    <a:pt x="1913121" y="327203"/>
                  </a:lnTo>
                  <a:lnTo>
                    <a:pt x="1922881" y="326361"/>
                  </a:lnTo>
                  <a:lnTo>
                    <a:pt x="1932642" y="325519"/>
                  </a:lnTo>
                  <a:lnTo>
                    <a:pt x="1942403" y="325284"/>
                  </a:lnTo>
                  <a:lnTo>
                    <a:pt x="1952164" y="326235"/>
                  </a:lnTo>
                  <a:lnTo>
                    <a:pt x="1961925" y="325363"/>
                  </a:lnTo>
                  <a:lnTo>
                    <a:pt x="1971685" y="323125"/>
                  </a:lnTo>
                  <a:lnTo>
                    <a:pt x="1981446" y="321303"/>
                  </a:lnTo>
                  <a:lnTo>
                    <a:pt x="1991207" y="319544"/>
                  </a:lnTo>
                  <a:lnTo>
                    <a:pt x="2000968" y="317537"/>
                  </a:lnTo>
                  <a:lnTo>
                    <a:pt x="2010729" y="316421"/>
                  </a:lnTo>
                  <a:lnTo>
                    <a:pt x="2020490" y="315381"/>
                  </a:lnTo>
                  <a:lnTo>
                    <a:pt x="2030250" y="314308"/>
                  </a:lnTo>
                  <a:lnTo>
                    <a:pt x="2040011" y="313208"/>
                  </a:lnTo>
                  <a:lnTo>
                    <a:pt x="2049772" y="312107"/>
                  </a:lnTo>
                  <a:lnTo>
                    <a:pt x="2059533" y="311005"/>
                  </a:lnTo>
                  <a:lnTo>
                    <a:pt x="2069294" y="309901"/>
                  </a:lnTo>
                  <a:lnTo>
                    <a:pt x="2079055" y="308795"/>
                  </a:lnTo>
                  <a:lnTo>
                    <a:pt x="2088815" y="307693"/>
                  </a:lnTo>
                  <a:lnTo>
                    <a:pt x="2098576" y="306622"/>
                  </a:lnTo>
                  <a:lnTo>
                    <a:pt x="2108337" y="305523"/>
                  </a:lnTo>
                  <a:lnTo>
                    <a:pt x="2118098" y="303512"/>
                  </a:lnTo>
                  <a:lnTo>
                    <a:pt x="2127859" y="301668"/>
                  </a:lnTo>
                  <a:lnTo>
                    <a:pt x="2137619" y="300232"/>
                  </a:lnTo>
                  <a:lnTo>
                    <a:pt x="2147380" y="298095"/>
                  </a:lnTo>
                  <a:lnTo>
                    <a:pt x="2157141" y="295963"/>
                  </a:lnTo>
                  <a:lnTo>
                    <a:pt x="2166902" y="297136"/>
                  </a:lnTo>
                  <a:lnTo>
                    <a:pt x="2176663" y="297369"/>
                  </a:lnTo>
                  <a:lnTo>
                    <a:pt x="2186424" y="295189"/>
                  </a:lnTo>
                  <a:lnTo>
                    <a:pt x="2196184" y="293004"/>
                  </a:lnTo>
                  <a:lnTo>
                    <a:pt x="2205945" y="290845"/>
                  </a:lnTo>
                  <a:lnTo>
                    <a:pt x="2215706" y="288695"/>
                  </a:lnTo>
                  <a:lnTo>
                    <a:pt x="2225467" y="286541"/>
                  </a:lnTo>
                  <a:lnTo>
                    <a:pt x="2235228" y="284977"/>
                  </a:lnTo>
                  <a:lnTo>
                    <a:pt x="2244988" y="284136"/>
                  </a:lnTo>
                  <a:lnTo>
                    <a:pt x="2254749" y="280865"/>
                  </a:lnTo>
                  <a:lnTo>
                    <a:pt x="2264510" y="279447"/>
                  </a:lnTo>
                  <a:lnTo>
                    <a:pt x="2274271" y="279868"/>
                  </a:lnTo>
                  <a:lnTo>
                    <a:pt x="2284032" y="280296"/>
                  </a:lnTo>
                  <a:lnTo>
                    <a:pt x="2293793" y="280766"/>
                  </a:lnTo>
                  <a:lnTo>
                    <a:pt x="2303553" y="279325"/>
                  </a:lnTo>
                  <a:lnTo>
                    <a:pt x="2313314" y="277217"/>
                  </a:lnTo>
                  <a:lnTo>
                    <a:pt x="2323075" y="275105"/>
                  </a:lnTo>
                  <a:lnTo>
                    <a:pt x="2332836" y="272988"/>
                  </a:lnTo>
                  <a:lnTo>
                    <a:pt x="2342597" y="272102"/>
                  </a:lnTo>
                  <a:lnTo>
                    <a:pt x="2352358" y="271814"/>
                  </a:lnTo>
                  <a:lnTo>
                    <a:pt x="2362118" y="271526"/>
                  </a:lnTo>
                  <a:lnTo>
                    <a:pt x="2371879" y="271238"/>
                  </a:lnTo>
                  <a:lnTo>
                    <a:pt x="2381640" y="268753"/>
                  </a:lnTo>
                  <a:lnTo>
                    <a:pt x="2391401" y="266180"/>
                  </a:lnTo>
                  <a:lnTo>
                    <a:pt x="2401162" y="263599"/>
                  </a:lnTo>
                  <a:lnTo>
                    <a:pt x="2410922" y="261035"/>
                  </a:lnTo>
                  <a:lnTo>
                    <a:pt x="2420683" y="258482"/>
                  </a:lnTo>
                  <a:lnTo>
                    <a:pt x="2430444" y="255922"/>
                  </a:lnTo>
                  <a:lnTo>
                    <a:pt x="2440205" y="254717"/>
                  </a:lnTo>
                  <a:lnTo>
                    <a:pt x="2449966" y="253755"/>
                  </a:lnTo>
                  <a:lnTo>
                    <a:pt x="2459727" y="250865"/>
                  </a:lnTo>
                  <a:lnTo>
                    <a:pt x="2469487" y="249800"/>
                  </a:lnTo>
                  <a:lnTo>
                    <a:pt x="2479248" y="248879"/>
                  </a:lnTo>
                  <a:lnTo>
                    <a:pt x="2489009" y="247973"/>
                  </a:lnTo>
                  <a:lnTo>
                    <a:pt x="2498770" y="246341"/>
                  </a:lnTo>
                  <a:lnTo>
                    <a:pt x="2508531" y="245975"/>
                  </a:lnTo>
                  <a:lnTo>
                    <a:pt x="2518291" y="245203"/>
                  </a:lnTo>
                  <a:lnTo>
                    <a:pt x="2528052" y="244379"/>
                  </a:lnTo>
                  <a:lnTo>
                    <a:pt x="2528052" y="991372"/>
                  </a:lnTo>
                  <a:lnTo>
                    <a:pt x="2518291" y="990686"/>
                  </a:lnTo>
                  <a:lnTo>
                    <a:pt x="2508531" y="989805"/>
                  </a:lnTo>
                  <a:lnTo>
                    <a:pt x="2498770" y="989030"/>
                  </a:lnTo>
                  <a:lnTo>
                    <a:pt x="2489009" y="988250"/>
                  </a:lnTo>
                  <a:lnTo>
                    <a:pt x="2479248" y="987464"/>
                  </a:lnTo>
                  <a:lnTo>
                    <a:pt x="2469487" y="986670"/>
                  </a:lnTo>
                  <a:lnTo>
                    <a:pt x="2459727" y="985700"/>
                  </a:lnTo>
                  <a:lnTo>
                    <a:pt x="2449966" y="984832"/>
                  </a:lnTo>
                  <a:lnTo>
                    <a:pt x="2440205" y="984148"/>
                  </a:lnTo>
                  <a:lnTo>
                    <a:pt x="2430444" y="983450"/>
                  </a:lnTo>
                  <a:lnTo>
                    <a:pt x="2420683" y="982637"/>
                  </a:lnTo>
                  <a:lnTo>
                    <a:pt x="2410922" y="981816"/>
                  </a:lnTo>
                  <a:lnTo>
                    <a:pt x="2401162" y="980940"/>
                  </a:lnTo>
                  <a:lnTo>
                    <a:pt x="2391401" y="980157"/>
                  </a:lnTo>
                  <a:lnTo>
                    <a:pt x="2381640" y="979320"/>
                  </a:lnTo>
                  <a:lnTo>
                    <a:pt x="2371879" y="978478"/>
                  </a:lnTo>
                  <a:lnTo>
                    <a:pt x="2362118" y="977656"/>
                  </a:lnTo>
                  <a:lnTo>
                    <a:pt x="2352358" y="976777"/>
                  </a:lnTo>
                  <a:lnTo>
                    <a:pt x="2342597" y="975919"/>
                  </a:lnTo>
                  <a:lnTo>
                    <a:pt x="2332836" y="975033"/>
                  </a:lnTo>
                  <a:lnTo>
                    <a:pt x="2323075" y="974139"/>
                  </a:lnTo>
                  <a:lnTo>
                    <a:pt x="2313314" y="973238"/>
                  </a:lnTo>
                  <a:lnTo>
                    <a:pt x="2303553" y="972332"/>
                  </a:lnTo>
                  <a:lnTo>
                    <a:pt x="2293793" y="971420"/>
                  </a:lnTo>
                  <a:lnTo>
                    <a:pt x="2284032" y="970502"/>
                  </a:lnTo>
                  <a:lnTo>
                    <a:pt x="2274271" y="969576"/>
                  </a:lnTo>
                  <a:lnTo>
                    <a:pt x="2264510" y="968632"/>
                  </a:lnTo>
                  <a:lnTo>
                    <a:pt x="2254749" y="967587"/>
                  </a:lnTo>
                  <a:lnTo>
                    <a:pt x="2244988" y="966535"/>
                  </a:lnTo>
                  <a:lnTo>
                    <a:pt x="2235228" y="965475"/>
                  </a:lnTo>
                  <a:lnTo>
                    <a:pt x="2225467" y="964408"/>
                  </a:lnTo>
                  <a:lnTo>
                    <a:pt x="2215706" y="963333"/>
                  </a:lnTo>
                  <a:lnTo>
                    <a:pt x="2205945" y="962251"/>
                  </a:lnTo>
                  <a:lnTo>
                    <a:pt x="2196184" y="961160"/>
                  </a:lnTo>
                  <a:lnTo>
                    <a:pt x="2186424" y="960061"/>
                  </a:lnTo>
                  <a:lnTo>
                    <a:pt x="2176663" y="958955"/>
                  </a:lnTo>
                  <a:lnTo>
                    <a:pt x="2166902" y="957840"/>
                  </a:lnTo>
                  <a:lnTo>
                    <a:pt x="2157141" y="956717"/>
                  </a:lnTo>
                  <a:lnTo>
                    <a:pt x="2147380" y="955587"/>
                  </a:lnTo>
                  <a:lnTo>
                    <a:pt x="2137619" y="954535"/>
                  </a:lnTo>
                  <a:lnTo>
                    <a:pt x="2127859" y="953678"/>
                  </a:lnTo>
                  <a:lnTo>
                    <a:pt x="2118098" y="952817"/>
                  </a:lnTo>
                  <a:lnTo>
                    <a:pt x="2108337" y="951952"/>
                  </a:lnTo>
                  <a:lnTo>
                    <a:pt x="2098576" y="951082"/>
                  </a:lnTo>
                  <a:lnTo>
                    <a:pt x="2088815" y="950207"/>
                  </a:lnTo>
                  <a:lnTo>
                    <a:pt x="2079055" y="949030"/>
                  </a:lnTo>
                  <a:lnTo>
                    <a:pt x="2069294" y="948020"/>
                  </a:lnTo>
                  <a:lnTo>
                    <a:pt x="2059533" y="946988"/>
                  </a:lnTo>
                  <a:lnTo>
                    <a:pt x="2049772" y="945742"/>
                  </a:lnTo>
                  <a:lnTo>
                    <a:pt x="2040011" y="944589"/>
                  </a:lnTo>
                  <a:lnTo>
                    <a:pt x="2030250" y="943318"/>
                  </a:lnTo>
                  <a:lnTo>
                    <a:pt x="2020490" y="942033"/>
                  </a:lnTo>
                  <a:lnTo>
                    <a:pt x="2010729" y="940738"/>
                  </a:lnTo>
                  <a:lnTo>
                    <a:pt x="2000968" y="939434"/>
                  </a:lnTo>
                  <a:lnTo>
                    <a:pt x="1991207" y="938120"/>
                  </a:lnTo>
                  <a:lnTo>
                    <a:pt x="1981446" y="936796"/>
                  </a:lnTo>
                  <a:lnTo>
                    <a:pt x="1971685" y="935462"/>
                  </a:lnTo>
                  <a:lnTo>
                    <a:pt x="1961925" y="934519"/>
                  </a:lnTo>
                  <a:lnTo>
                    <a:pt x="1952164" y="933975"/>
                  </a:lnTo>
                  <a:lnTo>
                    <a:pt x="1942403" y="933173"/>
                  </a:lnTo>
                  <a:lnTo>
                    <a:pt x="1932642" y="931982"/>
                  </a:lnTo>
                  <a:lnTo>
                    <a:pt x="1922881" y="930775"/>
                  </a:lnTo>
                  <a:lnTo>
                    <a:pt x="1913121" y="929553"/>
                  </a:lnTo>
                  <a:lnTo>
                    <a:pt x="1903360" y="928322"/>
                  </a:lnTo>
                  <a:lnTo>
                    <a:pt x="1893599" y="927083"/>
                  </a:lnTo>
                  <a:lnTo>
                    <a:pt x="1883838" y="925827"/>
                  </a:lnTo>
                  <a:lnTo>
                    <a:pt x="1874077" y="924715"/>
                  </a:lnTo>
                  <a:lnTo>
                    <a:pt x="1864316" y="923635"/>
                  </a:lnTo>
                  <a:lnTo>
                    <a:pt x="1854556" y="922019"/>
                  </a:lnTo>
                  <a:lnTo>
                    <a:pt x="1844795" y="920743"/>
                  </a:lnTo>
                  <a:lnTo>
                    <a:pt x="1835034" y="919459"/>
                  </a:lnTo>
                  <a:lnTo>
                    <a:pt x="1825273" y="918166"/>
                  </a:lnTo>
                  <a:lnTo>
                    <a:pt x="1815512" y="916866"/>
                  </a:lnTo>
                  <a:lnTo>
                    <a:pt x="1805752" y="915556"/>
                  </a:lnTo>
                  <a:lnTo>
                    <a:pt x="1795991" y="914238"/>
                  </a:lnTo>
                  <a:lnTo>
                    <a:pt x="1786230" y="912910"/>
                  </a:lnTo>
                  <a:lnTo>
                    <a:pt x="1776469" y="911563"/>
                  </a:lnTo>
                  <a:lnTo>
                    <a:pt x="1766708" y="910524"/>
                  </a:lnTo>
                  <a:lnTo>
                    <a:pt x="1756947" y="909668"/>
                  </a:lnTo>
                  <a:lnTo>
                    <a:pt x="1747187" y="908508"/>
                  </a:lnTo>
                  <a:lnTo>
                    <a:pt x="1737426" y="906700"/>
                  </a:lnTo>
                  <a:lnTo>
                    <a:pt x="1727665" y="904873"/>
                  </a:lnTo>
                  <a:lnTo>
                    <a:pt x="1717904" y="903325"/>
                  </a:lnTo>
                  <a:lnTo>
                    <a:pt x="1708143" y="901907"/>
                  </a:lnTo>
                  <a:lnTo>
                    <a:pt x="1698382" y="900480"/>
                  </a:lnTo>
                  <a:lnTo>
                    <a:pt x="1688622" y="899043"/>
                  </a:lnTo>
                  <a:lnTo>
                    <a:pt x="1678861" y="897066"/>
                  </a:lnTo>
                  <a:lnTo>
                    <a:pt x="1669100" y="896170"/>
                  </a:lnTo>
                  <a:lnTo>
                    <a:pt x="1659339" y="894738"/>
                  </a:lnTo>
                  <a:lnTo>
                    <a:pt x="1649578" y="893382"/>
                  </a:lnTo>
                  <a:lnTo>
                    <a:pt x="1639818" y="891798"/>
                  </a:lnTo>
                  <a:lnTo>
                    <a:pt x="1630057" y="889962"/>
                  </a:lnTo>
                  <a:lnTo>
                    <a:pt x="1620296" y="888123"/>
                  </a:lnTo>
                  <a:lnTo>
                    <a:pt x="1610535" y="887329"/>
                  </a:lnTo>
                  <a:lnTo>
                    <a:pt x="1600774" y="885984"/>
                  </a:lnTo>
                  <a:lnTo>
                    <a:pt x="1591013" y="885452"/>
                  </a:lnTo>
                  <a:lnTo>
                    <a:pt x="1581253" y="884632"/>
                  </a:lnTo>
                  <a:lnTo>
                    <a:pt x="1571492" y="883264"/>
                  </a:lnTo>
                  <a:lnTo>
                    <a:pt x="1561731" y="881244"/>
                  </a:lnTo>
                  <a:lnTo>
                    <a:pt x="1551970" y="880081"/>
                  </a:lnTo>
                  <a:lnTo>
                    <a:pt x="1542209" y="878923"/>
                  </a:lnTo>
                  <a:lnTo>
                    <a:pt x="1532448" y="877759"/>
                  </a:lnTo>
                  <a:lnTo>
                    <a:pt x="1522688" y="876590"/>
                  </a:lnTo>
                  <a:lnTo>
                    <a:pt x="1512927" y="875415"/>
                  </a:lnTo>
                  <a:lnTo>
                    <a:pt x="1503166" y="874229"/>
                  </a:lnTo>
                  <a:lnTo>
                    <a:pt x="1493405" y="873034"/>
                  </a:lnTo>
                  <a:lnTo>
                    <a:pt x="1483644" y="871504"/>
                  </a:lnTo>
                  <a:lnTo>
                    <a:pt x="1473884" y="869964"/>
                  </a:lnTo>
                  <a:lnTo>
                    <a:pt x="1464123" y="868415"/>
                  </a:lnTo>
                  <a:lnTo>
                    <a:pt x="1454362" y="866836"/>
                  </a:lnTo>
                  <a:lnTo>
                    <a:pt x="1444601" y="865303"/>
                  </a:lnTo>
                  <a:lnTo>
                    <a:pt x="1434840" y="863680"/>
                  </a:lnTo>
                  <a:lnTo>
                    <a:pt x="1425079" y="862073"/>
                  </a:lnTo>
                  <a:lnTo>
                    <a:pt x="1415319" y="860680"/>
                  </a:lnTo>
                  <a:lnTo>
                    <a:pt x="1405558" y="858862"/>
                  </a:lnTo>
                  <a:lnTo>
                    <a:pt x="1395797" y="857208"/>
                  </a:lnTo>
                  <a:lnTo>
                    <a:pt x="1386036" y="855583"/>
                  </a:lnTo>
                  <a:lnTo>
                    <a:pt x="1376275" y="853961"/>
                  </a:lnTo>
                  <a:lnTo>
                    <a:pt x="1366515" y="852898"/>
                  </a:lnTo>
                  <a:lnTo>
                    <a:pt x="1356754" y="851871"/>
                  </a:lnTo>
                  <a:lnTo>
                    <a:pt x="1346993" y="850874"/>
                  </a:lnTo>
                  <a:lnTo>
                    <a:pt x="1337232" y="849706"/>
                  </a:lnTo>
                  <a:lnTo>
                    <a:pt x="1327471" y="847910"/>
                  </a:lnTo>
                  <a:lnTo>
                    <a:pt x="1317710" y="846590"/>
                  </a:lnTo>
                  <a:lnTo>
                    <a:pt x="1307950" y="845933"/>
                  </a:lnTo>
                  <a:lnTo>
                    <a:pt x="1298189" y="845274"/>
                  </a:lnTo>
                  <a:lnTo>
                    <a:pt x="1288428" y="844225"/>
                  </a:lnTo>
                  <a:lnTo>
                    <a:pt x="1278667" y="842578"/>
                  </a:lnTo>
                  <a:lnTo>
                    <a:pt x="1268906" y="840917"/>
                  </a:lnTo>
                  <a:lnTo>
                    <a:pt x="1259145" y="839237"/>
                  </a:lnTo>
                  <a:lnTo>
                    <a:pt x="1249385" y="837537"/>
                  </a:lnTo>
                  <a:lnTo>
                    <a:pt x="1239624" y="835825"/>
                  </a:lnTo>
                  <a:lnTo>
                    <a:pt x="1229863" y="834100"/>
                  </a:lnTo>
                  <a:lnTo>
                    <a:pt x="1220102" y="832939"/>
                  </a:lnTo>
                  <a:lnTo>
                    <a:pt x="1210341" y="831482"/>
                  </a:lnTo>
                  <a:lnTo>
                    <a:pt x="1200581" y="829927"/>
                  </a:lnTo>
                  <a:lnTo>
                    <a:pt x="1190820" y="828037"/>
                  </a:lnTo>
                  <a:lnTo>
                    <a:pt x="1181059" y="827008"/>
                  </a:lnTo>
                  <a:lnTo>
                    <a:pt x="1171298" y="826121"/>
                  </a:lnTo>
                  <a:lnTo>
                    <a:pt x="1161537" y="825232"/>
                  </a:lnTo>
                  <a:lnTo>
                    <a:pt x="1151776" y="824340"/>
                  </a:lnTo>
                  <a:lnTo>
                    <a:pt x="1142016" y="823424"/>
                  </a:lnTo>
                  <a:lnTo>
                    <a:pt x="1132255" y="822516"/>
                  </a:lnTo>
                  <a:lnTo>
                    <a:pt x="1122494" y="821598"/>
                  </a:lnTo>
                  <a:lnTo>
                    <a:pt x="1112733" y="820227"/>
                  </a:lnTo>
                  <a:lnTo>
                    <a:pt x="1102972" y="818152"/>
                  </a:lnTo>
                  <a:lnTo>
                    <a:pt x="1093212" y="816695"/>
                  </a:lnTo>
                  <a:lnTo>
                    <a:pt x="1083451" y="815359"/>
                  </a:lnTo>
                  <a:lnTo>
                    <a:pt x="1073690" y="814081"/>
                  </a:lnTo>
                  <a:lnTo>
                    <a:pt x="1063929" y="813697"/>
                  </a:lnTo>
                  <a:lnTo>
                    <a:pt x="1054168" y="813555"/>
                  </a:lnTo>
                  <a:lnTo>
                    <a:pt x="1044407" y="812242"/>
                  </a:lnTo>
                  <a:lnTo>
                    <a:pt x="1034647" y="810883"/>
                  </a:lnTo>
                  <a:lnTo>
                    <a:pt x="1024886" y="809689"/>
                  </a:lnTo>
                  <a:lnTo>
                    <a:pt x="1015125" y="809798"/>
                  </a:lnTo>
                  <a:lnTo>
                    <a:pt x="1005364" y="808744"/>
                  </a:lnTo>
                  <a:lnTo>
                    <a:pt x="995603" y="808236"/>
                  </a:lnTo>
                  <a:lnTo>
                    <a:pt x="985842" y="806433"/>
                  </a:lnTo>
                  <a:lnTo>
                    <a:pt x="976082" y="805968"/>
                  </a:lnTo>
                  <a:lnTo>
                    <a:pt x="966321" y="804558"/>
                  </a:lnTo>
                  <a:lnTo>
                    <a:pt x="956560" y="802739"/>
                  </a:lnTo>
                  <a:lnTo>
                    <a:pt x="946799" y="802164"/>
                  </a:lnTo>
                  <a:lnTo>
                    <a:pt x="937038" y="800909"/>
                  </a:lnTo>
                  <a:lnTo>
                    <a:pt x="927278" y="799576"/>
                  </a:lnTo>
                  <a:lnTo>
                    <a:pt x="917517" y="798006"/>
                  </a:lnTo>
                  <a:lnTo>
                    <a:pt x="907756" y="796198"/>
                  </a:lnTo>
                  <a:lnTo>
                    <a:pt x="897995" y="795743"/>
                  </a:lnTo>
                  <a:lnTo>
                    <a:pt x="888234" y="795142"/>
                  </a:lnTo>
                  <a:lnTo>
                    <a:pt x="878473" y="794699"/>
                  </a:lnTo>
                  <a:lnTo>
                    <a:pt x="868713" y="794412"/>
                  </a:lnTo>
                  <a:lnTo>
                    <a:pt x="858952" y="793494"/>
                  </a:lnTo>
                  <a:lnTo>
                    <a:pt x="849191" y="793224"/>
                  </a:lnTo>
                  <a:lnTo>
                    <a:pt x="839430" y="791799"/>
                  </a:lnTo>
                  <a:lnTo>
                    <a:pt x="829669" y="791458"/>
                  </a:lnTo>
                  <a:lnTo>
                    <a:pt x="819909" y="791564"/>
                  </a:lnTo>
                  <a:lnTo>
                    <a:pt x="810148" y="791207"/>
                  </a:lnTo>
                  <a:lnTo>
                    <a:pt x="800387" y="790201"/>
                  </a:lnTo>
                  <a:lnTo>
                    <a:pt x="790626" y="788528"/>
                  </a:lnTo>
                  <a:lnTo>
                    <a:pt x="780865" y="787364"/>
                  </a:lnTo>
                  <a:lnTo>
                    <a:pt x="771104" y="785458"/>
                  </a:lnTo>
                  <a:lnTo>
                    <a:pt x="761344" y="783255"/>
                  </a:lnTo>
                  <a:lnTo>
                    <a:pt x="751583" y="782569"/>
                  </a:lnTo>
                  <a:lnTo>
                    <a:pt x="741822" y="782186"/>
                  </a:lnTo>
                  <a:lnTo>
                    <a:pt x="732061" y="781804"/>
                  </a:lnTo>
                  <a:lnTo>
                    <a:pt x="722300" y="781419"/>
                  </a:lnTo>
                  <a:lnTo>
                    <a:pt x="712539" y="781037"/>
                  </a:lnTo>
                  <a:lnTo>
                    <a:pt x="702779" y="780674"/>
                  </a:lnTo>
                  <a:lnTo>
                    <a:pt x="693018" y="780324"/>
                  </a:lnTo>
                  <a:lnTo>
                    <a:pt x="683257" y="780393"/>
                  </a:lnTo>
                  <a:lnTo>
                    <a:pt x="673496" y="779565"/>
                  </a:lnTo>
                  <a:lnTo>
                    <a:pt x="663735" y="778237"/>
                  </a:lnTo>
                  <a:lnTo>
                    <a:pt x="653975" y="778106"/>
                  </a:lnTo>
                  <a:lnTo>
                    <a:pt x="644214" y="778067"/>
                  </a:lnTo>
                  <a:lnTo>
                    <a:pt x="634453" y="777844"/>
                  </a:lnTo>
                  <a:lnTo>
                    <a:pt x="624692" y="777713"/>
                  </a:lnTo>
                  <a:lnTo>
                    <a:pt x="614931" y="777120"/>
                  </a:lnTo>
                  <a:lnTo>
                    <a:pt x="605170" y="776257"/>
                  </a:lnTo>
                  <a:lnTo>
                    <a:pt x="595410" y="775386"/>
                  </a:lnTo>
                  <a:lnTo>
                    <a:pt x="585649" y="774595"/>
                  </a:lnTo>
                  <a:lnTo>
                    <a:pt x="575888" y="774747"/>
                  </a:lnTo>
                  <a:lnTo>
                    <a:pt x="566127" y="775313"/>
                  </a:lnTo>
                  <a:lnTo>
                    <a:pt x="556366" y="774786"/>
                  </a:lnTo>
                  <a:lnTo>
                    <a:pt x="546606" y="774599"/>
                  </a:lnTo>
                  <a:lnTo>
                    <a:pt x="536845" y="774367"/>
                  </a:lnTo>
                  <a:lnTo>
                    <a:pt x="527084" y="773994"/>
                  </a:lnTo>
                  <a:lnTo>
                    <a:pt x="517323" y="773624"/>
                  </a:lnTo>
                  <a:lnTo>
                    <a:pt x="507562" y="772952"/>
                  </a:lnTo>
                  <a:lnTo>
                    <a:pt x="497801" y="772836"/>
                  </a:lnTo>
                  <a:lnTo>
                    <a:pt x="488041" y="772491"/>
                  </a:lnTo>
                  <a:lnTo>
                    <a:pt x="478280" y="772121"/>
                  </a:lnTo>
                  <a:lnTo>
                    <a:pt x="468519" y="772115"/>
                  </a:lnTo>
                  <a:lnTo>
                    <a:pt x="458758" y="772210"/>
                  </a:lnTo>
                  <a:lnTo>
                    <a:pt x="448997" y="771561"/>
                  </a:lnTo>
                  <a:lnTo>
                    <a:pt x="439236" y="771784"/>
                  </a:lnTo>
                  <a:lnTo>
                    <a:pt x="429476" y="772073"/>
                  </a:lnTo>
                  <a:lnTo>
                    <a:pt x="419715" y="771412"/>
                  </a:lnTo>
                  <a:lnTo>
                    <a:pt x="409954" y="770504"/>
                  </a:lnTo>
                  <a:lnTo>
                    <a:pt x="400193" y="770726"/>
                  </a:lnTo>
                  <a:lnTo>
                    <a:pt x="390432" y="770932"/>
                  </a:lnTo>
                  <a:lnTo>
                    <a:pt x="380672" y="770357"/>
                  </a:lnTo>
                  <a:lnTo>
                    <a:pt x="370911" y="770908"/>
                  </a:lnTo>
                  <a:lnTo>
                    <a:pt x="361150" y="771163"/>
                  </a:lnTo>
                  <a:lnTo>
                    <a:pt x="351389" y="770840"/>
                  </a:lnTo>
                  <a:lnTo>
                    <a:pt x="341628" y="770388"/>
                  </a:lnTo>
                  <a:lnTo>
                    <a:pt x="331867" y="769935"/>
                  </a:lnTo>
                  <a:lnTo>
                    <a:pt x="322107" y="769805"/>
                  </a:lnTo>
                  <a:lnTo>
                    <a:pt x="312346" y="770257"/>
                  </a:lnTo>
                  <a:lnTo>
                    <a:pt x="302585" y="770048"/>
                  </a:lnTo>
                  <a:lnTo>
                    <a:pt x="292824" y="769342"/>
                  </a:lnTo>
                  <a:lnTo>
                    <a:pt x="283063" y="768746"/>
                  </a:lnTo>
                  <a:lnTo>
                    <a:pt x="273303" y="768575"/>
                  </a:lnTo>
                  <a:lnTo>
                    <a:pt x="263542" y="769261"/>
                  </a:lnTo>
                  <a:lnTo>
                    <a:pt x="253781" y="769259"/>
                  </a:lnTo>
                  <a:lnTo>
                    <a:pt x="244020" y="768716"/>
                  </a:lnTo>
                  <a:lnTo>
                    <a:pt x="234259" y="768841"/>
                  </a:lnTo>
                  <a:lnTo>
                    <a:pt x="224498" y="768925"/>
                  </a:lnTo>
                  <a:lnTo>
                    <a:pt x="214738" y="769255"/>
                  </a:lnTo>
                  <a:lnTo>
                    <a:pt x="204977" y="769148"/>
                  </a:lnTo>
                  <a:lnTo>
                    <a:pt x="195216" y="769447"/>
                  </a:lnTo>
                  <a:lnTo>
                    <a:pt x="185455" y="769784"/>
                  </a:lnTo>
                  <a:lnTo>
                    <a:pt x="175694" y="770203"/>
                  </a:lnTo>
                  <a:lnTo>
                    <a:pt x="165933" y="769761"/>
                  </a:lnTo>
                  <a:lnTo>
                    <a:pt x="156173" y="770241"/>
                  </a:lnTo>
                  <a:lnTo>
                    <a:pt x="146412" y="769344"/>
                  </a:lnTo>
                  <a:lnTo>
                    <a:pt x="136651" y="768837"/>
                  </a:lnTo>
                  <a:lnTo>
                    <a:pt x="126890" y="768688"/>
                  </a:lnTo>
                  <a:lnTo>
                    <a:pt x="117129" y="768577"/>
                  </a:lnTo>
                  <a:lnTo>
                    <a:pt x="107369" y="768488"/>
                  </a:lnTo>
                  <a:lnTo>
                    <a:pt x="97608" y="768393"/>
                  </a:lnTo>
                  <a:lnTo>
                    <a:pt x="87847" y="768276"/>
                  </a:lnTo>
                  <a:lnTo>
                    <a:pt x="78086" y="768159"/>
                  </a:lnTo>
                  <a:lnTo>
                    <a:pt x="68325" y="768042"/>
                  </a:lnTo>
                  <a:lnTo>
                    <a:pt x="58564" y="767939"/>
                  </a:lnTo>
                  <a:lnTo>
                    <a:pt x="48804" y="768549"/>
                  </a:lnTo>
                  <a:lnTo>
                    <a:pt x="39043" y="768256"/>
                  </a:lnTo>
                  <a:lnTo>
                    <a:pt x="29282" y="769118"/>
                  </a:lnTo>
                  <a:lnTo>
                    <a:pt x="19521" y="768832"/>
                  </a:lnTo>
                  <a:lnTo>
                    <a:pt x="9760" y="768718"/>
                  </a:lnTo>
                  <a:lnTo>
                    <a:pt x="0" y="768864"/>
                  </a:lnTo>
                  <a:close/>
                </a:path>
              </a:pathLst>
            </a:custGeom>
            <a:solidFill>
              <a:srgbClr val="D55E00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5"/>
            <p:cNvSpPr/>
            <p:nvPr/>
          </p:nvSpPr>
          <p:spPr>
            <a:xfrm>
              <a:off x="611514" y="4579172"/>
              <a:ext cx="2528052" cy="369329"/>
            </a:xfrm>
            <a:custGeom>
              <a:avLst/>
              <a:pathLst>
                <a:path w="2528052" h="369329">
                  <a:moveTo>
                    <a:pt x="0" y="0"/>
                  </a:moveTo>
                  <a:lnTo>
                    <a:pt x="9760" y="6291"/>
                  </a:lnTo>
                  <a:lnTo>
                    <a:pt x="19521" y="13611"/>
                  </a:lnTo>
                  <a:lnTo>
                    <a:pt x="29282" y="19696"/>
                  </a:lnTo>
                  <a:lnTo>
                    <a:pt x="39043" y="23554"/>
                  </a:lnTo>
                  <a:lnTo>
                    <a:pt x="48804" y="27449"/>
                  </a:lnTo>
                  <a:lnTo>
                    <a:pt x="58564" y="31857"/>
                  </a:lnTo>
                  <a:lnTo>
                    <a:pt x="68325" y="36885"/>
                  </a:lnTo>
                  <a:lnTo>
                    <a:pt x="78086" y="42818"/>
                  </a:lnTo>
                  <a:lnTo>
                    <a:pt x="87847" y="45071"/>
                  </a:lnTo>
                  <a:lnTo>
                    <a:pt x="97608" y="47325"/>
                  </a:lnTo>
                  <a:lnTo>
                    <a:pt x="107369" y="49869"/>
                  </a:lnTo>
                  <a:lnTo>
                    <a:pt x="117129" y="59078"/>
                  </a:lnTo>
                  <a:lnTo>
                    <a:pt x="126890" y="68787"/>
                  </a:lnTo>
                  <a:lnTo>
                    <a:pt x="136651" y="76515"/>
                  </a:lnTo>
                  <a:lnTo>
                    <a:pt x="146412" y="80527"/>
                  </a:lnTo>
                  <a:lnTo>
                    <a:pt x="156173" y="84527"/>
                  </a:lnTo>
                  <a:lnTo>
                    <a:pt x="165933" y="90930"/>
                  </a:lnTo>
                  <a:lnTo>
                    <a:pt x="175694" y="97044"/>
                  </a:lnTo>
                  <a:lnTo>
                    <a:pt x="185455" y="100650"/>
                  </a:lnTo>
                  <a:lnTo>
                    <a:pt x="195216" y="104246"/>
                  </a:lnTo>
                  <a:lnTo>
                    <a:pt x="204977" y="106742"/>
                  </a:lnTo>
                  <a:lnTo>
                    <a:pt x="214738" y="107743"/>
                  </a:lnTo>
                  <a:lnTo>
                    <a:pt x="224498" y="111473"/>
                  </a:lnTo>
                  <a:lnTo>
                    <a:pt x="234259" y="115240"/>
                  </a:lnTo>
                  <a:lnTo>
                    <a:pt x="244020" y="119079"/>
                  </a:lnTo>
                  <a:lnTo>
                    <a:pt x="253781" y="121016"/>
                  </a:lnTo>
                  <a:lnTo>
                    <a:pt x="263542" y="124421"/>
                  </a:lnTo>
                  <a:lnTo>
                    <a:pt x="273303" y="129620"/>
                  </a:lnTo>
                  <a:lnTo>
                    <a:pt x="283063" y="134282"/>
                  </a:lnTo>
                  <a:lnTo>
                    <a:pt x="292824" y="139608"/>
                  </a:lnTo>
                  <a:lnTo>
                    <a:pt x="302585" y="143106"/>
                  </a:lnTo>
                  <a:lnTo>
                    <a:pt x="312346" y="146610"/>
                  </a:lnTo>
                  <a:lnTo>
                    <a:pt x="322107" y="151891"/>
                  </a:lnTo>
                  <a:lnTo>
                    <a:pt x="331867" y="157180"/>
                  </a:lnTo>
                  <a:lnTo>
                    <a:pt x="341628" y="162467"/>
                  </a:lnTo>
                  <a:lnTo>
                    <a:pt x="351389" y="167729"/>
                  </a:lnTo>
                  <a:lnTo>
                    <a:pt x="361150" y="172966"/>
                  </a:lnTo>
                  <a:lnTo>
                    <a:pt x="370911" y="178177"/>
                  </a:lnTo>
                  <a:lnTo>
                    <a:pt x="380672" y="182692"/>
                  </a:lnTo>
                  <a:lnTo>
                    <a:pt x="390432" y="184912"/>
                  </a:lnTo>
                  <a:lnTo>
                    <a:pt x="400193" y="186473"/>
                  </a:lnTo>
                  <a:lnTo>
                    <a:pt x="409954" y="190210"/>
                  </a:lnTo>
                  <a:lnTo>
                    <a:pt x="419715" y="195833"/>
                  </a:lnTo>
                  <a:lnTo>
                    <a:pt x="429476" y="201494"/>
                  </a:lnTo>
                  <a:lnTo>
                    <a:pt x="439236" y="203967"/>
                  </a:lnTo>
                  <a:lnTo>
                    <a:pt x="448997" y="205650"/>
                  </a:lnTo>
                  <a:lnTo>
                    <a:pt x="458758" y="208937"/>
                  </a:lnTo>
                  <a:lnTo>
                    <a:pt x="468519" y="212417"/>
                  </a:lnTo>
                  <a:lnTo>
                    <a:pt x="478280" y="217359"/>
                  </a:lnTo>
                  <a:lnTo>
                    <a:pt x="488041" y="222380"/>
                  </a:lnTo>
                  <a:lnTo>
                    <a:pt x="497801" y="227509"/>
                  </a:lnTo>
                  <a:lnTo>
                    <a:pt x="507562" y="232100"/>
                  </a:lnTo>
                  <a:lnTo>
                    <a:pt x="517323" y="235082"/>
                  </a:lnTo>
                  <a:lnTo>
                    <a:pt x="527084" y="239062"/>
                  </a:lnTo>
                  <a:lnTo>
                    <a:pt x="536845" y="239959"/>
                  </a:lnTo>
                  <a:lnTo>
                    <a:pt x="546606" y="241777"/>
                  </a:lnTo>
                  <a:lnTo>
                    <a:pt x="556366" y="246323"/>
                  </a:lnTo>
                  <a:lnTo>
                    <a:pt x="566127" y="248367"/>
                  </a:lnTo>
                  <a:lnTo>
                    <a:pt x="575888" y="251659"/>
                  </a:lnTo>
                  <a:lnTo>
                    <a:pt x="585649" y="253358"/>
                  </a:lnTo>
                  <a:lnTo>
                    <a:pt x="595410" y="255274"/>
                  </a:lnTo>
                  <a:lnTo>
                    <a:pt x="605170" y="260259"/>
                  </a:lnTo>
                  <a:lnTo>
                    <a:pt x="614931" y="265273"/>
                  </a:lnTo>
                  <a:lnTo>
                    <a:pt x="624692" y="267131"/>
                  </a:lnTo>
                  <a:lnTo>
                    <a:pt x="634453" y="268892"/>
                  </a:lnTo>
                  <a:lnTo>
                    <a:pt x="644214" y="269896"/>
                  </a:lnTo>
                  <a:lnTo>
                    <a:pt x="653975" y="270647"/>
                  </a:lnTo>
                  <a:lnTo>
                    <a:pt x="663735" y="271577"/>
                  </a:lnTo>
                  <a:lnTo>
                    <a:pt x="673496" y="274541"/>
                  </a:lnTo>
                  <a:lnTo>
                    <a:pt x="683257" y="277822"/>
                  </a:lnTo>
                  <a:lnTo>
                    <a:pt x="693018" y="281044"/>
                  </a:lnTo>
                  <a:lnTo>
                    <a:pt x="702779" y="284683"/>
                  </a:lnTo>
                  <a:lnTo>
                    <a:pt x="712539" y="288972"/>
                  </a:lnTo>
                  <a:lnTo>
                    <a:pt x="722300" y="289896"/>
                  </a:lnTo>
                  <a:lnTo>
                    <a:pt x="732061" y="290747"/>
                  </a:lnTo>
                  <a:lnTo>
                    <a:pt x="741822" y="291218"/>
                  </a:lnTo>
                  <a:lnTo>
                    <a:pt x="751583" y="291795"/>
                  </a:lnTo>
                  <a:lnTo>
                    <a:pt x="761344" y="293251"/>
                  </a:lnTo>
                  <a:lnTo>
                    <a:pt x="771104" y="297277"/>
                  </a:lnTo>
                  <a:lnTo>
                    <a:pt x="780865" y="299929"/>
                  </a:lnTo>
                  <a:lnTo>
                    <a:pt x="790626" y="300762"/>
                  </a:lnTo>
                  <a:lnTo>
                    <a:pt x="800387" y="302268"/>
                  </a:lnTo>
                  <a:lnTo>
                    <a:pt x="810148" y="305023"/>
                  </a:lnTo>
                  <a:lnTo>
                    <a:pt x="819909" y="308491"/>
                  </a:lnTo>
                  <a:lnTo>
                    <a:pt x="829669" y="309215"/>
                  </a:lnTo>
                  <a:lnTo>
                    <a:pt x="839430" y="312340"/>
                  </a:lnTo>
                  <a:lnTo>
                    <a:pt x="849191" y="311908"/>
                  </a:lnTo>
                  <a:lnTo>
                    <a:pt x="858952" y="311911"/>
                  </a:lnTo>
                  <a:lnTo>
                    <a:pt x="868713" y="314924"/>
                  </a:lnTo>
                  <a:lnTo>
                    <a:pt x="878473" y="317943"/>
                  </a:lnTo>
                  <a:lnTo>
                    <a:pt x="888234" y="320967"/>
                  </a:lnTo>
                  <a:lnTo>
                    <a:pt x="897995" y="323990"/>
                  </a:lnTo>
                  <a:lnTo>
                    <a:pt x="907756" y="327002"/>
                  </a:lnTo>
                  <a:lnTo>
                    <a:pt x="917517" y="329054"/>
                  </a:lnTo>
                  <a:lnTo>
                    <a:pt x="927278" y="329710"/>
                  </a:lnTo>
                  <a:lnTo>
                    <a:pt x="937038" y="330108"/>
                  </a:lnTo>
                  <a:lnTo>
                    <a:pt x="946799" y="330558"/>
                  </a:lnTo>
                  <a:lnTo>
                    <a:pt x="956560" y="333031"/>
                  </a:lnTo>
                  <a:lnTo>
                    <a:pt x="966321" y="333638"/>
                  </a:lnTo>
                  <a:lnTo>
                    <a:pt x="976082" y="334353"/>
                  </a:lnTo>
                  <a:lnTo>
                    <a:pt x="985842" y="337702"/>
                  </a:lnTo>
                  <a:lnTo>
                    <a:pt x="995603" y="340641"/>
                  </a:lnTo>
                  <a:lnTo>
                    <a:pt x="1005364" y="341398"/>
                  </a:lnTo>
                  <a:lnTo>
                    <a:pt x="1015125" y="342129"/>
                  </a:lnTo>
                  <a:lnTo>
                    <a:pt x="1024886" y="342483"/>
                  </a:lnTo>
                  <a:lnTo>
                    <a:pt x="1034647" y="342206"/>
                  </a:lnTo>
                  <a:lnTo>
                    <a:pt x="1044407" y="344425"/>
                  </a:lnTo>
                  <a:lnTo>
                    <a:pt x="1054168" y="345553"/>
                  </a:lnTo>
                  <a:lnTo>
                    <a:pt x="1063929" y="346569"/>
                  </a:lnTo>
                  <a:lnTo>
                    <a:pt x="1073690" y="348497"/>
                  </a:lnTo>
                  <a:lnTo>
                    <a:pt x="1083451" y="347461"/>
                  </a:lnTo>
                  <a:lnTo>
                    <a:pt x="1093212" y="348140"/>
                  </a:lnTo>
                  <a:lnTo>
                    <a:pt x="1102972" y="348818"/>
                  </a:lnTo>
                  <a:lnTo>
                    <a:pt x="1112733" y="349575"/>
                  </a:lnTo>
                  <a:lnTo>
                    <a:pt x="1122494" y="350349"/>
                  </a:lnTo>
                  <a:lnTo>
                    <a:pt x="1132255" y="351127"/>
                  </a:lnTo>
                  <a:lnTo>
                    <a:pt x="1142016" y="351956"/>
                  </a:lnTo>
                  <a:lnTo>
                    <a:pt x="1151776" y="352750"/>
                  </a:lnTo>
                  <a:lnTo>
                    <a:pt x="1161537" y="353342"/>
                  </a:lnTo>
                  <a:lnTo>
                    <a:pt x="1171298" y="352132"/>
                  </a:lnTo>
                  <a:lnTo>
                    <a:pt x="1181059" y="353720"/>
                  </a:lnTo>
                  <a:lnTo>
                    <a:pt x="1190820" y="355139"/>
                  </a:lnTo>
                  <a:lnTo>
                    <a:pt x="1200581" y="356307"/>
                  </a:lnTo>
                  <a:lnTo>
                    <a:pt x="1210341" y="356028"/>
                  </a:lnTo>
                  <a:lnTo>
                    <a:pt x="1220102" y="355755"/>
                  </a:lnTo>
                  <a:lnTo>
                    <a:pt x="1229863" y="354115"/>
                  </a:lnTo>
                  <a:lnTo>
                    <a:pt x="1239624" y="355727"/>
                  </a:lnTo>
                  <a:lnTo>
                    <a:pt x="1249385" y="357391"/>
                  </a:lnTo>
                  <a:lnTo>
                    <a:pt x="1259145" y="357430"/>
                  </a:lnTo>
                  <a:lnTo>
                    <a:pt x="1268906" y="356663"/>
                  </a:lnTo>
                  <a:lnTo>
                    <a:pt x="1278667" y="356829"/>
                  </a:lnTo>
                  <a:lnTo>
                    <a:pt x="1288428" y="359108"/>
                  </a:lnTo>
                  <a:lnTo>
                    <a:pt x="1298189" y="361392"/>
                  </a:lnTo>
                  <a:lnTo>
                    <a:pt x="1307950" y="363377"/>
                  </a:lnTo>
                  <a:lnTo>
                    <a:pt x="1317710" y="364549"/>
                  </a:lnTo>
                  <a:lnTo>
                    <a:pt x="1327471" y="364996"/>
                  </a:lnTo>
                  <a:lnTo>
                    <a:pt x="1337232" y="365383"/>
                  </a:lnTo>
                  <a:lnTo>
                    <a:pt x="1346993" y="365802"/>
                  </a:lnTo>
                  <a:lnTo>
                    <a:pt x="1356754" y="366205"/>
                  </a:lnTo>
                  <a:lnTo>
                    <a:pt x="1366515" y="366247"/>
                  </a:lnTo>
                  <a:lnTo>
                    <a:pt x="1376275" y="366895"/>
                  </a:lnTo>
                  <a:lnTo>
                    <a:pt x="1386036" y="367318"/>
                  </a:lnTo>
                  <a:lnTo>
                    <a:pt x="1395797" y="367752"/>
                  </a:lnTo>
                  <a:lnTo>
                    <a:pt x="1405558" y="368634"/>
                  </a:lnTo>
                  <a:lnTo>
                    <a:pt x="1415319" y="368769"/>
                  </a:lnTo>
                  <a:lnTo>
                    <a:pt x="1425079" y="368963"/>
                  </a:lnTo>
                  <a:lnTo>
                    <a:pt x="1434840" y="369329"/>
                  </a:lnTo>
                  <a:lnTo>
                    <a:pt x="1444601" y="367749"/>
                  </a:lnTo>
                  <a:lnTo>
                    <a:pt x="1454362" y="365688"/>
                  </a:lnTo>
                  <a:lnTo>
                    <a:pt x="1464123" y="364342"/>
                  </a:lnTo>
                  <a:lnTo>
                    <a:pt x="1473884" y="363656"/>
                  </a:lnTo>
                  <a:lnTo>
                    <a:pt x="1483644" y="362632"/>
                  </a:lnTo>
                  <a:lnTo>
                    <a:pt x="1493405" y="362367"/>
                  </a:lnTo>
                  <a:lnTo>
                    <a:pt x="1503166" y="361803"/>
                  </a:lnTo>
                  <a:lnTo>
                    <a:pt x="1512927" y="362128"/>
                  </a:lnTo>
                  <a:lnTo>
                    <a:pt x="1522688" y="363840"/>
                  </a:lnTo>
                  <a:lnTo>
                    <a:pt x="1532448" y="363029"/>
                  </a:lnTo>
                  <a:lnTo>
                    <a:pt x="1542209" y="362400"/>
                  </a:lnTo>
                  <a:lnTo>
                    <a:pt x="1551970" y="362525"/>
                  </a:lnTo>
                  <a:lnTo>
                    <a:pt x="1561731" y="362649"/>
                  </a:lnTo>
                  <a:lnTo>
                    <a:pt x="1571492" y="361559"/>
                  </a:lnTo>
                  <a:lnTo>
                    <a:pt x="1581253" y="361025"/>
                  </a:lnTo>
                  <a:lnTo>
                    <a:pt x="1591013" y="361613"/>
                  </a:lnTo>
                  <a:lnTo>
                    <a:pt x="1600774" y="360588"/>
                  </a:lnTo>
                  <a:lnTo>
                    <a:pt x="1610535" y="359598"/>
                  </a:lnTo>
                  <a:lnTo>
                    <a:pt x="1620296" y="358921"/>
                  </a:lnTo>
                  <a:lnTo>
                    <a:pt x="1630057" y="360155"/>
                  </a:lnTo>
                  <a:lnTo>
                    <a:pt x="1639818" y="359613"/>
                  </a:lnTo>
                  <a:lnTo>
                    <a:pt x="1649578" y="359587"/>
                  </a:lnTo>
                  <a:lnTo>
                    <a:pt x="1659339" y="358117"/>
                  </a:lnTo>
                  <a:lnTo>
                    <a:pt x="1669100" y="357447"/>
                  </a:lnTo>
                  <a:lnTo>
                    <a:pt x="1678861" y="358027"/>
                  </a:lnTo>
                  <a:lnTo>
                    <a:pt x="1688622" y="357216"/>
                  </a:lnTo>
                  <a:lnTo>
                    <a:pt x="1698382" y="355202"/>
                  </a:lnTo>
                  <a:lnTo>
                    <a:pt x="1708143" y="353184"/>
                  </a:lnTo>
                  <a:lnTo>
                    <a:pt x="1717904" y="351289"/>
                  </a:lnTo>
                  <a:lnTo>
                    <a:pt x="1727665" y="352494"/>
                  </a:lnTo>
                  <a:lnTo>
                    <a:pt x="1737426" y="353754"/>
                  </a:lnTo>
                  <a:lnTo>
                    <a:pt x="1747187" y="352856"/>
                  </a:lnTo>
                  <a:lnTo>
                    <a:pt x="1756947" y="353163"/>
                  </a:lnTo>
                  <a:lnTo>
                    <a:pt x="1766708" y="352140"/>
                  </a:lnTo>
                  <a:lnTo>
                    <a:pt x="1776469" y="349478"/>
                  </a:lnTo>
                  <a:lnTo>
                    <a:pt x="1786230" y="346410"/>
                  </a:lnTo>
                  <a:lnTo>
                    <a:pt x="1795991" y="345776"/>
                  </a:lnTo>
                  <a:lnTo>
                    <a:pt x="1805752" y="345916"/>
                  </a:lnTo>
                  <a:lnTo>
                    <a:pt x="1815512" y="344764"/>
                  </a:lnTo>
                  <a:lnTo>
                    <a:pt x="1825273" y="342814"/>
                  </a:lnTo>
                  <a:lnTo>
                    <a:pt x="1835034" y="340859"/>
                  </a:lnTo>
                  <a:lnTo>
                    <a:pt x="1844795" y="338901"/>
                  </a:lnTo>
                  <a:lnTo>
                    <a:pt x="1854556" y="336953"/>
                  </a:lnTo>
                  <a:lnTo>
                    <a:pt x="1864316" y="334904"/>
                  </a:lnTo>
                  <a:lnTo>
                    <a:pt x="1874077" y="333038"/>
                  </a:lnTo>
                  <a:lnTo>
                    <a:pt x="1883838" y="331091"/>
                  </a:lnTo>
                  <a:lnTo>
                    <a:pt x="1893599" y="329533"/>
                  </a:lnTo>
                  <a:lnTo>
                    <a:pt x="1903360" y="329178"/>
                  </a:lnTo>
                  <a:lnTo>
                    <a:pt x="1913121" y="327203"/>
                  </a:lnTo>
                  <a:lnTo>
                    <a:pt x="1922881" y="326361"/>
                  </a:lnTo>
                  <a:lnTo>
                    <a:pt x="1932642" y="325519"/>
                  </a:lnTo>
                  <a:lnTo>
                    <a:pt x="1942403" y="325284"/>
                  </a:lnTo>
                  <a:lnTo>
                    <a:pt x="1952164" y="326235"/>
                  </a:lnTo>
                  <a:lnTo>
                    <a:pt x="1961925" y="325363"/>
                  </a:lnTo>
                  <a:lnTo>
                    <a:pt x="1971685" y="323125"/>
                  </a:lnTo>
                  <a:lnTo>
                    <a:pt x="1981446" y="321303"/>
                  </a:lnTo>
                  <a:lnTo>
                    <a:pt x="1991207" y="319544"/>
                  </a:lnTo>
                  <a:lnTo>
                    <a:pt x="2000968" y="317537"/>
                  </a:lnTo>
                  <a:lnTo>
                    <a:pt x="2010729" y="316421"/>
                  </a:lnTo>
                  <a:lnTo>
                    <a:pt x="2020490" y="315381"/>
                  </a:lnTo>
                  <a:lnTo>
                    <a:pt x="2030250" y="314308"/>
                  </a:lnTo>
                  <a:lnTo>
                    <a:pt x="2040011" y="313208"/>
                  </a:lnTo>
                  <a:lnTo>
                    <a:pt x="2049772" y="312107"/>
                  </a:lnTo>
                  <a:lnTo>
                    <a:pt x="2059533" y="311005"/>
                  </a:lnTo>
                  <a:lnTo>
                    <a:pt x="2069294" y="309901"/>
                  </a:lnTo>
                  <a:lnTo>
                    <a:pt x="2079055" y="308795"/>
                  </a:lnTo>
                  <a:lnTo>
                    <a:pt x="2088815" y="307693"/>
                  </a:lnTo>
                  <a:lnTo>
                    <a:pt x="2098576" y="306622"/>
                  </a:lnTo>
                  <a:lnTo>
                    <a:pt x="2108337" y="305523"/>
                  </a:lnTo>
                  <a:lnTo>
                    <a:pt x="2118098" y="303512"/>
                  </a:lnTo>
                  <a:lnTo>
                    <a:pt x="2127859" y="301668"/>
                  </a:lnTo>
                  <a:lnTo>
                    <a:pt x="2137619" y="300232"/>
                  </a:lnTo>
                  <a:lnTo>
                    <a:pt x="2147380" y="298095"/>
                  </a:lnTo>
                  <a:lnTo>
                    <a:pt x="2157141" y="295963"/>
                  </a:lnTo>
                  <a:lnTo>
                    <a:pt x="2166902" y="297136"/>
                  </a:lnTo>
                  <a:lnTo>
                    <a:pt x="2176663" y="297369"/>
                  </a:lnTo>
                  <a:lnTo>
                    <a:pt x="2186424" y="295189"/>
                  </a:lnTo>
                  <a:lnTo>
                    <a:pt x="2196184" y="293004"/>
                  </a:lnTo>
                  <a:lnTo>
                    <a:pt x="2205945" y="290845"/>
                  </a:lnTo>
                  <a:lnTo>
                    <a:pt x="2215706" y="288695"/>
                  </a:lnTo>
                  <a:lnTo>
                    <a:pt x="2225467" y="286541"/>
                  </a:lnTo>
                  <a:lnTo>
                    <a:pt x="2235228" y="284977"/>
                  </a:lnTo>
                  <a:lnTo>
                    <a:pt x="2244988" y="284136"/>
                  </a:lnTo>
                  <a:lnTo>
                    <a:pt x="2254749" y="280865"/>
                  </a:lnTo>
                  <a:lnTo>
                    <a:pt x="2264510" y="279447"/>
                  </a:lnTo>
                  <a:lnTo>
                    <a:pt x="2274271" y="279868"/>
                  </a:lnTo>
                  <a:lnTo>
                    <a:pt x="2284032" y="280296"/>
                  </a:lnTo>
                  <a:lnTo>
                    <a:pt x="2293793" y="280766"/>
                  </a:lnTo>
                  <a:lnTo>
                    <a:pt x="2303553" y="279325"/>
                  </a:lnTo>
                  <a:lnTo>
                    <a:pt x="2313314" y="277217"/>
                  </a:lnTo>
                  <a:lnTo>
                    <a:pt x="2323075" y="275105"/>
                  </a:lnTo>
                  <a:lnTo>
                    <a:pt x="2332836" y="272988"/>
                  </a:lnTo>
                  <a:lnTo>
                    <a:pt x="2342597" y="272102"/>
                  </a:lnTo>
                  <a:lnTo>
                    <a:pt x="2352358" y="271814"/>
                  </a:lnTo>
                  <a:lnTo>
                    <a:pt x="2362118" y="271526"/>
                  </a:lnTo>
                  <a:lnTo>
                    <a:pt x="2371879" y="271238"/>
                  </a:lnTo>
                  <a:lnTo>
                    <a:pt x="2381640" y="268753"/>
                  </a:lnTo>
                  <a:lnTo>
                    <a:pt x="2391401" y="266180"/>
                  </a:lnTo>
                  <a:lnTo>
                    <a:pt x="2401162" y="263599"/>
                  </a:lnTo>
                  <a:lnTo>
                    <a:pt x="2410922" y="261035"/>
                  </a:lnTo>
                  <a:lnTo>
                    <a:pt x="2420683" y="258482"/>
                  </a:lnTo>
                  <a:lnTo>
                    <a:pt x="2430444" y="255922"/>
                  </a:lnTo>
                  <a:lnTo>
                    <a:pt x="2440205" y="254717"/>
                  </a:lnTo>
                  <a:lnTo>
                    <a:pt x="2449966" y="253755"/>
                  </a:lnTo>
                  <a:lnTo>
                    <a:pt x="2459727" y="250865"/>
                  </a:lnTo>
                  <a:lnTo>
                    <a:pt x="2469487" y="249800"/>
                  </a:lnTo>
                  <a:lnTo>
                    <a:pt x="2479248" y="248879"/>
                  </a:lnTo>
                  <a:lnTo>
                    <a:pt x="2489009" y="247973"/>
                  </a:lnTo>
                  <a:lnTo>
                    <a:pt x="2498770" y="246341"/>
                  </a:lnTo>
                  <a:lnTo>
                    <a:pt x="2508531" y="245975"/>
                  </a:lnTo>
                  <a:lnTo>
                    <a:pt x="2518291" y="245203"/>
                  </a:lnTo>
                  <a:lnTo>
                    <a:pt x="2528052" y="24437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6"/>
            <p:cNvSpPr/>
            <p:nvPr/>
          </p:nvSpPr>
          <p:spPr>
            <a:xfrm>
              <a:off x="611514" y="5347111"/>
              <a:ext cx="2528052" cy="223433"/>
            </a:xfrm>
            <a:custGeom>
              <a:avLst/>
              <a:pathLst>
                <a:path w="2528052" h="223433">
                  <a:moveTo>
                    <a:pt x="2528052" y="223433"/>
                  </a:moveTo>
                  <a:lnTo>
                    <a:pt x="2518291" y="222747"/>
                  </a:lnTo>
                  <a:lnTo>
                    <a:pt x="2508531" y="221865"/>
                  </a:lnTo>
                  <a:lnTo>
                    <a:pt x="2498770" y="221091"/>
                  </a:lnTo>
                  <a:lnTo>
                    <a:pt x="2489009" y="220311"/>
                  </a:lnTo>
                  <a:lnTo>
                    <a:pt x="2479248" y="219524"/>
                  </a:lnTo>
                  <a:lnTo>
                    <a:pt x="2469487" y="218731"/>
                  </a:lnTo>
                  <a:lnTo>
                    <a:pt x="2459727" y="217760"/>
                  </a:lnTo>
                  <a:lnTo>
                    <a:pt x="2449966" y="216893"/>
                  </a:lnTo>
                  <a:lnTo>
                    <a:pt x="2440205" y="216208"/>
                  </a:lnTo>
                  <a:lnTo>
                    <a:pt x="2430444" y="215510"/>
                  </a:lnTo>
                  <a:lnTo>
                    <a:pt x="2420683" y="214697"/>
                  </a:lnTo>
                  <a:lnTo>
                    <a:pt x="2410922" y="213877"/>
                  </a:lnTo>
                  <a:lnTo>
                    <a:pt x="2401162" y="213001"/>
                  </a:lnTo>
                  <a:lnTo>
                    <a:pt x="2391401" y="212218"/>
                  </a:lnTo>
                  <a:lnTo>
                    <a:pt x="2381640" y="211381"/>
                  </a:lnTo>
                  <a:lnTo>
                    <a:pt x="2371879" y="210539"/>
                  </a:lnTo>
                  <a:lnTo>
                    <a:pt x="2362118" y="209717"/>
                  </a:lnTo>
                  <a:lnTo>
                    <a:pt x="2352358" y="208838"/>
                  </a:lnTo>
                  <a:lnTo>
                    <a:pt x="2342597" y="207980"/>
                  </a:lnTo>
                  <a:lnTo>
                    <a:pt x="2332836" y="207094"/>
                  </a:lnTo>
                  <a:lnTo>
                    <a:pt x="2323075" y="206199"/>
                  </a:lnTo>
                  <a:lnTo>
                    <a:pt x="2313314" y="205299"/>
                  </a:lnTo>
                  <a:lnTo>
                    <a:pt x="2303553" y="204393"/>
                  </a:lnTo>
                  <a:lnTo>
                    <a:pt x="2293793" y="203481"/>
                  </a:lnTo>
                  <a:lnTo>
                    <a:pt x="2284032" y="202563"/>
                  </a:lnTo>
                  <a:lnTo>
                    <a:pt x="2274271" y="201637"/>
                  </a:lnTo>
                  <a:lnTo>
                    <a:pt x="2264510" y="200693"/>
                  </a:lnTo>
                  <a:lnTo>
                    <a:pt x="2254749" y="199648"/>
                  </a:lnTo>
                  <a:lnTo>
                    <a:pt x="2244988" y="198596"/>
                  </a:lnTo>
                  <a:lnTo>
                    <a:pt x="2235228" y="197536"/>
                  </a:lnTo>
                  <a:lnTo>
                    <a:pt x="2225467" y="196469"/>
                  </a:lnTo>
                  <a:lnTo>
                    <a:pt x="2215706" y="195394"/>
                  </a:lnTo>
                  <a:lnTo>
                    <a:pt x="2205945" y="194312"/>
                  </a:lnTo>
                  <a:lnTo>
                    <a:pt x="2196184" y="193221"/>
                  </a:lnTo>
                  <a:lnTo>
                    <a:pt x="2186424" y="192122"/>
                  </a:lnTo>
                  <a:lnTo>
                    <a:pt x="2176663" y="191015"/>
                  </a:lnTo>
                  <a:lnTo>
                    <a:pt x="2166902" y="189901"/>
                  </a:lnTo>
                  <a:lnTo>
                    <a:pt x="2157141" y="188778"/>
                  </a:lnTo>
                  <a:lnTo>
                    <a:pt x="2147380" y="187648"/>
                  </a:lnTo>
                  <a:lnTo>
                    <a:pt x="2137619" y="186596"/>
                  </a:lnTo>
                  <a:lnTo>
                    <a:pt x="2127859" y="185739"/>
                  </a:lnTo>
                  <a:lnTo>
                    <a:pt x="2118098" y="184878"/>
                  </a:lnTo>
                  <a:lnTo>
                    <a:pt x="2108337" y="184013"/>
                  </a:lnTo>
                  <a:lnTo>
                    <a:pt x="2098576" y="183142"/>
                  </a:lnTo>
                  <a:lnTo>
                    <a:pt x="2088815" y="182268"/>
                  </a:lnTo>
                  <a:lnTo>
                    <a:pt x="2079055" y="181091"/>
                  </a:lnTo>
                  <a:lnTo>
                    <a:pt x="2069294" y="180080"/>
                  </a:lnTo>
                  <a:lnTo>
                    <a:pt x="2059533" y="179049"/>
                  </a:lnTo>
                  <a:lnTo>
                    <a:pt x="2049772" y="177802"/>
                  </a:lnTo>
                  <a:lnTo>
                    <a:pt x="2040011" y="176650"/>
                  </a:lnTo>
                  <a:lnTo>
                    <a:pt x="2030250" y="175379"/>
                  </a:lnTo>
                  <a:lnTo>
                    <a:pt x="2020490" y="174093"/>
                  </a:lnTo>
                  <a:lnTo>
                    <a:pt x="2010729" y="172799"/>
                  </a:lnTo>
                  <a:lnTo>
                    <a:pt x="2000968" y="171494"/>
                  </a:lnTo>
                  <a:lnTo>
                    <a:pt x="1991207" y="170180"/>
                  </a:lnTo>
                  <a:lnTo>
                    <a:pt x="1981446" y="168857"/>
                  </a:lnTo>
                  <a:lnTo>
                    <a:pt x="1971685" y="167523"/>
                  </a:lnTo>
                  <a:lnTo>
                    <a:pt x="1961925" y="166580"/>
                  </a:lnTo>
                  <a:lnTo>
                    <a:pt x="1952164" y="166036"/>
                  </a:lnTo>
                  <a:lnTo>
                    <a:pt x="1942403" y="165234"/>
                  </a:lnTo>
                  <a:lnTo>
                    <a:pt x="1932642" y="164042"/>
                  </a:lnTo>
                  <a:lnTo>
                    <a:pt x="1922881" y="162836"/>
                  </a:lnTo>
                  <a:lnTo>
                    <a:pt x="1913121" y="161613"/>
                  </a:lnTo>
                  <a:lnTo>
                    <a:pt x="1903360" y="160383"/>
                  </a:lnTo>
                  <a:lnTo>
                    <a:pt x="1893599" y="159144"/>
                  </a:lnTo>
                  <a:lnTo>
                    <a:pt x="1883838" y="157888"/>
                  </a:lnTo>
                  <a:lnTo>
                    <a:pt x="1874077" y="156776"/>
                  </a:lnTo>
                  <a:lnTo>
                    <a:pt x="1864316" y="155696"/>
                  </a:lnTo>
                  <a:lnTo>
                    <a:pt x="1854556" y="154079"/>
                  </a:lnTo>
                  <a:lnTo>
                    <a:pt x="1844795" y="152804"/>
                  </a:lnTo>
                  <a:lnTo>
                    <a:pt x="1835034" y="151520"/>
                  </a:lnTo>
                  <a:lnTo>
                    <a:pt x="1825273" y="150227"/>
                  </a:lnTo>
                  <a:lnTo>
                    <a:pt x="1815512" y="148927"/>
                  </a:lnTo>
                  <a:lnTo>
                    <a:pt x="1805752" y="147617"/>
                  </a:lnTo>
                  <a:lnTo>
                    <a:pt x="1795991" y="146299"/>
                  </a:lnTo>
                  <a:lnTo>
                    <a:pt x="1786230" y="144971"/>
                  </a:lnTo>
                  <a:lnTo>
                    <a:pt x="1776469" y="143624"/>
                  </a:lnTo>
                  <a:lnTo>
                    <a:pt x="1766708" y="142585"/>
                  </a:lnTo>
                  <a:lnTo>
                    <a:pt x="1756947" y="141729"/>
                  </a:lnTo>
                  <a:lnTo>
                    <a:pt x="1747187" y="140569"/>
                  </a:lnTo>
                  <a:lnTo>
                    <a:pt x="1737426" y="138761"/>
                  </a:lnTo>
                  <a:lnTo>
                    <a:pt x="1727665" y="136934"/>
                  </a:lnTo>
                  <a:lnTo>
                    <a:pt x="1717904" y="135386"/>
                  </a:lnTo>
                  <a:lnTo>
                    <a:pt x="1708143" y="133968"/>
                  </a:lnTo>
                  <a:lnTo>
                    <a:pt x="1698382" y="132541"/>
                  </a:lnTo>
                  <a:lnTo>
                    <a:pt x="1688622" y="131104"/>
                  </a:lnTo>
                  <a:lnTo>
                    <a:pt x="1678861" y="129127"/>
                  </a:lnTo>
                  <a:lnTo>
                    <a:pt x="1669100" y="128231"/>
                  </a:lnTo>
                  <a:lnTo>
                    <a:pt x="1659339" y="126799"/>
                  </a:lnTo>
                  <a:lnTo>
                    <a:pt x="1649578" y="125443"/>
                  </a:lnTo>
                  <a:lnTo>
                    <a:pt x="1639818" y="123859"/>
                  </a:lnTo>
                  <a:lnTo>
                    <a:pt x="1630057" y="122023"/>
                  </a:lnTo>
                  <a:lnTo>
                    <a:pt x="1620296" y="120184"/>
                  </a:lnTo>
                  <a:lnTo>
                    <a:pt x="1610535" y="119390"/>
                  </a:lnTo>
                  <a:lnTo>
                    <a:pt x="1600774" y="118045"/>
                  </a:lnTo>
                  <a:lnTo>
                    <a:pt x="1591013" y="117513"/>
                  </a:lnTo>
                  <a:lnTo>
                    <a:pt x="1581253" y="116693"/>
                  </a:lnTo>
                  <a:lnTo>
                    <a:pt x="1571492" y="115325"/>
                  </a:lnTo>
                  <a:lnTo>
                    <a:pt x="1561731" y="113305"/>
                  </a:lnTo>
                  <a:lnTo>
                    <a:pt x="1551970" y="112142"/>
                  </a:lnTo>
                  <a:lnTo>
                    <a:pt x="1542209" y="110984"/>
                  </a:lnTo>
                  <a:lnTo>
                    <a:pt x="1532448" y="109820"/>
                  </a:lnTo>
                  <a:lnTo>
                    <a:pt x="1522688" y="108651"/>
                  </a:lnTo>
                  <a:lnTo>
                    <a:pt x="1512927" y="107476"/>
                  </a:lnTo>
                  <a:lnTo>
                    <a:pt x="1503166" y="106290"/>
                  </a:lnTo>
                  <a:lnTo>
                    <a:pt x="1493405" y="105095"/>
                  </a:lnTo>
                  <a:lnTo>
                    <a:pt x="1483644" y="103565"/>
                  </a:lnTo>
                  <a:lnTo>
                    <a:pt x="1473884" y="102025"/>
                  </a:lnTo>
                  <a:lnTo>
                    <a:pt x="1464123" y="100476"/>
                  </a:lnTo>
                  <a:lnTo>
                    <a:pt x="1454362" y="98897"/>
                  </a:lnTo>
                  <a:lnTo>
                    <a:pt x="1444601" y="97364"/>
                  </a:lnTo>
                  <a:lnTo>
                    <a:pt x="1434840" y="95741"/>
                  </a:lnTo>
                  <a:lnTo>
                    <a:pt x="1425079" y="94134"/>
                  </a:lnTo>
                  <a:lnTo>
                    <a:pt x="1415319" y="92741"/>
                  </a:lnTo>
                  <a:lnTo>
                    <a:pt x="1405558" y="90923"/>
                  </a:lnTo>
                  <a:lnTo>
                    <a:pt x="1395797" y="89269"/>
                  </a:lnTo>
                  <a:lnTo>
                    <a:pt x="1386036" y="87644"/>
                  </a:lnTo>
                  <a:lnTo>
                    <a:pt x="1376275" y="86022"/>
                  </a:lnTo>
                  <a:lnTo>
                    <a:pt x="1366515" y="84959"/>
                  </a:lnTo>
                  <a:lnTo>
                    <a:pt x="1356754" y="83932"/>
                  </a:lnTo>
                  <a:lnTo>
                    <a:pt x="1346993" y="82935"/>
                  </a:lnTo>
                  <a:lnTo>
                    <a:pt x="1337232" y="81767"/>
                  </a:lnTo>
                  <a:lnTo>
                    <a:pt x="1327471" y="79970"/>
                  </a:lnTo>
                  <a:lnTo>
                    <a:pt x="1317710" y="78651"/>
                  </a:lnTo>
                  <a:lnTo>
                    <a:pt x="1307950" y="77994"/>
                  </a:lnTo>
                  <a:lnTo>
                    <a:pt x="1298189" y="77335"/>
                  </a:lnTo>
                  <a:lnTo>
                    <a:pt x="1288428" y="76286"/>
                  </a:lnTo>
                  <a:lnTo>
                    <a:pt x="1278667" y="74638"/>
                  </a:lnTo>
                  <a:lnTo>
                    <a:pt x="1268906" y="72978"/>
                  </a:lnTo>
                  <a:lnTo>
                    <a:pt x="1259145" y="71298"/>
                  </a:lnTo>
                  <a:lnTo>
                    <a:pt x="1249385" y="69598"/>
                  </a:lnTo>
                  <a:lnTo>
                    <a:pt x="1239624" y="67886"/>
                  </a:lnTo>
                  <a:lnTo>
                    <a:pt x="1229863" y="66161"/>
                  </a:lnTo>
                  <a:lnTo>
                    <a:pt x="1220102" y="65000"/>
                  </a:lnTo>
                  <a:lnTo>
                    <a:pt x="1210341" y="63543"/>
                  </a:lnTo>
                  <a:lnTo>
                    <a:pt x="1200581" y="61988"/>
                  </a:lnTo>
                  <a:lnTo>
                    <a:pt x="1190820" y="60098"/>
                  </a:lnTo>
                  <a:lnTo>
                    <a:pt x="1181059" y="59069"/>
                  </a:lnTo>
                  <a:lnTo>
                    <a:pt x="1171298" y="58182"/>
                  </a:lnTo>
                  <a:lnTo>
                    <a:pt x="1161537" y="57293"/>
                  </a:lnTo>
                  <a:lnTo>
                    <a:pt x="1151776" y="56401"/>
                  </a:lnTo>
                  <a:lnTo>
                    <a:pt x="1142016" y="55485"/>
                  </a:lnTo>
                  <a:lnTo>
                    <a:pt x="1132255" y="54577"/>
                  </a:lnTo>
                  <a:lnTo>
                    <a:pt x="1122494" y="53659"/>
                  </a:lnTo>
                  <a:lnTo>
                    <a:pt x="1112733" y="52288"/>
                  </a:lnTo>
                  <a:lnTo>
                    <a:pt x="1102972" y="50213"/>
                  </a:lnTo>
                  <a:lnTo>
                    <a:pt x="1093212" y="48756"/>
                  </a:lnTo>
                  <a:lnTo>
                    <a:pt x="1083451" y="47420"/>
                  </a:lnTo>
                  <a:lnTo>
                    <a:pt x="1073690" y="46142"/>
                  </a:lnTo>
                  <a:lnTo>
                    <a:pt x="1063929" y="45758"/>
                  </a:lnTo>
                  <a:lnTo>
                    <a:pt x="1054168" y="45616"/>
                  </a:lnTo>
                  <a:lnTo>
                    <a:pt x="1044407" y="44303"/>
                  </a:lnTo>
                  <a:lnTo>
                    <a:pt x="1034647" y="42944"/>
                  </a:lnTo>
                  <a:lnTo>
                    <a:pt x="1024886" y="41750"/>
                  </a:lnTo>
                  <a:lnTo>
                    <a:pt x="1015125" y="41859"/>
                  </a:lnTo>
                  <a:lnTo>
                    <a:pt x="1005364" y="40805"/>
                  </a:lnTo>
                  <a:lnTo>
                    <a:pt x="995603" y="40296"/>
                  </a:lnTo>
                  <a:lnTo>
                    <a:pt x="985842" y="38494"/>
                  </a:lnTo>
                  <a:lnTo>
                    <a:pt x="976082" y="38029"/>
                  </a:lnTo>
                  <a:lnTo>
                    <a:pt x="966321" y="36619"/>
                  </a:lnTo>
                  <a:lnTo>
                    <a:pt x="956560" y="34800"/>
                  </a:lnTo>
                  <a:lnTo>
                    <a:pt x="946799" y="34225"/>
                  </a:lnTo>
                  <a:lnTo>
                    <a:pt x="937038" y="32970"/>
                  </a:lnTo>
                  <a:lnTo>
                    <a:pt x="927278" y="31637"/>
                  </a:lnTo>
                  <a:lnTo>
                    <a:pt x="917517" y="30067"/>
                  </a:lnTo>
                  <a:lnTo>
                    <a:pt x="907756" y="28258"/>
                  </a:lnTo>
                  <a:lnTo>
                    <a:pt x="897995" y="27804"/>
                  </a:lnTo>
                  <a:lnTo>
                    <a:pt x="888234" y="27203"/>
                  </a:lnTo>
                  <a:lnTo>
                    <a:pt x="878473" y="26760"/>
                  </a:lnTo>
                  <a:lnTo>
                    <a:pt x="868713" y="26473"/>
                  </a:lnTo>
                  <a:lnTo>
                    <a:pt x="858952" y="25555"/>
                  </a:lnTo>
                  <a:lnTo>
                    <a:pt x="849191" y="25285"/>
                  </a:lnTo>
                  <a:lnTo>
                    <a:pt x="839430" y="23860"/>
                  </a:lnTo>
                  <a:lnTo>
                    <a:pt x="829669" y="23519"/>
                  </a:lnTo>
                  <a:lnTo>
                    <a:pt x="819909" y="23625"/>
                  </a:lnTo>
                  <a:lnTo>
                    <a:pt x="810148" y="23268"/>
                  </a:lnTo>
                  <a:lnTo>
                    <a:pt x="800387" y="22261"/>
                  </a:lnTo>
                  <a:lnTo>
                    <a:pt x="790626" y="20589"/>
                  </a:lnTo>
                  <a:lnTo>
                    <a:pt x="780865" y="19424"/>
                  </a:lnTo>
                  <a:lnTo>
                    <a:pt x="771104" y="17519"/>
                  </a:lnTo>
                  <a:lnTo>
                    <a:pt x="761344" y="15316"/>
                  </a:lnTo>
                  <a:lnTo>
                    <a:pt x="751583" y="14629"/>
                  </a:lnTo>
                  <a:lnTo>
                    <a:pt x="741822" y="14247"/>
                  </a:lnTo>
                  <a:lnTo>
                    <a:pt x="732061" y="13865"/>
                  </a:lnTo>
                  <a:lnTo>
                    <a:pt x="722300" y="13480"/>
                  </a:lnTo>
                  <a:lnTo>
                    <a:pt x="712539" y="13098"/>
                  </a:lnTo>
                  <a:lnTo>
                    <a:pt x="702779" y="12734"/>
                  </a:lnTo>
                  <a:lnTo>
                    <a:pt x="693018" y="12385"/>
                  </a:lnTo>
                  <a:lnTo>
                    <a:pt x="683257" y="12454"/>
                  </a:lnTo>
                  <a:lnTo>
                    <a:pt x="673496" y="11626"/>
                  </a:lnTo>
                  <a:lnTo>
                    <a:pt x="663735" y="10298"/>
                  </a:lnTo>
                  <a:lnTo>
                    <a:pt x="653975" y="10167"/>
                  </a:lnTo>
                  <a:lnTo>
                    <a:pt x="644214" y="10128"/>
                  </a:lnTo>
                  <a:lnTo>
                    <a:pt x="634453" y="9905"/>
                  </a:lnTo>
                  <a:lnTo>
                    <a:pt x="624692" y="9773"/>
                  </a:lnTo>
                  <a:lnTo>
                    <a:pt x="614931" y="9181"/>
                  </a:lnTo>
                  <a:lnTo>
                    <a:pt x="605170" y="8318"/>
                  </a:lnTo>
                  <a:lnTo>
                    <a:pt x="595410" y="7447"/>
                  </a:lnTo>
                  <a:lnTo>
                    <a:pt x="585649" y="6655"/>
                  </a:lnTo>
                  <a:lnTo>
                    <a:pt x="575888" y="6808"/>
                  </a:lnTo>
                  <a:lnTo>
                    <a:pt x="566127" y="7373"/>
                  </a:lnTo>
                  <a:lnTo>
                    <a:pt x="556366" y="6847"/>
                  </a:lnTo>
                  <a:lnTo>
                    <a:pt x="546606" y="6659"/>
                  </a:lnTo>
                  <a:lnTo>
                    <a:pt x="536845" y="6428"/>
                  </a:lnTo>
                  <a:lnTo>
                    <a:pt x="527084" y="6055"/>
                  </a:lnTo>
                  <a:lnTo>
                    <a:pt x="517323" y="5685"/>
                  </a:lnTo>
                  <a:lnTo>
                    <a:pt x="507562" y="5012"/>
                  </a:lnTo>
                  <a:lnTo>
                    <a:pt x="497801" y="4897"/>
                  </a:lnTo>
                  <a:lnTo>
                    <a:pt x="488041" y="4552"/>
                  </a:lnTo>
                  <a:lnTo>
                    <a:pt x="478280" y="4182"/>
                  </a:lnTo>
                  <a:lnTo>
                    <a:pt x="468519" y="4176"/>
                  </a:lnTo>
                  <a:lnTo>
                    <a:pt x="458758" y="4271"/>
                  </a:lnTo>
                  <a:lnTo>
                    <a:pt x="448997" y="3622"/>
                  </a:lnTo>
                  <a:lnTo>
                    <a:pt x="439236" y="3844"/>
                  </a:lnTo>
                  <a:lnTo>
                    <a:pt x="429476" y="4134"/>
                  </a:lnTo>
                  <a:lnTo>
                    <a:pt x="419715" y="3473"/>
                  </a:lnTo>
                  <a:lnTo>
                    <a:pt x="409954" y="2565"/>
                  </a:lnTo>
                  <a:lnTo>
                    <a:pt x="400193" y="2787"/>
                  </a:lnTo>
                  <a:lnTo>
                    <a:pt x="390432" y="2993"/>
                  </a:lnTo>
                  <a:lnTo>
                    <a:pt x="380672" y="2418"/>
                  </a:lnTo>
                  <a:lnTo>
                    <a:pt x="370911" y="2969"/>
                  </a:lnTo>
                  <a:lnTo>
                    <a:pt x="361150" y="3223"/>
                  </a:lnTo>
                  <a:lnTo>
                    <a:pt x="351389" y="2901"/>
                  </a:lnTo>
                  <a:lnTo>
                    <a:pt x="341628" y="2449"/>
                  </a:lnTo>
                  <a:lnTo>
                    <a:pt x="331867" y="1996"/>
                  </a:lnTo>
                  <a:lnTo>
                    <a:pt x="322107" y="1866"/>
                  </a:lnTo>
                  <a:lnTo>
                    <a:pt x="312346" y="2318"/>
                  </a:lnTo>
                  <a:lnTo>
                    <a:pt x="302585" y="2109"/>
                  </a:lnTo>
                  <a:lnTo>
                    <a:pt x="292824" y="1403"/>
                  </a:lnTo>
                  <a:lnTo>
                    <a:pt x="283063" y="807"/>
                  </a:lnTo>
                  <a:lnTo>
                    <a:pt x="273303" y="636"/>
                  </a:lnTo>
                  <a:lnTo>
                    <a:pt x="263542" y="1322"/>
                  </a:lnTo>
                  <a:lnTo>
                    <a:pt x="253781" y="1320"/>
                  </a:lnTo>
                  <a:lnTo>
                    <a:pt x="244020" y="777"/>
                  </a:lnTo>
                  <a:lnTo>
                    <a:pt x="234259" y="902"/>
                  </a:lnTo>
                  <a:lnTo>
                    <a:pt x="224498" y="986"/>
                  </a:lnTo>
                  <a:lnTo>
                    <a:pt x="214738" y="1316"/>
                  </a:lnTo>
                  <a:lnTo>
                    <a:pt x="204977" y="1209"/>
                  </a:lnTo>
                  <a:lnTo>
                    <a:pt x="195216" y="1508"/>
                  </a:lnTo>
                  <a:lnTo>
                    <a:pt x="185455" y="1845"/>
                  </a:lnTo>
                  <a:lnTo>
                    <a:pt x="175694" y="2264"/>
                  </a:lnTo>
                  <a:lnTo>
                    <a:pt x="165933" y="1822"/>
                  </a:lnTo>
                  <a:lnTo>
                    <a:pt x="156173" y="2302"/>
                  </a:lnTo>
                  <a:lnTo>
                    <a:pt x="146412" y="1405"/>
                  </a:lnTo>
                  <a:lnTo>
                    <a:pt x="136651" y="898"/>
                  </a:lnTo>
                  <a:lnTo>
                    <a:pt x="126890" y="749"/>
                  </a:lnTo>
                  <a:lnTo>
                    <a:pt x="117129" y="638"/>
                  </a:lnTo>
                  <a:lnTo>
                    <a:pt x="107369" y="549"/>
                  </a:lnTo>
                  <a:lnTo>
                    <a:pt x="97608" y="454"/>
                  </a:lnTo>
                  <a:lnTo>
                    <a:pt x="87847" y="337"/>
                  </a:lnTo>
                  <a:lnTo>
                    <a:pt x="78086" y="220"/>
                  </a:lnTo>
                  <a:lnTo>
                    <a:pt x="68325" y="103"/>
                  </a:lnTo>
                  <a:lnTo>
                    <a:pt x="58564" y="0"/>
                  </a:lnTo>
                  <a:lnTo>
                    <a:pt x="48804" y="610"/>
                  </a:lnTo>
                  <a:lnTo>
                    <a:pt x="39043" y="317"/>
                  </a:lnTo>
                  <a:lnTo>
                    <a:pt x="29282" y="1179"/>
                  </a:lnTo>
                  <a:lnTo>
                    <a:pt x="19521" y="893"/>
                  </a:lnTo>
                  <a:lnTo>
                    <a:pt x="9760" y="779"/>
                  </a:lnTo>
                  <a:lnTo>
                    <a:pt x="0" y="9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611514" y="981184"/>
              <a:ext cx="2528052" cy="4703347"/>
            </a:xfrm>
            <a:custGeom>
              <a:avLst/>
              <a:pathLst>
                <a:path w="2528052" h="4703347">
                  <a:moveTo>
                    <a:pt x="0" y="4058460"/>
                  </a:moveTo>
                  <a:lnTo>
                    <a:pt x="9760" y="4060378"/>
                  </a:lnTo>
                  <a:lnTo>
                    <a:pt x="19521" y="4068400"/>
                  </a:lnTo>
                  <a:lnTo>
                    <a:pt x="29282" y="4073809"/>
                  </a:lnTo>
                  <a:lnTo>
                    <a:pt x="39043" y="4077086"/>
                  </a:lnTo>
                  <a:lnTo>
                    <a:pt x="48804" y="4079123"/>
                  </a:lnTo>
                  <a:lnTo>
                    <a:pt x="58564" y="4083525"/>
                  </a:lnTo>
                  <a:lnTo>
                    <a:pt x="68325" y="4086955"/>
                  </a:lnTo>
                  <a:lnTo>
                    <a:pt x="78086" y="4086551"/>
                  </a:lnTo>
                  <a:lnTo>
                    <a:pt x="87847" y="4086715"/>
                  </a:lnTo>
                  <a:lnTo>
                    <a:pt x="97608" y="4086144"/>
                  </a:lnTo>
                  <a:lnTo>
                    <a:pt x="107369" y="4086398"/>
                  </a:lnTo>
                  <a:lnTo>
                    <a:pt x="117129" y="4085581"/>
                  </a:lnTo>
                  <a:lnTo>
                    <a:pt x="126890" y="4089656"/>
                  </a:lnTo>
                  <a:lnTo>
                    <a:pt x="136651" y="4092860"/>
                  </a:lnTo>
                  <a:lnTo>
                    <a:pt x="146412" y="4099019"/>
                  </a:lnTo>
                  <a:lnTo>
                    <a:pt x="156173" y="4100332"/>
                  </a:lnTo>
                  <a:lnTo>
                    <a:pt x="165933" y="4100777"/>
                  </a:lnTo>
                  <a:lnTo>
                    <a:pt x="175694" y="4103104"/>
                  </a:lnTo>
                  <a:lnTo>
                    <a:pt x="185455" y="4100569"/>
                  </a:lnTo>
                  <a:lnTo>
                    <a:pt x="195216" y="4103041"/>
                  </a:lnTo>
                  <a:lnTo>
                    <a:pt x="204977" y="4102466"/>
                  </a:lnTo>
                  <a:lnTo>
                    <a:pt x="214738" y="4102523"/>
                  </a:lnTo>
                  <a:lnTo>
                    <a:pt x="224498" y="4100149"/>
                  </a:lnTo>
                  <a:lnTo>
                    <a:pt x="234259" y="4103086"/>
                  </a:lnTo>
                  <a:lnTo>
                    <a:pt x="244020" y="4103105"/>
                  </a:lnTo>
                  <a:lnTo>
                    <a:pt x="253781" y="4100960"/>
                  </a:lnTo>
                  <a:lnTo>
                    <a:pt x="263542" y="4100322"/>
                  </a:lnTo>
                  <a:lnTo>
                    <a:pt x="273303" y="4096489"/>
                  </a:lnTo>
                  <a:lnTo>
                    <a:pt x="283063" y="4096907"/>
                  </a:lnTo>
                  <a:lnTo>
                    <a:pt x="292824" y="4092298"/>
                  </a:lnTo>
                  <a:lnTo>
                    <a:pt x="302585" y="4090813"/>
                  </a:lnTo>
                  <a:lnTo>
                    <a:pt x="312346" y="4087988"/>
                  </a:lnTo>
                  <a:lnTo>
                    <a:pt x="322107" y="4085224"/>
                  </a:lnTo>
                  <a:lnTo>
                    <a:pt x="331867" y="4080751"/>
                  </a:lnTo>
                  <a:lnTo>
                    <a:pt x="341628" y="4077001"/>
                  </a:lnTo>
                  <a:lnTo>
                    <a:pt x="351389" y="4071290"/>
                  </a:lnTo>
                  <a:lnTo>
                    <a:pt x="361150" y="4064185"/>
                  </a:lnTo>
                  <a:lnTo>
                    <a:pt x="370911" y="4062166"/>
                  </a:lnTo>
                  <a:lnTo>
                    <a:pt x="380672" y="4059969"/>
                  </a:lnTo>
                  <a:lnTo>
                    <a:pt x="390432" y="4058002"/>
                  </a:lnTo>
                  <a:lnTo>
                    <a:pt x="400193" y="4055826"/>
                  </a:lnTo>
                  <a:lnTo>
                    <a:pt x="409954" y="4052917"/>
                  </a:lnTo>
                  <a:lnTo>
                    <a:pt x="419715" y="4051131"/>
                  </a:lnTo>
                  <a:lnTo>
                    <a:pt x="429476" y="4048388"/>
                  </a:lnTo>
                  <a:lnTo>
                    <a:pt x="439236" y="4046488"/>
                  </a:lnTo>
                  <a:lnTo>
                    <a:pt x="448997" y="4039204"/>
                  </a:lnTo>
                  <a:lnTo>
                    <a:pt x="458758" y="4031924"/>
                  </a:lnTo>
                  <a:lnTo>
                    <a:pt x="468519" y="4026603"/>
                  </a:lnTo>
                  <a:lnTo>
                    <a:pt x="478280" y="4021272"/>
                  </a:lnTo>
                  <a:lnTo>
                    <a:pt x="488041" y="4018891"/>
                  </a:lnTo>
                  <a:lnTo>
                    <a:pt x="497801" y="4011700"/>
                  </a:lnTo>
                  <a:lnTo>
                    <a:pt x="507562" y="3999573"/>
                  </a:lnTo>
                  <a:lnTo>
                    <a:pt x="517323" y="3995873"/>
                  </a:lnTo>
                  <a:lnTo>
                    <a:pt x="527084" y="3992990"/>
                  </a:lnTo>
                  <a:lnTo>
                    <a:pt x="536845" y="3986734"/>
                  </a:lnTo>
                  <a:lnTo>
                    <a:pt x="546606" y="3980491"/>
                  </a:lnTo>
                  <a:lnTo>
                    <a:pt x="556366" y="3977739"/>
                  </a:lnTo>
                  <a:lnTo>
                    <a:pt x="566127" y="3969465"/>
                  </a:lnTo>
                  <a:lnTo>
                    <a:pt x="575888" y="3963855"/>
                  </a:lnTo>
                  <a:lnTo>
                    <a:pt x="585649" y="3955482"/>
                  </a:lnTo>
                  <a:lnTo>
                    <a:pt x="595410" y="3950023"/>
                  </a:lnTo>
                  <a:lnTo>
                    <a:pt x="605170" y="3947658"/>
                  </a:lnTo>
                  <a:lnTo>
                    <a:pt x="614931" y="3938853"/>
                  </a:lnTo>
                  <a:lnTo>
                    <a:pt x="624692" y="3936394"/>
                  </a:lnTo>
                  <a:lnTo>
                    <a:pt x="634453" y="3927724"/>
                  </a:lnTo>
                  <a:lnTo>
                    <a:pt x="644214" y="3925913"/>
                  </a:lnTo>
                  <a:lnTo>
                    <a:pt x="653975" y="3925337"/>
                  </a:lnTo>
                  <a:lnTo>
                    <a:pt x="663735" y="3922126"/>
                  </a:lnTo>
                  <a:lnTo>
                    <a:pt x="673496" y="3917222"/>
                  </a:lnTo>
                  <a:lnTo>
                    <a:pt x="683257" y="3904899"/>
                  </a:lnTo>
                  <a:lnTo>
                    <a:pt x="693018" y="3894737"/>
                  </a:lnTo>
                  <a:lnTo>
                    <a:pt x="702779" y="3885268"/>
                  </a:lnTo>
                  <a:lnTo>
                    <a:pt x="712539" y="3878711"/>
                  </a:lnTo>
                  <a:lnTo>
                    <a:pt x="722300" y="3872584"/>
                  </a:lnTo>
                  <a:lnTo>
                    <a:pt x="732061" y="3862683"/>
                  </a:lnTo>
                  <a:lnTo>
                    <a:pt x="741822" y="3852626"/>
                  </a:lnTo>
                  <a:lnTo>
                    <a:pt x="751583" y="3841234"/>
                  </a:lnTo>
                  <a:lnTo>
                    <a:pt x="761344" y="3831730"/>
                  </a:lnTo>
                  <a:lnTo>
                    <a:pt x="771104" y="3821642"/>
                  </a:lnTo>
                  <a:lnTo>
                    <a:pt x="780865" y="3811138"/>
                  </a:lnTo>
                  <a:lnTo>
                    <a:pt x="790626" y="3799781"/>
                  </a:lnTo>
                  <a:lnTo>
                    <a:pt x="800387" y="3791094"/>
                  </a:lnTo>
                  <a:lnTo>
                    <a:pt x="810148" y="3780269"/>
                  </a:lnTo>
                  <a:lnTo>
                    <a:pt x="819909" y="3768529"/>
                  </a:lnTo>
                  <a:lnTo>
                    <a:pt x="829669" y="3758286"/>
                  </a:lnTo>
                  <a:lnTo>
                    <a:pt x="839430" y="3747136"/>
                  </a:lnTo>
                  <a:lnTo>
                    <a:pt x="849191" y="3742682"/>
                  </a:lnTo>
                  <a:lnTo>
                    <a:pt x="858952" y="3739118"/>
                  </a:lnTo>
                  <a:lnTo>
                    <a:pt x="868713" y="3727120"/>
                  </a:lnTo>
                  <a:lnTo>
                    <a:pt x="878473" y="3714468"/>
                  </a:lnTo>
                  <a:lnTo>
                    <a:pt x="888234" y="3701521"/>
                  </a:lnTo>
                  <a:lnTo>
                    <a:pt x="897995" y="3688400"/>
                  </a:lnTo>
                  <a:lnTo>
                    <a:pt x="907756" y="3675196"/>
                  </a:lnTo>
                  <a:lnTo>
                    <a:pt x="917517" y="3662662"/>
                  </a:lnTo>
                  <a:lnTo>
                    <a:pt x="927278" y="3649271"/>
                  </a:lnTo>
                  <a:lnTo>
                    <a:pt x="937038" y="3635735"/>
                  </a:lnTo>
                  <a:lnTo>
                    <a:pt x="946799" y="3622055"/>
                  </a:lnTo>
                  <a:lnTo>
                    <a:pt x="956560" y="3608796"/>
                  </a:lnTo>
                  <a:lnTo>
                    <a:pt x="966321" y="3600534"/>
                  </a:lnTo>
                  <a:lnTo>
                    <a:pt x="976082" y="3590055"/>
                  </a:lnTo>
                  <a:lnTo>
                    <a:pt x="985842" y="3576537"/>
                  </a:lnTo>
                  <a:lnTo>
                    <a:pt x="995603" y="3563013"/>
                  </a:lnTo>
                  <a:lnTo>
                    <a:pt x="1005364" y="3555502"/>
                  </a:lnTo>
                  <a:lnTo>
                    <a:pt x="1015125" y="3545584"/>
                  </a:lnTo>
                  <a:lnTo>
                    <a:pt x="1024886" y="3527054"/>
                  </a:lnTo>
                  <a:lnTo>
                    <a:pt x="1034647" y="3508283"/>
                  </a:lnTo>
                  <a:lnTo>
                    <a:pt x="1044407" y="3492465"/>
                  </a:lnTo>
                  <a:lnTo>
                    <a:pt x="1054168" y="3478455"/>
                  </a:lnTo>
                  <a:lnTo>
                    <a:pt x="1063929" y="3465044"/>
                  </a:lnTo>
                  <a:lnTo>
                    <a:pt x="1073690" y="3451516"/>
                  </a:lnTo>
                  <a:lnTo>
                    <a:pt x="1083451" y="3437914"/>
                  </a:lnTo>
                  <a:lnTo>
                    <a:pt x="1093212" y="3422995"/>
                  </a:lnTo>
                  <a:lnTo>
                    <a:pt x="1102972" y="3407993"/>
                  </a:lnTo>
                  <a:lnTo>
                    <a:pt x="1112733" y="3395772"/>
                  </a:lnTo>
                  <a:lnTo>
                    <a:pt x="1122494" y="3380280"/>
                  </a:lnTo>
                  <a:lnTo>
                    <a:pt x="1132255" y="3363211"/>
                  </a:lnTo>
                  <a:lnTo>
                    <a:pt x="1142016" y="3345973"/>
                  </a:lnTo>
                  <a:lnTo>
                    <a:pt x="1151776" y="3328561"/>
                  </a:lnTo>
                  <a:lnTo>
                    <a:pt x="1161537" y="3311591"/>
                  </a:lnTo>
                  <a:lnTo>
                    <a:pt x="1171298" y="3295089"/>
                  </a:lnTo>
                  <a:lnTo>
                    <a:pt x="1181059" y="3280871"/>
                  </a:lnTo>
                  <a:lnTo>
                    <a:pt x="1190820" y="3266758"/>
                  </a:lnTo>
                  <a:lnTo>
                    <a:pt x="1200581" y="3252790"/>
                  </a:lnTo>
                  <a:lnTo>
                    <a:pt x="1210341" y="3238588"/>
                  </a:lnTo>
                  <a:lnTo>
                    <a:pt x="1220102" y="3224317"/>
                  </a:lnTo>
                  <a:lnTo>
                    <a:pt x="1229863" y="3206440"/>
                  </a:lnTo>
                  <a:lnTo>
                    <a:pt x="1239624" y="3191603"/>
                  </a:lnTo>
                  <a:lnTo>
                    <a:pt x="1249385" y="3173492"/>
                  </a:lnTo>
                  <a:lnTo>
                    <a:pt x="1259145" y="3155217"/>
                  </a:lnTo>
                  <a:lnTo>
                    <a:pt x="1268906" y="3136780"/>
                  </a:lnTo>
                  <a:lnTo>
                    <a:pt x="1278667" y="3119752"/>
                  </a:lnTo>
                  <a:lnTo>
                    <a:pt x="1288428" y="3102851"/>
                  </a:lnTo>
                  <a:lnTo>
                    <a:pt x="1298189" y="3085825"/>
                  </a:lnTo>
                  <a:lnTo>
                    <a:pt x="1307950" y="3068667"/>
                  </a:lnTo>
                  <a:lnTo>
                    <a:pt x="1317710" y="3051419"/>
                  </a:lnTo>
                  <a:lnTo>
                    <a:pt x="1327471" y="3034559"/>
                  </a:lnTo>
                  <a:lnTo>
                    <a:pt x="1337232" y="3016400"/>
                  </a:lnTo>
                  <a:lnTo>
                    <a:pt x="1346993" y="2998731"/>
                  </a:lnTo>
                  <a:lnTo>
                    <a:pt x="1356754" y="2980929"/>
                  </a:lnTo>
                  <a:lnTo>
                    <a:pt x="1366515" y="2962928"/>
                  </a:lnTo>
                  <a:lnTo>
                    <a:pt x="1376275" y="2944841"/>
                  </a:lnTo>
                  <a:lnTo>
                    <a:pt x="1386036" y="2926655"/>
                  </a:lnTo>
                  <a:lnTo>
                    <a:pt x="1395797" y="2909791"/>
                  </a:lnTo>
                  <a:lnTo>
                    <a:pt x="1405558" y="2893809"/>
                  </a:lnTo>
                  <a:lnTo>
                    <a:pt x="1415319" y="2876102"/>
                  </a:lnTo>
                  <a:lnTo>
                    <a:pt x="1425079" y="2858108"/>
                  </a:lnTo>
                  <a:lnTo>
                    <a:pt x="1434840" y="2840114"/>
                  </a:lnTo>
                  <a:lnTo>
                    <a:pt x="1444601" y="2822000"/>
                  </a:lnTo>
                  <a:lnTo>
                    <a:pt x="1454362" y="2803767"/>
                  </a:lnTo>
                  <a:lnTo>
                    <a:pt x="1464123" y="2785415"/>
                  </a:lnTo>
                  <a:lnTo>
                    <a:pt x="1473884" y="2766944"/>
                  </a:lnTo>
                  <a:lnTo>
                    <a:pt x="1483644" y="2748355"/>
                  </a:lnTo>
                  <a:lnTo>
                    <a:pt x="1493405" y="2729648"/>
                  </a:lnTo>
                  <a:lnTo>
                    <a:pt x="1503166" y="2710823"/>
                  </a:lnTo>
                  <a:lnTo>
                    <a:pt x="1512927" y="2691881"/>
                  </a:lnTo>
                  <a:lnTo>
                    <a:pt x="1522688" y="2672822"/>
                  </a:lnTo>
                  <a:lnTo>
                    <a:pt x="1532448" y="2653647"/>
                  </a:lnTo>
                  <a:lnTo>
                    <a:pt x="1542209" y="2628535"/>
                  </a:lnTo>
                  <a:lnTo>
                    <a:pt x="1551970" y="2601799"/>
                  </a:lnTo>
                  <a:lnTo>
                    <a:pt x="1561731" y="2582735"/>
                  </a:lnTo>
                  <a:lnTo>
                    <a:pt x="1571492" y="2566326"/>
                  </a:lnTo>
                  <a:lnTo>
                    <a:pt x="1581253" y="2547238"/>
                  </a:lnTo>
                  <a:lnTo>
                    <a:pt x="1591013" y="2522529"/>
                  </a:lnTo>
                  <a:lnTo>
                    <a:pt x="1600774" y="2497648"/>
                  </a:lnTo>
                  <a:lnTo>
                    <a:pt x="1610535" y="2472596"/>
                  </a:lnTo>
                  <a:lnTo>
                    <a:pt x="1620296" y="2450485"/>
                  </a:lnTo>
                  <a:lnTo>
                    <a:pt x="1630057" y="2429083"/>
                  </a:lnTo>
                  <a:lnTo>
                    <a:pt x="1639818" y="2407561"/>
                  </a:lnTo>
                  <a:lnTo>
                    <a:pt x="1649578" y="2385921"/>
                  </a:lnTo>
                  <a:lnTo>
                    <a:pt x="1659339" y="2364164"/>
                  </a:lnTo>
                  <a:lnTo>
                    <a:pt x="1669100" y="2342291"/>
                  </a:lnTo>
                  <a:lnTo>
                    <a:pt x="1678861" y="2320303"/>
                  </a:lnTo>
                  <a:lnTo>
                    <a:pt x="1688622" y="2298201"/>
                  </a:lnTo>
                  <a:lnTo>
                    <a:pt x="1698382" y="2275986"/>
                  </a:lnTo>
                  <a:lnTo>
                    <a:pt x="1708143" y="2253659"/>
                  </a:lnTo>
                  <a:lnTo>
                    <a:pt x="1717904" y="2228856"/>
                  </a:lnTo>
                  <a:lnTo>
                    <a:pt x="1727665" y="2205989"/>
                  </a:lnTo>
                  <a:lnTo>
                    <a:pt x="1737426" y="2183239"/>
                  </a:lnTo>
                  <a:lnTo>
                    <a:pt x="1747187" y="2160381"/>
                  </a:lnTo>
                  <a:lnTo>
                    <a:pt x="1756947" y="2137508"/>
                  </a:lnTo>
                  <a:lnTo>
                    <a:pt x="1766708" y="2114349"/>
                  </a:lnTo>
                  <a:lnTo>
                    <a:pt x="1776469" y="2091072"/>
                  </a:lnTo>
                  <a:lnTo>
                    <a:pt x="1786230" y="2068417"/>
                  </a:lnTo>
                  <a:lnTo>
                    <a:pt x="1795991" y="2045102"/>
                  </a:lnTo>
                  <a:lnTo>
                    <a:pt x="1805752" y="2021687"/>
                  </a:lnTo>
                  <a:lnTo>
                    <a:pt x="1815512" y="1998175"/>
                  </a:lnTo>
                  <a:lnTo>
                    <a:pt x="1825273" y="1974566"/>
                  </a:lnTo>
                  <a:lnTo>
                    <a:pt x="1835034" y="1950863"/>
                  </a:lnTo>
                  <a:lnTo>
                    <a:pt x="1844795" y="1927067"/>
                  </a:lnTo>
                  <a:lnTo>
                    <a:pt x="1854556" y="1903179"/>
                  </a:lnTo>
                  <a:lnTo>
                    <a:pt x="1864316" y="1879201"/>
                  </a:lnTo>
                  <a:lnTo>
                    <a:pt x="1874077" y="1855134"/>
                  </a:lnTo>
                  <a:lnTo>
                    <a:pt x="1883838" y="1830980"/>
                  </a:lnTo>
                  <a:lnTo>
                    <a:pt x="1893599" y="1806742"/>
                  </a:lnTo>
                  <a:lnTo>
                    <a:pt x="1903360" y="1782420"/>
                  </a:lnTo>
                  <a:lnTo>
                    <a:pt x="1913121" y="1758016"/>
                  </a:lnTo>
                  <a:lnTo>
                    <a:pt x="1922881" y="1733533"/>
                  </a:lnTo>
                  <a:lnTo>
                    <a:pt x="1932642" y="1708971"/>
                  </a:lnTo>
                  <a:lnTo>
                    <a:pt x="1942403" y="1684333"/>
                  </a:lnTo>
                  <a:lnTo>
                    <a:pt x="1952164" y="1659620"/>
                  </a:lnTo>
                  <a:lnTo>
                    <a:pt x="1961925" y="1634834"/>
                  </a:lnTo>
                  <a:lnTo>
                    <a:pt x="1971685" y="1609978"/>
                  </a:lnTo>
                  <a:lnTo>
                    <a:pt x="1981446" y="1585053"/>
                  </a:lnTo>
                  <a:lnTo>
                    <a:pt x="1991207" y="1559019"/>
                  </a:lnTo>
                  <a:lnTo>
                    <a:pt x="2000968" y="1529682"/>
                  </a:lnTo>
                  <a:lnTo>
                    <a:pt x="2010729" y="1500260"/>
                  </a:lnTo>
                  <a:lnTo>
                    <a:pt x="2020490" y="1470755"/>
                  </a:lnTo>
                  <a:lnTo>
                    <a:pt x="2030250" y="1441171"/>
                  </a:lnTo>
                  <a:lnTo>
                    <a:pt x="2040011" y="1411510"/>
                  </a:lnTo>
                  <a:lnTo>
                    <a:pt x="2049772" y="1381777"/>
                  </a:lnTo>
                  <a:lnTo>
                    <a:pt x="2059533" y="1352794"/>
                  </a:lnTo>
                  <a:lnTo>
                    <a:pt x="2069294" y="1326181"/>
                  </a:lnTo>
                  <a:lnTo>
                    <a:pt x="2079055" y="1299518"/>
                  </a:lnTo>
                  <a:lnTo>
                    <a:pt x="2088815" y="1272808"/>
                  </a:lnTo>
                  <a:lnTo>
                    <a:pt x="2098576" y="1246051"/>
                  </a:lnTo>
                  <a:lnTo>
                    <a:pt x="2108337" y="1219253"/>
                  </a:lnTo>
                  <a:lnTo>
                    <a:pt x="2118098" y="1192413"/>
                  </a:lnTo>
                  <a:lnTo>
                    <a:pt x="2127859" y="1165536"/>
                  </a:lnTo>
                  <a:lnTo>
                    <a:pt x="2137619" y="1138624"/>
                  </a:lnTo>
                  <a:lnTo>
                    <a:pt x="2147380" y="1111767"/>
                  </a:lnTo>
                  <a:lnTo>
                    <a:pt x="2157141" y="1084955"/>
                  </a:lnTo>
                  <a:lnTo>
                    <a:pt x="2166902" y="1058115"/>
                  </a:lnTo>
                  <a:lnTo>
                    <a:pt x="2176663" y="1031251"/>
                  </a:lnTo>
                  <a:lnTo>
                    <a:pt x="2186424" y="1001535"/>
                  </a:lnTo>
                  <a:lnTo>
                    <a:pt x="2196184" y="969037"/>
                  </a:lnTo>
                  <a:lnTo>
                    <a:pt x="2205945" y="940453"/>
                  </a:lnTo>
                  <a:lnTo>
                    <a:pt x="2215706" y="916289"/>
                  </a:lnTo>
                  <a:lnTo>
                    <a:pt x="2225467" y="892117"/>
                  </a:lnTo>
                  <a:lnTo>
                    <a:pt x="2235228" y="867937"/>
                  </a:lnTo>
                  <a:lnTo>
                    <a:pt x="2244988" y="841727"/>
                  </a:lnTo>
                  <a:lnTo>
                    <a:pt x="2254749" y="814534"/>
                  </a:lnTo>
                  <a:lnTo>
                    <a:pt x="2264510" y="787338"/>
                  </a:lnTo>
                  <a:lnTo>
                    <a:pt x="2274271" y="760143"/>
                  </a:lnTo>
                  <a:lnTo>
                    <a:pt x="2284032" y="732952"/>
                  </a:lnTo>
                  <a:lnTo>
                    <a:pt x="2293793" y="705643"/>
                  </a:lnTo>
                  <a:lnTo>
                    <a:pt x="2303553" y="675725"/>
                  </a:lnTo>
                  <a:lnTo>
                    <a:pt x="2313314" y="645821"/>
                  </a:lnTo>
                  <a:lnTo>
                    <a:pt x="2323075" y="615934"/>
                  </a:lnTo>
                  <a:lnTo>
                    <a:pt x="2332836" y="586068"/>
                  </a:lnTo>
                  <a:lnTo>
                    <a:pt x="2342597" y="556226"/>
                  </a:lnTo>
                  <a:lnTo>
                    <a:pt x="2352358" y="526412"/>
                  </a:lnTo>
                  <a:lnTo>
                    <a:pt x="2362118" y="496630"/>
                  </a:lnTo>
                  <a:lnTo>
                    <a:pt x="2371879" y="466881"/>
                  </a:lnTo>
                  <a:lnTo>
                    <a:pt x="2381640" y="437214"/>
                  </a:lnTo>
                  <a:lnTo>
                    <a:pt x="2391401" y="407601"/>
                  </a:lnTo>
                  <a:lnTo>
                    <a:pt x="2401162" y="378032"/>
                  </a:lnTo>
                  <a:lnTo>
                    <a:pt x="2410922" y="348511"/>
                  </a:lnTo>
                  <a:lnTo>
                    <a:pt x="2420683" y="319077"/>
                  </a:lnTo>
                  <a:lnTo>
                    <a:pt x="2430444" y="289736"/>
                  </a:lnTo>
                  <a:lnTo>
                    <a:pt x="2440205" y="260452"/>
                  </a:lnTo>
                  <a:lnTo>
                    <a:pt x="2449966" y="231228"/>
                  </a:lnTo>
                  <a:lnTo>
                    <a:pt x="2459727" y="202069"/>
                  </a:lnTo>
                  <a:lnTo>
                    <a:pt x="2469487" y="172976"/>
                  </a:lnTo>
                  <a:lnTo>
                    <a:pt x="2479248" y="143953"/>
                  </a:lnTo>
                  <a:lnTo>
                    <a:pt x="2489009" y="115004"/>
                  </a:lnTo>
                  <a:lnTo>
                    <a:pt x="2498770" y="86131"/>
                  </a:lnTo>
                  <a:lnTo>
                    <a:pt x="2508531" y="57337"/>
                  </a:lnTo>
                  <a:lnTo>
                    <a:pt x="2518291" y="28626"/>
                  </a:lnTo>
                  <a:lnTo>
                    <a:pt x="2528052" y="0"/>
                  </a:lnTo>
                  <a:lnTo>
                    <a:pt x="2528052" y="4703347"/>
                  </a:lnTo>
                  <a:lnTo>
                    <a:pt x="2518291" y="4703229"/>
                  </a:lnTo>
                  <a:lnTo>
                    <a:pt x="2508531" y="4703135"/>
                  </a:lnTo>
                  <a:lnTo>
                    <a:pt x="2498770" y="4703040"/>
                  </a:lnTo>
                  <a:lnTo>
                    <a:pt x="2489009" y="4702942"/>
                  </a:lnTo>
                  <a:lnTo>
                    <a:pt x="2479248" y="4702823"/>
                  </a:lnTo>
                  <a:lnTo>
                    <a:pt x="2469487" y="4702703"/>
                  </a:lnTo>
                  <a:lnTo>
                    <a:pt x="2459727" y="4702580"/>
                  </a:lnTo>
                  <a:lnTo>
                    <a:pt x="2449966" y="4702456"/>
                  </a:lnTo>
                  <a:lnTo>
                    <a:pt x="2440205" y="4702329"/>
                  </a:lnTo>
                  <a:lnTo>
                    <a:pt x="2430444" y="4702201"/>
                  </a:lnTo>
                  <a:lnTo>
                    <a:pt x="2420683" y="4702071"/>
                  </a:lnTo>
                  <a:lnTo>
                    <a:pt x="2410922" y="4701938"/>
                  </a:lnTo>
                  <a:lnTo>
                    <a:pt x="2401162" y="4701803"/>
                  </a:lnTo>
                  <a:lnTo>
                    <a:pt x="2391401" y="4701667"/>
                  </a:lnTo>
                  <a:lnTo>
                    <a:pt x="2381640" y="4701528"/>
                  </a:lnTo>
                  <a:lnTo>
                    <a:pt x="2371879" y="4701386"/>
                  </a:lnTo>
                  <a:lnTo>
                    <a:pt x="2362118" y="4701243"/>
                  </a:lnTo>
                  <a:lnTo>
                    <a:pt x="2352358" y="4701097"/>
                  </a:lnTo>
                  <a:lnTo>
                    <a:pt x="2342597" y="4700950"/>
                  </a:lnTo>
                  <a:lnTo>
                    <a:pt x="2332836" y="4700799"/>
                  </a:lnTo>
                  <a:lnTo>
                    <a:pt x="2323075" y="4700646"/>
                  </a:lnTo>
                  <a:lnTo>
                    <a:pt x="2313314" y="4700499"/>
                  </a:lnTo>
                  <a:lnTo>
                    <a:pt x="2303553" y="4700367"/>
                  </a:lnTo>
                  <a:lnTo>
                    <a:pt x="2293793" y="4700234"/>
                  </a:lnTo>
                  <a:lnTo>
                    <a:pt x="2284032" y="4700099"/>
                  </a:lnTo>
                  <a:lnTo>
                    <a:pt x="2274271" y="4699962"/>
                  </a:lnTo>
                  <a:lnTo>
                    <a:pt x="2264510" y="4699787"/>
                  </a:lnTo>
                  <a:lnTo>
                    <a:pt x="2254749" y="4699607"/>
                  </a:lnTo>
                  <a:lnTo>
                    <a:pt x="2244988" y="4699424"/>
                  </a:lnTo>
                  <a:lnTo>
                    <a:pt x="2235228" y="4699238"/>
                  </a:lnTo>
                  <a:lnTo>
                    <a:pt x="2225467" y="4699048"/>
                  </a:lnTo>
                  <a:lnTo>
                    <a:pt x="2215706" y="4698850"/>
                  </a:lnTo>
                  <a:lnTo>
                    <a:pt x="2205945" y="4698647"/>
                  </a:lnTo>
                  <a:lnTo>
                    <a:pt x="2196184" y="4698441"/>
                  </a:lnTo>
                  <a:lnTo>
                    <a:pt x="2186424" y="4698231"/>
                  </a:lnTo>
                  <a:lnTo>
                    <a:pt x="2176663" y="4698036"/>
                  </a:lnTo>
                  <a:lnTo>
                    <a:pt x="2166902" y="4697839"/>
                  </a:lnTo>
                  <a:lnTo>
                    <a:pt x="2157141" y="4697631"/>
                  </a:lnTo>
                  <a:lnTo>
                    <a:pt x="2147380" y="4697415"/>
                  </a:lnTo>
                  <a:lnTo>
                    <a:pt x="2137619" y="4697196"/>
                  </a:lnTo>
                  <a:lnTo>
                    <a:pt x="2127859" y="4696978"/>
                  </a:lnTo>
                  <a:lnTo>
                    <a:pt x="2118098" y="4696780"/>
                  </a:lnTo>
                  <a:lnTo>
                    <a:pt x="2108337" y="4696578"/>
                  </a:lnTo>
                  <a:lnTo>
                    <a:pt x="2098576" y="4696362"/>
                  </a:lnTo>
                  <a:lnTo>
                    <a:pt x="2088815" y="4696111"/>
                  </a:lnTo>
                  <a:lnTo>
                    <a:pt x="2079055" y="4695856"/>
                  </a:lnTo>
                  <a:lnTo>
                    <a:pt x="2069294" y="4695597"/>
                  </a:lnTo>
                  <a:lnTo>
                    <a:pt x="2059533" y="4695333"/>
                  </a:lnTo>
                  <a:lnTo>
                    <a:pt x="2049772" y="4695065"/>
                  </a:lnTo>
                  <a:lnTo>
                    <a:pt x="2040011" y="4694791"/>
                  </a:lnTo>
                  <a:lnTo>
                    <a:pt x="2030250" y="4694522"/>
                  </a:lnTo>
                  <a:lnTo>
                    <a:pt x="2020490" y="4694254"/>
                  </a:lnTo>
                  <a:lnTo>
                    <a:pt x="2010729" y="4693981"/>
                  </a:lnTo>
                  <a:lnTo>
                    <a:pt x="2000968" y="4693704"/>
                  </a:lnTo>
                  <a:lnTo>
                    <a:pt x="1991207" y="4693422"/>
                  </a:lnTo>
                  <a:lnTo>
                    <a:pt x="1981446" y="4693135"/>
                  </a:lnTo>
                  <a:lnTo>
                    <a:pt x="1971685" y="4692843"/>
                  </a:lnTo>
                  <a:lnTo>
                    <a:pt x="1961925" y="4692547"/>
                  </a:lnTo>
                  <a:lnTo>
                    <a:pt x="1952164" y="4692245"/>
                  </a:lnTo>
                  <a:lnTo>
                    <a:pt x="1942403" y="4691939"/>
                  </a:lnTo>
                  <a:lnTo>
                    <a:pt x="1932642" y="4691627"/>
                  </a:lnTo>
                  <a:lnTo>
                    <a:pt x="1922881" y="4691310"/>
                  </a:lnTo>
                  <a:lnTo>
                    <a:pt x="1913121" y="4690990"/>
                  </a:lnTo>
                  <a:lnTo>
                    <a:pt x="1903360" y="4690705"/>
                  </a:lnTo>
                  <a:lnTo>
                    <a:pt x="1893599" y="4690416"/>
                  </a:lnTo>
                  <a:lnTo>
                    <a:pt x="1883838" y="4690123"/>
                  </a:lnTo>
                  <a:lnTo>
                    <a:pt x="1874077" y="4689825"/>
                  </a:lnTo>
                  <a:lnTo>
                    <a:pt x="1864316" y="4689524"/>
                  </a:lnTo>
                  <a:lnTo>
                    <a:pt x="1854556" y="4689217"/>
                  </a:lnTo>
                  <a:lnTo>
                    <a:pt x="1844795" y="4688907"/>
                  </a:lnTo>
                  <a:lnTo>
                    <a:pt x="1835034" y="4688592"/>
                  </a:lnTo>
                  <a:lnTo>
                    <a:pt x="1825273" y="4688272"/>
                  </a:lnTo>
                  <a:lnTo>
                    <a:pt x="1815512" y="4687960"/>
                  </a:lnTo>
                  <a:lnTo>
                    <a:pt x="1805752" y="4687645"/>
                  </a:lnTo>
                  <a:lnTo>
                    <a:pt x="1795991" y="4687324"/>
                  </a:lnTo>
                  <a:lnTo>
                    <a:pt x="1786230" y="4687000"/>
                  </a:lnTo>
                  <a:lnTo>
                    <a:pt x="1776469" y="4686671"/>
                  </a:lnTo>
                  <a:lnTo>
                    <a:pt x="1766708" y="4686337"/>
                  </a:lnTo>
                  <a:lnTo>
                    <a:pt x="1756947" y="4685999"/>
                  </a:lnTo>
                  <a:lnTo>
                    <a:pt x="1747187" y="4685656"/>
                  </a:lnTo>
                  <a:lnTo>
                    <a:pt x="1737426" y="4685285"/>
                  </a:lnTo>
                  <a:lnTo>
                    <a:pt x="1727665" y="4684889"/>
                  </a:lnTo>
                  <a:lnTo>
                    <a:pt x="1717904" y="4684486"/>
                  </a:lnTo>
                  <a:lnTo>
                    <a:pt x="1708143" y="4684076"/>
                  </a:lnTo>
                  <a:lnTo>
                    <a:pt x="1698382" y="4683670"/>
                  </a:lnTo>
                  <a:lnTo>
                    <a:pt x="1688622" y="4683280"/>
                  </a:lnTo>
                  <a:lnTo>
                    <a:pt x="1678861" y="4682884"/>
                  </a:lnTo>
                  <a:lnTo>
                    <a:pt x="1669100" y="4682482"/>
                  </a:lnTo>
                  <a:lnTo>
                    <a:pt x="1659339" y="4682075"/>
                  </a:lnTo>
                  <a:lnTo>
                    <a:pt x="1649578" y="4681661"/>
                  </a:lnTo>
                  <a:lnTo>
                    <a:pt x="1639818" y="4681242"/>
                  </a:lnTo>
                  <a:lnTo>
                    <a:pt x="1630057" y="4680816"/>
                  </a:lnTo>
                  <a:lnTo>
                    <a:pt x="1620296" y="4680384"/>
                  </a:lnTo>
                  <a:lnTo>
                    <a:pt x="1610535" y="4679946"/>
                  </a:lnTo>
                  <a:lnTo>
                    <a:pt x="1600774" y="4679502"/>
                  </a:lnTo>
                  <a:lnTo>
                    <a:pt x="1591013" y="4679051"/>
                  </a:lnTo>
                  <a:lnTo>
                    <a:pt x="1581253" y="4678594"/>
                  </a:lnTo>
                  <a:lnTo>
                    <a:pt x="1571492" y="4678130"/>
                  </a:lnTo>
                  <a:lnTo>
                    <a:pt x="1561731" y="4677659"/>
                  </a:lnTo>
                  <a:lnTo>
                    <a:pt x="1551970" y="4677182"/>
                  </a:lnTo>
                  <a:lnTo>
                    <a:pt x="1542209" y="4676697"/>
                  </a:lnTo>
                  <a:lnTo>
                    <a:pt x="1532448" y="4676206"/>
                  </a:lnTo>
                  <a:lnTo>
                    <a:pt x="1522688" y="4675707"/>
                  </a:lnTo>
                  <a:lnTo>
                    <a:pt x="1512927" y="4675201"/>
                  </a:lnTo>
                  <a:lnTo>
                    <a:pt x="1503166" y="4674688"/>
                  </a:lnTo>
                  <a:lnTo>
                    <a:pt x="1493405" y="4674167"/>
                  </a:lnTo>
                  <a:lnTo>
                    <a:pt x="1483644" y="4673639"/>
                  </a:lnTo>
                  <a:lnTo>
                    <a:pt x="1473884" y="4673103"/>
                  </a:lnTo>
                  <a:lnTo>
                    <a:pt x="1464123" y="4672553"/>
                  </a:lnTo>
                  <a:lnTo>
                    <a:pt x="1454362" y="4671994"/>
                  </a:lnTo>
                  <a:lnTo>
                    <a:pt x="1444601" y="4671428"/>
                  </a:lnTo>
                  <a:lnTo>
                    <a:pt x="1434840" y="4670663"/>
                  </a:lnTo>
                  <a:lnTo>
                    <a:pt x="1425079" y="4669890"/>
                  </a:lnTo>
                  <a:lnTo>
                    <a:pt x="1415319" y="4669205"/>
                  </a:lnTo>
                  <a:lnTo>
                    <a:pt x="1405558" y="4668221"/>
                  </a:lnTo>
                  <a:lnTo>
                    <a:pt x="1395797" y="4667257"/>
                  </a:lnTo>
                  <a:lnTo>
                    <a:pt x="1386036" y="4666682"/>
                  </a:lnTo>
                  <a:lnTo>
                    <a:pt x="1376275" y="4665905"/>
                  </a:lnTo>
                  <a:lnTo>
                    <a:pt x="1366515" y="4664996"/>
                  </a:lnTo>
                  <a:lnTo>
                    <a:pt x="1356754" y="4664296"/>
                  </a:lnTo>
                  <a:lnTo>
                    <a:pt x="1346993" y="4663760"/>
                  </a:lnTo>
                  <a:lnTo>
                    <a:pt x="1337232" y="4663215"/>
                  </a:lnTo>
                  <a:lnTo>
                    <a:pt x="1327471" y="4662482"/>
                  </a:lnTo>
                  <a:lnTo>
                    <a:pt x="1317710" y="4661617"/>
                  </a:lnTo>
                  <a:lnTo>
                    <a:pt x="1307950" y="4660737"/>
                  </a:lnTo>
                  <a:lnTo>
                    <a:pt x="1298189" y="4659840"/>
                  </a:lnTo>
                  <a:lnTo>
                    <a:pt x="1288428" y="4658928"/>
                  </a:lnTo>
                  <a:lnTo>
                    <a:pt x="1278667" y="4657999"/>
                  </a:lnTo>
                  <a:lnTo>
                    <a:pt x="1268906" y="4657650"/>
                  </a:lnTo>
                  <a:lnTo>
                    <a:pt x="1259145" y="4657306"/>
                  </a:lnTo>
                  <a:lnTo>
                    <a:pt x="1249385" y="4656960"/>
                  </a:lnTo>
                  <a:lnTo>
                    <a:pt x="1239624" y="4656611"/>
                  </a:lnTo>
                  <a:lnTo>
                    <a:pt x="1229863" y="4656255"/>
                  </a:lnTo>
                  <a:lnTo>
                    <a:pt x="1220102" y="4655279"/>
                  </a:lnTo>
                  <a:lnTo>
                    <a:pt x="1210341" y="4654178"/>
                  </a:lnTo>
                  <a:lnTo>
                    <a:pt x="1200581" y="4653055"/>
                  </a:lnTo>
                  <a:lnTo>
                    <a:pt x="1190820" y="4652076"/>
                  </a:lnTo>
                  <a:lnTo>
                    <a:pt x="1181059" y="4651612"/>
                  </a:lnTo>
                  <a:lnTo>
                    <a:pt x="1171298" y="4651145"/>
                  </a:lnTo>
                  <a:lnTo>
                    <a:pt x="1161537" y="4650347"/>
                  </a:lnTo>
                  <a:lnTo>
                    <a:pt x="1151776" y="4649381"/>
                  </a:lnTo>
                  <a:lnTo>
                    <a:pt x="1142016" y="4648391"/>
                  </a:lnTo>
                  <a:lnTo>
                    <a:pt x="1132255" y="4647540"/>
                  </a:lnTo>
                  <a:lnTo>
                    <a:pt x="1122494" y="4646415"/>
                  </a:lnTo>
                  <a:lnTo>
                    <a:pt x="1112733" y="4645347"/>
                  </a:lnTo>
                  <a:lnTo>
                    <a:pt x="1102972" y="4644292"/>
                  </a:lnTo>
                  <a:lnTo>
                    <a:pt x="1093212" y="4643219"/>
                  </a:lnTo>
                  <a:lnTo>
                    <a:pt x="1083451" y="4642130"/>
                  </a:lnTo>
                  <a:lnTo>
                    <a:pt x="1073690" y="4641027"/>
                  </a:lnTo>
                  <a:lnTo>
                    <a:pt x="1063929" y="4639919"/>
                  </a:lnTo>
                  <a:lnTo>
                    <a:pt x="1054168" y="4638793"/>
                  </a:lnTo>
                  <a:lnTo>
                    <a:pt x="1044407" y="4637649"/>
                  </a:lnTo>
                  <a:lnTo>
                    <a:pt x="1034647" y="4636589"/>
                  </a:lnTo>
                  <a:lnTo>
                    <a:pt x="1024886" y="4635575"/>
                  </a:lnTo>
                  <a:lnTo>
                    <a:pt x="1015125" y="4634548"/>
                  </a:lnTo>
                  <a:lnTo>
                    <a:pt x="1005364" y="4633506"/>
                  </a:lnTo>
                  <a:lnTo>
                    <a:pt x="995603" y="4632451"/>
                  </a:lnTo>
                  <a:lnTo>
                    <a:pt x="985842" y="4631251"/>
                  </a:lnTo>
                  <a:lnTo>
                    <a:pt x="976082" y="4630314"/>
                  </a:lnTo>
                  <a:lnTo>
                    <a:pt x="966321" y="4629365"/>
                  </a:lnTo>
                  <a:lnTo>
                    <a:pt x="956560" y="4628426"/>
                  </a:lnTo>
                  <a:lnTo>
                    <a:pt x="946799" y="4627425"/>
                  </a:lnTo>
                  <a:lnTo>
                    <a:pt x="937038" y="4626083"/>
                  </a:lnTo>
                  <a:lnTo>
                    <a:pt x="927278" y="4624866"/>
                  </a:lnTo>
                  <a:lnTo>
                    <a:pt x="917517" y="4623743"/>
                  </a:lnTo>
                  <a:lnTo>
                    <a:pt x="907756" y="4622871"/>
                  </a:lnTo>
                  <a:lnTo>
                    <a:pt x="897995" y="4622155"/>
                  </a:lnTo>
                  <a:lnTo>
                    <a:pt x="888234" y="4620814"/>
                  </a:lnTo>
                  <a:lnTo>
                    <a:pt x="878473" y="4619278"/>
                  </a:lnTo>
                  <a:lnTo>
                    <a:pt x="868713" y="4617716"/>
                  </a:lnTo>
                  <a:lnTo>
                    <a:pt x="858952" y="4616368"/>
                  </a:lnTo>
                  <a:lnTo>
                    <a:pt x="849191" y="4615288"/>
                  </a:lnTo>
                  <a:lnTo>
                    <a:pt x="839430" y="4614173"/>
                  </a:lnTo>
                  <a:lnTo>
                    <a:pt x="829669" y="4612976"/>
                  </a:lnTo>
                  <a:lnTo>
                    <a:pt x="819909" y="4611531"/>
                  </a:lnTo>
                  <a:lnTo>
                    <a:pt x="810148" y="4610390"/>
                  </a:lnTo>
                  <a:lnTo>
                    <a:pt x="800387" y="4608799"/>
                  </a:lnTo>
                  <a:lnTo>
                    <a:pt x="790626" y="4607171"/>
                  </a:lnTo>
                  <a:lnTo>
                    <a:pt x="780865" y="4605518"/>
                  </a:lnTo>
                  <a:lnTo>
                    <a:pt x="771104" y="4603844"/>
                  </a:lnTo>
                  <a:lnTo>
                    <a:pt x="761344" y="4602008"/>
                  </a:lnTo>
                  <a:lnTo>
                    <a:pt x="751583" y="4600839"/>
                  </a:lnTo>
                  <a:lnTo>
                    <a:pt x="741822" y="4599685"/>
                  </a:lnTo>
                  <a:lnTo>
                    <a:pt x="732061" y="4598195"/>
                  </a:lnTo>
                  <a:lnTo>
                    <a:pt x="722300" y="4597022"/>
                  </a:lnTo>
                  <a:lnTo>
                    <a:pt x="712539" y="4595314"/>
                  </a:lnTo>
                  <a:lnTo>
                    <a:pt x="702779" y="4593835"/>
                  </a:lnTo>
                  <a:lnTo>
                    <a:pt x="693018" y="4592159"/>
                  </a:lnTo>
                  <a:lnTo>
                    <a:pt x="683257" y="4590470"/>
                  </a:lnTo>
                  <a:lnTo>
                    <a:pt x="673496" y="4589046"/>
                  </a:lnTo>
                  <a:lnTo>
                    <a:pt x="663735" y="4588017"/>
                  </a:lnTo>
                  <a:lnTo>
                    <a:pt x="653975" y="4586571"/>
                  </a:lnTo>
                  <a:lnTo>
                    <a:pt x="644214" y="4584993"/>
                  </a:lnTo>
                  <a:lnTo>
                    <a:pt x="634453" y="4584302"/>
                  </a:lnTo>
                  <a:lnTo>
                    <a:pt x="624692" y="4583552"/>
                  </a:lnTo>
                  <a:lnTo>
                    <a:pt x="614931" y="4582123"/>
                  </a:lnTo>
                  <a:lnTo>
                    <a:pt x="605170" y="4580490"/>
                  </a:lnTo>
                  <a:lnTo>
                    <a:pt x="595410" y="4578588"/>
                  </a:lnTo>
                  <a:lnTo>
                    <a:pt x="585649" y="4577725"/>
                  </a:lnTo>
                  <a:lnTo>
                    <a:pt x="575888" y="4576660"/>
                  </a:lnTo>
                  <a:lnTo>
                    <a:pt x="566127" y="4575217"/>
                  </a:lnTo>
                  <a:lnTo>
                    <a:pt x="556366" y="4573291"/>
                  </a:lnTo>
                  <a:lnTo>
                    <a:pt x="546606" y="4570928"/>
                  </a:lnTo>
                  <a:lnTo>
                    <a:pt x="536845" y="4569246"/>
                  </a:lnTo>
                  <a:lnTo>
                    <a:pt x="527084" y="4567586"/>
                  </a:lnTo>
                  <a:lnTo>
                    <a:pt x="517323" y="4567693"/>
                  </a:lnTo>
                  <a:lnTo>
                    <a:pt x="507562" y="4566034"/>
                  </a:lnTo>
                  <a:lnTo>
                    <a:pt x="497801" y="4564217"/>
                  </a:lnTo>
                  <a:lnTo>
                    <a:pt x="488041" y="4562930"/>
                  </a:lnTo>
                  <a:lnTo>
                    <a:pt x="478280" y="4561124"/>
                  </a:lnTo>
                  <a:lnTo>
                    <a:pt x="468519" y="4560114"/>
                  </a:lnTo>
                  <a:lnTo>
                    <a:pt x="458758" y="4558582"/>
                  </a:lnTo>
                  <a:lnTo>
                    <a:pt x="448997" y="4557695"/>
                  </a:lnTo>
                  <a:lnTo>
                    <a:pt x="439236" y="4556354"/>
                  </a:lnTo>
                  <a:lnTo>
                    <a:pt x="429476" y="4554941"/>
                  </a:lnTo>
                  <a:lnTo>
                    <a:pt x="419715" y="4553341"/>
                  </a:lnTo>
                  <a:lnTo>
                    <a:pt x="409954" y="4552223"/>
                  </a:lnTo>
                  <a:lnTo>
                    <a:pt x="400193" y="4550893"/>
                  </a:lnTo>
                  <a:lnTo>
                    <a:pt x="390432" y="4550208"/>
                  </a:lnTo>
                  <a:lnTo>
                    <a:pt x="380672" y="4549052"/>
                  </a:lnTo>
                  <a:lnTo>
                    <a:pt x="370911" y="4548180"/>
                  </a:lnTo>
                  <a:lnTo>
                    <a:pt x="361150" y="4547555"/>
                  </a:lnTo>
                  <a:lnTo>
                    <a:pt x="351389" y="4546499"/>
                  </a:lnTo>
                  <a:lnTo>
                    <a:pt x="341628" y="4546290"/>
                  </a:lnTo>
                  <a:lnTo>
                    <a:pt x="331867" y="4545628"/>
                  </a:lnTo>
                  <a:lnTo>
                    <a:pt x="322107" y="4544344"/>
                  </a:lnTo>
                  <a:lnTo>
                    <a:pt x="312346" y="4543130"/>
                  </a:lnTo>
                  <a:lnTo>
                    <a:pt x="302585" y="4542444"/>
                  </a:lnTo>
                  <a:lnTo>
                    <a:pt x="292824" y="4541673"/>
                  </a:lnTo>
                  <a:lnTo>
                    <a:pt x="283063" y="4540797"/>
                  </a:lnTo>
                  <a:lnTo>
                    <a:pt x="273303" y="4541005"/>
                  </a:lnTo>
                  <a:lnTo>
                    <a:pt x="263542" y="4539591"/>
                  </a:lnTo>
                  <a:lnTo>
                    <a:pt x="253781" y="4539104"/>
                  </a:lnTo>
                  <a:lnTo>
                    <a:pt x="244020" y="4539449"/>
                  </a:lnTo>
                  <a:lnTo>
                    <a:pt x="234259" y="4538879"/>
                  </a:lnTo>
                  <a:lnTo>
                    <a:pt x="224498" y="4538173"/>
                  </a:lnTo>
                  <a:lnTo>
                    <a:pt x="214738" y="4538185"/>
                  </a:lnTo>
                  <a:lnTo>
                    <a:pt x="204977" y="4538446"/>
                  </a:lnTo>
                  <a:lnTo>
                    <a:pt x="195216" y="4538260"/>
                  </a:lnTo>
                  <a:lnTo>
                    <a:pt x="185455" y="4539072"/>
                  </a:lnTo>
                  <a:lnTo>
                    <a:pt x="175694" y="4538678"/>
                  </a:lnTo>
                  <a:lnTo>
                    <a:pt x="165933" y="4538834"/>
                  </a:lnTo>
                  <a:lnTo>
                    <a:pt x="156173" y="4538909"/>
                  </a:lnTo>
                  <a:lnTo>
                    <a:pt x="146412" y="4539885"/>
                  </a:lnTo>
                  <a:lnTo>
                    <a:pt x="136651" y="4540164"/>
                  </a:lnTo>
                  <a:lnTo>
                    <a:pt x="126890" y="4541063"/>
                  </a:lnTo>
                  <a:lnTo>
                    <a:pt x="117129" y="4542057"/>
                  </a:lnTo>
                  <a:lnTo>
                    <a:pt x="107369" y="4541528"/>
                  </a:lnTo>
                  <a:lnTo>
                    <a:pt x="97608" y="4541608"/>
                  </a:lnTo>
                  <a:lnTo>
                    <a:pt x="87847" y="4541573"/>
                  </a:lnTo>
                  <a:lnTo>
                    <a:pt x="78086" y="4542689"/>
                  </a:lnTo>
                  <a:lnTo>
                    <a:pt x="68325" y="4543161"/>
                  </a:lnTo>
                  <a:lnTo>
                    <a:pt x="58564" y="4543584"/>
                  </a:lnTo>
                  <a:lnTo>
                    <a:pt x="48804" y="4544779"/>
                  </a:lnTo>
                  <a:lnTo>
                    <a:pt x="39043" y="4546019"/>
                  </a:lnTo>
                  <a:lnTo>
                    <a:pt x="29282" y="4546765"/>
                  </a:lnTo>
                  <a:lnTo>
                    <a:pt x="19521" y="4547054"/>
                  </a:lnTo>
                  <a:lnTo>
                    <a:pt x="9760" y="4547539"/>
                  </a:lnTo>
                  <a:lnTo>
                    <a:pt x="0" y="4548473"/>
                  </a:lnTo>
                  <a:close/>
                </a:path>
              </a:pathLst>
            </a:custGeom>
            <a:solidFill>
              <a:srgbClr val="FFC0CB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8"/>
            <p:cNvSpPr/>
            <p:nvPr/>
          </p:nvSpPr>
          <p:spPr>
            <a:xfrm>
              <a:off x="611514" y="981184"/>
              <a:ext cx="2528052" cy="4103105"/>
            </a:xfrm>
            <a:custGeom>
              <a:avLst/>
              <a:pathLst>
                <a:path w="2528052" h="4103105">
                  <a:moveTo>
                    <a:pt x="0" y="4058460"/>
                  </a:moveTo>
                  <a:lnTo>
                    <a:pt x="9760" y="4060378"/>
                  </a:lnTo>
                  <a:lnTo>
                    <a:pt x="19521" y="4068400"/>
                  </a:lnTo>
                  <a:lnTo>
                    <a:pt x="29282" y="4073809"/>
                  </a:lnTo>
                  <a:lnTo>
                    <a:pt x="39043" y="4077086"/>
                  </a:lnTo>
                  <a:lnTo>
                    <a:pt x="48804" y="4079123"/>
                  </a:lnTo>
                  <a:lnTo>
                    <a:pt x="58564" y="4083525"/>
                  </a:lnTo>
                  <a:lnTo>
                    <a:pt x="68325" y="4086955"/>
                  </a:lnTo>
                  <a:lnTo>
                    <a:pt x="78086" y="4086551"/>
                  </a:lnTo>
                  <a:lnTo>
                    <a:pt x="87847" y="4086715"/>
                  </a:lnTo>
                  <a:lnTo>
                    <a:pt x="97608" y="4086144"/>
                  </a:lnTo>
                  <a:lnTo>
                    <a:pt x="107369" y="4086398"/>
                  </a:lnTo>
                  <a:lnTo>
                    <a:pt x="117129" y="4085581"/>
                  </a:lnTo>
                  <a:lnTo>
                    <a:pt x="126890" y="4089656"/>
                  </a:lnTo>
                  <a:lnTo>
                    <a:pt x="136651" y="4092860"/>
                  </a:lnTo>
                  <a:lnTo>
                    <a:pt x="146412" y="4099019"/>
                  </a:lnTo>
                  <a:lnTo>
                    <a:pt x="156173" y="4100332"/>
                  </a:lnTo>
                  <a:lnTo>
                    <a:pt x="165933" y="4100777"/>
                  </a:lnTo>
                  <a:lnTo>
                    <a:pt x="175694" y="4103104"/>
                  </a:lnTo>
                  <a:lnTo>
                    <a:pt x="185455" y="4100569"/>
                  </a:lnTo>
                  <a:lnTo>
                    <a:pt x="195216" y="4103041"/>
                  </a:lnTo>
                  <a:lnTo>
                    <a:pt x="204977" y="4102466"/>
                  </a:lnTo>
                  <a:lnTo>
                    <a:pt x="214738" y="4102523"/>
                  </a:lnTo>
                  <a:lnTo>
                    <a:pt x="224498" y="4100149"/>
                  </a:lnTo>
                  <a:lnTo>
                    <a:pt x="234259" y="4103086"/>
                  </a:lnTo>
                  <a:lnTo>
                    <a:pt x="244020" y="4103105"/>
                  </a:lnTo>
                  <a:lnTo>
                    <a:pt x="253781" y="4100960"/>
                  </a:lnTo>
                  <a:lnTo>
                    <a:pt x="263542" y="4100322"/>
                  </a:lnTo>
                  <a:lnTo>
                    <a:pt x="273303" y="4096489"/>
                  </a:lnTo>
                  <a:lnTo>
                    <a:pt x="283063" y="4096907"/>
                  </a:lnTo>
                  <a:lnTo>
                    <a:pt x="292824" y="4092298"/>
                  </a:lnTo>
                  <a:lnTo>
                    <a:pt x="302585" y="4090813"/>
                  </a:lnTo>
                  <a:lnTo>
                    <a:pt x="312346" y="4087988"/>
                  </a:lnTo>
                  <a:lnTo>
                    <a:pt x="322107" y="4085224"/>
                  </a:lnTo>
                  <a:lnTo>
                    <a:pt x="331867" y="4080751"/>
                  </a:lnTo>
                  <a:lnTo>
                    <a:pt x="341628" y="4077001"/>
                  </a:lnTo>
                  <a:lnTo>
                    <a:pt x="351389" y="4071290"/>
                  </a:lnTo>
                  <a:lnTo>
                    <a:pt x="361150" y="4064185"/>
                  </a:lnTo>
                  <a:lnTo>
                    <a:pt x="370911" y="4062166"/>
                  </a:lnTo>
                  <a:lnTo>
                    <a:pt x="380672" y="4059969"/>
                  </a:lnTo>
                  <a:lnTo>
                    <a:pt x="390432" y="4058002"/>
                  </a:lnTo>
                  <a:lnTo>
                    <a:pt x="400193" y="4055826"/>
                  </a:lnTo>
                  <a:lnTo>
                    <a:pt x="409954" y="4052917"/>
                  </a:lnTo>
                  <a:lnTo>
                    <a:pt x="419715" y="4051131"/>
                  </a:lnTo>
                  <a:lnTo>
                    <a:pt x="429476" y="4048388"/>
                  </a:lnTo>
                  <a:lnTo>
                    <a:pt x="439236" y="4046488"/>
                  </a:lnTo>
                  <a:lnTo>
                    <a:pt x="448997" y="4039204"/>
                  </a:lnTo>
                  <a:lnTo>
                    <a:pt x="458758" y="4031924"/>
                  </a:lnTo>
                  <a:lnTo>
                    <a:pt x="468519" y="4026603"/>
                  </a:lnTo>
                  <a:lnTo>
                    <a:pt x="478280" y="4021272"/>
                  </a:lnTo>
                  <a:lnTo>
                    <a:pt x="488041" y="4018891"/>
                  </a:lnTo>
                  <a:lnTo>
                    <a:pt x="497801" y="4011700"/>
                  </a:lnTo>
                  <a:lnTo>
                    <a:pt x="507562" y="3999573"/>
                  </a:lnTo>
                  <a:lnTo>
                    <a:pt x="517323" y="3995873"/>
                  </a:lnTo>
                  <a:lnTo>
                    <a:pt x="527084" y="3992990"/>
                  </a:lnTo>
                  <a:lnTo>
                    <a:pt x="536845" y="3986734"/>
                  </a:lnTo>
                  <a:lnTo>
                    <a:pt x="546606" y="3980491"/>
                  </a:lnTo>
                  <a:lnTo>
                    <a:pt x="556366" y="3977739"/>
                  </a:lnTo>
                  <a:lnTo>
                    <a:pt x="566127" y="3969465"/>
                  </a:lnTo>
                  <a:lnTo>
                    <a:pt x="575888" y="3963855"/>
                  </a:lnTo>
                  <a:lnTo>
                    <a:pt x="585649" y="3955482"/>
                  </a:lnTo>
                  <a:lnTo>
                    <a:pt x="595410" y="3950023"/>
                  </a:lnTo>
                  <a:lnTo>
                    <a:pt x="605170" y="3947658"/>
                  </a:lnTo>
                  <a:lnTo>
                    <a:pt x="614931" y="3938853"/>
                  </a:lnTo>
                  <a:lnTo>
                    <a:pt x="624692" y="3936394"/>
                  </a:lnTo>
                  <a:lnTo>
                    <a:pt x="634453" y="3927724"/>
                  </a:lnTo>
                  <a:lnTo>
                    <a:pt x="644214" y="3925913"/>
                  </a:lnTo>
                  <a:lnTo>
                    <a:pt x="653975" y="3925337"/>
                  </a:lnTo>
                  <a:lnTo>
                    <a:pt x="663735" y="3922126"/>
                  </a:lnTo>
                  <a:lnTo>
                    <a:pt x="673496" y="3917222"/>
                  </a:lnTo>
                  <a:lnTo>
                    <a:pt x="683257" y="3904899"/>
                  </a:lnTo>
                  <a:lnTo>
                    <a:pt x="693018" y="3894737"/>
                  </a:lnTo>
                  <a:lnTo>
                    <a:pt x="702779" y="3885268"/>
                  </a:lnTo>
                  <a:lnTo>
                    <a:pt x="712539" y="3878711"/>
                  </a:lnTo>
                  <a:lnTo>
                    <a:pt x="722300" y="3872584"/>
                  </a:lnTo>
                  <a:lnTo>
                    <a:pt x="732061" y="3862683"/>
                  </a:lnTo>
                  <a:lnTo>
                    <a:pt x="741822" y="3852626"/>
                  </a:lnTo>
                  <a:lnTo>
                    <a:pt x="751583" y="3841234"/>
                  </a:lnTo>
                  <a:lnTo>
                    <a:pt x="761344" y="3831730"/>
                  </a:lnTo>
                  <a:lnTo>
                    <a:pt x="771104" y="3821642"/>
                  </a:lnTo>
                  <a:lnTo>
                    <a:pt x="780865" y="3811138"/>
                  </a:lnTo>
                  <a:lnTo>
                    <a:pt x="790626" y="3799781"/>
                  </a:lnTo>
                  <a:lnTo>
                    <a:pt x="800387" y="3791094"/>
                  </a:lnTo>
                  <a:lnTo>
                    <a:pt x="810148" y="3780269"/>
                  </a:lnTo>
                  <a:lnTo>
                    <a:pt x="819909" y="3768529"/>
                  </a:lnTo>
                  <a:lnTo>
                    <a:pt x="829669" y="3758286"/>
                  </a:lnTo>
                  <a:lnTo>
                    <a:pt x="839430" y="3747136"/>
                  </a:lnTo>
                  <a:lnTo>
                    <a:pt x="849191" y="3742682"/>
                  </a:lnTo>
                  <a:lnTo>
                    <a:pt x="858952" y="3739118"/>
                  </a:lnTo>
                  <a:lnTo>
                    <a:pt x="868713" y="3727120"/>
                  </a:lnTo>
                  <a:lnTo>
                    <a:pt x="878473" y="3714468"/>
                  </a:lnTo>
                  <a:lnTo>
                    <a:pt x="888234" y="3701521"/>
                  </a:lnTo>
                  <a:lnTo>
                    <a:pt x="897995" y="3688400"/>
                  </a:lnTo>
                  <a:lnTo>
                    <a:pt x="907756" y="3675196"/>
                  </a:lnTo>
                  <a:lnTo>
                    <a:pt x="917517" y="3662662"/>
                  </a:lnTo>
                  <a:lnTo>
                    <a:pt x="927278" y="3649271"/>
                  </a:lnTo>
                  <a:lnTo>
                    <a:pt x="937038" y="3635735"/>
                  </a:lnTo>
                  <a:lnTo>
                    <a:pt x="946799" y="3622055"/>
                  </a:lnTo>
                  <a:lnTo>
                    <a:pt x="956560" y="3608796"/>
                  </a:lnTo>
                  <a:lnTo>
                    <a:pt x="966321" y="3600534"/>
                  </a:lnTo>
                  <a:lnTo>
                    <a:pt x="976082" y="3590055"/>
                  </a:lnTo>
                  <a:lnTo>
                    <a:pt x="985842" y="3576537"/>
                  </a:lnTo>
                  <a:lnTo>
                    <a:pt x="995603" y="3563013"/>
                  </a:lnTo>
                  <a:lnTo>
                    <a:pt x="1005364" y="3555502"/>
                  </a:lnTo>
                  <a:lnTo>
                    <a:pt x="1015125" y="3545584"/>
                  </a:lnTo>
                  <a:lnTo>
                    <a:pt x="1024886" y="3527054"/>
                  </a:lnTo>
                  <a:lnTo>
                    <a:pt x="1034647" y="3508283"/>
                  </a:lnTo>
                  <a:lnTo>
                    <a:pt x="1044407" y="3492465"/>
                  </a:lnTo>
                  <a:lnTo>
                    <a:pt x="1054168" y="3478455"/>
                  </a:lnTo>
                  <a:lnTo>
                    <a:pt x="1063929" y="3465044"/>
                  </a:lnTo>
                  <a:lnTo>
                    <a:pt x="1073690" y="3451516"/>
                  </a:lnTo>
                  <a:lnTo>
                    <a:pt x="1083451" y="3437914"/>
                  </a:lnTo>
                  <a:lnTo>
                    <a:pt x="1093212" y="3422995"/>
                  </a:lnTo>
                  <a:lnTo>
                    <a:pt x="1102972" y="3407993"/>
                  </a:lnTo>
                  <a:lnTo>
                    <a:pt x="1112733" y="3395772"/>
                  </a:lnTo>
                  <a:lnTo>
                    <a:pt x="1122494" y="3380280"/>
                  </a:lnTo>
                  <a:lnTo>
                    <a:pt x="1132255" y="3363211"/>
                  </a:lnTo>
                  <a:lnTo>
                    <a:pt x="1142016" y="3345973"/>
                  </a:lnTo>
                  <a:lnTo>
                    <a:pt x="1151776" y="3328561"/>
                  </a:lnTo>
                  <a:lnTo>
                    <a:pt x="1161537" y="3311591"/>
                  </a:lnTo>
                  <a:lnTo>
                    <a:pt x="1171298" y="3295089"/>
                  </a:lnTo>
                  <a:lnTo>
                    <a:pt x="1181059" y="3280871"/>
                  </a:lnTo>
                  <a:lnTo>
                    <a:pt x="1190820" y="3266758"/>
                  </a:lnTo>
                  <a:lnTo>
                    <a:pt x="1200581" y="3252790"/>
                  </a:lnTo>
                  <a:lnTo>
                    <a:pt x="1210341" y="3238588"/>
                  </a:lnTo>
                  <a:lnTo>
                    <a:pt x="1220102" y="3224317"/>
                  </a:lnTo>
                  <a:lnTo>
                    <a:pt x="1229863" y="3206440"/>
                  </a:lnTo>
                  <a:lnTo>
                    <a:pt x="1239624" y="3191603"/>
                  </a:lnTo>
                  <a:lnTo>
                    <a:pt x="1249385" y="3173492"/>
                  </a:lnTo>
                  <a:lnTo>
                    <a:pt x="1259145" y="3155217"/>
                  </a:lnTo>
                  <a:lnTo>
                    <a:pt x="1268906" y="3136780"/>
                  </a:lnTo>
                  <a:lnTo>
                    <a:pt x="1278667" y="3119752"/>
                  </a:lnTo>
                  <a:lnTo>
                    <a:pt x="1288428" y="3102851"/>
                  </a:lnTo>
                  <a:lnTo>
                    <a:pt x="1298189" y="3085825"/>
                  </a:lnTo>
                  <a:lnTo>
                    <a:pt x="1307950" y="3068667"/>
                  </a:lnTo>
                  <a:lnTo>
                    <a:pt x="1317710" y="3051419"/>
                  </a:lnTo>
                  <a:lnTo>
                    <a:pt x="1327471" y="3034559"/>
                  </a:lnTo>
                  <a:lnTo>
                    <a:pt x="1337232" y="3016400"/>
                  </a:lnTo>
                  <a:lnTo>
                    <a:pt x="1346993" y="2998731"/>
                  </a:lnTo>
                  <a:lnTo>
                    <a:pt x="1356754" y="2980929"/>
                  </a:lnTo>
                  <a:lnTo>
                    <a:pt x="1366515" y="2962928"/>
                  </a:lnTo>
                  <a:lnTo>
                    <a:pt x="1376275" y="2944841"/>
                  </a:lnTo>
                  <a:lnTo>
                    <a:pt x="1386036" y="2926655"/>
                  </a:lnTo>
                  <a:lnTo>
                    <a:pt x="1395797" y="2909791"/>
                  </a:lnTo>
                  <a:lnTo>
                    <a:pt x="1405558" y="2893809"/>
                  </a:lnTo>
                  <a:lnTo>
                    <a:pt x="1415319" y="2876102"/>
                  </a:lnTo>
                  <a:lnTo>
                    <a:pt x="1425079" y="2858108"/>
                  </a:lnTo>
                  <a:lnTo>
                    <a:pt x="1434840" y="2840114"/>
                  </a:lnTo>
                  <a:lnTo>
                    <a:pt x="1444601" y="2822000"/>
                  </a:lnTo>
                  <a:lnTo>
                    <a:pt x="1454362" y="2803767"/>
                  </a:lnTo>
                  <a:lnTo>
                    <a:pt x="1464123" y="2785415"/>
                  </a:lnTo>
                  <a:lnTo>
                    <a:pt x="1473884" y="2766944"/>
                  </a:lnTo>
                  <a:lnTo>
                    <a:pt x="1483644" y="2748355"/>
                  </a:lnTo>
                  <a:lnTo>
                    <a:pt x="1493405" y="2729648"/>
                  </a:lnTo>
                  <a:lnTo>
                    <a:pt x="1503166" y="2710823"/>
                  </a:lnTo>
                  <a:lnTo>
                    <a:pt x="1512927" y="2691881"/>
                  </a:lnTo>
                  <a:lnTo>
                    <a:pt x="1522688" y="2672822"/>
                  </a:lnTo>
                  <a:lnTo>
                    <a:pt x="1532448" y="2653647"/>
                  </a:lnTo>
                  <a:lnTo>
                    <a:pt x="1542209" y="2628535"/>
                  </a:lnTo>
                  <a:lnTo>
                    <a:pt x="1551970" y="2601799"/>
                  </a:lnTo>
                  <a:lnTo>
                    <a:pt x="1561731" y="2582735"/>
                  </a:lnTo>
                  <a:lnTo>
                    <a:pt x="1571492" y="2566326"/>
                  </a:lnTo>
                  <a:lnTo>
                    <a:pt x="1581253" y="2547238"/>
                  </a:lnTo>
                  <a:lnTo>
                    <a:pt x="1591013" y="2522529"/>
                  </a:lnTo>
                  <a:lnTo>
                    <a:pt x="1600774" y="2497648"/>
                  </a:lnTo>
                  <a:lnTo>
                    <a:pt x="1610535" y="2472596"/>
                  </a:lnTo>
                  <a:lnTo>
                    <a:pt x="1620296" y="2450485"/>
                  </a:lnTo>
                  <a:lnTo>
                    <a:pt x="1630057" y="2429083"/>
                  </a:lnTo>
                  <a:lnTo>
                    <a:pt x="1639818" y="2407561"/>
                  </a:lnTo>
                  <a:lnTo>
                    <a:pt x="1649578" y="2385921"/>
                  </a:lnTo>
                  <a:lnTo>
                    <a:pt x="1659339" y="2364164"/>
                  </a:lnTo>
                  <a:lnTo>
                    <a:pt x="1669100" y="2342291"/>
                  </a:lnTo>
                  <a:lnTo>
                    <a:pt x="1678861" y="2320303"/>
                  </a:lnTo>
                  <a:lnTo>
                    <a:pt x="1688622" y="2298201"/>
                  </a:lnTo>
                  <a:lnTo>
                    <a:pt x="1698382" y="2275986"/>
                  </a:lnTo>
                  <a:lnTo>
                    <a:pt x="1708143" y="2253659"/>
                  </a:lnTo>
                  <a:lnTo>
                    <a:pt x="1717904" y="2228856"/>
                  </a:lnTo>
                  <a:lnTo>
                    <a:pt x="1727665" y="2205989"/>
                  </a:lnTo>
                  <a:lnTo>
                    <a:pt x="1737426" y="2183239"/>
                  </a:lnTo>
                  <a:lnTo>
                    <a:pt x="1747187" y="2160381"/>
                  </a:lnTo>
                  <a:lnTo>
                    <a:pt x="1756947" y="2137508"/>
                  </a:lnTo>
                  <a:lnTo>
                    <a:pt x="1766708" y="2114349"/>
                  </a:lnTo>
                  <a:lnTo>
                    <a:pt x="1776469" y="2091072"/>
                  </a:lnTo>
                  <a:lnTo>
                    <a:pt x="1786230" y="2068417"/>
                  </a:lnTo>
                  <a:lnTo>
                    <a:pt x="1795991" y="2045102"/>
                  </a:lnTo>
                  <a:lnTo>
                    <a:pt x="1805752" y="2021687"/>
                  </a:lnTo>
                  <a:lnTo>
                    <a:pt x="1815512" y="1998175"/>
                  </a:lnTo>
                  <a:lnTo>
                    <a:pt x="1825273" y="1974566"/>
                  </a:lnTo>
                  <a:lnTo>
                    <a:pt x="1835034" y="1950863"/>
                  </a:lnTo>
                  <a:lnTo>
                    <a:pt x="1844795" y="1927067"/>
                  </a:lnTo>
                  <a:lnTo>
                    <a:pt x="1854556" y="1903179"/>
                  </a:lnTo>
                  <a:lnTo>
                    <a:pt x="1864316" y="1879201"/>
                  </a:lnTo>
                  <a:lnTo>
                    <a:pt x="1874077" y="1855134"/>
                  </a:lnTo>
                  <a:lnTo>
                    <a:pt x="1883838" y="1830980"/>
                  </a:lnTo>
                  <a:lnTo>
                    <a:pt x="1893599" y="1806742"/>
                  </a:lnTo>
                  <a:lnTo>
                    <a:pt x="1903360" y="1782420"/>
                  </a:lnTo>
                  <a:lnTo>
                    <a:pt x="1913121" y="1758016"/>
                  </a:lnTo>
                  <a:lnTo>
                    <a:pt x="1922881" y="1733533"/>
                  </a:lnTo>
                  <a:lnTo>
                    <a:pt x="1932642" y="1708971"/>
                  </a:lnTo>
                  <a:lnTo>
                    <a:pt x="1942403" y="1684333"/>
                  </a:lnTo>
                  <a:lnTo>
                    <a:pt x="1952164" y="1659620"/>
                  </a:lnTo>
                  <a:lnTo>
                    <a:pt x="1961925" y="1634834"/>
                  </a:lnTo>
                  <a:lnTo>
                    <a:pt x="1971685" y="1609978"/>
                  </a:lnTo>
                  <a:lnTo>
                    <a:pt x="1981446" y="1585053"/>
                  </a:lnTo>
                  <a:lnTo>
                    <a:pt x="1991207" y="1559019"/>
                  </a:lnTo>
                  <a:lnTo>
                    <a:pt x="2000968" y="1529682"/>
                  </a:lnTo>
                  <a:lnTo>
                    <a:pt x="2010729" y="1500260"/>
                  </a:lnTo>
                  <a:lnTo>
                    <a:pt x="2020490" y="1470755"/>
                  </a:lnTo>
                  <a:lnTo>
                    <a:pt x="2030250" y="1441171"/>
                  </a:lnTo>
                  <a:lnTo>
                    <a:pt x="2040011" y="1411510"/>
                  </a:lnTo>
                  <a:lnTo>
                    <a:pt x="2049772" y="1381777"/>
                  </a:lnTo>
                  <a:lnTo>
                    <a:pt x="2059533" y="1352794"/>
                  </a:lnTo>
                  <a:lnTo>
                    <a:pt x="2069294" y="1326181"/>
                  </a:lnTo>
                  <a:lnTo>
                    <a:pt x="2079055" y="1299518"/>
                  </a:lnTo>
                  <a:lnTo>
                    <a:pt x="2088815" y="1272808"/>
                  </a:lnTo>
                  <a:lnTo>
                    <a:pt x="2098576" y="1246051"/>
                  </a:lnTo>
                  <a:lnTo>
                    <a:pt x="2108337" y="1219253"/>
                  </a:lnTo>
                  <a:lnTo>
                    <a:pt x="2118098" y="1192413"/>
                  </a:lnTo>
                  <a:lnTo>
                    <a:pt x="2127859" y="1165536"/>
                  </a:lnTo>
                  <a:lnTo>
                    <a:pt x="2137619" y="1138624"/>
                  </a:lnTo>
                  <a:lnTo>
                    <a:pt x="2147380" y="1111767"/>
                  </a:lnTo>
                  <a:lnTo>
                    <a:pt x="2157141" y="1084955"/>
                  </a:lnTo>
                  <a:lnTo>
                    <a:pt x="2166902" y="1058115"/>
                  </a:lnTo>
                  <a:lnTo>
                    <a:pt x="2176663" y="1031251"/>
                  </a:lnTo>
                  <a:lnTo>
                    <a:pt x="2186424" y="1001535"/>
                  </a:lnTo>
                  <a:lnTo>
                    <a:pt x="2196184" y="969037"/>
                  </a:lnTo>
                  <a:lnTo>
                    <a:pt x="2205945" y="940453"/>
                  </a:lnTo>
                  <a:lnTo>
                    <a:pt x="2215706" y="916289"/>
                  </a:lnTo>
                  <a:lnTo>
                    <a:pt x="2225467" y="892117"/>
                  </a:lnTo>
                  <a:lnTo>
                    <a:pt x="2235228" y="867937"/>
                  </a:lnTo>
                  <a:lnTo>
                    <a:pt x="2244988" y="841727"/>
                  </a:lnTo>
                  <a:lnTo>
                    <a:pt x="2254749" y="814534"/>
                  </a:lnTo>
                  <a:lnTo>
                    <a:pt x="2264510" y="787338"/>
                  </a:lnTo>
                  <a:lnTo>
                    <a:pt x="2274271" y="760143"/>
                  </a:lnTo>
                  <a:lnTo>
                    <a:pt x="2284032" y="732952"/>
                  </a:lnTo>
                  <a:lnTo>
                    <a:pt x="2293793" y="705643"/>
                  </a:lnTo>
                  <a:lnTo>
                    <a:pt x="2303553" y="675725"/>
                  </a:lnTo>
                  <a:lnTo>
                    <a:pt x="2313314" y="645821"/>
                  </a:lnTo>
                  <a:lnTo>
                    <a:pt x="2323075" y="615934"/>
                  </a:lnTo>
                  <a:lnTo>
                    <a:pt x="2332836" y="586068"/>
                  </a:lnTo>
                  <a:lnTo>
                    <a:pt x="2342597" y="556226"/>
                  </a:lnTo>
                  <a:lnTo>
                    <a:pt x="2352358" y="526412"/>
                  </a:lnTo>
                  <a:lnTo>
                    <a:pt x="2362118" y="496630"/>
                  </a:lnTo>
                  <a:lnTo>
                    <a:pt x="2371879" y="466881"/>
                  </a:lnTo>
                  <a:lnTo>
                    <a:pt x="2381640" y="437214"/>
                  </a:lnTo>
                  <a:lnTo>
                    <a:pt x="2391401" y="407601"/>
                  </a:lnTo>
                  <a:lnTo>
                    <a:pt x="2401162" y="378032"/>
                  </a:lnTo>
                  <a:lnTo>
                    <a:pt x="2410922" y="348511"/>
                  </a:lnTo>
                  <a:lnTo>
                    <a:pt x="2420683" y="319077"/>
                  </a:lnTo>
                  <a:lnTo>
                    <a:pt x="2430444" y="289736"/>
                  </a:lnTo>
                  <a:lnTo>
                    <a:pt x="2440205" y="260452"/>
                  </a:lnTo>
                  <a:lnTo>
                    <a:pt x="2449966" y="231228"/>
                  </a:lnTo>
                  <a:lnTo>
                    <a:pt x="2459727" y="202069"/>
                  </a:lnTo>
                  <a:lnTo>
                    <a:pt x="2469487" y="172976"/>
                  </a:lnTo>
                  <a:lnTo>
                    <a:pt x="2479248" y="143953"/>
                  </a:lnTo>
                  <a:lnTo>
                    <a:pt x="2489009" y="115004"/>
                  </a:lnTo>
                  <a:lnTo>
                    <a:pt x="2498770" y="86131"/>
                  </a:lnTo>
                  <a:lnTo>
                    <a:pt x="2508531" y="57337"/>
                  </a:lnTo>
                  <a:lnTo>
                    <a:pt x="2518291" y="28626"/>
                  </a:lnTo>
                  <a:lnTo>
                    <a:pt x="252805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29"/>
            <p:cNvSpPr/>
            <p:nvPr/>
          </p:nvSpPr>
          <p:spPr>
            <a:xfrm>
              <a:off x="611514" y="5519358"/>
              <a:ext cx="2528052" cy="165174"/>
            </a:xfrm>
            <a:custGeom>
              <a:avLst/>
              <a:pathLst>
                <a:path w="2528052" h="165174">
                  <a:moveTo>
                    <a:pt x="2528052" y="165174"/>
                  </a:moveTo>
                  <a:lnTo>
                    <a:pt x="2518291" y="165055"/>
                  </a:lnTo>
                  <a:lnTo>
                    <a:pt x="2508531" y="164961"/>
                  </a:lnTo>
                  <a:lnTo>
                    <a:pt x="2498770" y="164866"/>
                  </a:lnTo>
                  <a:lnTo>
                    <a:pt x="2489009" y="164768"/>
                  </a:lnTo>
                  <a:lnTo>
                    <a:pt x="2479248" y="164650"/>
                  </a:lnTo>
                  <a:lnTo>
                    <a:pt x="2469487" y="164530"/>
                  </a:lnTo>
                  <a:lnTo>
                    <a:pt x="2459727" y="164407"/>
                  </a:lnTo>
                  <a:lnTo>
                    <a:pt x="2449966" y="164283"/>
                  </a:lnTo>
                  <a:lnTo>
                    <a:pt x="2440205" y="164156"/>
                  </a:lnTo>
                  <a:lnTo>
                    <a:pt x="2430444" y="164028"/>
                  </a:lnTo>
                  <a:lnTo>
                    <a:pt x="2420683" y="163897"/>
                  </a:lnTo>
                  <a:lnTo>
                    <a:pt x="2410922" y="163765"/>
                  </a:lnTo>
                  <a:lnTo>
                    <a:pt x="2401162" y="163630"/>
                  </a:lnTo>
                  <a:lnTo>
                    <a:pt x="2391401" y="163493"/>
                  </a:lnTo>
                  <a:lnTo>
                    <a:pt x="2381640" y="163354"/>
                  </a:lnTo>
                  <a:lnTo>
                    <a:pt x="2371879" y="163213"/>
                  </a:lnTo>
                  <a:lnTo>
                    <a:pt x="2362118" y="163070"/>
                  </a:lnTo>
                  <a:lnTo>
                    <a:pt x="2352358" y="162924"/>
                  </a:lnTo>
                  <a:lnTo>
                    <a:pt x="2342597" y="162776"/>
                  </a:lnTo>
                  <a:lnTo>
                    <a:pt x="2332836" y="162626"/>
                  </a:lnTo>
                  <a:lnTo>
                    <a:pt x="2323075" y="162473"/>
                  </a:lnTo>
                  <a:lnTo>
                    <a:pt x="2313314" y="162326"/>
                  </a:lnTo>
                  <a:lnTo>
                    <a:pt x="2303553" y="162194"/>
                  </a:lnTo>
                  <a:lnTo>
                    <a:pt x="2293793" y="162061"/>
                  </a:lnTo>
                  <a:lnTo>
                    <a:pt x="2284032" y="161926"/>
                  </a:lnTo>
                  <a:lnTo>
                    <a:pt x="2274271" y="161789"/>
                  </a:lnTo>
                  <a:lnTo>
                    <a:pt x="2264510" y="161614"/>
                  </a:lnTo>
                  <a:lnTo>
                    <a:pt x="2254749" y="161434"/>
                  </a:lnTo>
                  <a:lnTo>
                    <a:pt x="2244988" y="161251"/>
                  </a:lnTo>
                  <a:lnTo>
                    <a:pt x="2235228" y="161064"/>
                  </a:lnTo>
                  <a:lnTo>
                    <a:pt x="2225467" y="160875"/>
                  </a:lnTo>
                  <a:lnTo>
                    <a:pt x="2215706" y="160677"/>
                  </a:lnTo>
                  <a:lnTo>
                    <a:pt x="2205945" y="160474"/>
                  </a:lnTo>
                  <a:lnTo>
                    <a:pt x="2196184" y="160268"/>
                  </a:lnTo>
                  <a:lnTo>
                    <a:pt x="2186424" y="160058"/>
                  </a:lnTo>
                  <a:lnTo>
                    <a:pt x="2176663" y="159862"/>
                  </a:lnTo>
                  <a:lnTo>
                    <a:pt x="2166902" y="159666"/>
                  </a:lnTo>
                  <a:lnTo>
                    <a:pt x="2157141" y="159458"/>
                  </a:lnTo>
                  <a:lnTo>
                    <a:pt x="2147380" y="159242"/>
                  </a:lnTo>
                  <a:lnTo>
                    <a:pt x="2137619" y="159022"/>
                  </a:lnTo>
                  <a:lnTo>
                    <a:pt x="2127859" y="158805"/>
                  </a:lnTo>
                  <a:lnTo>
                    <a:pt x="2118098" y="158607"/>
                  </a:lnTo>
                  <a:lnTo>
                    <a:pt x="2108337" y="158405"/>
                  </a:lnTo>
                  <a:lnTo>
                    <a:pt x="2098576" y="158188"/>
                  </a:lnTo>
                  <a:lnTo>
                    <a:pt x="2088815" y="157938"/>
                  </a:lnTo>
                  <a:lnTo>
                    <a:pt x="2079055" y="157683"/>
                  </a:lnTo>
                  <a:lnTo>
                    <a:pt x="2069294" y="157424"/>
                  </a:lnTo>
                  <a:lnTo>
                    <a:pt x="2059533" y="157160"/>
                  </a:lnTo>
                  <a:lnTo>
                    <a:pt x="2049772" y="156891"/>
                  </a:lnTo>
                  <a:lnTo>
                    <a:pt x="2040011" y="156618"/>
                  </a:lnTo>
                  <a:lnTo>
                    <a:pt x="2030250" y="156349"/>
                  </a:lnTo>
                  <a:lnTo>
                    <a:pt x="2020490" y="156080"/>
                  </a:lnTo>
                  <a:lnTo>
                    <a:pt x="2010729" y="155808"/>
                  </a:lnTo>
                  <a:lnTo>
                    <a:pt x="2000968" y="155530"/>
                  </a:lnTo>
                  <a:lnTo>
                    <a:pt x="1991207" y="155248"/>
                  </a:lnTo>
                  <a:lnTo>
                    <a:pt x="1981446" y="154961"/>
                  </a:lnTo>
                  <a:lnTo>
                    <a:pt x="1971685" y="154670"/>
                  </a:lnTo>
                  <a:lnTo>
                    <a:pt x="1961925" y="154373"/>
                  </a:lnTo>
                  <a:lnTo>
                    <a:pt x="1952164" y="154072"/>
                  </a:lnTo>
                  <a:lnTo>
                    <a:pt x="1942403" y="153765"/>
                  </a:lnTo>
                  <a:lnTo>
                    <a:pt x="1932642" y="153454"/>
                  </a:lnTo>
                  <a:lnTo>
                    <a:pt x="1922881" y="153137"/>
                  </a:lnTo>
                  <a:lnTo>
                    <a:pt x="1913121" y="152816"/>
                  </a:lnTo>
                  <a:lnTo>
                    <a:pt x="1903360" y="152532"/>
                  </a:lnTo>
                  <a:lnTo>
                    <a:pt x="1893599" y="152243"/>
                  </a:lnTo>
                  <a:lnTo>
                    <a:pt x="1883838" y="151949"/>
                  </a:lnTo>
                  <a:lnTo>
                    <a:pt x="1874077" y="151652"/>
                  </a:lnTo>
                  <a:lnTo>
                    <a:pt x="1864316" y="151350"/>
                  </a:lnTo>
                  <a:lnTo>
                    <a:pt x="1854556" y="151044"/>
                  </a:lnTo>
                  <a:lnTo>
                    <a:pt x="1844795" y="150734"/>
                  </a:lnTo>
                  <a:lnTo>
                    <a:pt x="1835034" y="150418"/>
                  </a:lnTo>
                  <a:lnTo>
                    <a:pt x="1825273" y="150099"/>
                  </a:lnTo>
                  <a:lnTo>
                    <a:pt x="1815512" y="149787"/>
                  </a:lnTo>
                  <a:lnTo>
                    <a:pt x="1805752" y="149471"/>
                  </a:lnTo>
                  <a:lnTo>
                    <a:pt x="1795991" y="149151"/>
                  </a:lnTo>
                  <a:lnTo>
                    <a:pt x="1786230" y="148827"/>
                  </a:lnTo>
                  <a:lnTo>
                    <a:pt x="1776469" y="148498"/>
                  </a:lnTo>
                  <a:lnTo>
                    <a:pt x="1766708" y="148164"/>
                  </a:lnTo>
                  <a:lnTo>
                    <a:pt x="1756947" y="147825"/>
                  </a:lnTo>
                  <a:lnTo>
                    <a:pt x="1747187" y="147482"/>
                  </a:lnTo>
                  <a:lnTo>
                    <a:pt x="1737426" y="147112"/>
                  </a:lnTo>
                  <a:lnTo>
                    <a:pt x="1727665" y="146715"/>
                  </a:lnTo>
                  <a:lnTo>
                    <a:pt x="1717904" y="146312"/>
                  </a:lnTo>
                  <a:lnTo>
                    <a:pt x="1708143" y="145903"/>
                  </a:lnTo>
                  <a:lnTo>
                    <a:pt x="1698382" y="145497"/>
                  </a:lnTo>
                  <a:lnTo>
                    <a:pt x="1688622" y="145107"/>
                  </a:lnTo>
                  <a:lnTo>
                    <a:pt x="1678861" y="144711"/>
                  </a:lnTo>
                  <a:lnTo>
                    <a:pt x="1669100" y="144309"/>
                  </a:lnTo>
                  <a:lnTo>
                    <a:pt x="1659339" y="143901"/>
                  </a:lnTo>
                  <a:lnTo>
                    <a:pt x="1649578" y="143488"/>
                  </a:lnTo>
                  <a:lnTo>
                    <a:pt x="1639818" y="143069"/>
                  </a:lnTo>
                  <a:lnTo>
                    <a:pt x="1630057" y="142643"/>
                  </a:lnTo>
                  <a:lnTo>
                    <a:pt x="1620296" y="142211"/>
                  </a:lnTo>
                  <a:lnTo>
                    <a:pt x="1610535" y="141773"/>
                  </a:lnTo>
                  <a:lnTo>
                    <a:pt x="1600774" y="141329"/>
                  </a:lnTo>
                  <a:lnTo>
                    <a:pt x="1591013" y="140878"/>
                  </a:lnTo>
                  <a:lnTo>
                    <a:pt x="1581253" y="140421"/>
                  </a:lnTo>
                  <a:lnTo>
                    <a:pt x="1571492" y="139957"/>
                  </a:lnTo>
                  <a:lnTo>
                    <a:pt x="1561731" y="139486"/>
                  </a:lnTo>
                  <a:lnTo>
                    <a:pt x="1551970" y="139008"/>
                  </a:lnTo>
                  <a:lnTo>
                    <a:pt x="1542209" y="138524"/>
                  </a:lnTo>
                  <a:lnTo>
                    <a:pt x="1532448" y="138032"/>
                  </a:lnTo>
                  <a:lnTo>
                    <a:pt x="1522688" y="137534"/>
                  </a:lnTo>
                  <a:lnTo>
                    <a:pt x="1512927" y="137028"/>
                  </a:lnTo>
                  <a:lnTo>
                    <a:pt x="1503166" y="136515"/>
                  </a:lnTo>
                  <a:lnTo>
                    <a:pt x="1493405" y="135994"/>
                  </a:lnTo>
                  <a:lnTo>
                    <a:pt x="1483644" y="135466"/>
                  </a:lnTo>
                  <a:lnTo>
                    <a:pt x="1473884" y="134929"/>
                  </a:lnTo>
                  <a:lnTo>
                    <a:pt x="1464123" y="134380"/>
                  </a:lnTo>
                  <a:lnTo>
                    <a:pt x="1454362" y="133821"/>
                  </a:lnTo>
                  <a:lnTo>
                    <a:pt x="1444601" y="133255"/>
                  </a:lnTo>
                  <a:lnTo>
                    <a:pt x="1434840" y="132489"/>
                  </a:lnTo>
                  <a:lnTo>
                    <a:pt x="1425079" y="131717"/>
                  </a:lnTo>
                  <a:lnTo>
                    <a:pt x="1415319" y="131031"/>
                  </a:lnTo>
                  <a:lnTo>
                    <a:pt x="1405558" y="130047"/>
                  </a:lnTo>
                  <a:lnTo>
                    <a:pt x="1395797" y="129083"/>
                  </a:lnTo>
                  <a:lnTo>
                    <a:pt x="1386036" y="128509"/>
                  </a:lnTo>
                  <a:lnTo>
                    <a:pt x="1376275" y="127732"/>
                  </a:lnTo>
                  <a:lnTo>
                    <a:pt x="1366515" y="126822"/>
                  </a:lnTo>
                  <a:lnTo>
                    <a:pt x="1356754" y="126122"/>
                  </a:lnTo>
                  <a:lnTo>
                    <a:pt x="1346993" y="125586"/>
                  </a:lnTo>
                  <a:lnTo>
                    <a:pt x="1337232" y="125042"/>
                  </a:lnTo>
                  <a:lnTo>
                    <a:pt x="1327471" y="124309"/>
                  </a:lnTo>
                  <a:lnTo>
                    <a:pt x="1317710" y="123444"/>
                  </a:lnTo>
                  <a:lnTo>
                    <a:pt x="1307950" y="122564"/>
                  </a:lnTo>
                  <a:lnTo>
                    <a:pt x="1298189" y="121667"/>
                  </a:lnTo>
                  <a:lnTo>
                    <a:pt x="1288428" y="120755"/>
                  </a:lnTo>
                  <a:lnTo>
                    <a:pt x="1278667" y="119826"/>
                  </a:lnTo>
                  <a:lnTo>
                    <a:pt x="1268906" y="119477"/>
                  </a:lnTo>
                  <a:lnTo>
                    <a:pt x="1259145" y="119133"/>
                  </a:lnTo>
                  <a:lnTo>
                    <a:pt x="1249385" y="118786"/>
                  </a:lnTo>
                  <a:lnTo>
                    <a:pt x="1239624" y="118438"/>
                  </a:lnTo>
                  <a:lnTo>
                    <a:pt x="1229863" y="118082"/>
                  </a:lnTo>
                  <a:lnTo>
                    <a:pt x="1220102" y="117106"/>
                  </a:lnTo>
                  <a:lnTo>
                    <a:pt x="1210341" y="116005"/>
                  </a:lnTo>
                  <a:lnTo>
                    <a:pt x="1200581" y="114882"/>
                  </a:lnTo>
                  <a:lnTo>
                    <a:pt x="1190820" y="113903"/>
                  </a:lnTo>
                  <a:lnTo>
                    <a:pt x="1181059" y="113439"/>
                  </a:lnTo>
                  <a:lnTo>
                    <a:pt x="1171298" y="112972"/>
                  </a:lnTo>
                  <a:lnTo>
                    <a:pt x="1161537" y="112174"/>
                  </a:lnTo>
                  <a:lnTo>
                    <a:pt x="1151776" y="111208"/>
                  </a:lnTo>
                  <a:lnTo>
                    <a:pt x="1142016" y="110218"/>
                  </a:lnTo>
                  <a:lnTo>
                    <a:pt x="1132255" y="109366"/>
                  </a:lnTo>
                  <a:lnTo>
                    <a:pt x="1122494" y="108242"/>
                  </a:lnTo>
                  <a:lnTo>
                    <a:pt x="1112733" y="107174"/>
                  </a:lnTo>
                  <a:lnTo>
                    <a:pt x="1102972" y="106118"/>
                  </a:lnTo>
                  <a:lnTo>
                    <a:pt x="1093212" y="105046"/>
                  </a:lnTo>
                  <a:lnTo>
                    <a:pt x="1083451" y="103957"/>
                  </a:lnTo>
                  <a:lnTo>
                    <a:pt x="1073690" y="102854"/>
                  </a:lnTo>
                  <a:lnTo>
                    <a:pt x="1063929" y="101746"/>
                  </a:lnTo>
                  <a:lnTo>
                    <a:pt x="1054168" y="100620"/>
                  </a:lnTo>
                  <a:lnTo>
                    <a:pt x="1044407" y="99476"/>
                  </a:lnTo>
                  <a:lnTo>
                    <a:pt x="1034647" y="98416"/>
                  </a:lnTo>
                  <a:lnTo>
                    <a:pt x="1024886" y="97402"/>
                  </a:lnTo>
                  <a:lnTo>
                    <a:pt x="1015125" y="96375"/>
                  </a:lnTo>
                  <a:lnTo>
                    <a:pt x="1005364" y="95333"/>
                  </a:lnTo>
                  <a:lnTo>
                    <a:pt x="995603" y="94277"/>
                  </a:lnTo>
                  <a:lnTo>
                    <a:pt x="985842" y="93078"/>
                  </a:lnTo>
                  <a:lnTo>
                    <a:pt x="976082" y="92141"/>
                  </a:lnTo>
                  <a:lnTo>
                    <a:pt x="966321" y="91192"/>
                  </a:lnTo>
                  <a:lnTo>
                    <a:pt x="956560" y="90253"/>
                  </a:lnTo>
                  <a:lnTo>
                    <a:pt x="946799" y="89252"/>
                  </a:lnTo>
                  <a:lnTo>
                    <a:pt x="937038" y="87910"/>
                  </a:lnTo>
                  <a:lnTo>
                    <a:pt x="927278" y="86692"/>
                  </a:lnTo>
                  <a:lnTo>
                    <a:pt x="917517" y="85570"/>
                  </a:lnTo>
                  <a:lnTo>
                    <a:pt x="907756" y="84698"/>
                  </a:lnTo>
                  <a:lnTo>
                    <a:pt x="897995" y="83982"/>
                  </a:lnTo>
                  <a:lnTo>
                    <a:pt x="888234" y="82641"/>
                  </a:lnTo>
                  <a:lnTo>
                    <a:pt x="878473" y="81105"/>
                  </a:lnTo>
                  <a:lnTo>
                    <a:pt x="868713" y="79542"/>
                  </a:lnTo>
                  <a:lnTo>
                    <a:pt x="858952" y="78194"/>
                  </a:lnTo>
                  <a:lnTo>
                    <a:pt x="849191" y="77115"/>
                  </a:lnTo>
                  <a:lnTo>
                    <a:pt x="839430" y="76000"/>
                  </a:lnTo>
                  <a:lnTo>
                    <a:pt x="829669" y="74802"/>
                  </a:lnTo>
                  <a:lnTo>
                    <a:pt x="819909" y="73358"/>
                  </a:lnTo>
                  <a:lnTo>
                    <a:pt x="810148" y="72217"/>
                  </a:lnTo>
                  <a:lnTo>
                    <a:pt x="800387" y="70626"/>
                  </a:lnTo>
                  <a:lnTo>
                    <a:pt x="790626" y="68998"/>
                  </a:lnTo>
                  <a:lnTo>
                    <a:pt x="780865" y="67344"/>
                  </a:lnTo>
                  <a:lnTo>
                    <a:pt x="771104" y="65670"/>
                  </a:lnTo>
                  <a:lnTo>
                    <a:pt x="761344" y="63835"/>
                  </a:lnTo>
                  <a:lnTo>
                    <a:pt x="751583" y="62666"/>
                  </a:lnTo>
                  <a:lnTo>
                    <a:pt x="741822" y="61512"/>
                  </a:lnTo>
                  <a:lnTo>
                    <a:pt x="732061" y="60021"/>
                  </a:lnTo>
                  <a:lnTo>
                    <a:pt x="722300" y="58848"/>
                  </a:lnTo>
                  <a:lnTo>
                    <a:pt x="712539" y="57140"/>
                  </a:lnTo>
                  <a:lnTo>
                    <a:pt x="702779" y="55662"/>
                  </a:lnTo>
                  <a:lnTo>
                    <a:pt x="693018" y="53986"/>
                  </a:lnTo>
                  <a:lnTo>
                    <a:pt x="683257" y="52296"/>
                  </a:lnTo>
                  <a:lnTo>
                    <a:pt x="673496" y="50873"/>
                  </a:lnTo>
                  <a:lnTo>
                    <a:pt x="663735" y="49843"/>
                  </a:lnTo>
                  <a:lnTo>
                    <a:pt x="653975" y="48398"/>
                  </a:lnTo>
                  <a:lnTo>
                    <a:pt x="644214" y="46820"/>
                  </a:lnTo>
                  <a:lnTo>
                    <a:pt x="634453" y="46129"/>
                  </a:lnTo>
                  <a:lnTo>
                    <a:pt x="624692" y="45379"/>
                  </a:lnTo>
                  <a:lnTo>
                    <a:pt x="614931" y="43950"/>
                  </a:lnTo>
                  <a:lnTo>
                    <a:pt x="605170" y="42316"/>
                  </a:lnTo>
                  <a:lnTo>
                    <a:pt x="595410" y="40415"/>
                  </a:lnTo>
                  <a:lnTo>
                    <a:pt x="585649" y="39552"/>
                  </a:lnTo>
                  <a:lnTo>
                    <a:pt x="575888" y="38487"/>
                  </a:lnTo>
                  <a:lnTo>
                    <a:pt x="566127" y="37043"/>
                  </a:lnTo>
                  <a:lnTo>
                    <a:pt x="556366" y="35118"/>
                  </a:lnTo>
                  <a:lnTo>
                    <a:pt x="546606" y="32755"/>
                  </a:lnTo>
                  <a:lnTo>
                    <a:pt x="536845" y="31073"/>
                  </a:lnTo>
                  <a:lnTo>
                    <a:pt x="527084" y="29413"/>
                  </a:lnTo>
                  <a:lnTo>
                    <a:pt x="517323" y="29520"/>
                  </a:lnTo>
                  <a:lnTo>
                    <a:pt x="507562" y="27860"/>
                  </a:lnTo>
                  <a:lnTo>
                    <a:pt x="497801" y="26044"/>
                  </a:lnTo>
                  <a:lnTo>
                    <a:pt x="488041" y="24756"/>
                  </a:lnTo>
                  <a:lnTo>
                    <a:pt x="478280" y="22951"/>
                  </a:lnTo>
                  <a:lnTo>
                    <a:pt x="468519" y="21940"/>
                  </a:lnTo>
                  <a:lnTo>
                    <a:pt x="458758" y="20409"/>
                  </a:lnTo>
                  <a:lnTo>
                    <a:pt x="448997" y="19522"/>
                  </a:lnTo>
                  <a:lnTo>
                    <a:pt x="439236" y="18180"/>
                  </a:lnTo>
                  <a:lnTo>
                    <a:pt x="429476" y="16767"/>
                  </a:lnTo>
                  <a:lnTo>
                    <a:pt x="419715" y="15167"/>
                  </a:lnTo>
                  <a:lnTo>
                    <a:pt x="409954" y="14050"/>
                  </a:lnTo>
                  <a:lnTo>
                    <a:pt x="400193" y="12720"/>
                  </a:lnTo>
                  <a:lnTo>
                    <a:pt x="390432" y="12034"/>
                  </a:lnTo>
                  <a:lnTo>
                    <a:pt x="380672" y="10879"/>
                  </a:lnTo>
                  <a:lnTo>
                    <a:pt x="370911" y="10007"/>
                  </a:lnTo>
                  <a:lnTo>
                    <a:pt x="361150" y="9382"/>
                  </a:lnTo>
                  <a:lnTo>
                    <a:pt x="351389" y="8325"/>
                  </a:lnTo>
                  <a:lnTo>
                    <a:pt x="341628" y="8116"/>
                  </a:lnTo>
                  <a:lnTo>
                    <a:pt x="331867" y="7455"/>
                  </a:lnTo>
                  <a:lnTo>
                    <a:pt x="322107" y="6171"/>
                  </a:lnTo>
                  <a:lnTo>
                    <a:pt x="312346" y="4957"/>
                  </a:lnTo>
                  <a:lnTo>
                    <a:pt x="302585" y="4271"/>
                  </a:lnTo>
                  <a:lnTo>
                    <a:pt x="292824" y="3499"/>
                  </a:lnTo>
                  <a:lnTo>
                    <a:pt x="283063" y="2624"/>
                  </a:lnTo>
                  <a:lnTo>
                    <a:pt x="273303" y="2831"/>
                  </a:lnTo>
                  <a:lnTo>
                    <a:pt x="263542" y="1418"/>
                  </a:lnTo>
                  <a:lnTo>
                    <a:pt x="253781" y="931"/>
                  </a:lnTo>
                  <a:lnTo>
                    <a:pt x="244020" y="1276"/>
                  </a:lnTo>
                  <a:lnTo>
                    <a:pt x="234259" y="706"/>
                  </a:lnTo>
                  <a:lnTo>
                    <a:pt x="224498" y="0"/>
                  </a:lnTo>
                  <a:lnTo>
                    <a:pt x="214738" y="12"/>
                  </a:lnTo>
                  <a:lnTo>
                    <a:pt x="204977" y="273"/>
                  </a:lnTo>
                  <a:lnTo>
                    <a:pt x="195216" y="87"/>
                  </a:lnTo>
                  <a:lnTo>
                    <a:pt x="185455" y="899"/>
                  </a:lnTo>
                  <a:lnTo>
                    <a:pt x="175694" y="505"/>
                  </a:lnTo>
                  <a:lnTo>
                    <a:pt x="165933" y="660"/>
                  </a:lnTo>
                  <a:lnTo>
                    <a:pt x="156173" y="736"/>
                  </a:lnTo>
                  <a:lnTo>
                    <a:pt x="146412" y="1712"/>
                  </a:lnTo>
                  <a:lnTo>
                    <a:pt x="136651" y="1990"/>
                  </a:lnTo>
                  <a:lnTo>
                    <a:pt x="126890" y="2890"/>
                  </a:lnTo>
                  <a:lnTo>
                    <a:pt x="117129" y="3884"/>
                  </a:lnTo>
                  <a:lnTo>
                    <a:pt x="107369" y="3355"/>
                  </a:lnTo>
                  <a:lnTo>
                    <a:pt x="97608" y="3434"/>
                  </a:lnTo>
                  <a:lnTo>
                    <a:pt x="87847" y="3400"/>
                  </a:lnTo>
                  <a:lnTo>
                    <a:pt x="78086" y="4516"/>
                  </a:lnTo>
                  <a:lnTo>
                    <a:pt x="68325" y="4988"/>
                  </a:lnTo>
                  <a:lnTo>
                    <a:pt x="58564" y="5410"/>
                  </a:lnTo>
                  <a:lnTo>
                    <a:pt x="48804" y="6606"/>
                  </a:lnTo>
                  <a:lnTo>
                    <a:pt x="39043" y="7846"/>
                  </a:lnTo>
                  <a:lnTo>
                    <a:pt x="29282" y="8591"/>
                  </a:lnTo>
                  <a:lnTo>
                    <a:pt x="19521" y="8880"/>
                  </a:lnTo>
                  <a:lnTo>
                    <a:pt x="9760" y="9365"/>
                  </a:lnTo>
                  <a:lnTo>
                    <a:pt x="0" y="102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0"/>
            <p:cNvSpPr/>
            <p:nvPr/>
          </p:nvSpPr>
          <p:spPr>
            <a:xfrm>
              <a:off x="611514" y="3168937"/>
              <a:ext cx="2528052" cy="2079491"/>
            </a:xfrm>
            <a:custGeom>
              <a:avLst/>
              <a:pathLst>
                <a:path w="2528052" h="2079491">
                  <a:moveTo>
                    <a:pt x="0" y="2079491"/>
                  </a:moveTo>
                  <a:lnTo>
                    <a:pt x="9760" y="2076483"/>
                  </a:lnTo>
                  <a:lnTo>
                    <a:pt x="19521" y="2072839"/>
                  </a:lnTo>
                  <a:lnTo>
                    <a:pt x="29282" y="2069351"/>
                  </a:lnTo>
                  <a:lnTo>
                    <a:pt x="39043" y="2066242"/>
                  </a:lnTo>
                  <a:lnTo>
                    <a:pt x="48804" y="2062560"/>
                  </a:lnTo>
                  <a:lnTo>
                    <a:pt x="58564" y="2059566"/>
                  </a:lnTo>
                  <a:lnTo>
                    <a:pt x="68325" y="2055905"/>
                  </a:lnTo>
                  <a:lnTo>
                    <a:pt x="78086" y="2052657"/>
                  </a:lnTo>
                  <a:lnTo>
                    <a:pt x="87847" y="2048955"/>
                  </a:lnTo>
                  <a:lnTo>
                    <a:pt x="97608" y="2045510"/>
                  </a:lnTo>
                  <a:lnTo>
                    <a:pt x="107369" y="2042053"/>
                  </a:lnTo>
                  <a:lnTo>
                    <a:pt x="117129" y="2038646"/>
                  </a:lnTo>
                  <a:lnTo>
                    <a:pt x="126890" y="2035131"/>
                  </a:lnTo>
                  <a:lnTo>
                    <a:pt x="136651" y="2031115"/>
                  </a:lnTo>
                  <a:lnTo>
                    <a:pt x="146412" y="2027859"/>
                  </a:lnTo>
                  <a:lnTo>
                    <a:pt x="156173" y="2024290"/>
                  </a:lnTo>
                  <a:lnTo>
                    <a:pt x="165933" y="2020371"/>
                  </a:lnTo>
                  <a:lnTo>
                    <a:pt x="175694" y="2016522"/>
                  </a:lnTo>
                  <a:lnTo>
                    <a:pt x="185455" y="2012642"/>
                  </a:lnTo>
                  <a:lnTo>
                    <a:pt x="195216" y="2008764"/>
                  </a:lnTo>
                  <a:lnTo>
                    <a:pt x="204977" y="2004929"/>
                  </a:lnTo>
                  <a:lnTo>
                    <a:pt x="214738" y="2001007"/>
                  </a:lnTo>
                  <a:lnTo>
                    <a:pt x="224498" y="1997431"/>
                  </a:lnTo>
                  <a:lnTo>
                    <a:pt x="234259" y="1993099"/>
                  </a:lnTo>
                  <a:lnTo>
                    <a:pt x="244020" y="1989191"/>
                  </a:lnTo>
                  <a:lnTo>
                    <a:pt x="253781" y="1985564"/>
                  </a:lnTo>
                  <a:lnTo>
                    <a:pt x="263542" y="1981695"/>
                  </a:lnTo>
                  <a:lnTo>
                    <a:pt x="273303" y="1977728"/>
                  </a:lnTo>
                  <a:lnTo>
                    <a:pt x="283063" y="1973611"/>
                  </a:lnTo>
                  <a:lnTo>
                    <a:pt x="292824" y="1969352"/>
                  </a:lnTo>
                  <a:lnTo>
                    <a:pt x="302585" y="1965216"/>
                  </a:lnTo>
                  <a:lnTo>
                    <a:pt x="312346" y="1960883"/>
                  </a:lnTo>
                  <a:lnTo>
                    <a:pt x="322107" y="1956779"/>
                  </a:lnTo>
                  <a:lnTo>
                    <a:pt x="331867" y="1952598"/>
                  </a:lnTo>
                  <a:lnTo>
                    <a:pt x="341628" y="1948495"/>
                  </a:lnTo>
                  <a:lnTo>
                    <a:pt x="351389" y="1944215"/>
                  </a:lnTo>
                  <a:lnTo>
                    <a:pt x="361150" y="1940005"/>
                  </a:lnTo>
                  <a:lnTo>
                    <a:pt x="370911" y="1935499"/>
                  </a:lnTo>
                  <a:lnTo>
                    <a:pt x="380672" y="1931320"/>
                  </a:lnTo>
                  <a:lnTo>
                    <a:pt x="390432" y="1927235"/>
                  </a:lnTo>
                  <a:lnTo>
                    <a:pt x="400193" y="1923131"/>
                  </a:lnTo>
                  <a:lnTo>
                    <a:pt x="409954" y="1918408"/>
                  </a:lnTo>
                  <a:lnTo>
                    <a:pt x="419715" y="1913146"/>
                  </a:lnTo>
                  <a:lnTo>
                    <a:pt x="429476" y="1909341"/>
                  </a:lnTo>
                  <a:lnTo>
                    <a:pt x="439236" y="1904434"/>
                  </a:lnTo>
                  <a:lnTo>
                    <a:pt x="448997" y="1899110"/>
                  </a:lnTo>
                  <a:lnTo>
                    <a:pt x="458758" y="1894417"/>
                  </a:lnTo>
                  <a:lnTo>
                    <a:pt x="468519" y="1890293"/>
                  </a:lnTo>
                  <a:lnTo>
                    <a:pt x="478280" y="1886106"/>
                  </a:lnTo>
                  <a:lnTo>
                    <a:pt x="488041" y="1881853"/>
                  </a:lnTo>
                  <a:lnTo>
                    <a:pt x="497801" y="1877764"/>
                  </a:lnTo>
                  <a:lnTo>
                    <a:pt x="507562" y="1872596"/>
                  </a:lnTo>
                  <a:lnTo>
                    <a:pt x="517323" y="1868141"/>
                  </a:lnTo>
                  <a:lnTo>
                    <a:pt x="527084" y="1863177"/>
                  </a:lnTo>
                  <a:lnTo>
                    <a:pt x="536845" y="1857850"/>
                  </a:lnTo>
                  <a:lnTo>
                    <a:pt x="546606" y="1853200"/>
                  </a:lnTo>
                  <a:lnTo>
                    <a:pt x="556366" y="1847271"/>
                  </a:lnTo>
                  <a:lnTo>
                    <a:pt x="566127" y="1842073"/>
                  </a:lnTo>
                  <a:lnTo>
                    <a:pt x="575888" y="1836888"/>
                  </a:lnTo>
                  <a:lnTo>
                    <a:pt x="585649" y="1832339"/>
                  </a:lnTo>
                  <a:lnTo>
                    <a:pt x="595410" y="1827631"/>
                  </a:lnTo>
                  <a:lnTo>
                    <a:pt x="605170" y="1822338"/>
                  </a:lnTo>
                  <a:lnTo>
                    <a:pt x="614931" y="1817105"/>
                  </a:lnTo>
                  <a:lnTo>
                    <a:pt x="624692" y="1812701"/>
                  </a:lnTo>
                  <a:lnTo>
                    <a:pt x="634453" y="1807596"/>
                  </a:lnTo>
                  <a:lnTo>
                    <a:pt x="644214" y="1802378"/>
                  </a:lnTo>
                  <a:lnTo>
                    <a:pt x="653975" y="1797268"/>
                  </a:lnTo>
                  <a:lnTo>
                    <a:pt x="663735" y="1791342"/>
                  </a:lnTo>
                  <a:lnTo>
                    <a:pt x="673496" y="1786763"/>
                  </a:lnTo>
                  <a:lnTo>
                    <a:pt x="683257" y="1781153"/>
                  </a:lnTo>
                  <a:lnTo>
                    <a:pt x="693018" y="1774937"/>
                  </a:lnTo>
                  <a:lnTo>
                    <a:pt x="702779" y="1769376"/>
                  </a:lnTo>
                  <a:lnTo>
                    <a:pt x="712539" y="1764520"/>
                  </a:lnTo>
                  <a:lnTo>
                    <a:pt x="722300" y="1759398"/>
                  </a:lnTo>
                  <a:lnTo>
                    <a:pt x="732061" y="1753507"/>
                  </a:lnTo>
                  <a:lnTo>
                    <a:pt x="741822" y="1747564"/>
                  </a:lnTo>
                  <a:lnTo>
                    <a:pt x="751583" y="1741767"/>
                  </a:lnTo>
                  <a:lnTo>
                    <a:pt x="761344" y="1736450"/>
                  </a:lnTo>
                  <a:lnTo>
                    <a:pt x="771104" y="1730721"/>
                  </a:lnTo>
                  <a:lnTo>
                    <a:pt x="780865" y="1725180"/>
                  </a:lnTo>
                  <a:lnTo>
                    <a:pt x="790626" y="1718939"/>
                  </a:lnTo>
                  <a:lnTo>
                    <a:pt x="800387" y="1713045"/>
                  </a:lnTo>
                  <a:lnTo>
                    <a:pt x="810148" y="1707669"/>
                  </a:lnTo>
                  <a:lnTo>
                    <a:pt x="819909" y="1702259"/>
                  </a:lnTo>
                  <a:lnTo>
                    <a:pt x="829669" y="1696242"/>
                  </a:lnTo>
                  <a:lnTo>
                    <a:pt x="839430" y="1689599"/>
                  </a:lnTo>
                  <a:lnTo>
                    <a:pt x="849191" y="1683332"/>
                  </a:lnTo>
                  <a:lnTo>
                    <a:pt x="858952" y="1677958"/>
                  </a:lnTo>
                  <a:lnTo>
                    <a:pt x="868713" y="1672319"/>
                  </a:lnTo>
                  <a:lnTo>
                    <a:pt x="878473" y="1666195"/>
                  </a:lnTo>
                  <a:lnTo>
                    <a:pt x="888234" y="1660154"/>
                  </a:lnTo>
                  <a:lnTo>
                    <a:pt x="897995" y="1654433"/>
                  </a:lnTo>
                  <a:lnTo>
                    <a:pt x="907756" y="1649116"/>
                  </a:lnTo>
                  <a:lnTo>
                    <a:pt x="917517" y="1643020"/>
                  </a:lnTo>
                  <a:lnTo>
                    <a:pt x="927278" y="1636939"/>
                  </a:lnTo>
                  <a:lnTo>
                    <a:pt x="937038" y="1630972"/>
                  </a:lnTo>
                  <a:lnTo>
                    <a:pt x="946799" y="1625171"/>
                  </a:lnTo>
                  <a:lnTo>
                    <a:pt x="956560" y="1618672"/>
                  </a:lnTo>
                  <a:lnTo>
                    <a:pt x="966321" y="1613820"/>
                  </a:lnTo>
                  <a:lnTo>
                    <a:pt x="976082" y="1607817"/>
                  </a:lnTo>
                  <a:lnTo>
                    <a:pt x="985842" y="1601015"/>
                  </a:lnTo>
                  <a:lnTo>
                    <a:pt x="995603" y="1593827"/>
                  </a:lnTo>
                  <a:lnTo>
                    <a:pt x="1005364" y="1587412"/>
                  </a:lnTo>
                  <a:lnTo>
                    <a:pt x="1015125" y="1581863"/>
                  </a:lnTo>
                  <a:lnTo>
                    <a:pt x="1024886" y="1574390"/>
                  </a:lnTo>
                  <a:lnTo>
                    <a:pt x="1034647" y="1566908"/>
                  </a:lnTo>
                  <a:lnTo>
                    <a:pt x="1044407" y="1559102"/>
                  </a:lnTo>
                  <a:lnTo>
                    <a:pt x="1054168" y="1552565"/>
                  </a:lnTo>
                  <a:lnTo>
                    <a:pt x="1063929" y="1545999"/>
                  </a:lnTo>
                  <a:lnTo>
                    <a:pt x="1073690" y="1538159"/>
                  </a:lnTo>
                  <a:lnTo>
                    <a:pt x="1083451" y="1531373"/>
                  </a:lnTo>
                  <a:lnTo>
                    <a:pt x="1093212" y="1524631"/>
                  </a:lnTo>
                  <a:lnTo>
                    <a:pt x="1102972" y="1517803"/>
                  </a:lnTo>
                  <a:lnTo>
                    <a:pt x="1112733" y="1510869"/>
                  </a:lnTo>
                  <a:lnTo>
                    <a:pt x="1122494" y="1504161"/>
                  </a:lnTo>
                  <a:lnTo>
                    <a:pt x="1132255" y="1496590"/>
                  </a:lnTo>
                  <a:lnTo>
                    <a:pt x="1142016" y="1488860"/>
                  </a:lnTo>
                  <a:lnTo>
                    <a:pt x="1151776" y="1481252"/>
                  </a:lnTo>
                  <a:lnTo>
                    <a:pt x="1161537" y="1474068"/>
                  </a:lnTo>
                  <a:lnTo>
                    <a:pt x="1171298" y="1466770"/>
                  </a:lnTo>
                  <a:lnTo>
                    <a:pt x="1181059" y="1458752"/>
                  </a:lnTo>
                  <a:lnTo>
                    <a:pt x="1190820" y="1451628"/>
                  </a:lnTo>
                  <a:lnTo>
                    <a:pt x="1200581" y="1444592"/>
                  </a:lnTo>
                  <a:lnTo>
                    <a:pt x="1210341" y="1436800"/>
                  </a:lnTo>
                  <a:lnTo>
                    <a:pt x="1220102" y="1428855"/>
                  </a:lnTo>
                  <a:lnTo>
                    <a:pt x="1229863" y="1421630"/>
                  </a:lnTo>
                  <a:lnTo>
                    <a:pt x="1239624" y="1414789"/>
                  </a:lnTo>
                  <a:lnTo>
                    <a:pt x="1249385" y="1407340"/>
                  </a:lnTo>
                  <a:lnTo>
                    <a:pt x="1259145" y="1399535"/>
                  </a:lnTo>
                  <a:lnTo>
                    <a:pt x="1268906" y="1390895"/>
                  </a:lnTo>
                  <a:lnTo>
                    <a:pt x="1278667" y="1382160"/>
                  </a:lnTo>
                  <a:lnTo>
                    <a:pt x="1288428" y="1373581"/>
                  </a:lnTo>
                  <a:lnTo>
                    <a:pt x="1298189" y="1364029"/>
                  </a:lnTo>
                  <a:lnTo>
                    <a:pt x="1307950" y="1354883"/>
                  </a:lnTo>
                  <a:lnTo>
                    <a:pt x="1317710" y="1346650"/>
                  </a:lnTo>
                  <a:lnTo>
                    <a:pt x="1327471" y="1338906"/>
                  </a:lnTo>
                  <a:lnTo>
                    <a:pt x="1337232" y="1329657"/>
                  </a:lnTo>
                  <a:lnTo>
                    <a:pt x="1346993" y="1321581"/>
                  </a:lnTo>
                  <a:lnTo>
                    <a:pt x="1356754" y="1314058"/>
                  </a:lnTo>
                  <a:lnTo>
                    <a:pt x="1366515" y="1307766"/>
                  </a:lnTo>
                  <a:lnTo>
                    <a:pt x="1376275" y="1299455"/>
                  </a:lnTo>
                  <a:lnTo>
                    <a:pt x="1386036" y="1291788"/>
                  </a:lnTo>
                  <a:lnTo>
                    <a:pt x="1395797" y="1283015"/>
                  </a:lnTo>
                  <a:lnTo>
                    <a:pt x="1405558" y="1275241"/>
                  </a:lnTo>
                  <a:lnTo>
                    <a:pt x="1415319" y="1267634"/>
                  </a:lnTo>
                  <a:lnTo>
                    <a:pt x="1425079" y="1258968"/>
                  </a:lnTo>
                  <a:lnTo>
                    <a:pt x="1434840" y="1250991"/>
                  </a:lnTo>
                  <a:lnTo>
                    <a:pt x="1444601" y="1241524"/>
                  </a:lnTo>
                  <a:lnTo>
                    <a:pt x="1454362" y="1232478"/>
                  </a:lnTo>
                  <a:lnTo>
                    <a:pt x="1464123" y="1225673"/>
                  </a:lnTo>
                  <a:lnTo>
                    <a:pt x="1473884" y="1217426"/>
                  </a:lnTo>
                  <a:lnTo>
                    <a:pt x="1483644" y="1209393"/>
                  </a:lnTo>
                  <a:lnTo>
                    <a:pt x="1493405" y="1201936"/>
                  </a:lnTo>
                  <a:lnTo>
                    <a:pt x="1503166" y="1192779"/>
                  </a:lnTo>
                  <a:lnTo>
                    <a:pt x="1512927" y="1182604"/>
                  </a:lnTo>
                  <a:lnTo>
                    <a:pt x="1522688" y="1172716"/>
                  </a:lnTo>
                  <a:lnTo>
                    <a:pt x="1532448" y="1163880"/>
                  </a:lnTo>
                  <a:lnTo>
                    <a:pt x="1542209" y="1154811"/>
                  </a:lnTo>
                  <a:lnTo>
                    <a:pt x="1551970" y="1144980"/>
                  </a:lnTo>
                  <a:lnTo>
                    <a:pt x="1561731" y="1135865"/>
                  </a:lnTo>
                  <a:lnTo>
                    <a:pt x="1571492" y="1126779"/>
                  </a:lnTo>
                  <a:lnTo>
                    <a:pt x="1581253" y="1117708"/>
                  </a:lnTo>
                  <a:lnTo>
                    <a:pt x="1591013" y="1110456"/>
                  </a:lnTo>
                  <a:lnTo>
                    <a:pt x="1600774" y="1101487"/>
                  </a:lnTo>
                  <a:lnTo>
                    <a:pt x="1610535" y="1089802"/>
                  </a:lnTo>
                  <a:lnTo>
                    <a:pt x="1620296" y="1080925"/>
                  </a:lnTo>
                  <a:lnTo>
                    <a:pt x="1630057" y="1072289"/>
                  </a:lnTo>
                  <a:lnTo>
                    <a:pt x="1639818" y="1063036"/>
                  </a:lnTo>
                  <a:lnTo>
                    <a:pt x="1649578" y="1053163"/>
                  </a:lnTo>
                  <a:lnTo>
                    <a:pt x="1659339" y="1044487"/>
                  </a:lnTo>
                  <a:lnTo>
                    <a:pt x="1669100" y="1034861"/>
                  </a:lnTo>
                  <a:lnTo>
                    <a:pt x="1678861" y="1025208"/>
                  </a:lnTo>
                  <a:lnTo>
                    <a:pt x="1688622" y="1014930"/>
                  </a:lnTo>
                  <a:lnTo>
                    <a:pt x="1698382" y="1005968"/>
                  </a:lnTo>
                  <a:lnTo>
                    <a:pt x="1708143" y="996006"/>
                  </a:lnTo>
                  <a:lnTo>
                    <a:pt x="1717904" y="986124"/>
                  </a:lnTo>
                  <a:lnTo>
                    <a:pt x="1727665" y="975195"/>
                  </a:lnTo>
                  <a:lnTo>
                    <a:pt x="1737426" y="965445"/>
                  </a:lnTo>
                  <a:lnTo>
                    <a:pt x="1747187" y="956410"/>
                  </a:lnTo>
                  <a:lnTo>
                    <a:pt x="1756947" y="946722"/>
                  </a:lnTo>
                  <a:lnTo>
                    <a:pt x="1766708" y="935963"/>
                  </a:lnTo>
                  <a:lnTo>
                    <a:pt x="1776469" y="925389"/>
                  </a:lnTo>
                  <a:lnTo>
                    <a:pt x="1786230" y="915202"/>
                  </a:lnTo>
                  <a:lnTo>
                    <a:pt x="1795991" y="905258"/>
                  </a:lnTo>
                  <a:lnTo>
                    <a:pt x="1805752" y="895916"/>
                  </a:lnTo>
                  <a:lnTo>
                    <a:pt x="1815512" y="885597"/>
                  </a:lnTo>
                  <a:lnTo>
                    <a:pt x="1825273" y="873392"/>
                  </a:lnTo>
                  <a:lnTo>
                    <a:pt x="1835034" y="862394"/>
                  </a:lnTo>
                  <a:lnTo>
                    <a:pt x="1844795" y="850318"/>
                  </a:lnTo>
                  <a:lnTo>
                    <a:pt x="1854556" y="839024"/>
                  </a:lnTo>
                  <a:lnTo>
                    <a:pt x="1864316" y="828894"/>
                  </a:lnTo>
                  <a:lnTo>
                    <a:pt x="1874077" y="818706"/>
                  </a:lnTo>
                  <a:lnTo>
                    <a:pt x="1883838" y="806902"/>
                  </a:lnTo>
                  <a:lnTo>
                    <a:pt x="1893599" y="795767"/>
                  </a:lnTo>
                  <a:lnTo>
                    <a:pt x="1903360" y="785283"/>
                  </a:lnTo>
                  <a:lnTo>
                    <a:pt x="1913121" y="773121"/>
                  </a:lnTo>
                  <a:lnTo>
                    <a:pt x="1922881" y="762452"/>
                  </a:lnTo>
                  <a:lnTo>
                    <a:pt x="1932642" y="751003"/>
                  </a:lnTo>
                  <a:lnTo>
                    <a:pt x="1942403" y="739360"/>
                  </a:lnTo>
                  <a:lnTo>
                    <a:pt x="1952164" y="729835"/>
                  </a:lnTo>
                  <a:lnTo>
                    <a:pt x="1961925" y="719126"/>
                  </a:lnTo>
                  <a:lnTo>
                    <a:pt x="1971685" y="707214"/>
                  </a:lnTo>
                  <a:lnTo>
                    <a:pt x="1981446" y="695944"/>
                  </a:lnTo>
                  <a:lnTo>
                    <a:pt x="1991207" y="684517"/>
                  </a:lnTo>
                  <a:lnTo>
                    <a:pt x="2000968" y="672616"/>
                  </a:lnTo>
                  <a:lnTo>
                    <a:pt x="2010729" y="660662"/>
                  </a:lnTo>
                  <a:lnTo>
                    <a:pt x="2020490" y="648513"/>
                  </a:lnTo>
                  <a:lnTo>
                    <a:pt x="2030250" y="636425"/>
                  </a:lnTo>
                  <a:lnTo>
                    <a:pt x="2040011" y="625420"/>
                  </a:lnTo>
                  <a:lnTo>
                    <a:pt x="2049772" y="613249"/>
                  </a:lnTo>
                  <a:lnTo>
                    <a:pt x="2059533" y="600600"/>
                  </a:lnTo>
                  <a:lnTo>
                    <a:pt x="2069294" y="586515"/>
                  </a:lnTo>
                  <a:lnTo>
                    <a:pt x="2079055" y="573988"/>
                  </a:lnTo>
                  <a:lnTo>
                    <a:pt x="2088815" y="562650"/>
                  </a:lnTo>
                  <a:lnTo>
                    <a:pt x="2098576" y="550027"/>
                  </a:lnTo>
                  <a:lnTo>
                    <a:pt x="2108337" y="538826"/>
                  </a:lnTo>
                  <a:lnTo>
                    <a:pt x="2118098" y="527429"/>
                  </a:lnTo>
                  <a:lnTo>
                    <a:pt x="2127859" y="515856"/>
                  </a:lnTo>
                  <a:lnTo>
                    <a:pt x="2137619" y="503824"/>
                  </a:lnTo>
                  <a:lnTo>
                    <a:pt x="2147380" y="493043"/>
                  </a:lnTo>
                  <a:lnTo>
                    <a:pt x="2157141" y="482006"/>
                  </a:lnTo>
                  <a:lnTo>
                    <a:pt x="2166902" y="471622"/>
                  </a:lnTo>
                  <a:lnTo>
                    <a:pt x="2176663" y="461249"/>
                  </a:lnTo>
                  <a:lnTo>
                    <a:pt x="2186424" y="449590"/>
                  </a:lnTo>
                  <a:lnTo>
                    <a:pt x="2196184" y="436800"/>
                  </a:lnTo>
                  <a:lnTo>
                    <a:pt x="2205945" y="423753"/>
                  </a:lnTo>
                  <a:lnTo>
                    <a:pt x="2215706" y="409174"/>
                  </a:lnTo>
                  <a:lnTo>
                    <a:pt x="2225467" y="397865"/>
                  </a:lnTo>
                  <a:lnTo>
                    <a:pt x="2235228" y="386724"/>
                  </a:lnTo>
                  <a:lnTo>
                    <a:pt x="2244988" y="373461"/>
                  </a:lnTo>
                  <a:lnTo>
                    <a:pt x="2254749" y="360300"/>
                  </a:lnTo>
                  <a:lnTo>
                    <a:pt x="2264510" y="347730"/>
                  </a:lnTo>
                  <a:lnTo>
                    <a:pt x="2274271" y="336033"/>
                  </a:lnTo>
                  <a:lnTo>
                    <a:pt x="2284032" y="323462"/>
                  </a:lnTo>
                  <a:lnTo>
                    <a:pt x="2293793" y="310861"/>
                  </a:lnTo>
                  <a:lnTo>
                    <a:pt x="2303553" y="299392"/>
                  </a:lnTo>
                  <a:lnTo>
                    <a:pt x="2313314" y="286045"/>
                  </a:lnTo>
                  <a:lnTo>
                    <a:pt x="2323075" y="273482"/>
                  </a:lnTo>
                  <a:lnTo>
                    <a:pt x="2332836" y="260793"/>
                  </a:lnTo>
                  <a:lnTo>
                    <a:pt x="2342597" y="248480"/>
                  </a:lnTo>
                  <a:lnTo>
                    <a:pt x="2352358" y="235854"/>
                  </a:lnTo>
                  <a:lnTo>
                    <a:pt x="2362118" y="223147"/>
                  </a:lnTo>
                  <a:lnTo>
                    <a:pt x="2371879" y="210957"/>
                  </a:lnTo>
                  <a:lnTo>
                    <a:pt x="2381640" y="198399"/>
                  </a:lnTo>
                  <a:lnTo>
                    <a:pt x="2391401" y="184916"/>
                  </a:lnTo>
                  <a:lnTo>
                    <a:pt x="2401162" y="172572"/>
                  </a:lnTo>
                  <a:lnTo>
                    <a:pt x="2410922" y="160643"/>
                  </a:lnTo>
                  <a:lnTo>
                    <a:pt x="2420683" y="147189"/>
                  </a:lnTo>
                  <a:lnTo>
                    <a:pt x="2430444" y="133928"/>
                  </a:lnTo>
                  <a:lnTo>
                    <a:pt x="2440205" y="120662"/>
                  </a:lnTo>
                  <a:lnTo>
                    <a:pt x="2449966" y="107356"/>
                  </a:lnTo>
                  <a:lnTo>
                    <a:pt x="2459727" y="95669"/>
                  </a:lnTo>
                  <a:lnTo>
                    <a:pt x="2469487" y="83183"/>
                  </a:lnTo>
                  <a:lnTo>
                    <a:pt x="2479248" y="72648"/>
                  </a:lnTo>
                  <a:lnTo>
                    <a:pt x="2489009" y="60058"/>
                  </a:lnTo>
                  <a:lnTo>
                    <a:pt x="2498770" y="44687"/>
                  </a:lnTo>
                  <a:lnTo>
                    <a:pt x="2508531" y="28640"/>
                  </a:lnTo>
                  <a:lnTo>
                    <a:pt x="2518291" y="14341"/>
                  </a:lnTo>
                  <a:lnTo>
                    <a:pt x="2528052" y="0"/>
                  </a:lnTo>
                </a:path>
              </a:pathLst>
            </a:custGeom>
            <a:ln w="18970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1"/>
            <p:cNvSpPr/>
            <p:nvPr/>
          </p:nvSpPr>
          <p:spPr>
            <a:xfrm>
              <a:off x="611514" y="3970945"/>
              <a:ext cx="2528052" cy="1450115"/>
            </a:xfrm>
            <a:custGeom>
              <a:avLst/>
              <a:pathLst>
                <a:path w="2528052" h="1450115">
                  <a:moveTo>
                    <a:pt x="0" y="1450115"/>
                  </a:moveTo>
                  <a:lnTo>
                    <a:pt x="9760" y="1447712"/>
                  </a:lnTo>
                  <a:lnTo>
                    <a:pt x="19521" y="1445814"/>
                  </a:lnTo>
                  <a:lnTo>
                    <a:pt x="29282" y="1443967"/>
                  </a:lnTo>
                  <a:lnTo>
                    <a:pt x="39043" y="1441848"/>
                  </a:lnTo>
                  <a:lnTo>
                    <a:pt x="48804" y="1440042"/>
                  </a:lnTo>
                  <a:lnTo>
                    <a:pt x="58564" y="1437822"/>
                  </a:lnTo>
                  <a:lnTo>
                    <a:pt x="68325" y="1435876"/>
                  </a:lnTo>
                  <a:lnTo>
                    <a:pt x="78086" y="1433379"/>
                  </a:lnTo>
                  <a:lnTo>
                    <a:pt x="87847" y="1431265"/>
                  </a:lnTo>
                  <a:lnTo>
                    <a:pt x="97608" y="1429273"/>
                  </a:lnTo>
                  <a:lnTo>
                    <a:pt x="107369" y="1427090"/>
                  </a:lnTo>
                  <a:lnTo>
                    <a:pt x="117129" y="1424319"/>
                  </a:lnTo>
                  <a:lnTo>
                    <a:pt x="126890" y="1422612"/>
                  </a:lnTo>
                  <a:lnTo>
                    <a:pt x="136651" y="1419981"/>
                  </a:lnTo>
                  <a:lnTo>
                    <a:pt x="146412" y="1417448"/>
                  </a:lnTo>
                  <a:lnTo>
                    <a:pt x="156173" y="1415241"/>
                  </a:lnTo>
                  <a:lnTo>
                    <a:pt x="165933" y="1412635"/>
                  </a:lnTo>
                  <a:lnTo>
                    <a:pt x="175694" y="1410281"/>
                  </a:lnTo>
                  <a:lnTo>
                    <a:pt x="185455" y="1408533"/>
                  </a:lnTo>
                  <a:lnTo>
                    <a:pt x="195216" y="1406369"/>
                  </a:lnTo>
                  <a:lnTo>
                    <a:pt x="204977" y="1403705"/>
                  </a:lnTo>
                  <a:lnTo>
                    <a:pt x="214738" y="1401391"/>
                  </a:lnTo>
                  <a:lnTo>
                    <a:pt x="224498" y="1398453"/>
                  </a:lnTo>
                  <a:lnTo>
                    <a:pt x="234259" y="1395658"/>
                  </a:lnTo>
                  <a:lnTo>
                    <a:pt x="244020" y="1392982"/>
                  </a:lnTo>
                  <a:lnTo>
                    <a:pt x="253781" y="1391035"/>
                  </a:lnTo>
                  <a:lnTo>
                    <a:pt x="263542" y="1388347"/>
                  </a:lnTo>
                  <a:lnTo>
                    <a:pt x="273303" y="1386058"/>
                  </a:lnTo>
                  <a:lnTo>
                    <a:pt x="283063" y="1384026"/>
                  </a:lnTo>
                  <a:lnTo>
                    <a:pt x="292824" y="1381604"/>
                  </a:lnTo>
                  <a:lnTo>
                    <a:pt x="302585" y="1378749"/>
                  </a:lnTo>
                  <a:lnTo>
                    <a:pt x="312346" y="1376041"/>
                  </a:lnTo>
                  <a:lnTo>
                    <a:pt x="322107" y="1373171"/>
                  </a:lnTo>
                  <a:lnTo>
                    <a:pt x="331867" y="1370930"/>
                  </a:lnTo>
                  <a:lnTo>
                    <a:pt x="341628" y="1368731"/>
                  </a:lnTo>
                  <a:lnTo>
                    <a:pt x="351389" y="1365725"/>
                  </a:lnTo>
                  <a:lnTo>
                    <a:pt x="361150" y="1363522"/>
                  </a:lnTo>
                  <a:lnTo>
                    <a:pt x="370911" y="1360940"/>
                  </a:lnTo>
                  <a:lnTo>
                    <a:pt x="380672" y="1358322"/>
                  </a:lnTo>
                  <a:lnTo>
                    <a:pt x="390432" y="1355564"/>
                  </a:lnTo>
                  <a:lnTo>
                    <a:pt x="400193" y="1353268"/>
                  </a:lnTo>
                  <a:lnTo>
                    <a:pt x="409954" y="1351112"/>
                  </a:lnTo>
                  <a:lnTo>
                    <a:pt x="419715" y="1348201"/>
                  </a:lnTo>
                  <a:lnTo>
                    <a:pt x="429476" y="1345603"/>
                  </a:lnTo>
                  <a:lnTo>
                    <a:pt x="439236" y="1342665"/>
                  </a:lnTo>
                  <a:lnTo>
                    <a:pt x="448997" y="1339449"/>
                  </a:lnTo>
                  <a:lnTo>
                    <a:pt x="458758" y="1336364"/>
                  </a:lnTo>
                  <a:lnTo>
                    <a:pt x="468519" y="1333224"/>
                  </a:lnTo>
                  <a:lnTo>
                    <a:pt x="478280" y="1330362"/>
                  </a:lnTo>
                  <a:lnTo>
                    <a:pt x="488041" y="1326553"/>
                  </a:lnTo>
                  <a:lnTo>
                    <a:pt x="497801" y="1323450"/>
                  </a:lnTo>
                  <a:lnTo>
                    <a:pt x="507562" y="1320832"/>
                  </a:lnTo>
                  <a:lnTo>
                    <a:pt x="517323" y="1317416"/>
                  </a:lnTo>
                  <a:lnTo>
                    <a:pt x="527084" y="1313927"/>
                  </a:lnTo>
                  <a:lnTo>
                    <a:pt x="536845" y="1310743"/>
                  </a:lnTo>
                  <a:lnTo>
                    <a:pt x="546606" y="1307670"/>
                  </a:lnTo>
                  <a:lnTo>
                    <a:pt x="556366" y="1304001"/>
                  </a:lnTo>
                  <a:lnTo>
                    <a:pt x="566127" y="1301153"/>
                  </a:lnTo>
                  <a:lnTo>
                    <a:pt x="575888" y="1298320"/>
                  </a:lnTo>
                  <a:lnTo>
                    <a:pt x="585649" y="1295278"/>
                  </a:lnTo>
                  <a:lnTo>
                    <a:pt x="595410" y="1292436"/>
                  </a:lnTo>
                  <a:lnTo>
                    <a:pt x="605170" y="1289444"/>
                  </a:lnTo>
                  <a:lnTo>
                    <a:pt x="614931" y="1285996"/>
                  </a:lnTo>
                  <a:lnTo>
                    <a:pt x="624692" y="1282716"/>
                  </a:lnTo>
                  <a:lnTo>
                    <a:pt x="634453" y="1279493"/>
                  </a:lnTo>
                  <a:lnTo>
                    <a:pt x="644214" y="1276103"/>
                  </a:lnTo>
                  <a:lnTo>
                    <a:pt x="653975" y="1272080"/>
                  </a:lnTo>
                  <a:lnTo>
                    <a:pt x="663735" y="1269343"/>
                  </a:lnTo>
                  <a:lnTo>
                    <a:pt x="673496" y="1266244"/>
                  </a:lnTo>
                  <a:lnTo>
                    <a:pt x="683257" y="1263560"/>
                  </a:lnTo>
                  <a:lnTo>
                    <a:pt x="693018" y="1260270"/>
                  </a:lnTo>
                  <a:lnTo>
                    <a:pt x="702779" y="1257100"/>
                  </a:lnTo>
                  <a:lnTo>
                    <a:pt x="712539" y="1253335"/>
                  </a:lnTo>
                  <a:lnTo>
                    <a:pt x="722300" y="1250166"/>
                  </a:lnTo>
                  <a:lnTo>
                    <a:pt x="732061" y="1246798"/>
                  </a:lnTo>
                  <a:lnTo>
                    <a:pt x="741822" y="1242242"/>
                  </a:lnTo>
                  <a:lnTo>
                    <a:pt x="751583" y="1237972"/>
                  </a:lnTo>
                  <a:lnTo>
                    <a:pt x="761344" y="1233825"/>
                  </a:lnTo>
                  <a:lnTo>
                    <a:pt x="771104" y="1230418"/>
                  </a:lnTo>
                  <a:lnTo>
                    <a:pt x="780865" y="1226410"/>
                  </a:lnTo>
                  <a:lnTo>
                    <a:pt x="790626" y="1222432"/>
                  </a:lnTo>
                  <a:lnTo>
                    <a:pt x="800387" y="1218820"/>
                  </a:lnTo>
                  <a:lnTo>
                    <a:pt x="810148" y="1214865"/>
                  </a:lnTo>
                  <a:lnTo>
                    <a:pt x="819909" y="1211081"/>
                  </a:lnTo>
                  <a:lnTo>
                    <a:pt x="829669" y="1207231"/>
                  </a:lnTo>
                  <a:lnTo>
                    <a:pt x="839430" y="1203285"/>
                  </a:lnTo>
                  <a:lnTo>
                    <a:pt x="849191" y="1199376"/>
                  </a:lnTo>
                  <a:lnTo>
                    <a:pt x="858952" y="1195851"/>
                  </a:lnTo>
                  <a:lnTo>
                    <a:pt x="868713" y="1191674"/>
                  </a:lnTo>
                  <a:lnTo>
                    <a:pt x="878473" y="1188014"/>
                  </a:lnTo>
                  <a:lnTo>
                    <a:pt x="888234" y="1183891"/>
                  </a:lnTo>
                  <a:lnTo>
                    <a:pt x="897995" y="1179514"/>
                  </a:lnTo>
                  <a:lnTo>
                    <a:pt x="907756" y="1175533"/>
                  </a:lnTo>
                  <a:lnTo>
                    <a:pt x="917517" y="1171308"/>
                  </a:lnTo>
                  <a:lnTo>
                    <a:pt x="927278" y="1167517"/>
                  </a:lnTo>
                  <a:lnTo>
                    <a:pt x="937038" y="1163440"/>
                  </a:lnTo>
                  <a:lnTo>
                    <a:pt x="946799" y="1159745"/>
                  </a:lnTo>
                  <a:lnTo>
                    <a:pt x="956560" y="1155587"/>
                  </a:lnTo>
                  <a:lnTo>
                    <a:pt x="966321" y="1151323"/>
                  </a:lnTo>
                  <a:lnTo>
                    <a:pt x="976082" y="1146676"/>
                  </a:lnTo>
                  <a:lnTo>
                    <a:pt x="985842" y="1141679"/>
                  </a:lnTo>
                  <a:lnTo>
                    <a:pt x="995603" y="1137870"/>
                  </a:lnTo>
                  <a:lnTo>
                    <a:pt x="1005364" y="1133908"/>
                  </a:lnTo>
                  <a:lnTo>
                    <a:pt x="1015125" y="1129466"/>
                  </a:lnTo>
                  <a:lnTo>
                    <a:pt x="1024886" y="1125470"/>
                  </a:lnTo>
                  <a:lnTo>
                    <a:pt x="1034647" y="1121103"/>
                  </a:lnTo>
                  <a:lnTo>
                    <a:pt x="1044407" y="1116893"/>
                  </a:lnTo>
                  <a:lnTo>
                    <a:pt x="1054168" y="1112509"/>
                  </a:lnTo>
                  <a:lnTo>
                    <a:pt x="1063929" y="1108525"/>
                  </a:lnTo>
                  <a:lnTo>
                    <a:pt x="1073690" y="1103872"/>
                  </a:lnTo>
                  <a:lnTo>
                    <a:pt x="1083451" y="1099219"/>
                  </a:lnTo>
                  <a:lnTo>
                    <a:pt x="1093212" y="1094195"/>
                  </a:lnTo>
                  <a:lnTo>
                    <a:pt x="1102972" y="1089655"/>
                  </a:lnTo>
                  <a:lnTo>
                    <a:pt x="1112733" y="1084993"/>
                  </a:lnTo>
                  <a:lnTo>
                    <a:pt x="1122494" y="1079396"/>
                  </a:lnTo>
                  <a:lnTo>
                    <a:pt x="1132255" y="1075063"/>
                  </a:lnTo>
                  <a:lnTo>
                    <a:pt x="1142016" y="1069428"/>
                  </a:lnTo>
                  <a:lnTo>
                    <a:pt x="1151776" y="1064328"/>
                  </a:lnTo>
                  <a:lnTo>
                    <a:pt x="1161537" y="1060113"/>
                  </a:lnTo>
                  <a:lnTo>
                    <a:pt x="1171298" y="1054911"/>
                  </a:lnTo>
                  <a:lnTo>
                    <a:pt x="1181059" y="1049835"/>
                  </a:lnTo>
                  <a:lnTo>
                    <a:pt x="1190820" y="1045249"/>
                  </a:lnTo>
                  <a:lnTo>
                    <a:pt x="1200581" y="1041251"/>
                  </a:lnTo>
                  <a:lnTo>
                    <a:pt x="1210341" y="1035657"/>
                  </a:lnTo>
                  <a:lnTo>
                    <a:pt x="1220102" y="1031257"/>
                  </a:lnTo>
                  <a:lnTo>
                    <a:pt x="1229863" y="1026404"/>
                  </a:lnTo>
                  <a:lnTo>
                    <a:pt x="1239624" y="1021666"/>
                  </a:lnTo>
                  <a:lnTo>
                    <a:pt x="1249385" y="1017030"/>
                  </a:lnTo>
                  <a:lnTo>
                    <a:pt x="1259145" y="1011740"/>
                  </a:lnTo>
                  <a:lnTo>
                    <a:pt x="1268906" y="1006361"/>
                  </a:lnTo>
                  <a:lnTo>
                    <a:pt x="1278667" y="999839"/>
                  </a:lnTo>
                  <a:lnTo>
                    <a:pt x="1288428" y="994228"/>
                  </a:lnTo>
                  <a:lnTo>
                    <a:pt x="1298189" y="989465"/>
                  </a:lnTo>
                  <a:lnTo>
                    <a:pt x="1307950" y="984523"/>
                  </a:lnTo>
                  <a:lnTo>
                    <a:pt x="1317710" y="979775"/>
                  </a:lnTo>
                  <a:lnTo>
                    <a:pt x="1327471" y="974595"/>
                  </a:lnTo>
                  <a:lnTo>
                    <a:pt x="1337232" y="969130"/>
                  </a:lnTo>
                  <a:lnTo>
                    <a:pt x="1346993" y="963681"/>
                  </a:lnTo>
                  <a:lnTo>
                    <a:pt x="1356754" y="957995"/>
                  </a:lnTo>
                  <a:lnTo>
                    <a:pt x="1366515" y="951784"/>
                  </a:lnTo>
                  <a:lnTo>
                    <a:pt x="1376275" y="946342"/>
                  </a:lnTo>
                  <a:lnTo>
                    <a:pt x="1386036" y="939969"/>
                  </a:lnTo>
                  <a:lnTo>
                    <a:pt x="1395797" y="935120"/>
                  </a:lnTo>
                  <a:lnTo>
                    <a:pt x="1405558" y="929334"/>
                  </a:lnTo>
                  <a:lnTo>
                    <a:pt x="1415319" y="923533"/>
                  </a:lnTo>
                  <a:lnTo>
                    <a:pt x="1425079" y="918254"/>
                  </a:lnTo>
                  <a:lnTo>
                    <a:pt x="1434840" y="912546"/>
                  </a:lnTo>
                  <a:lnTo>
                    <a:pt x="1444601" y="907021"/>
                  </a:lnTo>
                  <a:lnTo>
                    <a:pt x="1454362" y="901092"/>
                  </a:lnTo>
                  <a:lnTo>
                    <a:pt x="1464123" y="894360"/>
                  </a:lnTo>
                  <a:lnTo>
                    <a:pt x="1473884" y="888873"/>
                  </a:lnTo>
                  <a:lnTo>
                    <a:pt x="1483644" y="882958"/>
                  </a:lnTo>
                  <a:lnTo>
                    <a:pt x="1493405" y="877483"/>
                  </a:lnTo>
                  <a:lnTo>
                    <a:pt x="1503166" y="870742"/>
                  </a:lnTo>
                  <a:lnTo>
                    <a:pt x="1512927" y="864293"/>
                  </a:lnTo>
                  <a:lnTo>
                    <a:pt x="1522688" y="858044"/>
                  </a:lnTo>
                  <a:lnTo>
                    <a:pt x="1532448" y="852204"/>
                  </a:lnTo>
                  <a:lnTo>
                    <a:pt x="1542209" y="845538"/>
                  </a:lnTo>
                  <a:lnTo>
                    <a:pt x="1551970" y="839851"/>
                  </a:lnTo>
                  <a:lnTo>
                    <a:pt x="1561731" y="833365"/>
                  </a:lnTo>
                  <a:lnTo>
                    <a:pt x="1571492" y="826787"/>
                  </a:lnTo>
                  <a:lnTo>
                    <a:pt x="1581253" y="820902"/>
                  </a:lnTo>
                  <a:lnTo>
                    <a:pt x="1591013" y="815416"/>
                  </a:lnTo>
                  <a:lnTo>
                    <a:pt x="1600774" y="808818"/>
                  </a:lnTo>
                  <a:lnTo>
                    <a:pt x="1610535" y="801506"/>
                  </a:lnTo>
                  <a:lnTo>
                    <a:pt x="1620296" y="795707"/>
                  </a:lnTo>
                  <a:lnTo>
                    <a:pt x="1630057" y="789244"/>
                  </a:lnTo>
                  <a:lnTo>
                    <a:pt x="1639818" y="782093"/>
                  </a:lnTo>
                  <a:lnTo>
                    <a:pt x="1649578" y="776321"/>
                  </a:lnTo>
                  <a:lnTo>
                    <a:pt x="1659339" y="769579"/>
                  </a:lnTo>
                  <a:lnTo>
                    <a:pt x="1669100" y="763696"/>
                  </a:lnTo>
                  <a:lnTo>
                    <a:pt x="1678861" y="757350"/>
                  </a:lnTo>
                  <a:lnTo>
                    <a:pt x="1688622" y="750645"/>
                  </a:lnTo>
                  <a:lnTo>
                    <a:pt x="1698382" y="743524"/>
                  </a:lnTo>
                  <a:lnTo>
                    <a:pt x="1708143" y="737368"/>
                  </a:lnTo>
                  <a:lnTo>
                    <a:pt x="1717904" y="731135"/>
                  </a:lnTo>
                  <a:lnTo>
                    <a:pt x="1727665" y="724203"/>
                  </a:lnTo>
                  <a:lnTo>
                    <a:pt x="1737426" y="716680"/>
                  </a:lnTo>
                  <a:lnTo>
                    <a:pt x="1747187" y="708710"/>
                  </a:lnTo>
                  <a:lnTo>
                    <a:pt x="1756947" y="701845"/>
                  </a:lnTo>
                  <a:lnTo>
                    <a:pt x="1766708" y="694803"/>
                  </a:lnTo>
                  <a:lnTo>
                    <a:pt x="1776469" y="687453"/>
                  </a:lnTo>
                  <a:lnTo>
                    <a:pt x="1786230" y="680458"/>
                  </a:lnTo>
                  <a:lnTo>
                    <a:pt x="1795991" y="673411"/>
                  </a:lnTo>
                  <a:lnTo>
                    <a:pt x="1805752" y="666339"/>
                  </a:lnTo>
                  <a:lnTo>
                    <a:pt x="1815512" y="659500"/>
                  </a:lnTo>
                  <a:lnTo>
                    <a:pt x="1825273" y="652527"/>
                  </a:lnTo>
                  <a:lnTo>
                    <a:pt x="1835034" y="645298"/>
                  </a:lnTo>
                  <a:lnTo>
                    <a:pt x="1844795" y="638384"/>
                  </a:lnTo>
                  <a:lnTo>
                    <a:pt x="1854556" y="630448"/>
                  </a:lnTo>
                  <a:lnTo>
                    <a:pt x="1864316" y="622419"/>
                  </a:lnTo>
                  <a:lnTo>
                    <a:pt x="1874077" y="614800"/>
                  </a:lnTo>
                  <a:lnTo>
                    <a:pt x="1883838" y="607052"/>
                  </a:lnTo>
                  <a:lnTo>
                    <a:pt x="1893599" y="599542"/>
                  </a:lnTo>
                  <a:lnTo>
                    <a:pt x="1903360" y="591717"/>
                  </a:lnTo>
                  <a:lnTo>
                    <a:pt x="1913121" y="583286"/>
                  </a:lnTo>
                  <a:lnTo>
                    <a:pt x="1922881" y="576126"/>
                  </a:lnTo>
                  <a:lnTo>
                    <a:pt x="1932642" y="568790"/>
                  </a:lnTo>
                  <a:lnTo>
                    <a:pt x="1942403" y="561387"/>
                  </a:lnTo>
                  <a:lnTo>
                    <a:pt x="1952164" y="553243"/>
                  </a:lnTo>
                  <a:lnTo>
                    <a:pt x="1961925" y="544771"/>
                  </a:lnTo>
                  <a:lnTo>
                    <a:pt x="1971685" y="535971"/>
                  </a:lnTo>
                  <a:lnTo>
                    <a:pt x="1981446" y="528367"/>
                  </a:lnTo>
                  <a:lnTo>
                    <a:pt x="1991207" y="519931"/>
                  </a:lnTo>
                  <a:lnTo>
                    <a:pt x="2000968" y="512272"/>
                  </a:lnTo>
                  <a:lnTo>
                    <a:pt x="2010729" y="503084"/>
                  </a:lnTo>
                  <a:lnTo>
                    <a:pt x="2020490" y="496124"/>
                  </a:lnTo>
                  <a:lnTo>
                    <a:pt x="2030250" y="487794"/>
                  </a:lnTo>
                  <a:lnTo>
                    <a:pt x="2040011" y="477764"/>
                  </a:lnTo>
                  <a:lnTo>
                    <a:pt x="2049772" y="468466"/>
                  </a:lnTo>
                  <a:lnTo>
                    <a:pt x="2059533" y="460250"/>
                  </a:lnTo>
                  <a:lnTo>
                    <a:pt x="2069294" y="450729"/>
                  </a:lnTo>
                  <a:lnTo>
                    <a:pt x="2079055" y="440773"/>
                  </a:lnTo>
                  <a:lnTo>
                    <a:pt x="2088815" y="433195"/>
                  </a:lnTo>
                  <a:lnTo>
                    <a:pt x="2098576" y="424649"/>
                  </a:lnTo>
                  <a:lnTo>
                    <a:pt x="2108337" y="416927"/>
                  </a:lnTo>
                  <a:lnTo>
                    <a:pt x="2118098" y="408838"/>
                  </a:lnTo>
                  <a:lnTo>
                    <a:pt x="2127859" y="401420"/>
                  </a:lnTo>
                  <a:lnTo>
                    <a:pt x="2137619" y="392728"/>
                  </a:lnTo>
                  <a:lnTo>
                    <a:pt x="2147380" y="383576"/>
                  </a:lnTo>
                  <a:lnTo>
                    <a:pt x="2157141" y="374403"/>
                  </a:lnTo>
                  <a:lnTo>
                    <a:pt x="2166902" y="365001"/>
                  </a:lnTo>
                  <a:lnTo>
                    <a:pt x="2176663" y="356234"/>
                  </a:lnTo>
                  <a:lnTo>
                    <a:pt x="2186424" y="347783"/>
                  </a:lnTo>
                  <a:lnTo>
                    <a:pt x="2196184" y="337902"/>
                  </a:lnTo>
                  <a:lnTo>
                    <a:pt x="2205945" y="329275"/>
                  </a:lnTo>
                  <a:lnTo>
                    <a:pt x="2215706" y="319206"/>
                  </a:lnTo>
                  <a:lnTo>
                    <a:pt x="2225467" y="310009"/>
                  </a:lnTo>
                  <a:lnTo>
                    <a:pt x="2235228" y="300740"/>
                  </a:lnTo>
                  <a:lnTo>
                    <a:pt x="2244988" y="290587"/>
                  </a:lnTo>
                  <a:lnTo>
                    <a:pt x="2254749" y="280608"/>
                  </a:lnTo>
                  <a:lnTo>
                    <a:pt x="2264510" y="271281"/>
                  </a:lnTo>
                  <a:lnTo>
                    <a:pt x="2274271" y="261795"/>
                  </a:lnTo>
                  <a:lnTo>
                    <a:pt x="2284032" y="252661"/>
                  </a:lnTo>
                  <a:lnTo>
                    <a:pt x="2293793" y="243818"/>
                  </a:lnTo>
                  <a:lnTo>
                    <a:pt x="2303553" y="233850"/>
                  </a:lnTo>
                  <a:lnTo>
                    <a:pt x="2313314" y="223605"/>
                  </a:lnTo>
                  <a:lnTo>
                    <a:pt x="2323075" y="213811"/>
                  </a:lnTo>
                  <a:lnTo>
                    <a:pt x="2332836" y="203893"/>
                  </a:lnTo>
                  <a:lnTo>
                    <a:pt x="2342597" y="193814"/>
                  </a:lnTo>
                  <a:lnTo>
                    <a:pt x="2352358" y="184559"/>
                  </a:lnTo>
                  <a:lnTo>
                    <a:pt x="2362118" y="175247"/>
                  </a:lnTo>
                  <a:lnTo>
                    <a:pt x="2371879" y="165511"/>
                  </a:lnTo>
                  <a:lnTo>
                    <a:pt x="2381640" y="155661"/>
                  </a:lnTo>
                  <a:lnTo>
                    <a:pt x="2391401" y="145633"/>
                  </a:lnTo>
                  <a:lnTo>
                    <a:pt x="2401162" y="135440"/>
                  </a:lnTo>
                  <a:lnTo>
                    <a:pt x="2410922" y="125431"/>
                  </a:lnTo>
                  <a:lnTo>
                    <a:pt x="2420683" y="114329"/>
                  </a:lnTo>
                  <a:lnTo>
                    <a:pt x="2430444" y="103230"/>
                  </a:lnTo>
                  <a:lnTo>
                    <a:pt x="2440205" y="93143"/>
                  </a:lnTo>
                  <a:lnTo>
                    <a:pt x="2449966" y="83998"/>
                  </a:lnTo>
                  <a:lnTo>
                    <a:pt x="2459727" y="74840"/>
                  </a:lnTo>
                  <a:lnTo>
                    <a:pt x="2469487" y="63332"/>
                  </a:lnTo>
                  <a:lnTo>
                    <a:pt x="2479248" y="51765"/>
                  </a:lnTo>
                  <a:lnTo>
                    <a:pt x="2489009" y="40684"/>
                  </a:lnTo>
                  <a:lnTo>
                    <a:pt x="2498770" y="30532"/>
                  </a:lnTo>
                  <a:lnTo>
                    <a:pt x="2508531" y="20880"/>
                  </a:lnTo>
                  <a:lnTo>
                    <a:pt x="2518291" y="11712"/>
                  </a:lnTo>
                  <a:lnTo>
                    <a:pt x="2528052" y="0"/>
                  </a:lnTo>
                </a:path>
              </a:pathLst>
            </a:custGeom>
            <a:ln w="1897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2"/>
            <p:cNvSpPr/>
            <p:nvPr/>
          </p:nvSpPr>
          <p:spPr>
            <a:xfrm>
              <a:off x="611514" y="5248437"/>
              <a:ext cx="2528052" cy="362867"/>
            </a:xfrm>
            <a:custGeom>
              <a:avLst/>
              <a:pathLst>
                <a:path w="2528052" h="362867">
                  <a:moveTo>
                    <a:pt x="0" y="0"/>
                  </a:moveTo>
                  <a:lnTo>
                    <a:pt x="9760" y="2455"/>
                  </a:lnTo>
                  <a:lnTo>
                    <a:pt x="19521" y="5349"/>
                  </a:lnTo>
                  <a:lnTo>
                    <a:pt x="29282" y="8030"/>
                  </a:lnTo>
                  <a:lnTo>
                    <a:pt x="39043" y="10854"/>
                  </a:lnTo>
                  <a:lnTo>
                    <a:pt x="48804" y="13917"/>
                  </a:lnTo>
                  <a:lnTo>
                    <a:pt x="58564" y="16713"/>
                  </a:lnTo>
                  <a:lnTo>
                    <a:pt x="68325" y="19112"/>
                  </a:lnTo>
                  <a:lnTo>
                    <a:pt x="78086" y="21727"/>
                  </a:lnTo>
                  <a:lnTo>
                    <a:pt x="87847" y="24542"/>
                  </a:lnTo>
                  <a:lnTo>
                    <a:pt x="97608" y="27094"/>
                  </a:lnTo>
                  <a:lnTo>
                    <a:pt x="107369" y="29932"/>
                  </a:lnTo>
                  <a:lnTo>
                    <a:pt x="117129" y="32938"/>
                  </a:lnTo>
                  <a:lnTo>
                    <a:pt x="126890" y="35917"/>
                  </a:lnTo>
                  <a:lnTo>
                    <a:pt x="136651" y="38402"/>
                  </a:lnTo>
                  <a:lnTo>
                    <a:pt x="146412" y="41253"/>
                  </a:lnTo>
                  <a:lnTo>
                    <a:pt x="156173" y="43544"/>
                  </a:lnTo>
                  <a:lnTo>
                    <a:pt x="165933" y="45749"/>
                  </a:lnTo>
                  <a:lnTo>
                    <a:pt x="175694" y="47802"/>
                  </a:lnTo>
                  <a:lnTo>
                    <a:pt x="185455" y="50346"/>
                  </a:lnTo>
                  <a:lnTo>
                    <a:pt x="195216" y="53099"/>
                  </a:lnTo>
                  <a:lnTo>
                    <a:pt x="204977" y="56028"/>
                  </a:lnTo>
                  <a:lnTo>
                    <a:pt x="214738" y="58506"/>
                  </a:lnTo>
                  <a:lnTo>
                    <a:pt x="224498" y="60922"/>
                  </a:lnTo>
                  <a:lnTo>
                    <a:pt x="234259" y="63679"/>
                  </a:lnTo>
                  <a:lnTo>
                    <a:pt x="244020" y="65868"/>
                  </a:lnTo>
                  <a:lnTo>
                    <a:pt x="253781" y="68494"/>
                  </a:lnTo>
                  <a:lnTo>
                    <a:pt x="263542" y="70624"/>
                  </a:lnTo>
                  <a:lnTo>
                    <a:pt x="273303" y="73172"/>
                  </a:lnTo>
                  <a:lnTo>
                    <a:pt x="283063" y="75619"/>
                  </a:lnTo>
                  <a:lnTo>
                    <a:pt x="292824" y="77813"/>
                  </a:lnTo>
                  <a:lnTo>
                    <a:pt x="302585" y="80349"/>
                  </a:lnTo>
                  <a:lnTo>
                    <a:pt x="312346" y="83492"/>
                  </a:lnTo>
                  <a:lnTo>
                    <a:pt x="322107" y="85790"/>
                  </a:lnTo>
                  <a:lnTo>
                    <a:pt x="331867" y="87875"/>
                  </a:lnTo>
                  <a:lnTo>
                    <a:pt x="341628" y="90045"/>
                  </a:lnTo>
                  <a:lnTo>
                    <a:pt x="351389" y="92094"/>
                  </a:lnTo>
                  <a:lnTo>
                    <a:pt x="361150" y="94347"/>
                  </a:lnTo>
                  <a:lnTo>
                    <a:pt x="370911" y="96304"/>
                  </a:lnTo>
                  <a:lnTo>
                    <a:pt x="380672" y="98477"/>
                  </a:lnTo>
                  <a:lnTo>
                    <a:pt x="390432" y="100943"/>
                  </a:lnTo>
                  <a:lnTo>
                    <a:pt x="400193" y="103034"/>
                  </a:lnTo>
                  <a:lnTo>
                    <a:pt x="409954" y="105297"/>
                  </a:lnTo>
                  <a:lnTo>
                    <a:pt x="419715" y="107574"/>
                  </a:lnTo>
                  <a:lnTo>
                    <a:pt x="429476" y="110235"/>
                  </a:lnTo>
                  <a:lnTo>
                    <a:pt x="439236" y="112409"/>
                  </a:lnTo>
                  <a:lnTo>
                    <a:pt x="448997" y="114619"/>
                  </a:lnTo>
                  <a:lnTo>
                    <a:pt x="458758" y="116618"/>
                  </a:lnTo>
                  <a:lnTo>
                    <a:pt x="468519" y="118510"/>
                  </a:lnTo>
                  <a:lnTo>
                    <a:pt x="478280" y="120289"/>
                  </a:lnTo>
                  <a:lnTo>
                    <a:pt x="488041" y="122743"/>
                  </a:lnTo>
                  <a:lnTo>
                    <a:pt x="497801" y="124902"/>
                  </a:lnTo>
                  <a:lnTo>
                    <a:pt x="507562" y="127189"/>
                  </a:lnTo>
                  <a:lnTo>
                    <a:pt x="517323" y="129146"/>
                  </a:lnTo>
                  <a:lnTo>
                    <a:pt x="527084" y="131167"/>
                  </a:lnTo>
                  <a:lnTo>
                    <a:pt x="536845" y="133174"/>
                  </a:lnTo>
                  <a:lnTo>
                    <a:pt x="546606" y="135097"/>
                  </a:lnTo>
                  <a:lnTo>
                    <a:pt x="556366" y="137143"/>
                  </a:lnTo>
                  <a:lnTo>
                    <a:pt x="566127" y="139146"/>
                  </a:lnTo>
                  <a:lnTo>
                    <a:pt x="575888" y="141195"/>
                  </a:lnTo>
                  <a:lnTo>
                    <a:pt x="585649" y="142994"/>
                  </a:lnTo>
                  <a:lnTo>
                    <a:pt x="595410" y="144894"/>
                  </a:lnTo>
                  <a:lnTo>
                    <a:pt x="605170" y="146965"/>
                  </a:lnTo>
                  <a:lnTo>
                    <a:pt x="614931" y="149014"/>
                  </a:lnTo>
                  <a:lnTo>
                    <a:pt x="624692" y="150899"/>
                  </a:lnTo>
                  <a:lnTo>
                    <a:pt x="634453" y="152713"/>
                  </a:lnTo>
                  <a:lnTo>
                    <a:pt x="644214" y="154810"/>
                  </a:lnTo>
                  <a:lnTo>
                    <a:pt x="653975" y="156661"/>
                  </a:lnTo>
                  <a:lnTo>
                    <a:pt x="663735" y="158765"/>
                  </a:lnTo>
                  <a:lnTo>
                    <a:pt x="673496" y="160512"/>
                  </a:lnTo>
                  <a:lnTo>
                    <a:pt x="683257" y="162173"/>
                  </a:lnTo>
                  <a:lnTo>
                    <a:pt x="693018" y="164053"/>
                  </a:lnTo>
                  <a:lnTo>
                    <a:pt x="702779" y="165849"/>
                  </a:lnTo>
                  <a:lnTo>
                    <a:pt x="712539" y="167657"/>
                  </a:lnTo>
                  <a:lnTo>
                    <a:pt x="722300" y="169782"/>
                  </a:lnTo>
                  <a:lnTo>
                    <a:pt x="732061" y="171062"/>
                  </a:lnTo>
                  <a:lnTo>
                    <a:pt x="741822" y="172850"/>
                  </a:lnTo>
                  <a:lnTo>
                    <a:pt x="751583" y="174888"/>
                  </a:lnTo>
                  <a:lnTo>
                    <a:pt x="761344" y="176609"/>
                  </a:lnTo>
                  <a:lnTo>
                    <a:pt x="771104" y="178476"/>
                  </a:lnTo>
                  <a:lnTo>
                    <a:pt x="780865" y="179973"/>
                  </a:lnTo>
                  <a:lnTo>
                    <a:pt x="790626" y="181740"/>
                  </a:lnTo>
                  <a:lnTo>
                    <a:pt x="800387" y="183196"/>
                  </a:lnTo>
                  <a:lnTo>
                    <a:pt x="810148" y="184740"/>
                  </a:lnTo>
                  <a:lnTo>
                    <a:pt x="819909" y="186527"/>
                  </a:lnTo>
                  <a:lnTo>
                    <a:pt x="829669" y="188259"/>
                  </a:lnTo>
                  <a:lnTo>
                    <a:pt x="839430" y="189926"/>
                  </a:lnTo>
                  <a:lnTo>
                    <a:pt x="849191" y="191438"/>
                  </a:lnTo>
                  <a:lnTo>
                    <a:pt x="858952" y="193103"/>
                  </a:lnTo>
                  <a:lnTo>
                    <a:pt x="868713" y="194898"/>
                  </a:lnTo>
                  <a:lnTo>
                    <a:pt x="878473" y="196883"/>
                  </a:lnTo>
                  <a:lnTo>
                    <a:pt x="888234" y="198669"/>
                  </a:lnTo>
                  <a:lnTo>
                    <a:pt x="897995" y="200536"/>
                  </a:lnTo>
                  <a:lnTo>
                    <a:pt x="907756" y="202230"/>
                  </a:lnTo>
                  <a:lnTo>
                    <a:pt x="917517" y="203558"/>
                  </a:lnTo>
                  <a:lnTo>
                    <a:pt x="927278" y="204697"/>
                  </a:lnTo>
                  <a:lnTo>
                    <a:pt x="937038" y="206467"/>
                  </a:lnTo>
                  <a:lnTo>
                    <a:pt x="946799" y="207953"/>
                  </a:lnTo>
                  <a:lnTo>
                    <a:pt x="956560" y="209123"/>
                  </a:lnTo>
                  <a:lnTo>
                    <a:pt x="966321" y="210981"/>
                  </a:lnTo>
                  <a:lnTo>
                    <a:pt x="976082" y="212703"/>
                  </a:lnTo>
                  <a:lnTo>
                    <a:pt x="985842" y="214228"/>
                  </a:lnTo>
                  <a:lnTo>
                    <a:pt x="995603" y="216053"/>
                  </a:lnTo>
                  <a:lnTo>
                    <a:pt x="1005364" y="217823"/>
                  </a:lnTo>
                  <a:lnTo>
                    <a:pt x="1015125" y="219262"/>
                  </a:lnTo>
                  <a:lnTo>
                    <a:pt x="1024886" y="220695"/>
                  </a:lnTo>
                  <a:lnTo>
                    <a:pt x="1034647" y="222097"/>
                  </a:lnTo>
                  <a:lnTo>
                    <a:pt x="1044407" y="223357"/>
                  </a:lnTo>
                  <a:lnTo>
                    <a:pt x="1054168" y="224963"/>
                  </a:lnTo>
                  <a:lnTo>
                    <a:pt x="1063929" y="226666"/>
                  </a:lnTo>
                  <a:lnTo>
                    <a:pt x="1073690" y="228189"/>
                  </a:lnTo>
                  <a:lnTo>
                    <a:pt x="1083451" y="229760"/>
                  </a:lnTo>
                  <a:lnTo>
                    <a:pt x="1093212" y="230704"/>
                  </a:lnTo>
                  <a:lnTo>
                    <a:pt x="1102972" y="232059"/>
                  </a:lnTo>
                  <a:lnTo>
                    <a:pt x="1112733" y="233509"/>
                  </a:lnTo>
                  <a:lnTo>
                    <a:pt x="1122494" y="234737"/>
                  </a:lnTo>
                  <a:lnTo>
                    <a:pt x="1132255" y="236014"/>
                  </a:lnTo>
                  <a:lnTo>
                    <a:pt x="1142016" y="237191"/>
                  </a:lnTo>
                  <a:lnTo>
                    <a:pt x="1151776" y="238544"/>
                  </a:lnTo>
                  <a:lnTo>
                    <a:pt x="1161537" y="239509"/>
                  </a:lnTo>
                  <a:lnTo>
                    <a:pt x="1171298" y="240830"/>
                  </a:lnTo>
                  <a:lnTo>
                    <a:pt x="1181059" y="242361"/>
                  </a:lnTo>
                  <a:lnTo>
                    <a:pt x="1190820" y="243502"/>
                  </a:lnTo>
                  <a:lnTo>
                    <a:pt x="1200581" y="244705"/>
                  </a:lnTo>
                  <a:lnTo>
                    <a:pt x="1210341" y="245916"/>
                  </a:lnTo>
                  <a:lnTo>
                    <a:pt x="1220102" y="247006"/>
                  </a:lnTo>
                  <a:lnTo>
                    <a:pt x="1229863" y="248190"/>
                  </a:lnTo>
                  <a:lnTo>
                    <a:pt x="1239624" y="249422"/>
                  </a:lnTo>
                  <a:lnTo>
                    <a:pt x="1249385" y="250846"/>
                  </a:lnTo>
                  <a:lnTo>
                    <a:pt x="1259145" y="252124"/>
                  </a:lnTo>
                  <a:lnTo>
                    <a:pt x="1268906" y="253368"/>
                  </a:lnTo>
                  <a:lnTo>
                    <a:pt x="1278667" y="254555"/>
                  </a:lnTo>
                  <a:lnTo>
                    <a:pt x="1288428" y="256009"/>
                  </a:lnTo>
                  <a:lnTo>
                    <a:pt x="1298189" y="257459"/>
                  </a:lnTo>
                  <a:lnTo>
                    <a:pt x="1307950" y="258792"/>
                  </a:lnTo>
                  <a:lnTo>
                    <a:pt x="1317710" y="259898"/>
                  </a:lnTo>
                  <a:lnTo>
                    <a:pt x="1327471" y="261014"/>
                  </a:lnTo>
                  <a:lnTo>
                    <a:pt x="1337232" y="262042"/>
                  </a:lnTo>
                  <a:lnTo>
                    <a:pt x="1346993" y="263354"/>
                  </a:lnTo>
                  <a:lnTo>
                    <a:pt x="1356754" y="264601"/>
                  </a:lnTo>
                  <a:lnTo>
                    <a:pt x="1366515" y="265633"/>
                  </a:lnTo>
                  <a:lnTo>
                    <a:pt x="1376275" y="267004"/>
                  </a:lnTo>
                  <a:lnTo>
                    <a:pt x="1386036" y="268064"/>
                  </a:lnTo>
                  <a:lnTo>
                    <a:pt x="1395797" y="269258"/>
                  </a:lnTo>
                  <a:lnTo>
                    <a:pt x="1405558" y="270427"/>
                  </a:lnTo>
                  <a:lnTo>
                    <a:pt x="1415319" y="271592"/>
                  </a:lnTo>
                  <a:lnTo>
                    <a:pt x="1425079" y="272714"/>
                  </a:lnTo>
                  <a:lnTo>
                    <a:pt x="1434840" y="273910"/>
                  </a:lnTo>
                  <a:lnTo>
                    <a:pt x="1444601" y="275050"/>
                  </a:lnTo>
                  <a:lnTo>
                    <a:pt x="1454362" y="276125"/>
                  </a:lnTo>
                  <a:lnTo>
                    <a:pt x="1464123" y="277077"/>
                  </a:lnTo>
                  <a:lnTo>
                    <a:pt x="1473884" y="278200"/>
                  </a:lnTo>
                  <a:lnTo>
                    <a:pt x="1483644" y="279384"/>
                  </a:lnTo>
                  <a:lnTo>
                    <a:pt x="1493405" y="280347"/>
                  </a:lnTo>
                  <a:lnTo>
                    <a:pt x="1503166" y="281436"/>
                  </a:lnTo>
                  <a:lnTo>
                    <a:pt x="1512927" y="282612"/>
                  </a:lnTo>
                  <a:lnTo>
                    <a:pt x="1522688" y="283546"/>
                  </a:lnTo>
                  <a:lnTo>
                    <a:pt x="1532448" y="284743"/>
                  </a:lnTo>
                  <a:lnTo>
                    <a:pt x="1542209" y="285912"/>
                  </a:lnTo>
                  <a:lnTo>
                    <a:pt x="1551970" y="287150"/>
                  </a:lnTo>
                  <a:lnTo>
                    <a:pt x="1561731" y="288189"/>
                  </a:lnTo>
                  <a:lnTo>
                    <a:pt x="1571492" y="289150"/>
                  </a:lnTo>
                  <a:lnTo>
                    <a:pt x="1581253" y="290239"/>
                  </a:lnTo>
                  <a:lnTo>
                    <a:pt x="1591013" y="291226"/>
                  </a:lnTo>
                  <a:lnTo>
                    <a:pt x="1600774" y="292143"/>
                  </a:lnTo>
                  <a:lnTo>
                    <a:pt x="1610535" y="293215"/>
                  </a:lnTo>
                  <a:lnTo>
                    <a:pt x="1620296" y="294082"/>
                  </a:lnTo>
                  <a:lnTo>
                    <a:pt x="1630057" y="295196"/>
                  </a:lnTo>
                  <a:lnTo>
                    <a:pt x="1639818" y="296259"/>
                  </a:lnTo>
                  <a:lnTo>
                    <a:pt x="1649578" y="297393"/>
                  </a:lnTo>
                  <a:lnTo>
                    <a:pt x="1659339" y="298341"/>
                  </a:lnTo>
                  <a:lnTo>
                    <a:pt x="1669100" y="299203"/>
                  </a:lnTo>
                  <a:lnTo>
                    <a:pt x="1678861" y="300284"/>
                  </a:lnTo>
                  <a:lnTo>
                    <a:pt x="1688622" y="301317"/>
                  </a:lnTo>
                  <a:lnTo>
                    <a:pt x="1698382" y="302344"/>
                  </a:lnTo>
                  <a:lnTo>
                    <a:pt x="1708143" y="303315"/>
                  </a:lnTo>
                  <a:lnTo>
                    <a:pt x="1717904" y="304212"/>
                  </a:lnTo>
                  <a:lnTo>
                    <a:pt x="1727665" y="304966"/>
                  </a:lnTo>
                  <a:lnTo>
                    <a:pt x="1737426" y="305800"/>
                  </a:lnTo>
                  <a:lnTo>
                    <a:pt x="1747187" y="306699"/>
                  </a:lnTo>
                  <a:lnTo>
                    <a:pt x="1756947" y="307599"/>
                  </a:lnTo>
                  <a:lnTo>
                    <a:pt x="1766708" y="308381"/>
                  </a:lnTo>
                  <a:lnTo>
                    <a:pt x="1776469" y="309113"/>
                  </a:lnTo>
                  <a:lnTo>
                    <a:pt x="1786230" y="310006"/>
                  </a:lnTo>
                  <a:lnTo>
                    <a:pt x="1795991" y="310916"/>
                  </a:lnTo>
                  <a:lnTo>
                    <a:pt x="1805752" y="311821"/>
                  </a:lnTo>
                  <a:lnTo>
                    <a:pt x="1815512" y="312667"/>
                  </a:lnTo>
                  <a:lnTo>
                    <a:pt x="1825273" y="313407"/>
                  </a:lnTo>
                  <a:lnTo>
                    <a:pt x="1835034" y="314295"/>
                  </a:lnTo>
                  <a:lnTo>
                    <a:pt x="1844795" y="315064"/>
                  </a:lnTo>
                  <a:lnTo>
                    <a:pt x="1854556" y="315959"/>
                  </a:lnTo>
                  <a:lnTo>
                    <a:pt x="1864316" y="316872"/>
                  </a:lnTo>
                  <a:lnTo>
                    <a:pt x="1874077" y="317682"/>
                  </a:lnTo>
                  <a:lnTo>
                    <a:pt x="1883838" y="318435"/>
                  </a:lnTo>
                  <a:lnTo>
                    <a:pt x="1893599" y="319221"/>
                  </a:lnTo>
                  <a:lnTo>
                    <a:pt x="1903360" y="320050"/>
                  </a:lnTo>
                  <a:lnTo>
                    <a:pt x="1913121" y="320856"/>
                  </a:lnTo>
                  <a:lnTo>
                    <a:pt x="1922881" y="321613"/>
                  </a:lnTo>
                  <a:lnTo>
                    <a:pt x="1932642" y="322507"/>
                  </a:lnTo>
                  <a:lnTo>
                    <a:pt x="1942403" y="323336"/>
                  </a:lnTo>
                  <a:lnTo>
                    <a:pt x="1952164" y="324209"/>
                  </a:lnTo>
                  <a:lnTo>
                    <a:pt x="1961925" y="325101"/>
                  </a:lnTo>
                  <a:lnTo>
                    <a:pt x="1971685" y="325980"/>
                  </a:lnTo>
                  <a:lnTo>
                    <a:pt x="1981446" y="326754"/>
                  </a:lnTo>
                  <a:lnTo>
                    <a:pt x="1991207" y="327549"/>
                  </a:lnTo>
                  <a:lnTo>
                    <a:pt x="2000968" y="328365"/>
                  </a:lnTo>
                  <a:lnTo>
                    <a:pt x="2010729" y="329225"/>
                  </a:lnTo>
                  <a:lnTo>
                    <a:pt x="2020490" y="329994"/>
                  </a:lnTo>
                  <a:lnTo>
                    <a:pt x="2030250" y="330806"/>
                  </a:lnTo>
                  <a:lnTo>
                    <a:pt x="2040011" y="331506"/>
                  </a:lnTo>
                  <a:lnTo>
                    <a:pt x="2049772" y="332149"/>
                  </a:lnTo>
                  <a:lnTo>
                    <a:pt x="2059533" y="332912"/>
                  </a:lnTo>
                  <a:lnTo>
                    <a:pt x="2069294" y="333639"/>
                  </a:lnTo>
                  <a:lnTo>
                    <a:pt x="2079055" y="334135"/>
                  </a:lnTo>
                  <a:lnTo>
                    <a:pt x="2088815" y="334780"/>
                  </a:lnTo>
                  <a:lnTo>
                    <a:pt x="2098576" y="335446"/>
                  </a:lnTo>
                  <a:lnTo>
                    <a:pt x="2108337" y="336174"/>
                  </a:lnTo>
                  <a:lnTo>
                    <a:pt x="2118098" y="336923"/>
                  </a:lnTo>
                  <a:lnTo>
                    <a:pt x="2127859" y="337530"/>
                  </a:lnTo>
                  <a:lnTo>
                    <a:pt x="2137619" y="338234"/>
                  </a:lnTo>
                  <a:lnTo>
                    <a:pt x="2147380" y="338870"/>
                  </a:lnTo>
                  <a:lnTo>
                    <a:pt x="2157141" y="339393"/>
                  </a:lnTo>
                  <a:lnTo>
                    <a:pt x="2166902" y="339911"/>
                  </a:lnTo>
                  <a:lnTo>
                    <a:pt x="2176663" y="340523"/>
                  </a:lnTo>
                  <a:lnTo>
                    <a:pt x="2186424" y="341211"/>
                  </a:lnTo>
                  <a:lnTo>
                    <a:pt x="2196184" y="341881"/>
                  </a:lnTo>
                  <a:lnTo>
                    <a:pt x="2205945" y="342616"/>
                  </a:lnTo>
                  <a:lnTo>
                    <a:pt x="2215706" y="343212"/>
                  </a:lnTo>
                  <a:lnTo>
                    <a:pt x="2225467" y="343957"/>
                  </a:lnTo>
                  <a:lnTo>
                    <a:pt x="2235228" y="344680"/>
                  </a:lnTo>
                  <a:lnTo>
                    <a:pt x="2244988" y="345322"/>
                  </a:lnTo>
                  <a:lnTo>
                    <a:pt x="2254749" y="345903"/>
                  </a:lnTo>
                  <a:lnTo>
                    <a:pt x="2264510" y="346500"/>
                  </a:lnTo>
                  <a:lnTo>
                    <a:pt x="2274271" y="347107"/>
                  </a:lnTo>
                  <a:lnTo>
                    <a:pt x="2284032" y="347768"/>
                  </a:lnTo>
                  <a:lnTo>
                    <a:pt x="2293793" y="348452"/>
                  </a:lnTo>
                  <a:lnTo>
                    <a:pt x="2303553" y="349070"/>
                  </a:lnTo>
                  <a:lnTo>
                    <a:pt x="2313314" y="349661"/>
                  </a:lnTo>
                  <a:lnTo>
                    <a:pt x="2323075" y="350249"/>
                  </a:lnTo>
                  <a:lnTo>
                    <a:pt x="2332836" y="350921"/>
                  </a:lnTo>
                  <a:lnTo>
                    <a:pt x="2342597" y="351597"/>
                  </a:lnTo>
                  <a:lnTo>
                    <a:pt x="2352358" y="352236"/>
                  </a:lnTo>
                  <a:lnTo>
                    <a:pt x="2362118" y="352904"/>
                  </a:lnTo>
                  <a:lnTo>
                    <a:pt x="2371879" y="353604"/>
                  </a:lnTo>
                  <a:lnTo>
                    <a:pt x="2381640" y="354303"/>
                  </a:lnTo>
                  <a:lnTo>
                    <a:pt x="2391401" y="354960"/>
                  </a:lnTo>
                  <a:lnTo>
                    <a:pt x="2401162" y="355583"/>
                  </a:lnTo>
                  <a:lnTo>
                    <a:pt x="2410922" y="356142"/>
                  </a:lnTo>
                  <a:lnTo>
                    <a:pt x="2420683" y="356777"/>
                  </a:lnTo>
                  <a:lnTo>
                    <a:pt x="2430444" y="357331"/>
                  </a:lnTo>
                  <a:lnTo>
                    <a:pt x="2440205" y="357892"/>
                  </a:lnTo>
                  <a:lnTo>
                    <a:pt x="2449966" y="358456"/>
                  </a:lnTo>
                  <a:lnTo>
                    <a:pt x="2459727" y="359052"/>
                  </a:lnTo>
                  <a:lnTo>
                    <a:pt x="2469487" y="359658"/>
                  </a:lnTo>
                  <a:lnTo>
                    <a:pt x="2479248" y="360258"/>
                  </a:lnTo>
                  <a:lnTo>
                    <a:pt x="2489009" y="360796"/>
                  </a:lnTo>
                  <a:lnTo>
                    <a:pt x="2498770" y="361322"/>
                  </a:lnTo>
                  <a:lnTo>
                    <a:pt x="2508531" y="361888"/>
                  </a:lnTo>
                  <a:lnTo>
                    <a:pt x="2518291" y="362376"/>
                  </a:lnTo>
                  <a:lnTo>
                    <a:pt x="2528052" y="362867"/>
                  </a:lnTo>
                </a:path>
              </a:pathLst>
            </a:custGeom>
            <a:ln w="18970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3"/>
            <p:cNvSpPr/>
            <p:nvPr/>
          </p:nvSpPr>
          <p:spPr>
            <a:xfrm>
              <a:off x="611514" y="5075433"/>
              <a:ext cx="2528052" cy="277818"/>
            </a:xfrm>
            <a:custGeom>
              <a:avLst/>
              <a:pathLst>
                <a:path w="2528052" h="277818">
                  <a:moveTo>
                    <a:pt x="0" y="0"/>
                  </a:moveTo>
                  <a:lnTo>
                    <a:pt x="9760" y="1412"/>
                  </a:lnTo>
                  <a:lnTo>
                    <a:pt x="19521" y="2890"/>
                  </a:lnTo>
                  <a:lnTo>
                    <a:pt x="29282" y="4816"/>
                  </a:lnTo>
                  <a:lnTo>
                    <a:pt x="39043" y="5797"/>
                  </a:lnTo>
                  <a:lnTo>
                    <a:pt x="48804" y="7072"/>
                  </a:lnTo>
                  <a:lnTo>
                    <a:pt x="58564" y="7961"/>
                  </a:lnTo>
                  <a:lnTo>
                    <a:pt x="68325" y="8624"/>
                  </a:lnTo>
                  <a:lnTo>
                    <a:pt x="78086" y="10632"/>
                  </a:lnTo>
                  <a:lnTo>
                    <a:pt x="87847" y="12643"/>
                  </a:lnTo>
                  <a:lnTo>
                    <a:pt x="97608" y="13817"/>
                  </a:lnTo>
                  <a:lnTo>
                    <a:pt x="107369" y="14648"/>
                  </a:lnTo>
                  <a:lnTo>
                    <a:pt x="117129" y="15606"/>
                  </a:lnTo>
                  <a:lnTo>
                    <a:pt x="126890" y="16643"/>
                  </a:lnTo>
                  <a:lnTo>
                    <a:pt x="136651" y="17583"/>
                  </a:lnTo>
                  <a:lnTo>
                    <a:pt x="146412" y="17955"/>
                  </a:lnTo>
                  <a:lnTo>
                    <a:pt x="156173" y="20166"/>
                  </a:lnTo>
                  <a:lnTo>
                    <a:pt x="165933" y="21813"/>
                  </a:lnTo>
                  <a:lnTo>
                    <a:pt x="175694" y="23419"/>
                  </a:lnTo>
                  <a:lnTo>
                    <a:pt x="185455" y="25019"/>
                  </a:lnTo>
                  <a:lnTo>
                    <a:pt x="195216" y="26488"/>
                  </a:lnTo>
                  <a:lnTo>
                    <a:pt x="204977" y="27496"/>
                  </a:lnTo>
                  <a:lnTo>
                    <a:pt x="214738" y="28984"/>
                  </a:lnTo>
                  <a:lnTo>
                    <a:pt x="224498" y="29901"/>
                  </a:lnTo>
                  <a:lnTo>
                    <a:pt x="234259" y="31824"/>
                  </a:lnTo>
                  <a:lnTo>
                    <a:pt x="244020" y="33408"/>
                  </a:lnTo>
                  <a:lnTo>
                    <a:pt x="253781" y="35312"/>
                  </a:lnTo>
                  <a:lnTo>
                    <a:pt x="263542" y="36254"/>
                  </a:lnTo>
                  <a:lnTo>
                    <a:pt x="273303" y="37621"/>
                  </a:lnTo>
                  <a:lnTo>
                    <a:pt x="283063" y="39660"/>
                  </a:lnTo>
                  <a:lnTo>
                    <a:pt x="292824" y="41667"/>
                  </a:lnTo>
                  <a:lnTo>
                    <a:pt x="302585" y="42945"/>
                  </a:lnTo>
                  <a:lnTo>
                    <a:pt x="312346" y="44496"/>
                  </a:lnTo>
                  <a:lnTo>
                    <a:pt x="322107" y="45841"/>
                  </a:lnTo>
                  <a:lnTo>
                    <a:pt x="331867" y="46887"/>
                  </a:lnTo>
                  <a:lnTo>
                    <a:pt x="341628" y="48095"/>
                  </a:lnTo>
                  <a:lnTo>
                    <a:pt x="351389" y="49515"/>
                  </a:lnTo>
                  <a:lnTo>
                    <a:pt x="361150" y="50840"/>
                  </a:lnTo>
                  <a:lnTo>
                    <a:pt x="370911" y="52251"/>
                  </a:lnTo>
                  <a:lnTo>
                    <a:pt x="380672" y="53476"/>
                  </a:lnTo>
                  <a:lnTo>
                    <a:pt x="390432" y="55083"/>
                  </a:lnTo>
                  <a:lnTo>
                    <a:pt x="400193" y="56573"/>
                  </a:lnTo>
                  <a:lnTo>
                    <a:pt x="409954" y="57715"/>
                  </a:lnTo>
                  <a:lnTo>
                    <a:pt x="419715" y="58919"/>
                  </a:lnTo>
                  <a:lnTo>
                    <a:pt x="429476" y="59618"/>
                  </a:lnTo>
                  <a:lnTo>
                    <a:pt x="439236" y="60960"/>
                  </a:lnTo>
                  <a:lnTo>
                    <a:pt x="448997" y="61975"/>
                  </a:lnTo>
                  <a:lnTo>
                    <a:pt x="458758" y="63223"/>
                  </a:lnTo>
                  <a:lnTo>
                    <a:pt x="468519" y="64054"/>
                  </a:lnTo>
                  <a:lnTo>
                    <a:pt x="478280" y="65829"/>
                  </a:lnTo>
                  <a:lnTo>
                    <a:pt x="488041" y="67311"/>
                  </a:lnTo>
                  <a:lnTo>
                    <a:pt x="497801" y="68317"/>
                  </a:lnTo>
                  <a:lnTo>
                    <a:pt x="507562" y="69618"/>
                  </a:lnTo>
                  <a:lnTo>
                    <a:pt x="517323" y="70860"/>
                  </a:lnTo>
                  <a:lnTo>
                    <a:pt x="527084" y="71820"/>
                  </a:lnTo>
                  <a:lnTo>
                    <a:pt x="536845" y="72923"/>
                  </a:lnTo>
                  <a:lnTo>
                    <a:pt x="546606" y="73614"/>
                  </a:lnTo>
                  <a:lnTo>
                    <a:pt x="556366" y="74525"/>
                  </a:lnTo>
                  <a:lnTo>
                    <a:pt x="566127" y="75594"/>
                  </a:lnTo>
                  <a:lnTo>
                    <a:pt x="575888" y="76726"/>
                  </a:lnTo>
                  <a:lnTo>
                    <a:pt x="585649" y="77759"/>
                  </a:lnTo>
                  <a:lnTo>
                    <a:pt x="595410" y="78995"/>
                  </a:lnTo>
                  <a:lnTo>
                    <a:pt x="605170" y="80611"/>
                  </a:lnTo>
                  <a:lnTo>
                    <a:pt x="614931" y="81769"/>
                  </a:lnTo>
                  <a:lnTo>
                    <a:pt x="624692" y="83387"/>
                  </a:lnTo>
                  <a:lnTo>
                    <a:pt x="634453" y="84705"/>
                  </a:lnTo>
                  <a:lnTo>
                    <a:pt x="644214" y="85129"/>
                  </a:lnTo>
                  <a:lnTo>
                    <a:pt x="653975" y="86385"/>
                  </a:lnTo>
                  <a:lnTo>
                    <a:pt x="663735" y="87347"/>
                  </a:lnTo>
                  <a:lnTo>
                    <a:pt x="673496" y="88116"/>
                  </a:lnTo>
                  <a:lnTo>
                    <a:pt x="683257" y="88908"/>
                  </a:lnTo>
                  <a:lnTo>
                    <a:pt x="693018" y="89486"/>
                  </a:lnTo>
                  <a:lnTo>
                    <a:pt x="702779" y="90687"/>
                  </a:lnTo>
                  <a:lnTo>
                    <a:pt x="712539" y="91884"/>
                  </a:lnTo>
                  <a:lnTo>
                    <a:pt x="722300" y="93012"/>
                  </a:lnTo>
                  <a:lnTo>
                    <a:pt x="732061" y="94446"/>
                  </a:lnTo>
                  <a:lnTo>
                    <a:pt x="741822" y="95573"/>
                  </a:lnTo>
                  <a:lnTo>
                    <a:pt x="751583" y="96602"/>
                  </a:lnTo>
                  <a:lnTo>
                    <a:pt x="761344" y="98027"/>
                  </a:lnTo>
                  <a:lnTo>
                    <a:pt x="771104" y="99297"/>
                  </a:lnTo>
                  <a:lnTo>
                    <a:pt x="780865" y="100558"/>
                  </a:lnTo>
                  <a:lnTo>
                    <a:pt x="790626" y="101870"/>
                  </a:lnTo>
                  <a:lnTo>
                    <a:pt x="800387" y="103161"/>
                  </a:lnTo>
                  <a:lnTo>
                    <a:pt x="810148" y="104408"/>
                  </a:lnTo>
                  <a:lnTo>
                    <a:pt x="819909" y="105648"/>
                  </a:lnTo>
                  <a:lnTo>
                    <a:pt x="829669" y="107157"/>
                  </a:lnTo>
                  <a:lnTo>
                    <a:pt x="839430" y="108431"/>
                  </a:lnTo>
                  <a:lnTo>
                    <a:pt x="849191" y="109412"/>
                  </a:lnTo>
                  <a:lnTo>
                    <a:pt x="858952" y="111180"/>
                  </a:lnTo>
                  <a:lnTo>
                    <a:pt x="868713" y="112218"/>
                  </a:lnTo>
                  <a:lnTo>
                    <a:pt x="878473" y="113349"/>
                  </a:lnTo>
                  <a:lnTo>
                    <a:pt x="888234" y="114117"/>
                  </a:lnTo>
                  <a:lnTo>
                    <a:pt x="897995" y="114825"/>
                  </a:lnTo>
                  <a:lnTo>
                    <a:pt x="907756" y="115240"/>
                  </a:lnTo>
                  <a:lnTo>
                    <a:pt x="917517" y="115607"/>
                  </a:lnTo>
                  <a:lnTo>
                    <a:pt x="927278" y="117807"/>
                  </a:lnTo>
                  <a:lnTo>
                    <a:pt x="937038" y="118535"/>
                  </a:lnTo>
                  <a:lnTo>
                    <a:pt x="946799" y="119457"/>
                  </a:lnTo>
                  <a:lnTo>
                    <a:pt x="956560" y="119918"/>
                  </a:lnTo>
                  <a:lnTo>
                    <a:pt x="966321" y="121170"/>
                  </a:lnTo>
                  <a:lnTo>
                    <a:pt x="976082" y="122646"/>
                  </a:lnTo>
                  <a:lnTo>
                    <a:pt x="985842" y="124033"/>
                  </a:lnTo>
                  <a:lnTo>
                    <a:pt x="995603" y="124831"/>
                  </a:lnTo>
                  <a:lnTo>
                    <a:pt x="1005364" y="125803"/>
                  </a:lnTo>
                  <a:lnTo>
                    <a:pt x="1015125" y="126697"/>
                  </a:lnTo>
                  <a:lnTo>
                    <a:pt x="1024886" y="127945"/>
                  </a:lnTo>
                  <a:lnTo>
                    <a:pt x="1034647" y="129562"/>
                  </a:lnTo>
                  <a:lnTo>
                    <a:pt x="1044407" y="130412"/>
                  </a:lnTo>
                  <a:lnTo>
                    <a:pt x="1054168" y="131940"/>
                  </a:lnTo>
                  <a:lnTo>
                    <a:pt x="1063929" y="132951"/>
                  </a:lnTo>
                  <a:lnTo>
                    <a:pt x="1073690" y="134041"/>
                  </a:lnTo>
                  <a:lnTo>
                    <a:pt x="1083451" y="135369"/>
                  </a:lnTo>
                  <a:lnTo>
                    <a:pt x="1093212" y="136618"/>
                  </a:lnTo>
                  <a:lnTo>
                    <a:pt x="1102972" y="137401"/>
                  </a:lnTo>
                  <a:lnTo>
                    <a:pt x="1112733" y="138759"/>
                  </a:lnTo>
                  <a:lnTo>
                    <a:pt x="1122494" y="139877"/>
                  </a:lnTo>
                  <a:lnTo>
                    <a:pt x="1132255" y="141220"/>
                  </a:lnTo>
                  <a:lnTo>
                    <a:pt x="1142016" y="142211"/>
                  </a:lnTo>
                  <a:lnTo>
                    <a:pt x="1151776" y="142681"/>
                  </a:lnTo>
                  <a:lnTo>
                    <a:pt x="1161537" y="143685"/>
                  </a:lnTo>
                  <a:lnTo>
                    <a:pt x="1171298" y="144580"/>
                  </a:lnTo>
                  <a:lnTo>
                    <a:pt x="1181059" y="145827"/>
                  </a:lnTo>
                  <a:lnTo>
                    <a:pt x="1190820" y="147104"/>
                  </a:lnTo>
                  <a:lnTo>
                    <a:pt x="1200581" y="148581"/>
                  </a:lnTo>
                  <a:lnTo>
                    <a:pt x="1210341" y="149678"/>
                  </a:lnTo>
                  <a:lnTo>
                    <a:pt x="1220102" y="150794"/>
                  </a:lnTo>
                  <a:lnTo>
                    <a:pt x="1229863" y="151948"/>
                  </a:lnTo>
                  <a:lnTo>
                    <a:pt x="1239624" y="153621"/>
                  </a:lnTo>
                  <a:lnTo>
                    <a:pt x="1249385" y="154861"/>
                  </a:lnTo>
                  <a:lnTo>
                    <a:pt x="1259145" y="155598"/>
                  </a:lnTo>
                  <a:lnTo>
                    <a:pt x="1268906" y="156856"/>
                  </a:lnTo>
                  <a:lnTo>
                    <a:pt x="1278667" y="158006"/>
                  </a:lnTo>
                  <a:lnTo>
                    <a:pt x="1288428" y="159432"/>
                  </a:lnTo>
                  <a:lnTo>
                    <a:pt x="1298189" y="160141"/>
                  </a:lnTo>
                  <a:lnTo>
                    <a:pt x="1307950" y="161180"/>
                  </a:lnTo>
                  <a:lnTo>
                    <a:pt x="1317710" y="162549"/>
                  </a:lnTo>
                  <a:lnTo>
                    <a:pt x="1327471" y="163858"/>
                  </a:lnTo>
                  <a:lnTo>
                    <a:pt x="1337232" y="165162"/>
                  </a:lnTo>
                  <a:lnTo>
                    <a:pt x="1346993" y="166517"/>
                  </a:lnTo>
                  <a:lnTo>
                    <a:pt x="1356754" y="167558"/>
                  </a:lnTo>
                  <a:lnTo>
                    <a:pt x="1366515" y="168521"/>
                  </a:lnTo>
                  <a:lnTo>
                    <a:pt x="1376275" y="169322"/>
                  </a:lnTo>
                  <a:lnTo>
                    <a:pt x="1386036" y="170235"/>
                  </a:lnTo>
                  <a:lnTo>
                    <a:pt x="1395797" y="170934"/>
                  </a:lnTo>
                  <a:lnTo>
                    <a:pt x="1405558" y="171941"/>
                  </a:lnTo>
                  <a:lnTo>
                    <a:pt x="1415319" y="173353"/>
                  </a:lnTo>
                  <a:lnTo>
                    <a:pt x="1425079" y="174488"/>
                  </a:lnTo>
                  <a:lnTo>
                    <a:pt x="1434840" y="175750"/>
                  </a:lnTo>
                  <a:lnTo>
                    <a:pt x="1444601" y="176530"/>
                  </a:lnTo>
                  <a:lnTo>
                    <a:pt x="1454362" y="177518"/>
                  </a:lnTo>
                  <a:lnTo>
                    <a:pt x="1464123" y="178187"/>
                  </a:lnTo>
                  <a:lnTo>
                    <a:pt x="1473884" y="179053"/>
                  </a:lnTo>
                  <a:lnTo>
                    <a:pt x="1483644" y="179991"/>
                  </a:lnTo>
                  <a:lnTo>
                    <a:pt x="1493405" y="181203"/>
                  </a:lnTo>
                  <a:lnTo>
                    <a:pt x="1503166" y="182206"/>
                  </a:lnTo>
                  <a:lnTo>
                    <a:pt x="1512927" y="183554"/>
                  </a:lnTo>
                  <a:lnTo>
                    <a:pt x="1522688" y="184820"/>
                  </a:lnTo>
                  <a:lnTo>
                    <a:pt x="1532448" y="186231"/>
                  </a:lnTo>
                  <a:lnTo>
                    <a:pt x="1542209" y="187346"/>
                  </a:lnTo>
                  <a:lnTo>
                    <a:pt x="1551970" y="188141"/>
                  </a:lnTo>
                  <a:lnTo>
                    <a:pt x="1561731" y="189403"/>
                  </a:lnTo>
                  <a:lnTo>
                    <a:pt x="1571492" y="190846"/>
                  </a:lnTo>
                  <a:lnTo>
                    <a:pt x="1581253" y="191852"/>
                  </a:lnTo>
                  <a:lnTo>
                    <a:pt x="1591013" y="193597"/>
                  </a:lnTo>
                  <a:lnTo>
                    <a:pt x="1600774" y="194650"/>
                  </a:lnTo>
                  <a:lnTo>
                    <a:pt x="1610535" y="195850"/>
                  </a:lnTo>
                  <a:lnTo>
                    <a:pt x="1620296" y="196491"/>
                  </a:lnTo>
                  <a:lnTo>
                    <a:pt x="1630057" y="197642"/>
                  </a:lnTo>
                  <a:lnTo>
                    <a:pt x="1639818" y="198792"/>
                  </a:lnTo>
                  <a:lnTo>
                    <a:pt x="1649578" y="200000"/>
                  </a:lnTo>
                  <a:lnTo>
                    <a:pt x="1659339" y="201126"/>
                  </a:lnTo>
                  <a:lnTo>
                    <a:pt x="1669100" y="202379"/>
                  </a:lnTo>
                  <a:lnTo>
                    <a:pt x="1678861" y="203326"/>
                  </a:lnTo>
                  <a:lnTo>
                    <a:pt x="1688622" y="203907"/>
                  </a:lnTo>
                  <a:lnTo>
                    <a:pt x="1698382" y="204930"/>
                  </a:lnTo>
                  <a:lnTo>
                    <a:pt x="1708143" y="205655"/>
                  </a:lnTo>
                  <a:lnTo>
                    <a:pt x="1717904" y="206421"/>
                  </a:lnTo>
                  <a:lnTo>
                    <a:pt x="1727665" y="208110"/>
                  </a:lnTo>
                  <a:lnTo>
                    <a:pt x="1737426" y="208576"/>
                  </a:lnTo>
                  <a:lnTo>
                    <a:pt x="1747187" y="209814"/>
                  </a:lnTo>
                  <a:lnTo>
                    <a:pt x="1756947" y="210764"/>
                  </a:lnTo>
                  <a:lnTo>
                    <a:pt x="1766708" y="211675"/>
                  </a:lnTo>
                  <a:lnTo>
                    <a:pt x="1776469" y="212329"/>
                  </a:lnTo>
                  <a:lnTo>
                    <a:pt x="1786230" y="213185"/>
                  </a:lnTo>
                  <a:lnTo>
                    <a:pt x="1795991" y="214408"/>
                  </a:lnTo>
                  <a:lnTo>
                    <a:pt x="1805752" y="215590"/>
                  </a:lnTo>
                  <a:lnTo>
                    <a:pt x="1815512" y="216765"/>
                  </a:lnTo>
                  <a:lnTo>
                    <a:pt x="1825273" y="217835"/>
                  </a:lnTo>
                  <a:lnTo>
                    <a:pt x="1835034" y="219137"/>
                  </a:lnTo>
                  <a:lnTo>
                    <a:pt x="1844795" y="220097"/>
                  </a:lnTo>
                  <a:lnTo>
                    <a:pt x="1854556" y="220719"/>
                  </a:lnTo>
                  <a:lnTo>
                    <a:pt x="1864316" y="221433"/>
                  </a:lnTo>
                  <a:lnTo>
                    <a:pt x="1874077" y="222422"/>
                  </a:lnTo>
                  <a:lnTo>
                    <a:pt x="1883838" y="223188"/>
                  </a:lnTo>
                  <a:lnTo>
                    <a:pt x="1893599" y="224062"/>
                  </a:lnTo>
                  <a:lnTo>
                    <a:pt x="1903360" y="225289"/>
                  </a:lnTo>
                  <a:lnTo>
                    <a:pt x="1913121" y="226575"/>
                  </a:lnTo>
                  <a:lnTo>
                    <a:pt x="1922881" y="227390"/>
                  </a:lnTo>
                  <a:lnTo>
                    <a:pt x="1932642" y="227725"/>
                  </a:lnTo>
                  <a:lnTo>
                    <a:pt x="1942403" y="228948"/>
                  </a:lnTo>
                  <a:lnTo>
                    <a:pt x="1952164" y="229981"/>
                  </a:lnTo>
                  <a:lnTo>
                    <a:pt x="1961925" y="230938"/>
                  </a:lnTo>
                  <a:lnTo>
                    <a:pt x="1971685" y="231417"/>
                  </a:lnTo>
                  <a:lnTo>
                    <a:pt x="1981446" y="232091"/>
                  </a:lnTo>
                  <a:lnTo>
                    <a:pt x="1991207" y="233255"/>
                  </a:lnTo>
                  <a:lnTo>
                    <a:pt x="2000968" y="234399"/>
                  </a:lnTo>
                  <a:lnTo>
                    <a:pt x="2010729" y="235543"/>
                  </a:lnTo>
                  <a:lnTo>
                    <a:pt x="2020490" y="236647"/>
                  </a:lnTo>
                  <a:lnTo>
                    <a:pt x="2030250" y="237767"/>
                  </a:lnTo>
                  <a:lnTo>
                    <a:pt x="2040011" y="238496"/>
                  </a:lnTo>
                  <a:lnTo>
                    <a:pt x="2049772" y="239378"/>
                  </a:lnTo>
                  <a:lnTo>
                    <a:pt x="2059533" y="240470"/>
                  </a:lnTo>
                  <a:lnTo>
                    <a:pt x="2069294" y="241144"/>
                  </a:lnTo>
                  <a:lnTo>
                    <a:pt x="2079055" y="241567"/>
                  </a:lnTo>
                  <a:lnTo>
                    <a:pt x="2088815" y="242642"/>
                  </a:lnTo>
                  <a:lnTo>
                    <a:pt x="2098576" y="243252"/>
                  </a:lnTo>
                  <a:lnTo>
                    <a:pt x="2108337" y="243988"/>
                  </a:lnTo>
                  <a:lnTo>
                    <a:pt x="2118098" y="244943"/>
                  </a:lnTo>
                  <a:lnTo>
                    <a:pt x="2127859" y="245955"/>
                  </a:lnTo>
                  <a:lnTo>
                    <a:pt x="2137619" y="246958"/>
                  </a:lnTo>
                  <a:lnTo>
                    <a:pt x="2147380" y="247762"/>
                  </a:lnTo>
                  <a:lnTo>
                    <a:pt x="2157141" y="248790"/>
                  </a:lnTo>
                  <a:lnTo>
                    <a:pt x="2166902" y="249448"/>
                  </a:lnTo>
                  <a:lnTo>
                    <a:pt x="2176663" y="250114"/>
                  </a:lnTo>
                  <a:lnTo>
                    <a:pt x="2186424" y="250881"/>
                  </a:lnTo>
                  <a:lnTo>
                    <a:pt x="2196184" y="251516"/>
                  </a:lnTo>
                  <a:lnTo>
                    <a:pt x="2205945" y="252149"/>
                  </a:lnTo>
                  <a:lnTo>
                    <a:pt x="2215706" y="253071"/>
                  </a:lnTo>
                  <a:lnTo>
                    <a:pt x="2225467" y="254130"/>
                  </a:lnTo>
                  <a:lnTo>
                    <a:pt x="2235228" y="255050"/>
                  </a:lnTo>
                  <a:lnTo>
                    <a:pt x="2244988" y="255774"/>
                  </a:lnTo>
                  <a:lnTo>
                    <a:pt x="2254749" y="256650"/>
                  </a:lnTo>
                  <a:lnTo>
                    <a:pt x="2264510" y="257238"/>
                  </a:lnTo>
                  <a:lnTo>
                    <a:pt x="2274271" y="258080"/>
                  </a:lnTo>
                  <a:lnTo>
                    <a:pt x="2284032" y="258848"/>
                  </a:lnTo>
                  <a:lnTo>
                    <a:pt x="2293793" y="259813"/>
                  </a:lnTo>
                  <a:lnTo>
                    <a:pt x="2303553" y="260603"/>
                  </a:lnTo>
                  <a:lnTo>
                    <a:pt x="2313314" y="261465"/>
                  </a:lnTo>
                  <a:lnTo>
                    <a:pt x="2323075" y="262011"/>
                  </a:lnTo>
                  <a:lnTo>
                    <a:pt x="2332836" y="263039"/>
                  </a:lnTo>
                  <a:lnTo>
                    <a:pt x="2342597" y="263901"/>
                  </a:lnTo>
                  <a:lnTo>
                    <a:pt x="2352358" y="265059"/>
                  </a:lnTo>
                  <a:lnTo>
                    <a:pt x="2362118" y="265978"/>
                  </a:lnTo>
                  <a:lnTo>
                    <a:pt x="2371879" y="266672"/>
                  </a:lnTo>
                  <a:lnTo>
                    <a:pt x="2381640" y="267616"/>
                  </a:lnTo>
                  <a:lnTo>
                    <a:pt x="2391401" y="268655"/>
                  </a:lnTo>
                  <a:lnTo>
                    <a:pt x="2401162" y="269291"/>
                  </a:lnTo>
                  <a:lnTo>
                    <a:pt x="2410922" y="269677"/>
                  </a:lnTo>
                  <a:lnTo>
                    <a:pt x="2420683" y="270341"/>
                  </a:lnTo>
                  <a:lnTo>
                    <a:pt x="2430444" y="270999"/>
                  </a:lnTo>
                  <a:lnTo>
                    <a:pt x="2440205" y="271475"/>
                  </a:lnTo>
                  <a:lnTo>
                    <a:pt x="2449966" y="272426"/>
                  </a:lnTo>
                  <a:lnTo>
                    <a:pt x="2459727" y="273744"/>
                  </a:lnTo>
                  <a:lnTo>
                    <a:pt x="2469487" y="274457"/>
                  </a:lnTo>
                  <a:lnTo>
                    <a:pt x="2479248" y="274733"/>
                  </a:lnTo>
                  <a:lnTo>
                    <a:pt x="2489009" y="275026"/>
                  </a:lnTo>
                  <a:lnTo>
                    <a:pt x="2498770" y="275776"/>
                  </a:lnTo>
                  <a:lnTo>
                    <a:pt x="2508531" y="276715"/>
                  </a:lnTo>
                  <a:lnTo>
                    <a:pt x="2518291" y="277526"/>
                  </a:lnTo>
                  <a:lnTo>
                    <a:pt x="2528052" y="277818"/>
                  </a:lnTo>
                </a:path>
              </a:pathLst>
            </a:custGeom>
            <a:ln w="18970" cap="flat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4"/>
            <p:cNvSpPr/>
            <p:nvPr/>
          </p:nvSpPr>
          <p:spPr>
            <a:xfrm>
              <a:off x="611514" y="5359171"/>
              <a:ext cx="2528052" cy="50634"/>
            </a:xfrm>
            <a:custGeom>
              <a:avLst/>
              <a:pathLst>
                <a:path w="2528052" h="50634">
                  <a:moveTo>
                    <a:pt x="0" y="735"/>
                  </a:moveTo>
                  <a:lnTo>
                    <a:pt x="9760" y="1105"/>
                  </a:lnTo>
                  <a:lnTo>
                    <a:pt x="19521" y="491"/>
                  </a:lnTo>
                  <a:lnTo>
                    <a:pt x="29282" y="0"/>
                  </a:lnTo>
                  <a:lnTo>
                    <a:pt x="39043" y="640"/>
                  </a:lnTo>
                  <a:lnTo>
                    <a:pt x="48804" y="1130"/>
                  </a:lnTo>
                  <a:lnTo>
                    <a:pt x="58564" y="1816"/>
                  </a:lnTo>
                  <a:lnTo>
                    <a:pt x="68325" y="1473"/>
                  </a:lnTo>
                  <a:lnTo>
                    <a:pt x="78086" y="2079"/>
                  </a:lnTo>
                  <a:lnTo>
                    <a:pt x="87847" y="2736"/>
                  </a:lnTo>
                  <a:lnTo>
                    <a:pt x="97608" y="2818"/>
                  </a:lnTo>
                  <a:lnTo>
                    <a:pt x="107369" y="3716"/>
                  </a:lnTo>
                  <a:lnTo>
                    <a:pt x="117129" y="4294"/>
                  </a:lnTo>
                  <a:lnTo>
                    <a:pt x="126890" y="4258"/>
                  </a:lnTo>
                  <a:lnTo>
                    <a:pt x="136651" y="4803"/>
                  </a:lnTo>
                  <a:lnTo>
                    <a:pt x="146412" y="4434"/>
                  </a:lnTo>
                  <a:lnTo>
                    <a:pt x="156173" y="4528"/>
                  </a:lnTo>
                  <a:lnTo>
                    <a:pt x="165933" y="5058"/>
                  </a:lnTo>
                  <a:lnTo>
                    <a:pt x="175694" y="4894"/>
                  </a:lnTo>
                  <a:lnTo>
                    <a:pt x="185455" y="4802"/>
                  </a:lnTo>
                  <a:lnTo>
                    <a:pt x="195216" y="4726"/>
                  </a:lnTo>
                  <a:lnTo>
                    <a:pt x="204977" y="5250"/>
                  </a:lnTo>
                  <a:lnTo>
                    <a:pt x="214738" y="5826"/>
                  </a:lnTo>
                  <a:lnTo>
                    <a:pt x="224498" y="6473"/>
                  </a:lnTo>
                  <a:lnTo>
                    <a:pt x="234259" y="6766"/>
                  </a:lnTo>
                  <a:lnTo>
                    <a:pt x="244020" y="6540"/>
                  </a:lnTo>
                  <a:lnTo>
                    <a:pt x="253781" y="5983"/>
                  </a:lnTo>
                  <a:lnTo>
                    <a:pt x="263542" y="6385"/>
                  </a:lnTo>
                  <a:lnTo>
                    <a:pt x="273303" y="7533"/>
                  </a:lnTo>
                  <a:lnTo>
                    <a:pt x="283063" y="7606"/>
                  </a:lnTo>
                  <a:lnTo>
                    <a:pt x="292824" y="7895"/>
                  </a:lnTo>
                  <a:lnTo>
                    <a:pt x="302585" y="7349"/>
                  </a:lnTo>
                  <a:lnTo>
                    <a:pt x="312346" y="8145"/>
                  </a:lnTo>
                  <a:lnTo>
                    <a:pt x="322107" y="9128"/>
                  </a:lnTo>
                  <a:lnTo>
                    <a:pt x="331867" y="9231"/>
                  </a:lnTo>
                  <a:lnTo>
                    <a:pt x="341628" y="9639"/>
                  </a:lnTo>
                  <a:lnTo>
                    <a:pt x="351389" y="10300"/>
                  </a:lnTo>
                  <a:lnTo>
                    <a:pt x="361150" y="10317"/>
                  </a:lnTo>
                  <a:lnTo>
                    <a:pt x="370911" y="10003"/>
                  </a:lnTo>
                  <a:lnTo>
                    <a:pt x="380672" y="10449"/>
                  </a:lnTo>
                  <a:lnTo>
                    <a:pt x="390432" y="10394"/>
                  </a:lnTo>
                  <a:lnTo>
                    <a:pt x="400193" y="10996"/>
                  </a:lnTo>
                  <a:lnTo>
                    <a:pt x="409954" y="10852"/>
                  </a:lnTo>
                  <a:lnTo>
                    <a:pt x="419715" y="10834"/>
                  </a:lnTo>
                  <a:lnTo>
                    <a:pt x="429476" y="11694"/>
                  </a:lnTo>
                  <a:lnTo>
                    <a:pt x="439236" y="12485"/>
                  </a:lnTo>
                  <a:lnTo>
                    <a:pt x="448997" y="12310"/>
                  </a:lnTo>
                  <a:lnTo>
                    <a:pt x="458758" y="12774"/>
                  </a:lnTo>
                  <a:lnTo>
                    <a:pt x="468519" y="13267"/>
                  </a:lnTo>
                  <a:lnTo>
                    <a:pt x="478280" y="13628"/>
                  </a:lnTo>
                  <a:lnTo>
                    <a:pt x="488041" y="13979"/>
                  </a:lnTo>
                  <a:lnTo>
                    <a:pt x="497801" y="13721"/>
                  </a:lnTo>
                  <a:lnTo>
                    <a:pt x="507562" y="14000"/>
                  </a:lnTo>
                  <a:lnTo>
                    <a:pt x="517323" y="14034"/>
                  </a:lnTo>
                  <a:lnTo>
                    <a:pt x="527084" y="14110"/>
                  </a:lnTo>
                  <a:lnTo>
                    <a:pt x="536845" y="14707"/>
                  </a:lnTo>
                  <a:lnTo>
                    <a:pt x="546606" y="14803"/>
                  </a:lnTo>
                  <a:lnTo>
                    <a:pt x="556366" y="14903"/>
                  </a:lnTo>
                  <a:lnTo>
                    <a:pt x="566127" y="14984"/>
                  </a:lnTo>
                  <a:lnTo>
                    <a:pt x="575888" y="15148"/>
                  </a:lnTo>
                  <a:lnTo>
                    <a:pt x="585649" y="15737"/>
                  </a:lnTo>
                  <a:lnTo>
                    <a:pt x="595410" y="16277"/>
                  </a:lnTo>
                  <a:lnTo>
                    <a:pt x="605170" y="16574"/>
                  </a:lnTo>
                  <a:lnTo>
                    <a:pt x="614931" y="17161"/>
                  </a:lnTo>
                  <a:lnTo>
                    <a:pt x="624692" y="17082"/>
                  </a:lnTo>
                  <a:lnTo>
                    <a:pt x="634453" y="17365"/>
                  </a:lnTo>
                  <a:lnTo>
                    <a:pt x="644214" y="17332"/>
                  </a:lnTo>
                  <a:lnTo>
                    <a:pt x="653975" y="17264"/>
                  </a:lnTo>
                  <a:lnTo>
                    <a:pt x="663735" y="16974"/>
                  </a:lnTo>
                  <a:lnTo>
                    <a:pt x="673496" y="16552"/>
                  </a:lnTo>
                  <a:lnTo>
                    <a:pt x="683257" y="16231"/>
                  </a:lnTo>
                  <a:lnTo>
                    <a:pt x="693018" y="16676"/>
                  </a:lnTo>
                  <a:lnTo>
                    <a:pt x="702779" y="16303"/>
                  </a:lnTo>
                  <a:lnTo>
                    <a:pt x="712539" y="16248"/>
                  </a:lnTo>
                  <a:lnTo>
                    <a:pt x="722300" y="16853"/>
                  </a:lnTo>
                  <a:lnTo>
                    <a:pt x="732061" y="16663"/>
                  </a:lnTo>
                  <a:lnTo>
                    <a:pt x="741822" y="15932"/>
                  </a:lnTo>
                  <a:lnTo>
                    <a:pt x="751583" y="16095"/>
                  </a:lnTo>
                  <a:lnTo>
                    <a:pt x="761344" y="16097"/>
                  </a:lnTo>
                  <a:lnTo>
                    <a:pt x="771104" y="16832"/>
                  </a:lnTo>
                  <a:lnTo>
                    <a:pt x="780865" y="17542"/>
                  </a:lnTo>
                  <a:lnTo>
                    <a:pt x="790626" y="17493"/>
                  </a:lnTo>
                  <a:lnTo>
                    <a:pt x="800387" y="17670"/>
                  </a:lnTo>
                  <a:lnTo>
                    <a:pt x="810148" y="17614"/>
                  </a:lnTo>
                  <a:lnTo>
                    <a:pt x="819909" y="17982"/>
                  </a:lnTo>
                  <a:lnTo>
                    <a:pt x="829669" y="18037"/>
                  </a:lnTo>
                  <a:lnTo>
                    <a:pt x="839430" y="18288"/>
                  </a:lnTo>
                  <a:lnTo>
                    <a:pt x="849191" y="18192"/>
                  </a:lnTo>
                  <a:lnTo>
                    <a:pt x="858952" y="18732"/>
                  </a:lnTo>
                  <a:lnTo>
                    <a:pt x="868713" y="18964"/>
                  </a:lnTo>
                  <a:lnTo>
                    <a:pt x="878473" y="19630"/>
                  </a:lnTo>
                  <a:lnTo>
                    <a:pt x="888234" y="20350"/>
                  </a:lnTo>
                  <a:lnTo>
                    <a:pt x="897995" y="20178"/>
                  </a:lnTo>
                  <a:lnTo>
                    <a:pt x="907756" y="20112"/>
                  </a:lnTo>
                  <a:lnTo>
                    <a:pt x="917517" y="20440"/>
                  </a:lnTo>
                  <a:lnTo>
                    <a:pt x="927278" y="20809"/>
                  </a:lnTo>
                  <a:lnTo>
                    <a:pt x="937038" y="20974"/>
                  </a:lnTo>
                  <a:lnTo>
                    <a:pt x="946799" y="22185"/>
                  </a:lnTo>
                  <a:lnTo>
                    <a:pt x="956560" y="22643"/>
                  </a:lnTo>
                  <a:lnTo>
                    <a:pt x="966321" y="23174"/>
                  </a:lnTo>
                  <a:lnTo>
                    <a:pt x="976082" y="22373"/>
                  </a:lnTo>
                  <a:lnTo>
                    <a:pt x="985842" y="22060"/>
                  </a:lnTo>
                  <a:lnTo>
                    <a:pt x="995603" y="22228"/>
                  </a:lnTo>
                  <a:lnTo>
                    <a:pt x="1005364" y="22782"/>
                  </a:lnTo>
                  <a:lnTo>
                    <a:pt x="1015125" y="23500"/>
                  </a:lnTo>
                  <a:lnTo>
                    <a:pt x="1024886" y="23478"/>
                  </a:lnTo>
                  <a:lnTo>
                    <a:pt x="1034647" y="24480"/>
                  </a:lnTo>
                  <a:lnTo>
                    <a:pt x="1044407" y="24216"/>
                  </a:lnTo>
                  <a:lnTo>
                    <a:pt x="1054168" y="24213"/>
                  </a:lnTo>
                  <a:lnTo>
                    <a:pt x="1063929" y="24984"/>
                  </a:lnTo>
                  <a:lnTo>
                    <a:pt x="1073690" y="25981"/>
                  </a:lnTo>
                  <a:lnTo>
                    <a:pt x="1083451" y="25822"/>
                  </a:lnTo>
                  <a:lnTo>
                    <a:pt x="1093212" y="25958"/>
                  </a:lnTo>
                  <a:lnTo>
                    <a:pt x="1102972" y="26113"/>
                  </a:lnTo>
                  <a:lnTo>
                    <a:pt x="1112733" y="26171"/>
                  </a:lnTo>
                  <a:lnTo>
                    <a:pt x="1122494" y="25971"/>
                  </a:lnTo>
                  <a:lnTo>
                    <a:pt x="1132255" y="25982"/>
                  </a:lnTo>
                  <a:lnTo>
                    <a:pt x="1142016" y="25813"/>
                  </a:lnTo>
                  <a:lnTo>
                    <a:pt x="1151776" y="26069"/>
                  </a:lnTo>
                  <a:lnTo>
                    <a:pt x="1161537" y="25913"/>
                  </a:lnTo>
                  <a:lnTo>
                    <a:pt x="1171298" y="25722"/>
                  </a:lnTo>
                  <a:lnTo>
                    <a:pt x="1181059" y="26401"/>
                  </a:lnTo>
                  <a:lnTo>
                    <a:pt x="1190820" y="26235"/>
                  </a:lnTo>
                  <a:lnTo>
                    <a:pt x="1200581" y="26139"/>
                  </a:lnTo>
                  <a:lnTo>
                    <a:pt x="1210341" y="26390"/>
                  </a:lnTo>
                  <a:lnTo>
                    <a:pt x="1220102" y="26594"/>
                  </a:lnTo>
                  <a:lnTo>
                    <a:pt x="1229863" y="27241"/>
                  </a:lnTo>
                  <a:lnTo>
                    <a:pt x="1239624" y="27603"/>
                  </a:lnTo>
                  <a:lnTo>
                    <a:pt x="1249385" y="27955"/>
                  </a:lnTo>
                  <a:lnTo>
                    <a:pt x="1259145" y="28485"/>
                  </a:lnTo>
                  <a:lnTo>
                    <a:pt x="1268906" y="28382"/>
                  </a:lnTo>
                  <a:lnTo>
                    <a:pt x="1278667" y="28750"/>
                  </a:lnTo>
                  <a:lnTo>
                    <a:pt x="1288428" y="29194"/>
                  </a:lnTo>
                  <a:lnTo>
                    <a:pt x="1298189" y="29275"/>
                  </a:lnTo>
                  <a:lnTo>
                    <a:pt x="1307950" y="29455"/>
                  </a:lnTo>
                  <a:lnTo>
                    <a:pt x="1317710" y="29662"/>
                  </a:lnTo>
                  <a:lnTo>
                    <a:pt x="1327471" y="29095"/>
                  </a:lnTo>
                  <a:lnTo>
                    <a:pt x="1337232" y="29492"/>
                  </a:lnTo>
                  <a:lnTo>
                    <a:pt x="1346993" y="29341"/>
                  </a:lnTo>
                  <a:lnTo>
                    <a:pt x="1356754" y="29693"/>
                  </a:lnTo>
                  <a:lnTo>
                    <a:pt x="1366515" y="30093"/>
                  </a:lnTo>
                  <a:lnTo>
                    <a:pt x="1376275" y="30252"/>
                  </a:lnTo>
                  <a:lnTo>
                    <a:pt x="1386036" y="30211"/>
                  </a:lnTo>
                  <a:lnTo>
                    <a:pt x="1395797" y="30829"/>
                  </a:lnTo>
                  <a:lnTo>
                    <a:pt x="1405558" y="31476"/>
                  </a:lnTo>
                  <a:lnTo>
                    <a:pt x="1415319" y="31060"/>
                  </a:lnTo>
                  <a:lnTo>
                    <a:pt x="1425079" y="30558"/>
                  </a:lnTo>
                  <a:lnTo>
                    <a:pt x="1434840" y="29905"/>
                  </a:lnTo>
                  <a:lnTo>
                    <a:pt x="1444601" y="29623"/>
                  </a:lnTo>
                  <a:lnTo>
                    <a:pt x="1454362" y="29911"/>
                  </a:lnTo>
                  <a:lnTo>
                    <a:pt x="1464123" y="30926"/>
                  </a:lnTo>
                  <a:lnTo>
                    <a:pt x="1473884" y="31050"/>
                  </a:lnTo>
                  <a:lnTo>
                    <a:pt x="1483644" y="31145"/>
                  </a:lnTo>
                  <a:lnTo>
                    <a:pt x="1493405" y="31575"/>
                  </a:lnTo>
                  <a:lnTo>
                    <a:pt x="1503166" y="32031"/>
                  </a:lnTo>
                  <a:lnTo>
                    <a:pt x="1512927" y="32256"/>
                  </a:lnTo>
                  <a:lnTo>
                    <a:pt x="1522688" y="32147"/>
                  </a:lnTo>
                  <a:lnTo>
                    <a:pt x="1532448" y="32009"/>
                  </a:lnTo>
                  <a:lnTo>
                    <a:pt x="1542209" y="31656"/>
                  </a:lnTo>
                  <a:lnTo>
                    <a:pt x="1551970" y="32143"/>
                  </a:lnTo>
                  <a:lnTo>
                    <a:pt x="1561731" y="32795"/>
                  </a:lnTo>
                  <a:lnTo>
                    <a:pt x="1571492" y="32779"/>
                  </a:lnTo>
                  <a:lnTo>
                    <a:pt x="1581253" y="32627"/>
                  </a:lnTo>
                  <a:lnTo>
                    <a:pt x="1591013" y="32366"/>
                  </a:lnTo>
                  <a:lnTo>
                    <a:pt x="1600774" y="32885"/>
                  </a:lnTo>
                  <a:lnTo>
                    <a:pt x="1610535" y="33273"/>
                  </a:lnTo>
                  <a:lnTo>
                    <a:pt x="1620296" y="33326"/>
                  </a:lnTo>
                  <a:lnTo>
                    <a:pt x="1630057" y="33428"/>
                  </a:lnTo>
                  <a:lnTo>
                    <a:pt x="1639818" y="33638"/>
                  </a:lnTo>
                  <a:lnTo>
                    <a:pt x="1649578" y="33514"/>
                  </a:lnTo>
                  <a:lnTo>
                    <a:pt x="1659339" y="33485"/>
                  </a:lnTo>
                  <a:lnTo>
                    <a:pt x="1669100" y="33454"/>
                  </a:lnTo>
                  <a:lnTo>
                    <a:pt x="1678861" y="33599"/>
                  </a:lnTo>
                  <a:lnTo>
                    <a:pt x="1688622" y="33821"/>
                  </a:lnTo>
                  <a:lnTo>
                    <a:pt x="1698382" y="33872"/>
                  </a:lnTo>
                  <a:lnTo>
                    <a:pt x="1708143" y="33511"/>
                  </a:lnTo>
                  <a:lnTo>
                    <a:pt x="1717904" y="33724"/>
                  </a:lnTo>
                  <a:lnTo>
                    <a:pt x="1727665" y="34014"/>
                  </a:lnTo>
                  <a:lnTo>
                    <a:pt x="1737426" y="33887"/>
                  </a:lnTo>
                  <a:lnTo>
                    <a:pt x="1747187" y="34152"/>
                  </a:lnTo>
                  <a:lnTo>
                    <a:pt x="1756947" y="33704"/>
                  </a:lnTo>
                  <a:lnTo>
                    <a:pt x="1766708" y="33453"/>
                  </a:lnTo>
                  <a:lnTo>
                    <a:pt x="1776469" y="33101"/>
                  </a:lnTo>
                  <a:lnTo>
                    <a:pt x="1786230" y="33426"/>
                  </a:lnTo>
                  <a:lnTo>
                    <a:pt x="1795991" y="33783"/>
                  </a:lnTo>
                  <a:lnTo>
                    <a:pt x="1805752" y="33762"/>
                  </a:lnTo>
                  <a:lnTo>
                    <a:pt x="1815512" y="33846"/>
                  </a:lnTo>
                  <a:lnTo>
                    <a:pt x="1825273" y="34410"/>
                  </a:lnTo>
                  <a:lnTo>
                    <a:pt x="1835034" y="34700"/>
                  </a:lnTo>
                  <a:lnTo>
                    <a:pt x="1844795" y="34495"/>
                  </a:lnTo>
                  <a:lnTo>
                    <a:pt x="1854556" y="34387"/>
                  </a:lnTo>
                  <a:lnTo>
                    <a:pt x="1864316" y="34431"/>
                  </a:lnTo>
                  <a:lnTo>
                    <a:pt x="1874077" y="34843"/>
                  </a:lnTo>
                  <a:lnTo>
                    <a:pt x="1883838" y="35063"/>
                  </a:lnTo>
                  <a:lnTo>
                    <a:pt x="1893599" y="35241"/>
                  </a:lnTo>
                  <a:lnTo>
                    <a:pt x="1903360" y="35508"/>
                  </a:lnTo>
                  <a:lnTo>
                    <a:pt x="1913121" y="35487"/>
                  </a:lnTo>
                  <a:lnTo>
                    <a:pt x="1922881" y="35628"/>
                  </a:lnTo>
                  <a:lnTo>
                    <a:pt x="1932642" y="35648"/>
                  </a:lnTo>
                  <a:lnTo>
                    <a:pt x="1942403" y="35492"/>
                  </a:lnTo>
                  <a:lnTo>
                    <a:pt x="1952164" y="35556"/>
                  </a:lnTo>
                  <a:lnTo>
                    <a:pt x="1961925" y="35670"/>
                  </a:lnTo>
                  <a:lnTo>
                    <a:pt x="1971685" y="35842"/>
                  </a:lnTo>
                  <a:lnTo>
                    <a:pt x="1981446" y="36139"/>
                  </a:lnTo>
                  <a:lnTo>
                    <a:pt x="1991207" y="36517"/>
                  </a:lnTo>
                  <a:lnTo>
                    <a:pt x="2000968" y="36659"/>
                  </a:lnTo>
                  <a:lnTo>
                    <a:pt x="2010729" y="36698"/>
                  </a:lnTo>
                  <a:lnTo>
                    <a:pt x="2020490" y="37306"/>
                  </a:lnTo>
                  <a:lnTo>
                    <a:pt x="2030250" y="37392"/>
                  </a:lnTo>
                  <a:lnTo>
                    <a:pt x="2040011" y="37650"/>
                  </a:lnTo>
                  <a:lnTo>
                    <a:pt x="2049772" y="37796"/>
                  </a:lnTo>
                  <a:lnTo>
                    <a:pt x="2059533" y="37760"/>
                  </a:lnTo>
                  <a:lnTo>
                    <a:pt x="2069294" y="37864"/>
                  </a:lnTo>
                  <a:lnTo>
                    <a:pt x="2079055" y="38017"/>
                  </a:lnTo>
                  <a:lnTo>
                    <a:pt x="2088815" y="38302"/>
                  </a:lnTo>
                  <a:lnTo>
                    <a:pt x="2098576" y="38044"/>
                  </a:lnTo>
                  <a:lnTo>
                    <a:pt x="2108337" y="38119"/>
                  </a:lnTo>
                  <a:lnTo>
                    <a:pt x="2118098" y="38365"/>
                  </a:lnTo>
                  <a:lnTo>
                    <a:pt x="2127859" y="38835"/>
                  </a:lnTo>
                  <a:lnTo>
                    <a:pt x="2137619" y="39314"/>
                  </a:lnTo>
                  <a:lnTo>
                    <a:pt x="2147380" y="39685"/>
                  </a:lnTo>
                  <a:lnTo>
                    <a:pt x="2157141" y="40158"/>
                  </a:lnTo>
                  <a:lnTo>
                    <a:pt x="2166902" y="40620"/>
                  </a:lnTo>
                  <a:lnTo>
                    <a:pt x="2176663" y="41090"/>
                  </a:lnTo>
                  <a:lnTo>
                    <a:pt x="2186424" y="41468"/>
                  </a:lnTo>
                  <a:lnTo>
                    <a:pt x="2196184" y="41830"/>
                  </a:lnTo>
                  <a:lnTo>
                    <a:pt x="2205945" y="42138"/>
                  </a:lnTo>
                  <a:lnTo>
                    <a:pt x="2215706" y="42446"/>
                  </a:lnTo>
                  <a:lnTo>
                    <a:pt x="2225467" y="42753"/>
                  </a:lnTo>
                  <a:lnTo>
                    <a:pt x="2235228" y="43099"/>
                  </a:lnTo>
                  <a:lnTo>
                    <a:pt x="2244988" y="43464"/>
                  </a:lnTo>
                  <a:lnTo>
                    <a:pt x="2254749" y="43829"/>
                  </a:lnTo>
                  <a:lnTo>
                    <a:pt x="2264510" y="43790"/>
                  </a:lnTo>
                  <a:lnTo>
                    <a:pt x="2274271" y="43719"/>
                  </a:lnTo>
                  <a:lnTo>
                    <a:pt x="2284032" y="43815"/>
                  </a:lnTo>
                  <a:lnTo>
                    <a:pt x="2293793" y="44222"/>
                  </a:lnTo>
                  <a:lnTo>
                    <a:pt x="2303553" y="44647"/>
                  </a:lnTo>
                  <a:lnTo>
                    <a:pt x="2313314" y="44938"/>
                  </a:lnTo>
                  <a:lnTo>
                    <a:pt x="2323075" y="45216"/>
                  </a:lnTo>
                  <a:lnTo>
                    <a:pt x="2332836" y="45766"/>
                  </a:lnTo>
                  <a:lnTo>
                    <a:pt x="2342597" y="46315"/>
                  </a:lnTo>
                  <a:lnTo>
                    <a:pt x="2352358" y="46862"/>
                  </a:lnTo>
                  <a:lnTo>
                    <a:pt x="2362118" y="47369"/>
                  </a:lnTo>
                  <a:lnTo>
                    <a:pt x="2371879" y="47815"/>
                  </a:lnTo>
                  <a:lnTo>
                    <a:pt x="2381640" y="48261"/>
                  </a:lnTo>
                  <a:lnTo>
                    <a:pt x="2391401" y="48706"/>
                  </a:lnTo>
                  <a:lnTo>
                    <a:pt x="2401162" y="49150"/>
                  </a:lnTo>
                  <a:lnTo>
                    <a:pt x="2410922" y="49594"/>
                  </a:lnTo>
                  <a:lnTo>
                    <a:pt x="2420683" y="49959"/>
                  </a:lnTo>
                  <a:lnTo>
                    <a:pt x="2430444" y="50387"/>
                  </a:lnTo>
                  <a:lnTo>
                    <a:pt x="2440205" y="50607"/>
                  </a:lnTo>
                  <a:lnTo>
                    <a:pt x="2449966" y="50634"/>
                  </a:lnTo>
                  <a:lnTo>
                    <a:pt x="2459727" y="50327"/>
                  </a:lnTo>
                  <a:lnTo>
                    <a:pt x="2469487" y="50330"/>
                  </a:lnTo>
                  <a:lnTo>
                    <a:pt x="2479248" y="50008"/>
                  </a:lnTo>
                  <a:lnTo>
                    <a:pt x="2489009" y="49551"/>
                  </a:lnTo>
                  <a:lnTo>
                    <a:pt x="2498770" y="49176"/>
                  </a:lnTo>
                  <a:lnTo>
                    <a:pt x="2508531" y="48801"/>
                  </a:lnTo>
                  <a:lnTo>
                    <a:pt x="2518291" y="48486"/>
                  </a:lnTo>
                  <a:lnTo>
                    <a:pt x="2528052" y="48681"/>
                  </a:lnTo>
                </a:path>
              </a:pathLst>
            </a:custGeom>
            <a:ln w="18970" cap="flat">
              <a:solidFill>
                <a:srgbClr val="FFC0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rc35"/>
            <p:cNvSpPr/>
            <p:nvPr/>
          </p:nvSpPr>
          <p:spPr>
            <a:xfrm>
              <a:off x="485111" y="745738"/>
              <a:ext cx="2780858" cy="5179814"/>
            </a:xfrm>
            <a:prstGeom prst="rect">
              <a:avLst/>
            </a:prstGeom>
            <a:ln w="1084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rc36"/>
            <p:cNvSpPr/>
            <p:nvPr/>
          </p:nvSpPr>
          <p:spPr>
            <a:xfrm>
              <a:off x="3335559" y="745738"/>
              <a:ext cx="2780858" cy="517981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7"/>
            <p:cNvSpPr/>
            <p:nvPr/>
          </p:nvSpPr>
          <p:spPr>
            <a:xfrm>
              <a:off x="3335559" y="5691630"/>
              <a:ext cx="2780858" cy="0"/>
            </a:xfrm>
            <a:custGeom>
              <a:avLst/>
              <a:pathLst>
                <a:path w="2780858" h="0">
                  <a:moveTo>
                    <a:pt x="0" y="0"/>
                  </a:moveTo>
                  <a:lnTo>
                    <a:pt x="2780858" y="0"/>
                  </a:lnTo>
                  <a:lnTo>
                    <a:pt x="2780858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8"/>
            <p:cNvSpPr/>
            <p:nvPr/>
          </p:nvSpPr>
          <p:spPr>
            <a:xfrm>
              <a:off x="3335559" y="4125030"/>
              <a:ext cx="2780858" cy="0"/>
            </a:xfrm>
            <a:custGeom>
              <a:avLst/>
              <a:pathLst>
                <a:path w="2780858" h="0">
                  <a:moveTo>
                    <a:pt x="0" y="0"/>
                  </a:moveTo>
                  <a:lnTo>
                    <a:pt x="2780858" y="0"/>
                  </a:lnTo>
                  <a:lnTo>
                    <a:pt x="2780858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39"/>
            <p:cNvSpPr/>
            <p:nvPr/>
          </p:nvSpPr>
          <p:spPr>
            <a:xfrm>
              <a:off x="3335559" y="2558429"/>
              <a:ext cx="2780858" cy="0"/>
            </a:xfrm>
            <a:custGeom>
              <a:avLst/>
              <a:pathLst>
                <a:path w="2780858" h="0">
                  <a:moveTo>
                    <a:pt x="0" y="0"/>
                  </a:moveTo>
                  <a:lnTo>
                    <a:pt x="2780858" y="0"/>
                  </a:lnTo>
                  <a:lnTo>
                    <a:pt x="2780858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0"/>
            <p:cNvSpPr/>
            <p:nvPr/>
          </p:nvSpPr>
          <p:spPr>
            <a:xfrm>
              <a:off x="3335559" y="991829"/>
              <a:ext cx="2780858" cy="0"/>
            </a:xfrm>
            <a:custGeom>
              <a:avLst/>
              <a:pathLst>
                <a:path w="2780858" h="0">
                  <a:moveTo>
                    <a:pt x="0" y="0"/>
                  </a:moveTo>
                  <a:lnTo>
                    <a:pt x="2780858" y="0"/>
                  </a:lnTo>
                  <a:lnTo>
                    <a:pt x="2780858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1"/>
            <p:cNvSpPr/>
            <p:nvPr/>
          </p:nvSpPr>
          <p:spPr>
            <a:xfrm>
              <a:off x="3358328" y="745738"/>
              <a:ext cx="0" cy="5179814"/>
            </a:xfrm>
            <a:custGeom>
              <a:avLst/>
              <a:pathLst>
                <a:path w="0" h="5179814">
                  <a:moveTo>
                    <a:pt x="0" y="51798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2"/>
            <p:cNvSpPr/>
            <p:nvPr/>
          </p:nvSpPr>
          <p:spPr>
            <a:xfrm>
              <a:off x="4004053" y="745738"/>
              <a:ext cx="0" cy="5179814"/>
            </a:xfrm>
            <a:custGeom>
              <a:avLst/>
              <a:pathLst>
                <a:path w="0" h="5179814">
                  <a:moveTo>
                    <a:pt x="0" y="51798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3"/>
            <p:cNvSpPr/>
            <p:nvPr/>
          </p:nvSpPr>
          <p:spPr>
            <a:xfrm>
              <a:off x="4649778" y="745738"/>
              <a:ext cx="0" cy="5179814"/>
            </a:xfrm>
            <a:custGeom>
              <a:avLst/>
              <a:pathLst>
                <a:path w="0" h="5179814">
                  <a:moveTo>
                    <a:pt x="0" y="51798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4"/>
            <p:cNvSpPr/>
            <p:nvPr/>
          </p:nvSpPr>
          <p:spPr>
            <a:xfrm>
              <a:off x="5295503" y="745738"/>
              <a:ext cx="0" cy="5179814"/>
            </a:xfrm>
            <a:custGeom>
              <a:avLst/>
              <a:pathLst>
                <a:path w="0" h="5179814">
                  <a:moveTo>
                    <a:pt x="0" y="51798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5"/>
            <p:cNvSpPr/>
            <p:nvPr/>
          </p:nvSpPr>
          <p:spPr>
            <a:xfrm>
              <a:off x="5941229" y="745738"/>
              <a:ext cx="0" cy="5179814"/>
            </a:xfrm>
            <a:custGeom>
              <a:avLst/>
              <a:pathLst>
                <a:path w="0" h="5179814">
                  <a:moveTo>
                    <a:pt x="0" y="51798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3461961" y="5583243"/>
              <a:ext cx="2528052" cy="77145"/>
            </a:xfrm>
            <a:custGeom>
              <a:avLst/>
              <a:pathLst>
                <a:path w="2528052" h="77145">
                  <a:moveTo>
                    <a:pt x="0" y="0"/>
                  </a:moveTo>
                  <a:lnTo>
                    <a:pt x="9760" y="254"/>
                  </a:lnTo>
                  <a:lnTo>
                    <a:pt x="19521" y="634"/>
                  </a:lnTo>
                  <a:lnTo>
                    <a:pt x="29282" y="917"/>
                  </a:lnTo>
                  <a:lnTo>
                    <a:pt x="39043" y="1228"/>
                  </a:lnTo>
                  <a:lnTo>
                    <a:pt x="48804" y="1502"/>
                  </a:lnTo>
                  <a:lnTo>
                    <a:pt x="58564" y="1777"/>
                  </a:lnTo>
                  <a:lnTo>
                    <a:pt x="68325" y="2170"/>
                  </a:lnTo>
                  <a:lnTo>
                    <a:pt x="78086" y="2596"/>
                  </a:lnTo>
                  <a:lnTo>
                    <a:pt x="87847" y="2917"/>
                  </a:lnTo>
                  <a:lnTo>
                    <a:pt x="97608" y="3196"/>
                  </a:lnTo>
                  <a:lnTo>
                    <a:pt x="107369" y="3440"/>
                  </a:lnTo>
                  <a:lnTo>
                    <a:pt x="117129" y="3570"/>
                  </a:lnTo>
                  <a:lnTo>
                    <a:pt x="126890" y="4035"/>
                  </a:lnTo>
                  <a:lnTo>
                    <a:pt x="136651" y="4329"/>
                  </a:lnTo>
                  <a:lnTo>
                    <a:pt x="146412" y="4717"/>
                  </a:lnTo>
                  <a:lnTo>
                    <a:pt x="156173" y="5051"/>
                  </a:lnTo>
                  <a:lnTo>
                    <a:pt x="165933" y="5255"/>
                  </a:lnTo>
                  <a:lnTo>
                    <a:pt x="175694" y="5430"/>
                  </a:lnTo>
                  <a:lnTo>
                    <a:pt x="185455" y="5682"/>
                  </a:lnTo>
                  <a:lnTo>
                    <a:pt x="195216" y="5975"/>
                  </a:lnTo>
                  <a:lnTo>
                    <a:pt x="204977" y="6227"/>
                  </a:lnTo>
                  <a:lnTo>
                    <a:pt x="214738" y="6495"/>
                  </a:lnTo>
                  <a:lnTo>
                    <a:pt x="224498" y="6654"/>
                  </a:lnTo>
                  <a:lnTo>
                    <a:pt x="234259" y="6802"/>
                  </a:lnTo>
                  <a:lnTo>
                    <a:pt x="244020" y="7022"/>
                  </a:lnTo>
                  <a:lnTo>
                    <a:pt x="253781" y="7311"/>
                  </a:lnTo>
                  <a:lnTo>
                    <a:pt x="263542" y="7536"/>
                  </a:lnTo>
                  <a:lnTo>
                    <a:pt x="273303" y="8033"/>
                  </a:lnTo>
                  <a:lnTo>
                    <a:pt x="283063" y="8370"/>
                  </a:lnTo>
                  <a:lnTo>
                    <a:pt x="292824" y="8697"/>
                  </a:lnTo>
                  <a:lnTo>
                    <a:pt x="302585" y="8898"/>
                  </a:lnTo>
                  <a:lnTo>
                    <a:pt x="312346" y="9147"/>
                  </a:lnTo>
                  <a:lnTo>
                    <a:pt x="322107" y="9425"/>
                  </a:lnTo>
                  <a:lnTo>
                    <a:pt x="331867" y="9751"/>
                  </a:lnTo>
                  <a:lnTo>
                    <a:pt x="341628" y="10009"/>
                  </a:lnTo>
                  <a:lnTo>
                    <a:pt x="351389" y="10210"/>
                  </a:lnTo>
                  <a:lnTo>
                    <a:pt x="361150" y="10471"/>
                  </a:lnTo>
                  <a:lnTo>
                    <a:pt x="370911" y="10758"/>
                  </a:lnTo>
                  <a:lnTo>
                    <a:pt x="380672" y="11123"/>
                  </a:lnTo>
                  <a:lnTo>
                    <a:pt x="390432" y="11513"/>
                  </a:lnTo>
                  <a:lnTo>
                    <a:pt x="400193" y="11659"/>
                  </a:lnTo>
                  <a:lnTo>
                    <a:pt x="409954" y="11954"/>
                  </a:lnTo>
                  <a:lnTo>
                    <a:pt x="419715" y="12187"/>
                  </a:lnTo>
                  <a:lnTo>
                    <a:pt x="429476" y="12339"/>
                  </a:lnTo>
                  <a:lnTo>
                    <a:pt x="439236" y="12527"/>
                  </a:lnTo>
                  <a:lnTo>
                    <a:pt x="448997" y="12779"/>
                  </a:lnTo>
                  <a:lnTo>
                    <a:pt x="458758" y="13032"/>
                  </a:lnTo>
                  <a:lnTo>
                    <a:pt x="468519" y="13285"/>
                  </a:lnTo>
                  <a:lnTo>
                    <a:pt x="478280" y="13537"/>
                  </a:lnTo>
                  <a:lnTo>
                    <a:pt x="488041" y="13649"/>
                  </a:lnTo>
                  <a:lnTo>
                    <a:pt x="497801" y="13895"/>
                  </a:lnTo>
                  <a:lnTo>
                    <a:pt x="507562" y="14236"/>
                  </a:lnTo>
                  <a:lnTo>
                    <a:pt x="517323" y="14411"/>
                  </a:lnTo>
                  <a:lnTo>
                    <a:pt x="527084" y="14491"/>
                  </a:lnTo>
                  <a:lnTo>
                    <a:pt x="536845" y="14767"/>
                  </a:lnTo>
                  <a:lnTo>
                    <a:pt x="546606" y="14988"/>
                  </a:lnTo>
                  <a:lnTo>
                    <a:pt x="556366" y="15055"/>
                  </a:lnTo>
                  <a:lnTo>
                    <a:pt x="566127" y="15103"/>
                  </a:lnTo>
                  <a:lnTo>
                    <a:pt x="575888" y="15154"/>
                  </a:lnTo>
                  <a:lnTo>
                    <a:pt x="585649" y="15163"/>
                  </a:lnTo>
                  <a:lnTo>
                    <a:pt x="595410" y="15179"/>
                  </a:lnTo>
                  <a:lnTo>
                    <a:pt x="605170" y="15335"/>
                  </a:lnTo>
                  <a:lnTo>
                    <a:pt x="614931" y="15427"/>
                  </a:lnTo>
                  <a:lnTo>
                    <a:pt x="624692" y="15470"/>
                  </a:lnTo>
                  <a:lnTo>
                    <a:pt x="634453" y="15553"/>
                  </a:lnTo>
                  <a:lnTo>
                    <a:pt x="644214" y="15773"/>
                  </a:lnTo>
                  <a:lnTo>
                    <a:pt x="653975" y="15852"/>
                  </a:lnTo>
                  <a:lnTo>
                    <a:pt x="663735" y="16022"/>
                  </a:lnTo>
                  <a:lnTo>
                    <a:pt x="673496" y="16276"/>
                  </a:lnTo>
                  <a:lnTo>
                    <a:pt x="683257" y="16543"/>
                  </a:lnTo>
                  <a:lnTo>
                    <a:pt x="693018" y="16760"/>
                  </a:lnTo>
                  <a:lnTo>
                    <a:pt x="702779" y="16761"/>
                  </a:lnTo>
                  <a:lnTo>
                    <a:pt x="712539" y="16823"/>
                  </a:lnTo>
                  <a:lnTo>
                    <a:pt x="722300" y="16942"/>
                  </a:lnTo>
                  <a:lnTo>
                    <a:pt x="732061" y="16889"/>
                  </a:lnTo>
                  <a:lnTo>
                    <a:pt x="741822" y="16995"/>
                  </a:lnTo>
                  <a:lnTo>
                    <a:pt x="751583" y="17133"/>
                  </a:lnTo>
                  <a:lnTo>
                    <a:pt x="761344" y="17269"/>
                  </a:lnTo>
                  <a:lnTo>
                    <a:pt x="771104" y="17421"/>
                  </a:lnTo>
                  <a:lnTo>
                    <a:pt x="780865" y="17516"/>
                  </a:lnTo>
                  <a:lnTo>
                    <a:pt x="790626" y="17702"/>
                  </a:lnTo>
                  <a:lnTo>
                    <a:pt x="800387" y="17797"/>
                  </a:lnTo>
                  <a:lnTo>
                    <a:pt x="810148" y="17797"/>
                  </a:lnTo>
                  <a:lnTo>
                    <a:pt x="819909" y="17884"/>
                  </a:lnTo>
                  <a:lnTo>
                    <a:pt x="829669" y="17948"/>
                  </a:lnTo>
                  <a:lnTo>
                    <a:pt x="839430" y="18022"/>
                  </a:lnTo>
                  <a:lnTo>
                    <a:pt x="849191" y="18111"/>
                  </a:lnTo>
                  <a:lnTo>
                    <a:pt x="858952" y="18342"/>
                  </a:lnTo>
                  <a:lnTo>
                    <a:pt x="868713" y="18482"/>
                  </a:lnTo>
                  <a:lnTo>
                    <a:pt x="878473" y="18430"/>
                  </a:lnTo>
                  <a:lnTo>
                    <a:pt x="888234" y="18402"/>
                  </a:lnTo>
                  <a:lnTo>
                    <a:pt x="897995" y="18468"/>
                  </a:lnTo>
                  <a:lnTo>
                    <a:pt x="907756" y="18514"/>
                  </a:lnTo>
                  <a:lnTo>
                    <a:pt x="917517" y="18451"/>
                  </a:lnTo>
                  <a:lnTo>
                    <a:pt x="927278" y="18387"/>
                  </a:lnTo>
                  <a:lnTo>
                    <a:pt x="937038" y="18324"/>
                  </a:lnTo>
                  <a:lnTo>
                    <a:pt x="946799" y="18260"/>
                  </a:lnTo>
                  <a:lnTo>
                    <a:pt x="956560" y="18197"/>
                  </a:lnTo>
                  <a:lnTo>
                    <a:pt x="966321" y="18170"/>
                  </a:lnTo>
                  <a:lnTo>
                    <a:pt x="976082" y="18266"/>
                  </a:lnTo>
                  <a:lnTo>
                    <a:pt x="985842" y="18207"/>
                  </a:lnTo>
                  <a:lnTo>
                    <a:pt x="995603" y="18132"/>
                  </a:lnTo>
                  <a:lnTo>
                    <a:pt x="1005364" y="18147"/>
                  </a:lnTo>
                  <a:lnTo>
                    <a:pt x="1015125" y="18200"/>
                  </a:lnTo>
                  <a:lnTo>
                    <a:pt x="1024886" y="18259"/>
                  </a:lnTo>
                  <a:lnTo>
                    <a:pt x="1034647" y="18342"/>
                  </a:lnTo>
                  <a:lnTo>
                    <a:pt x="1044407" y="18627"/>
                  </a:lnTo>
                  <a:lnTo>
                    <a:pt x="1054168" y="18558"/>
                  </a:lnTo>
                  <a:lnTo>
                    <a:pt x="1063929" y="18554"/>
                  </a:lnTo>
                  <a:lnTo>
                    <a:pt x="1073690" y="18682"/>
                  </a:lnTo>
                  <a:lnTo>
                    <a:pt x="1083451" y="18741"/>
                  </a:lnTo>
                  <a:lnTo>
                    <a:pt x="1093212" y="18707"/>
                  </a:lnTo>
                  <a:lnTo>
                    <a:pt x="1102972" y="18670"/>
                  </a:lnTo>
                  <a:lnTo>
                    <a:pt x="1112733" y="18668"/>
                  </a:lnTo>
                  <a:lnTo>
                    <a:pt x="1122494" y="18818"/>
                  </a:lnTo>
                  <a:lnTo>
                    <a:pt x="1132255" y="18858"/>
                  </a:lnTo>
                  <a:lnTo>
                    <a:pt x="1142016" y="18764"/>
                  </a:lnTo>
                  <a:lnTo>
                    <a:pt x="1151776" y="18666"/>
                  </a:lnTo>
                  <a:lnTo>
                    <a:pt x="1161537" y="18629"/>
                  </a:lnTo>
                  <a:lnTo>
                    <a:pt x="1171298" y="18656"/>
                  </a:lnTo>
                  <a:lnTo>
                    <a:pt x="1181059" y="18683"/>
                  </a:lnTo>
                  <a:lnTo>
                    <a:pt x="1190820" y="18690"/>
                  </a:lnTo>
                  <a:lnTo>
                    <a:pt x="1200581" y="18621"/>
                  </a:lnTo>
                  <a:lnTo>
                    <a:pt x="1210341" y="18553"/>
                  </a:lnTo>
                  <a:lnTo>
                    <a:pt x="1220102" y="18485"/>
                  </a:lnTo>
                  <a:lnTo>
                    <a:pt x="1229863" y="18584"/>
                  </a:lnTo>
                  <a:lnTo>
                    <a:pt x="1239624" y="18545"/>
                  </a:lnTo>
                  <a:lnTo>
                    <a:pt x="1249385" y="18570"/>
                  </a:lnTo>
                  <a:lnTo>
                    <a:pt x="1259145" y="18647"/>
                  </a:lnTo>
                  <a:lnTo>
                    <a:pt x="1268906" y="18698"/>
                  </a:lnTo>
                  <a:lnTo>
                    <a:pt x="1278667" y="18798"/>
                  </a:lnTo>
                  <a:lnTo>
                    <a:pt x="1288428" y="18808"/>
                  </a:lnTo>
                  <a:lnTo>
                    <a:pt x="1298189" y="18649"/>
                  </a:lnTo>
                  <a:lnTo>
                    <a:pt x="1307950" y="18553"/>
                  </a:lnTo>
                  <a:lnTo>
                    <a:pt x="1317710" y="18438"/>
                  </a:lnTo>
                  <a:lnTo>
                    <a:pt x="1327471" y="18381"/>
                  </a:lnTo>
                  <a:lnTo>
                    <a:pt x="1337232" y="18458"/>
                  </a:lnTo>
                  <a:lnTo>
                    <a:pt x="1346993" y="18546"/>
                  </a:lnTo>
                  <a:lnTo>
                    <a:pt x="1356754" y="18620"/>
                  </a:lnTo>
                  <a:lnTo>
                    <a:pt x="1366515" y="18635"/>
                  </a:lnTo>
                  <a:lnTo>
                    <a:pt x="1376275" y="18713"/>
                  </a:lnTo>
                  <a:lnTo>
                    <a:pt x="1386036" y="18790"/>
                  </a:lnTo>
                  <a:lnTo>
                    <a:pt x="1395797" y="18840"/>
                  </a:lnTo>
                  <a:lnTo>
                    <a:pt x="1405558" y="18873"/>
                  </a:lnTo>
                  <a:lnTo>
                    <a:pt x="1415319" y="18888"/>
                  </a:lnTo>
                  <a:lnTo>
                    <a:pt x="1425079" y="18964"/>
                  </a:lnTo>
                  <a:lnTo>
                    <a:pt x="1434840" y="18863"/>
                  </a:lnTo>
                  <a:lnTo>
                    <a:pt x="1444601" y="18741"/>
                  </a:lnTo>
                  <a:lnTo>
                    <a:pt x="1454362" y="18753"/>
                  </a:lnTo>
                  <a:lnTo>
                    <a:pt x="1464123" y="18765"/>
                  </a:lnTo>
                  <a:lnTo>
                    <a:pt x="1473884" y="18735"/>
                  </a:lnTo>
                  <a:lnTo>
                    <a:pt x="1483644" y="18691"/>
                  </a:lnTo>
                  <a:lnTo>
                    <a:pt x="1493405" y="18805"/>
                  </a:lnTo>
                  <a:lnTo>
                    <a:pt x="1503166" y="18805"/>
                  </a:lnTo>
                  <a:lnTo>
                    <a:pt x="1512927" y="18761"/>
                  </a:lnTo>
                  <a:lnTo>
                    <a:pt x="1522688" y="18791"/>
                  </a:lnTo>
                  <a:lnTo>
                    <a:pt x="1532448" y="18591"/>
                  </a:lnTo>
                  <a:lnTo>
                    <a:pt x="1542209" y="18514"/>
                  </a:lnTo>
                  <a:lnTo>
                    <a:pt x="1551970" y="18384"/>
                  </a:lnTo>
                  <a:lnTo>
                    <a:pt x="1561731" y="18275"/>
                  </a:lnTo>
                  <a:lnTo>
                    <a:pt x="1571492" y="18238"/>
                  </a:lnTo>
                  <a:lnTo>
                    <a:pt x="1581253" y="18229"/>
                  </a:lnTo>
                  <a:lnTo>
                    <a:pt x="1591013" y="18159"/>
                  </a:lnTo>
                  <a:lnTo>
                    <a:pt x="1600774" y="18090"/>
                  </a:lnTo>
                  <a:lnTo>
                    <a:pt x="1610535" y="18017"/>
                  </a:lnTo>
                  <a:lnTo>
                    <a:pt x="1620296" y="17945"/>
                  </a:lnTo>
                  <a:lnTo>
                    <a:pt x="1630057" y="17871"/>
                  </a:lnTo>
                  <a:lnTo>
                    <a:pt x="1639818" y="17800"/>
                  </a:lnTo>
                  <a:lnTo>
                    <a:pt x="1649578" y="17723"/>
                  </a:lnTo>
                  <a:lnTo>
                    <a:pt x="1659339" y="17612"/>
                  </a:lnTo>
                  <a:lnTo>
                    <a:pt x="1669100" y="17520"/>
                  </a:lnTo>
                  <a:lnTo>
                    <a:pt x="1678861" y="17465"/>
                  </a:lnTo>
                  <a:lnTo>
                    <a:pt x="1688622" y="17410"/>
                  </a:lnTo>
                  <a:lnTo>
                    <a:pt x="1698382" y="17356"/>
                  </a:lnTo>
                  <a:lnTo>
                    <a:pt x="1708143" y="17290"/>
                  </a:lnTo>
                  <a:lnTo>
                    <a:pt x="1717904" y="17217"/>
                  </a:lnTo>
                  <a:lnTo>
                    <a:pt x="1727665" y="17144"/>
                  </a:lnTo>
                  <a:lnTo>
                    <a:pt x="1737426" y="17073"/>
                  </a:lnTo>
                  <a:lnTo>
                    <a:pt x="1747187" y="16914"/>
                  </a:lnTo>
                  <a:lnTo>
                    <a:pt x="1756947" y="16931"/>
                  </a:lnTo>
                  <a:lnTo>
                    <a:pt x="1766708" y="16860"/>
                  </a:lnTo>
                  <a:lnTo>
                    <a:pt x="1776469" y="16787"/>
                  </a:lnTo>
                  <a:lnTo>
                    <a:pt x="1786230" y="16683"/>
                  </a:lnTo>
                  <a:lnTo>
                    <a:pt x="1795991" y="16595"/>
                  </a:lnTo>
                  <a:lnTo>
                    <a:pt x="1805752" y="16502"/>
                  </a:lnTo>
                  <a:lnTo>
                    <a:pt x="1815512" y="16369"/>
                  </a:lnTo>
                  <a:lnTo>
                    <a:pt x="1825273" y="16236"/>
                  </a:lnTo>
                  <a:lnTo>
                    <a:pt x="1835034" y="16032"/>
                  </a:lnTo>
                  <a:lnTo>
                    <a:pt x="1844795" y="15901"/>
                  </a:lnTo>
                  <a:lnTo>
                    <a:pt x="1854556" y="15836"/>
                  </a:lnTo>
                  <a:lnTo>
                    <a:pt x="1864316" y="15703"/>
                  </a:lnTo>
                  <a:lnTo>
                    <a:pt x="1874077" y="15568"/>
                  </a:lnTo>
                  <a:lnTo>
                    <a:pt x="1883838" y="15390"/>
                  </a:lnTo>
                  <a:lnTo>
                    <a:pt x="1893599" y="15282"/>
                  </a:lnTo>
                  <a:lnTo>
                    <a:pt x="1903360" y="15165"/>
                  </a:lnTo>
                  <a:lnTo>
                    <a:pt x="1913121" y="15137"/>
                  </a:lnTo>
                  <a:lnTo>
                    <a:pt x="1922881" y="15115"/>
                  </a:lnTo>
                  <a:lnTo>
                    <a:pt x="1932642" y="14990"/>
                  </a:lnTo>
                  <a:lnTo>
                    <a:pt x="1942403" y="14819"/>
                  </a:lnTo>
                  <a:lnTo>
                    <a:pt x="1952164" y="14742"/>
                  </a:lnTo>
                  <a:lnTo>
                    <a:pt x="1961925" y="14666"/>
                  </a:lnTo>
                  <a:lnTo>
                    <a:pt x="1971685" y="14589"/>
                  </a:lnTo>
                  <a:lnTo>
                    <a:pt x="1981446" y="14387"/>
                  </a:lnTo>
                  <a:lnTo>
                    <a:pt x="1991207" y="14158"/>
                  </a:lnTo>
                  <a:lnTo>
                    <a:pt x="2000968" y="13929"/>
                  </a:lnTo>
                  <a:lnTo>
                    <a:pt x="2010729" y="13709"/>
                  </a:lnTo>
                  <a:lnTo>
                    <a:pt x="2020490" y="13625"/>
                  </a:lnTo>
                  <a:lnTo>
                    <a:pt x="2030250" y="13598"/>
                  </a:lnTo>
                  <a:lnTo>
                    <a:pt x="2040011" y="13400"/>
                  </a:lnTo>
                  <a:lnTo>
                    <a:pt x="2049772" y="13186"/>
                  </a:lnTo>
                  <a:lnTo>
                    <a:pt x="2059533" y="13053"/>
                  </a:lnTo>
                  <a:lnTo>
                    <a:pt x="2069294" y="12846"/>
                  </a:lnTo>
                  <a:lnTo>
                    <a:pt x="2079055" y="12706"/>
                  </a:lnTo>
                  <a:lnTo>
                    <a:pt x="2088815" y="12568"/>
                  </a:lnTo>
                  <a:lnTo>
                    <a:pt x="2098576" y="12430"/>
                  </a:lnTo>
                  <a:lnTo>
                    <a:pt x="2108337" y="12292"/>
                  </a:lnTo>
                  <a:lnTo>
                    <a:pt x="2118098" y="12153"/>
                  </a:lnTo>
                  <a:lnTo>
                    <a:pt x="2127859" y="12015"/>
                  </a:lnTo>
                  <a:lnTo>
                    <a:pt x="2137619" y="11889"/>
                  </a:lnTo>
                  <a:lnTo>
                    <a:pt x="2147380" y="11768"/>
                  </a:lnTo>
                  <a:lnTo>
                    <a:pt x="2157141" y="11647"/>
                  </a:lnTo>
                  <a:lnTo>
                    <a:pt x="2166902" y="11526"/>
                  </a:lnTo>
                  <a:lnTo>
                    <a:pt x="2176663" y="11405"/>
                  </a:lnTo>
                  <a:lnTo>
                    <a:pt x="2186424" y="11283"/>
                  </a:lnTo>
                  <a:lnTo>
                    <a:pt x="2196184" y="11163"/>
                  </a:lnTo>
                  <a:lnTo>
                    <a:pt x="2205945" y="11043"/>
                  </a:lnTo>
                  <a:lnTo>
                    <a:pt x="2215706" y="10931"/>
                  </a:lnTo>
                  <a:lnTo>
                    <a:pt x="2225467" y="10800"/>
                  </a:lnTo>
                  <a:lnTo>
                    <a:pt x="2235228" y="10682"/>
                  </a:lnTo>
                  <a:lnTo>
                    <a:pt x="2244988" y="10638"/>
                  </a:lnTo>
                  <a:lnTo>
                    <a:pt x="2254749" y="10594"/>
                  </a:lnTo>
                  <a:lnTo>
                    <a:pt x="2264510" y="10551"/>
                  </a:lnTo>
                  <a:lnTo>
                    <a:pt x="2274271" y="10485"/>
                  </a:lnTo>
                  <a:lnTo>
                    <a:pt x="2284032" y="10469"/>
                  </a:lnTo>
                  <a:lnTo>
                    <a:pt x="2293793" y="10426"/>
                  </a:lnTo>
                  <a:lnTo>
                    <a:pt x="2303553" y="10295"/>
                  </a:lnTo>
                  <a:lnTo>
                    <a:pt x="2313314" y="10177"/>
                  </a:lnTo>
                  <a:lnTo>
                    <a:pt x="2323075" y="10097"/>
                  </a:lnTo>
                  <a:lnTo>
                    <a:pt x="2332836" y="10018"/>
                  </a:lnTo>
                  <a:lnTo>
                    <a:pt x="2342597" y="9938"/>
                  </a:lnTo>
                  <a:lnTo>
                    <a:pt x="2352358" y="9859"/>
                  </a:lnTo>
                  <a:lnTo>
                    <a:pt x="2362118" y="9779"/>
                  </a:lnTo>
                  <a:lnTo>
                    <a:pt x="2371879" y="9699"/>
                  </a:lnTo>
                  <a:lnTo>
                    <a:pt x="2381640" y="9585"/>
                  </a:lnTo>
                  <a:lnTo>
                    <a:pt x="2391401" y="9404"/>
                  </a:lnTo>
                  <a:lnTo>
                    <a:pt x="2401162" y="9222"/>
                  </a:lnTo>
                  <a:lnTo>
                    <a:pt x="2410922" y="9039"/>
                  </a:lnTo>
                  <a:lnTo>
                    <a:pt x="2420683" y="8856"/>
                  </a:lnTo>
                  <a:lnTo>
                    <a:pt x="2430444" y="8673"/>
                  </a:lnTo>
                  <a:lnTo>
                    <a:pt x="2440205" y="8490"/>
                  </a:lnTo>
                  <a:lnTo>
                    <a:pt x="2449966" y="8306"/>
                  </a:lnTo>
                  <a:lnTo>
                    <a:pt x="2459727" y="8123"/>
                  </a:lnTo>
                  <a:lnTo>
                    <a:pt x="2469487" y="7939"/>
                  </a:lnTo>
                  <a:lnTo>
                    <a:pt x="2479248" y="7755"/>
                  </a:lnTo>
                  <a:lnTo>
                    <a:pt x="2489009" y="7571"/>
                  </a:lnTo>
                  <a:lnTo>
                    <a:pt x="2498770" y="7387"/>
                  </a:lnTo>
                  <a:lnTo>
                    <a:pt x="2508531" y="7304"/>
                  </a:lnTo>
                  <a:lnTo>
                    <a:pt x="2518291" y="7232"/>
                  </a:lnTo>
                  <a:lnTo>
                    <a:pt x="2528052" y="7157"/>
                  </a:lnTo>
                  <a:lnTo>
                    <a:pt x="2528052" y="77145"/>
                  </a:lnTo>
                  <a:lnTo>
                    <a:pt x="2518291" y="77004"/>
                  </a:lnTo>
                  <a:lnTo>
                    <a:pt x="2508531" y="76863"/>
                  </a:lnTo>
                  <a:lnTo>
                    <a:pt x="2498770" y="76721"/>
                  </a:lnTo>
                  <a:lnTo>
                    <a:pt x="2489009" y="76584"/>
                  </a:lnTo>
                  <a:lnTo>
                    <a:pt x="2479248" y="76465"/>
                  </a:lnTo>
                  <a:lnTo>
                    <a:pt x="2469487" y="76345"/>
                  </a:lnTo>
                  <a:lnTo>
                    <a:pt x="2459727" y="76225"/>
                  </a:lnTo>
                  <a:lnTo>
                    <a:pt x="2449966" y="76104"/>
                  </a:lnTo>
                  <a:lnTo>
                    <a:pt x="2440205" y="75983"/>
                  </a:lnTo>
                  <a:lnTo>
                    <a:pt x="2430444" y="75862"/>
                  </a:lnTo>
                  <a:lnTo>
                    <a:pt x="2420683" y="75740"/>
                  </a:lnTo>
                  <a:lnTo>
                    <a:pt x="2410922" y="75617"/>
                  </a:lnTo>
                  <a:lnTo>
                    <a:pt x="2401162" y="75492"/>
                  </a:lnTo>
                  <a:lnTo>
                    <a:pt x="2391401" y="75361"/>
                  </a:lnTo>
                  <a:lnTo>
                    <a:pt x="2381640" y="75248"/>
                  </a:lnTo>
                  <a:lnTo>
                    <a:pt x="2371879" y="75118"/>
                  </a:lnTo>
                  <a:lnTo>
                    <a:pt x="2362118" y="74983"/>
                  </a:lnTo>
                  <a:lnTo>
                    <a:pt x="2352358" y="74848"/>
                  </a:lnTo>
                  <a:lnTo>
                    <a:pt x="2342597" y="74713"/>
                  </a:lnTo>
                  <a:lnTo>
                    <a:pt x="2332836" y="74577"/>
                  </a:lnTo>
                  <a:lnTo>
                    <a:pt x="2323075" y="74440"/>
                  </a:lnTo>
                  <a:lnTo>
                    <a:pt x="2313314" y="74302"/>
                  </a:lnTo>
                  <a:lnTo>
                    <a:pt x="2303553" y="74164"/>
                  </a:lnTo>
                  <a:lnTo>
                    <a:pt x="2293793" y="74026"/>
                  </a:lnTo>
                  <a:lnTo>
                    <a:pt x="2284032" y="73887"/>
                  </a:lnTo>
                  <a:lnTo>
                    <a:pt x="2274271" y="73748"/>
                  </a:lnTo>
                  <a:lnTo>
                    <a:pt x="2264510" y="73609"/>
                  </a:lnTo>
                  <a:lnTo>
                    <a:pt x="2254749" y="73469"/>
                  </a:lnTo>
                  <a:lnTo>
                    <a:pt x="2244988" y="73328"/>
                  </a:lnTo>
                  <a:lnTo>
                    <a:pt x="2235228" y="73185"/>
                  </a:lnTo>
                  <a:lnTo>
                    <a:pt x="2225467" y="73062"/>
                  </a:lnTo>
                  <a:lnTo>
                    <a:pt x="2215706" y="72941"/>
                  </a:lnTo>
                  <a:lnTo>
                    <a:pt x="2205945" y="72795"/>
                  </a:lnTo>
                  <a:lnTo>
                    <a:pt x="2196184" y="72634"/>
                  </a:lnTo>
                  <a:lnTo>
                    <a:pt x="2186424" y="72473"/>
                  </a:lnTo>
                  <a:lnTo>
                    <a:pt x="2176663" y="72324"/>
                  </a:lnTo>
                  <a:lnTo>
                    <a:pt x="2166902" y="72178"/>
                  </a:lnTo>
                  <a:lnTo>
                    <a:pt x="2157141" y="72032"/>
                  </a:lnTo>
                  <a:lnTo>
                    <a:pt x="2147380" y="71886"/>
                  </a:lnTo>
                  <a:lnTo>
                    <a:pt x="2137619" y="71738"/>
                  </a:lnTo>
                  <a:lnTo>
                    <a:pt x="2127859" y="71589"/>
                  </a:lnTo>
                  <a:lnTo>
                    <a:pt x="2118098" y="71440"/>
                  </a:lnTo>
                  <a:lnTo>
                    <a:pt x="2108337" y="71320"/>
                  </a:lnTo>
                  <a:lnTo>
                    <a:pt x="2098576" y="71202"/>
                  </a:lnTo>
                  <a:lnTo>
                    <a:pt x="2088815" y="71054"/>
                  </a:lnTo>
                  <a:lnTo>
                    <a:pt x="2079055" y="70880"/>
                  </a:lnTo>
                  <a:lnTo>
                    <a:pt x="2069294" y="70705"/>
                  </a:lnTo>
                  <a:lnTo>
                    <a:pt x="2059533" y="70545"/>
                  </a:lnTo>
                  <a:lnTo>
                    <a:pt x="2049772" y="70401"/>
                  </a:lnTo>
                  <a:lnTo>
                    <a:pt x="2040011" y="70255"/>
                  </a:lnTo>
                  <a:lnTo>
                    <a:pt x="2030250" y="70109"/>
                  </a:lnTo>
                  <a:lnTo>
                    <a:pt x="2020490" y="69963"/>
                  </a:lnTo>
                  <a:lnTo>
                    <a:pt x="2010729" y="69816"/>
                  </a:lnTo>
                  <a:lnTo>
                    <a:pt x="2000968" y="69688"/>
                  </a:lnTo>
                  <a:lnTo>
                    <a:pt x="1991207" y="69583"/>
                  </a:lnTo>
                  <a:lnTo>
                    <a:pt x="1981446" y="69423"/>
                  </a:lnTo>
                  <a:lnTo>
                    <a:pt x="1971685" y="69270"/>
                  </a:lnTo>
                  <a:lnTo>
                    <a:pt x="1961925" y="69162"/>
                  </a:lnTo>
                  <a:lnTo>
                    <a:pt x="1952164" y="69053"/>
                  </a:lnTo>
                  <a:lnTo>
                    <a:pt x="1942403" y="68947"/>
                  </a:lnTo>
                  <a:lnTo>
                    <a:pt x="1932642" y="68808"/>
                  </a:lnTo>
                  <a:lnTo>
                    <a:pt x="1922881" y="68641"/>
                  </a:lnTo>
                  <a:lnTo>
                    <a:pt x="1913121" y="68472"/>
                  </a:lnTo>
                  <a:lnTo>
                    <a:pt x="1903360" y="68303"/>
                  </a:lnTo>
                  <a:lnTo>
                    <a:pt x="1893599" y="68133"/>
                  </a:lnTo>
                  <a:lnTo>
                    <a:pt x="1883838" y="67962"/>
                  </a:lnTo>
                  <a:lnTo>
                    <a:pt x="1874077" y="67789"/>
                  </a:lnTo>
                  <a:lnTo>
                    <a:pt x="1864316" y="67603"/>
                  </a:lnTo>
                  <a:lnTo>
                    <a:pt x="1854556" y="67393"/>
                  </a:lnTo>
                  <a:lnTo>
                    <a:pt x="1844795" y="67235"/>
                  </a:lnTo>
                  <a:lnTo>
                    <a:pt x="1835034" y="67086"/>
                  </a:lnTo>
                  <a:lnTo>
                    <a:pt x="1825273" y="66920"/>
                  </a:lnTo>
                  <a:lnTo>
                    <a:pt x="1815512" y="66782"/>
                  </a:lnTo>
                  <a:lnTo>
                    <a:pt x="1805752" y="66657"/>
                  </a:lnTo>
                  <a:lnTo>
                    <a:pt x="1795991" y="66531"/>
                  </a:lnTo>
                  <a:lnTo>
                    <a:pt x="1786230" y="66386"/>
                  </a:lnTo>
                  <a:lnTo>
                    <a:pt x="1776469" y="66245"/>
                  </a:lnTo>
                  <a:lnTo>
                    <a:pt x="1766708" y="66103"/>
                  </a:lnTo>
                  <a:lnTo>
                    <a:pt x="1756947" y="65961"/>
                  </a:lnTo>
                  <a:lnTo>
                    <a:pt x="1747187" y="65818"/>
                  </a:lnTo>
                  <a:lnTo>
                    <a:pt x="1737426" y="65674"/>
                  </a:lnTo>
                  <a:lnTo>
                    <a:pt x="1727665" y="65515"/>
                  </a:lnTo>
                  <a:lnTo>
                    <a:pt x="1717904" y="65341"/>
                  </a:lnTo>
                  <a:lnTo>
                    <a:pt x="1708143" y="65183"/>
                  </a:lnTo>
                  <a:lnTo>
                    <a:pt x="1698382" y="65006"/>
                  </a:lnTo>
                  <a:lnTo>
                    <a:pt x="1688622" y="64851"/>
                  </a:lnTo>
                  <a:lnTo>
                    <a:pt x="1678861" y="64733"/>
                  </a:lnTo>
                  <a:lnTo>
                    <a:pt x="1669100" y="64607"/>
                  </a:lnTo>
                  <a:lnTo>
                    <a:pt x="1659339" y="64459"/>
                  </a:lnTo>
                  <a:lnTo>
                    <a:pt x="1649578" y="64311"/>
                  </a:lnTo>
                  <a:lnTo>
                    <a:pt x="1639818" y="64162"/>
                  </a:lnTo>
                  <a:lnTo>
                    <a:pt x="1630057" y="64012"/>
                  </a:lnTo>
                  <a:lnTo>
                    <a:pt x="1620296" y="63862"/>
                  </a:lnTo>
                  <a:lnTo>
                    <a:pt x="1610535" y="63711"/>
                  </a:lnTo>
                  <a:lnTo>
                    <a:pt x="1600774" y="63585"/>
                  </a:lnTo>
                  <a:lnTo>
                    <a:pt x="1591013" y="63464"/>
                  </a:lnTo>
                  <a:lnTo>
                    <a:pt x="1581253" y="63314"/>
                  </a:lnTo>
                  <a:lnTo>
                    <a:pt x="1571492" y="63162"/>
                  </a:lnTo>
                  <a:lnTo>
                    <a:pt x="1561731" y="63009"/>
                  </a:lnTo>
                  <a:lnTo>
                    <a:pt x="1551970" y="62820"/>
                  </a:lnTo>
                  <a:lnTo>
                    <a:pt x="1542209" y="62640"/>
                  </a:lnTo>
                  <a:lnTo>
                    <a:pt x="1532448" y="62448"/>
                  </a:lnTo>
                  <a:lnTo>
                    <a:pt x="1522688" y="62225"/>
                  </a:lnTo>
                  <a:lnTo>
                    <a:pt x="1512927" y="62000"/>
                  </a:lnTo>
                  <a:lnTo>
                    <a:pt x="1503166" y="61780"/>
                  </a:lnTo>
                  <a:lnTo>
                    <a:pt x="1493405" y="61561"/>
                  </a:lnTo>
                  <a:lnTo>
                    <a:pt x="1483644" y="61358"/>
                  </a:lnTo>
                  <a:lnTo>
                    <a:pt x="1473884" y="61164"/>
                  </a:lnTo>
                  <a:lnTo>
                    <a:pt x="1464123" y="61063"/>
                  </a:lnTo>
                  <a:lnTo>
                    <a:pt x="1454362" y="60870"/>
                  </a:lnTo>
                  <a:lnTo>
                    <a:pt x="1444601" y="60677"/>
                  </a:lnTo>
                  <a:lnTo>
                    <a:pt x="1434840" y="60511"/>
                  </a:lnTo>
                  <a:lnTo>
                    <a:pt x="1425079" y="60385"/>
                  </a:lnTo>
                  <a:lnTo>
                    <a:pt x="1415319" y="60264"/>
                  </a:lnTo>
                  <a:lnTo>
                    <a:pt x="1405558" y="60183"/>
                  </a:lnTo>
                  <a:lnTo>
                    <a:pt x="1395797" y="60039"/>
                  </a:lnTo>
                  <a:lnTo>
                    <a:pt x="1386036" y="59909"/>
                  </a:lnTo>
                  <a:lnTo>
                    <a:pt x="1376275" y="59761"/>
                  </a:lnTo>
                  <a:lnTo>
                    <a:pt x="1366515" y="59634"/>
                  </a:lnTo>
                  <a:lnTo>
                    <a:pt x="1356754" y="59502"/>
                  </a:lnTo>
                  <a:lnTo>
                    <a:pt x="1346993" y="59379"/>
                  </a:lnTo>
                  <a:lnTo>
                    <a:pt x="1337232" y="59224"/>
                  </a:lnTo>
                  <a:lnTo>
                    <a:pt x="1327471" y="59037"/>
                  </a:lnTo>
                  <a:lnTo>
                    <a:pt x="1317710" y="58864"/>
                  </a:lnTo>
                  <a:lnTo>
                    <a:pt x="1307950" y="58775"/>
                  </a:lnTo>
                  <a:lnTo>
                    <a:pt x="1298189" y="58609"/>
                  </a:lnTo>
                  <a:lnTo>
                    <a:pt x="1288428" y="58490"/>
                  </a:lnTo>
                  <a:lnTo>
                    <a:pt x="1278667" y="58363"/>
                  </a:lnTo>
                  <a:lnTo>
                    <a:pt x="1268906" y="58196"/>
                  </a:lnTo>
                  <a:lnTo>
                    <a:pt x="1259145" y="58026"/>
                  </a:lnTo>
                  <a:lnTo>
                    <a:pt x="1249385" y="57856"/>
                  </a:lnTo>
                  <a:lnTo>
                    <a:pt x="1239624" y="57722"/>
                  </a:lnTo>
                  <a:lnTo>
                    <a:pt x="1229863" y="57549"/>
                  </a:lnTo>
                  <a:lnTo>
                    <a:pt x="1220102" y="57434"/>
                  </a:lnTo>
                  <a:lnTo>
                    <a:pt x="1210341" y="57320"/>
                  </a:lnTo>
                  <a:lnTo>
                    <a:pt x="1200581" y="57205"/>
                  </a:lnTo>
                  <a:lnTo>
                    <a:pt x="1190820" y="57057"/>
                  </a:lnTo>
                  <a:lnTo>
                    <a:pt x="1181059" y="56975"/>
                  </a:lnTo>
                  <a:lnTo>
                    <a:pt x="1171298" y="56860"/>
                  </a:lnTo>
                  <a:lnTo>
                    <a:pt x="1161537" y="56719"/>
                  </a:lnTo>
                  <a:lnTo>
                    <a:pt x="1151776" y="56559"/>
                  </a:lnTo>
                  <a:lnTo>
                    <a:pt x="1142016" y="56370"/>
                  </a:lnTo>
                  <a:lnTo>
                    <a:pt x="1132255" y="56136"/>
                  </a:lnTo>
                  <a:lnTo>
                    <a:pt x="1122494" y="55859"/>
                  </a:lnTo>
                  <a:lnTo>
                    <a:pt x="1112733" y="55666"/>
                  </a:lnTo>
                  <a:lnTo>
                    <a:pt x="1102972" y="55436"/>
                  </a:lnTo>
                  <a:lnTo>
                    <a:pt x="1093212" y="55359"/>
                  </a:lnTo>
                  <a:lnTo>
                    <a:pt x="1083451" y="55311"/>
                  </a:lnTo>
                  <a:lnTo>
                    <a:pt x="1073690" y="55279"/>
                  </a:lnTo>
                  <a:lnTo>
                    <a:pt x="1063929" y="55272"/>
                  </a:lnTo>
                  <a:lnTo>
                    <a:pt x="1054168" y="55192"/>
                  </a:lnTo>
                  <a:lnTo>
                    <a:pt x="1044407" y="55148"/>
                  </a:lnTo>
                  <a:lnTo>
                    <a:pt x="1034647" y="55106"/>
                  </a:lnTo>
                  <a:lnTo>
                    <a:pt x="1024886" y="54992"/>
                  </a:lnTo>
                  <a:lnTo>
                    <a:pt x="1015125" y="54853"/>
                  </a:lnTo>
                  <a:lnTo>
                    <a:pt x="1005364" y="54624"/>
                  </a:lnTo>
                  <a:lnTo>
                    <a:pt x="995603" y="54370"/>
                  </a:lnTo>
                  <a:lnTo>
                    <a:pt x="985842" y="54302"/>
                  </a:lnTo>
                  <a:lnTo>
                    <a:pt x="976082" y="54233"/>
                  </a:lnTo>
                  <a:lnTo>
                    <a:pt x="966321" y="54153"/>
                  </a:lnTo>
                  <a:lnTo>
                    <a:pt x="956560" y="54037"/>
                  </a:lnTo>
                  <a:lnTo>
                    <a:pt x="946799" y="53818"/>
                  </a:lnTo>
                  <a:lnTo>
                    <a:pt x="937038" y="53598"/>
                  </a:lnTo>
                  <a:lnTo>
                    <a:pt x="927278" y="53377"/>
                  </a:lnTo>
                  <a:lnTo>
                    <a:pt x="917517" y="53318"/>
                  </a:lnTo>
                  <a:lnTo>
                    <a:pt x="907756" y="53093"/>
                  </a:lnTo>
                  <a:lnTo>
                    <a:pt x="897995" y="52865"/>
                  </a:lnTo>
                  <a:lnTo>
                    <a:pt x="888234" y="52772"/>
                  </a:lnTo>
                  <a:lnTo>
                    <a:pt x="878473" y="52769"/>
                  </a:lnTo>
                  <a:lnTo>
                    <a:pt x="868713" y="52608"/>
                  </a:lnTo>
                  <a:lnTo>
                    <a:pt x="858952" y="52453"/>
                  </a:lnTo>
                  <a:lnTo>
                    <a:pt x="849191" y="52350"/>
                  </a:lnTo>
                  <a:lnTo>
                    <a:pt x="839430" y="52255"/>
                  </a:lnTo>
                  <a:lnTo>
                    <a:pt x="829669" y="52165"/>
                  </a:lnTo>
                  <a:lnTo>
                    <a:pt x="819909" y="52075"/>
                  </a:lnTo>
                  <a:lnTo>
                    <a:pt x="810148" y="51953"/>
                  </a:lnTo>
                  <a:lnTo>
                    <a:pt x="800387" y="51827"/>
                  </a:lnTo>
                  <a:lnTo>
                    <a:pt x="790626" y="51785"/>
                  </a:lnTo>
                  <a:lnTo>
                    <a:pt x="780865" y="51706"/>
                  </a:lnTo>
                  <a:lnTo>
                    <a:pt x="771104" y="51636"/>
                  </a:lnTo>
                  <a:lnTo>
                    <a:pt x="761344" y="51596"/>
                  </a:lnTo>
                  <a:lnTo>
                    <a:pt x="751583" y="51472"/>
                  </a:lnTo>
                  <a:lnTo>
                    <a:pt x="741822" y="51327"/>
                  </a:lnTo>
                  <a:lnTo>
                    <a:pt x="732061" y="51178"/>
                  </a:lnTo>
                  <a:lnTo>
                    <a:pt x="722300" y="51033"/>
                  </a:lnTo>
                  <a:lnTo>
                    <a:pt x="712539" y="50922"/>
                  </a:lnTo>
                  <a:lnTo>
                    <a:pt x="702779" y="50883"/>
                  </a:lnTo>
                  <a:lnTo>
                    <a:pt x="693018" y="50843"/>
                  </a:lnTo>
                  <a:lnTo>
                    <a:pt x="683257" y="50780"/>
                  </a:lnTo>
                  <a:lnTo>
                    <a:pt x="673496" y="50687"/>
                  </a:lnTo>
                  <a:lnTo>
                    <a:pt x="663735" y="50593"/>
                  </a:lnTo>
                  <a:lnTo>
                    <a:pt x="653975" y="50551"/>
                  </a:lnTo>
                  <a:lnTo>
                    <a:pt x="644214" y="50408"/>
                  </a:lnTo>
                  <a:lnTo>
                    <a:pt x="634453" y="50311"/>
                  </a:lnTo>
                  <a:lnTo>
                    <a:pt x="624692" y="50217"/>
                  </a:lnTo>
                  <a:lnTo>
                    <a:pt x="614931" y="50143"/>
                  </a:lnTo>
                  <a:lnTo>
                    <a:pt x="605170" y="50231"/>
                  </a:lnTo>
                  <a:lnTo>
                    <a:pt x="595410" y="50303"/>
                  </a:lnTo>
                  <a:lnTo>
                    <a:pt x="585649" y="50277"/>
                  </a:lnTo>
                  <a:lnTo>
                    <a:pt x="575888" y="50135"/>
                  </a:lnTo>
                  <a:lnTo>
                    <a:pt x="566127" y="50024"/>
                  </a:lnTo>
                  <a:lnTo>
                    <a:pt x="556366" y="50196"/>
                  </a:lnTo>
                  <a:lnTo>
                    <a:pt x="546606" y="50156"/>
                  </a:lnTo>
                  <a:lnTo>
                    <a:pt x="536845" y="49990"/>
                  </a:lnTo>
                  <a:lnTo>
                    <a:pt x="527084" y="49877"/>
                  </a:lnTo>
                  <a:lnTo>
                    <a:pt x="517323" y="49813"/>
                  </a:lnTo>
                  <a:lnTo>
                    <a:pt x="507562" y="49658"/>
                  </a:lnTo>
                  <a:lnTo>
                    <a:pt x="497801" y="49500"/>
                  </a:lnTo>
                  <a:lnTo>
                    <a:pt x="488041" y="49604"/>
                  </a:lnTo>
                  <a:lnTo>
                    <a:pt x="478280" y="49543"/>
                  </a:lnTo>
                  <a:lnTo>
                    <a:pt x="468519" y="49440"/>
                  </a:lnTo>
                  <a:lnTo>
                    <a:pt x="458758" y="49412"/>
                  </a:lnTo>
                  <a:lnTo>
                    <a:pt x="448997" y="49482"/>
                  </a:lnTo>
                  <a:lnTo>
                    <a:pt x="439236" y="49506"/>
                  </a:lnTo>
                  <a:lnTo>
                    <a:pt x="429476" y="49528"/>
                  </a:lnTo>
                  <a:lnTo>
                    <a:pt x="419715" y="49508"/>
                  </a:lnTo>
                  <a:lnTo>
                    <a:pt x="409954" y="49394"/>
                  </a:lnTo>
                  <a:lnTo>
                    <a:pt x="400193" y="49320"/>
                  </a:lnTo>
                  <a:lnTo>
                    <a:pt x="390432" y="49263"/>
                  </a:lnTo>
                  <a:lnTo>
                    <a:pt x="380672" y="49225"/>
                  </a:lnTo>
                  <a:lnTo>
                    <a:pt x="370911" y="49258"/>
                  </a:lnTo>
                  <a:lnTo>
                    <a:pt x="361150" y="49216"/>
                  </a:lnTo>
                  <a:lnTo>
                    <a:pt x="351389" y="49225"/>
                  </a:lnTo>
                  <a:lnTo>
                    <a:pt x="341628" y="49135"/>
                  </a:lnTo>
                  <a:lnTo>
                    <a:pt x="331867" y="49032"/>
                  </a:lnTo>
                  <a:lnTo>
                    <a:pt x="322107" y="48928"/>
                  </a:lnTo>
                  <a:lnTo>
                    <a:pt x="312346" y="48823"/>
                  </a:lnTo>
                  <a:lnTo>
                    <a:pt x="302585" y="48780"/>
                  </a:lnTo>
                  <a:lnTo>
                    <a:pt x="292824" y="48788"/>
                  </a:lnTo>
                  <a:lnTo>
                    <a:pt x="283063" y="48672"/>
                  </a:lnTo>
                  <a:lnTo>
                    <a:pt x="273303" y="48490"/>
                  </a:lnTo>
                  <a:lnTo>
                    <a:pt x="263542" y="48316"/>
                  </a:lnTo>
                  <a:lnTo>
                    <a:pt x="253781" y="48239"/>
                  </a:lnTo>
                  <a:lnTo>
                    <a:pt x="244020" y="48379"/>
                  </a:lnTo>
                  <a:lnTo>
                    <a:pt x="234259" y="48335"/>
                  </a:lnTo>
                  <a:lnTo>
                    <a:pt x="224498" y="48389"/>
                  </a:lnTo>
                  <a:lnTo>
                    <a:pt x="214738" y="48446"/>
                  </a:lnTo>
                  <a:lnTo>
                    <a:pt x="204977" y="48502"/>
                  </a:lnTo>
                  <a:lnTo>
                    <a:pt x="195216" y="48555"/>
                  </a:lnTo>
                  <a:lnTo>
                    <a:pt x="185455" y="48572"/>
                  </a:lnTo>
                  <a:lnTo>
                    <a:pt x="175694" y="48521"/>
                  </a:lnTo>
                  <a:lnTo>
                    <a:pt x="165933" y="48468"/>
                  </a:lnTo>
                  <a:lnTo>
                    <a:pt x="156173" y="48568"/>
                  </a:lnTo>
                  <a:lnTo>
                    <a:pt x="146412" y="48531"/>
                  </a:lnTo>
                  <a:lnTo>
                    <a:pt x="136651" y="48517"/>
                  </a:lnTo>
                  <a:lnTo>
                    <a:pt x="126890" y="48574"/>
                  </a:lnTo>
                  <a:lnTo>
                    <a:pt x="117129" y="48542"/>
                  </a:lnTo>
                  <a:lnTo>
                    <a:pt x="107369" y="48565"/>
                  </a:lnTo>
                  <a:lnTo>
                    <a:pt x="97608" y="48580"/>
                  </a:lnTo>
                  <a:lnTo>
                    <a:pt x="87847" y="48608"/>
                  </a:lnTo>
                  <a:lnTo>
                    <a:pt x="78086" y="48538"/>
                  </a:lnTo>
                  <a:lnTo>
                    <a:pt x="68325" y="48467"/>
                  </a:lnTo>
                  <a:lnTo>
                    <a:pt x="58564" y="48396"/>
                  </a:lnTo>
                  <a:lnTo>
                    <a:pt x="48804" y="48323"/>
                  </a:lnTo>
                  <a:lnTo>
                    <a:pt x="39043" y="48275"/>
                  </a:lnTo>
                  <a:lnTo>
                    <a:pt x="29282" y="48276"/>
                  </a:lnTo>
                  <a:lnTo>
                    <a:pt x="19521" y="48277"/>
                  </a:lnTo>
                  <a:lnTo>
                    <a:pt x="9760" y="48385"/>
                  </a:lnTo>
                  <a:lnTo>
                    <a:pt x="0" y="48399"/>
                  </a:lnTo>
                  <a:close/>
                </a:path>
              </a:pathLst>
            </a:custGeom>
            <a:solidFill>
              <a:srgbClr val="009E73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48" name="pl47"/>
            <p:cNvSpPr/>
            <p:nvPr/>
          </p:nvSpPr>
          <p:spPr>
            <a:xfrm>
              <a:off x="3461961" y="5583243"/>
              <a:ext cx="2528052" cy="18964"/>
            </a:xfrm>
            <a:custGeom>
              <a:avLst/>
              <a:pathLst>
                <a:path w="2528052" h="18964">
                  <a:moveTo>
                    <a:pt x="0" y="0"/>
                  </a:moveTo>
                  <a:lnTo>
                    <a:pt x="9760" y="254"/>
                  </a:lnTo>
                  <a:lnTo>
                    <a:pt x="19521" y="634"/>
                  </a:lnTo>
                  <a:lnTo>
                    <a:pt x="29282" y="917"/>
                  </a:lnTo>
                  <a:lnTo>
                    <a:pt x="39043" y="1228"/>
                  </a:lnTo>
                  <a:lnTo>
                    <a:pt x="48804" y="1502"/>
                  </a:lnTo>
                  <a:lnTo>
                    <a:pt x="58564" y="1777"/>
                  </a:lnTo>
                  <a:lnTo>
                    <a:pt x="68325" y="2170"/>
                  </a:lnTo>
                  <a:lnTo>
                    <a:pt x="78086" y="2596"/>
                  </a:lnTo>
                  <a:lnTo>
                    <a:pt x="87847" y="2917"/>
                  </a:lnTo>
                  <a:lnTo>
                    <a:pt x="97608" y="3196"/>
                  </a:lnTo>
                  <a:lnTo>
                    <a:pt x="107369" y="3440"/>
                  </a:lnTo>
                  <a:lnTo>
                    <a:pt x="117129" y="3570"/>
                  </a:lnTo>
                  <a:lnTo>
                    <a:pt x="126890" y="4035"/>
                  </a:lnTo>
                  <a:lnTo>
                    <a:pt x="136651" y="4329"/>
                  </a:lnTo>
                  <a:lnTo>
                    <a:pt x="146412" y="4717"/>
                  </a:lnTo>
                  <a:lnTo>
                    <a:pt x="156173" y="5051"/>
                  </a:lnTo>
                  <a:lnTo>
                    <a:pt x="165933" y="5255"/>
                  </a:lnTo>
                  <a:lnTo>
                    <a:pt x="175694" y="5430"/>
                  </a:lnTo>
                  <a:lnTo>
                    <a:pt x="185455" y="5682"/>
                  </a:lnTo>
                  <a:lnTo>
                    <a:pt x="195216" y="5975"/>
                  </a:lnTo>
                  <a:lnTo>
                    <a:pt x="204977" y="6227"/>
                  </a:lnTo>
                  <a:lnTo>
                    <a:pt x="214738" y="6495"/>
                  </a:lnTo>
                  <a:lnTo>
                    <a:pt x="224498" y="6654"/>
                  </a:lnTo>
                  <a:lnTo>
                    <a:pt x="234259" y="6802"/>
                  </a:lnTo>
                  <a:lnTo>
                    <a:pt x="244020" y="7022"/>
                  </a:lnTo>
                  <a:lnTo>
                    <a:pt x="253781" y="7311"/>
                  </a:lnTo>
                  <a:lnTo>
                    <a:pt x="263542" y="7536"/>
                  </a:lnTo>
                  <a:lnTo>
                    <a:pt x="273303" y="8033"/>
                  </a:lnTo>
                  <a:lnTo>
                    <a:pt x="283063" y="8370"/>
                  </a:lnTo>
                  <a:lnTo>
                    <a:pt x="292824" y="8697"/>
                  </a:lnTo>
                  <a:lnTo>
                    <a:pt x="302585" y="8898"/>
                  </a:lnTo>
                  <a:lnTo>
                    <a:pt x="312346" y="9147"/>
                  </a:lnTo>
                  <a:lnTo>
                    <a:pt x="322107" y="9425"/>
                  </a:lnTo>
                  <a:lnTo>
                    <a:pt x="331867" y="9751"/>
                  </a:lnTo>
                  <a:lnTo>
                    <a:pt x="341628" y="10009"/>
                  </a:lnTo>
                  <a:lnTo>
                    <a:pt x="351389" y="10210"/>
                  </a:lnTo>
                  <a:lnTo>
                    <a:pt x="361150" y="10471"/>
                  </a:lnTo>
                  <a:lnTo>
                    <a:pt x="370911" y="10758"/>
                  </a:lnTo>
                  <a:lnTo>
                    <a:pt x="380672" y="11123"/>
                  </a:lnTo>
                  <a:lnTo>
                    <a:pt x="390432" y="11513"/>
                  </a:lnTo>
                  <a:lnTo>
                    <a:pt x="400193" y="11659"/>
                  </a:lnTo>
                  <a:lnTo>
                    <a:pt x="409954" y="11954"/>
                  </a:lnTo>
                  <a:lnTo>
                    <a:pt x="419715" y="12187"/>
                  </a:lnTo>
                  <a:lnTo>
                    <a:pt x="429476" y="12339"/>
                  </a:lnTo>
                  <a:lnTo>
                    <a:pt x="439236" y="12527"/>
                  </a:lnTo>
                  <a:lnTo>
                    <a:pt x="448997" y="12779"/>
                  </a:lnTo>
                  <a:lnTo>
                    <a:pt x="458758" y="13032"/>
                  </a:lnTo>
                  <a:lnTo>
                    <a:pt x="468519" y="13285"/>
                  </a:lnTo>
                  <a:lnTo>
                    <a:pt x="478280" y="13537"/>
                  </a:lnTo>
                  <a:lnTo>
                    <a:pt x="488041" y="13649"/>
                  </a:lnTo>
                  <a:lnTo>
                    <a:pt x="497801" y="13895"/>
                  </a:lnTo>
                  <a:lnTo>
                    <a:pt x="507562" y="14236"/>
                  </a:lnTo>
                  <a:lnTo>
                    <a:pt x="517323" y="14411"/>
                  </a:lnTo>
                  <a:lnTo>
                    <a:pt x="527084" y="14491"/>
                  </a:lnTo>
                  <a:lnTo>
                    <a:pt x="536845" y="14767"/>
                  </a:lnTo>
                  <a:lnTo>
                    <a:pt x="546606" y="14988"/>
                  </a:lnTo>
                  <a:lnTo>
                    <a:pt x="556366" y="15055"/>
                  </a:lnTo>
                  <a:lnTo>
                    <a:pt x="566127" y="15103"/>
                  </a:lnTo>
                  <a:lnTo>
                    <a:pt x="575888" y="15154"/>
                  </a:lnTo>
                  <a:lnTo>
                    <a:pt x="585649" y="15163"/>
                  </a:lnTo>
                  <a:lnTo>
                    <a:pt x="595410" y="15179"/>
                  </a:lnTo>
                  <a:lnTo>
                    <a:pt x="605170" y="15335"/>
                  </a:lnTo>
                  <a:lnTo>
                    <a:pt x="614931" y="15427"/>
                  </a:lnTo>
                  <a:lnTo>
                    <a:pt x="624692" y="15470"/>
                  </a:lnTo>
                  <a:lnTo>
                    <a:pt x="634453" y="15553"/>
                  </a:lnTo>
                  <a:lnTo>
                    <a:pt x="644214" y="15773"/>
                  </a:lnTo>
                  <a:lnTo>
                    <a:pt x="653975" y="15852"/>
                  </a:lnTo>
                  <a:lnTo>
                    <a:pt x="663735" y="16022"/>
                  </a:lnTo>
                  <a:lnTo>
                    <a:pt x="673496" y="16276"/>
                  </a:lnTo>
                  <a:lnTo>
                    <a:pt x="683257" y="16543"/>
                  </a:lnTo>
                  <a:lnTo>
                    <a:pt x="693018" y="16760"/>
                  </a:lnTo>
                  <a:lnTo>
                    <a:pt x="702779" y="16761"/>
                  </a:lnTo>
                  <a:lnTo>
                    <a:pt x="712539" y="16823"/>
                  </a:lnTo>
                  <a:lnTo>
                    <a:pt x="722300" y="16942"/>
                  </a:lnTo>
                  <a:lnTo>
                    <a:pt x="732061" y="16889"/>
                  </a:lnTo>
                  <a:lnTo>
                    <a:pt x="741822" y="16995"/>
                  </a:lnTo>
                  <a:lnTo>
                    <a:pt x="751583" y="17133"/>
                  </a:lnTo>
                  <a:lnTo>
                    <a:pt x="761344" y="17269"/>
                  </a:lnTo>
                  <a:lnTo>
                    <a:pt x="771104" y="17421"/>
                  </a:lnTo>
                  <a:lnTo>
                    <a:pt x="780865" y="17516"/>
                  </a:lnTo>
                  <a:lnTo>
                    <a:pt x="790626" y="17702"/>
                  </a:lnTo>
                  <a:lnTo>
                    <a:pt x="800387" y="17797"/>
                  </a:lnTo>
                  <a:lnTo>
                    <a:pt x="810148" y="17797"/>
                  </a:lnTo>
                  <a:lnTo>
                    <a:pt x="819909" y="17884"/>
                  </a:lnTo>
                  <a:lnTo>
                    <a:pt x="829669" y="17948"/>
                  </a:lnTo>
                  <a:lnTo>
                    <a:pt x="839430" y="18022"/>
                  </a:lnTo>
                  <a:lnTo>
                    <a:pt x="849191" y="18111"/>
                  </a:lnTo>
                  <a:lnTo>
                    <a:pt x="858952" y="18342"/>
                  </a:lnTo>
                  <a:lnTo>
                    <a:pt x="868713" y="18482"/>
                  </a:lnTo>
                  <a:lnTo>
                    <a:pt x="878473" y="18430"/>
                  </a:lnTo>
                  <a:lnTo>
                    <a:pt x="888234" y="18402"/>
                  </a:lnTo>
                  <a:lnTo>
                    <a:pt x="897995" y="18468"/>
                  </a:lnTo>
                  <a:lnTo>
                    <a:pt x="907756" y="18514"/>
                  </a:lnTo>
                  <a:lnTo>
                    <a:pt x="917517" y="18451"/>
                  </a:lnTo>
                  <a:lnTo>
                    <a:pt x="927278" y="18387"/>
                  </a:lnTo>
                  <a:lnTo>
                    <a:pt x="937038" y="18324"/>
                  </a:lnTo>
                  <a:lnTo>
                    <a:pt x="946799" y="18260"/>
                  </a:lnTo>
                  <a:lnTo>
                    <a:pt x="956560" y="18197"/>
                  </a:lnTo>
                  <a:lnTo>
                    <a:pt x="966321" y="18170"/>
                  </a:lnTo>
                  <a:lnTo>
                    <a:pt x="976082" y="18266"/>
                  </a:lnTo>
                  <a:lnTo>
                    <a:pt x="985842" y="18207"/>
                  </a:lnTo>
                  <a:lnTo>
                    <a:pt x="995603" y="18132"/>
                  </a:lnTo>
                  <a:lnTo>
                    <a:pt x="1005364" y="18147"/>
                  </a:lnTo>
                  <a:lnTo>
                    <a:pt x="1015125" y="18200"/>
                  </a:lnTo>
                  <a:lnTo>
                    <a:pt x="1024886" y="18259"/>
                  </a:lnTo>
                  <a:lnTo>
                    <a:pt x="1034647" y="18342"/>
                  </a:lnTo>
                  <a:lnTo>
                    <a:pt x="1044407" y="18627"/>
                  </a:lnTo>
                  <a:lnTo>
                    <a:pt x="1054168" y="18558"/>
                  </a:lnTo>
                  <a:lnTo>
                    <a:pt x="1063929" y="18554"/>
                  </a:lnTo>
                  <a:lnTo>
                    <a:pt x="1073690" y="18682"/>
                  </a:lnTo>
                  <a:lnTo>
                    <a:pt x="1083451" y="18741"/>
                  </a:lnTo>
                  <a:lnTo>
                    <a:pt x="1093212" y="18707"/>
                  </a:lnTo>
                  <a:lnTo>
                    <a:pt x="1102972" y="18670"/>
                  </a:lnTo>
                  <a:lnTo>
                    <a:pt x="1112733" y="18668"/>
                  </a:lnTo>
                  <a:lnTo>
                    <a:pt x="1122494" y="18818"/>
                  </a:lnTo>
                  <a:lnTo>
                    <a:pt x="1132255" y="18858"/>
                  </a:lnTo>
                  <a:lnTo>
                    <a:pt x="1142016" y="18764"/>
                  </a:lnTo>
                  <a:lnTo>
                    <a:pt x="1151776" y="18666"/>
                  </a:lnTo>
                  <a:lnTo>
                    <a:pt x="1161537" y="18629"/>
                  </a:lnTo>
                  <a:lnTo>
                    <a:pt x="1171298" y="18656"/>
                  </a:lnTo>
                  <a:lnTo>
                    <a:pt x="1181059" y="18683"/>
                  </a:lnTo>
                  <a:lnTo>
                    <a:pt x="1190820" y="18690"/>
                  </a:lnTo>
                  <a:lnTo>
                    <a:pt x="1200581" y="18621"/>
                  </a:lnTo>
                  <a:lnTo>
                    <a:pt x="1210341" y="18553"/>
                  </a:lnTo>
                  <a:lnTo>
                    <a:pt x="1220102" y="18485"/>
                  </a:lnTo>
                  <a:lnTo>
                    <a:pt x="1229863" y="18584"/>
                  </a:lnTo>
                  <a:lnTo>
                    <a:pt x="1239624" y="18545"/>
                  </a:lnTo>
                  <a:lnTo>
                    <a:pt x="1249385" y="18570"/>
                  </a:lnTo>
                  <a:lnTo>
                    <a:pt x="1259145" y="18647"/>
                  </a:lnTo>
                  <a:lnTo>
                    <a:pt x="1268906" y="18698"/>
                  </a:lnTo>
                  <a:lnTo>
                    <a:pt x="1278667" y="18798"/>
                  </a:lnTo>
                  <a:lnTo>
                    <a:pt x="1288428" y="18808"/>
                  </a:lnTo>
                  <a:lnTo>
                    <a:pt x="1298189" y="18649"/>
                  </a:lnTo>
                  <a:lnTo>
                    <a:pt x="1307950" y="18553"/>
                  </a:lnTo>
                  <a:lnTo>
                    <a:pt x="1317710" y="18438"/>
                  </a:lnTo>
                  <a:lnTo>
                    <a:pt x="1327471" y="18381"/>
                  </a:lnTo>
                  <a:lnTo>
                    <a:pt x="1337232" y="18458"/>
                  </a:lnTo>
                  <a:lnTo>
                    <a:pt x="1346993" y="18546"/>
                  </a:lnTo>
                  <a:lnTo>
                    <a:pt x="1356754" y="18620"/>
                  </a:lnTo>
                  <a:lnTo>
                    <a:pt x="1366515" y="18635"/>
                  </a:lnTo>
                  <a:lnTo>
                    <a:pt x="1376275" y="18713"/>
                  </a:lnTo>
                  <a:lnTo>
                    <a:pt x="1386036" y="18790"/>
                  </a:lnTo>
                  <a:lnTo>
                    <a:pt x="1395797" y="18840"/>
                  </a:lnTo>
                  <a:lnTo>
                    <a:pt x="1405558" y="18873"/>
                  </a:lnTo>
                  <a:lnTo>
                    <a:pt x="1415319" y="18888"/>
                  </a:lnTo>
                  <a:lnTo>
                    <a:pt x="1425079" y="18964"/>
                  </a:lnTo>
                  <a:lnTo>
                    <a:pt x="1434840" y="18863"/>
                  </a:lnTo>
                  <a:lnTo>
                    <a:pt x="1444601" y="18741"/>
                  </a:lnTo>
                  <a:lnTo>
                    <a:pt x="1454362" y="18753"/>
                  </a:lnTo>
                  <a:lnTo>
                    <a:pt x="1464123" y="18765"/>
                  </a:lnTo>
                  <a:lnTo>
                    <a:pt x="1473884" y="18735"/>
                  </a:lnTo>
                  <a:lnTo>
                    <a:pt x="1483644" y="18691"/>
                  </a:lnTo>
                  <a:lnTo>
                    <a:pt x="1493405" y="18805"/>
                  </a:lnTo>
                  <a:lnTo>
                    <a:pt x="1503166" y="18805"/>
                  </a:lnTo>
                  <a:lnTo>
                    <a:pt x="1512927" y="18761"/>
                  </a:lnTo>
                  <a:lnTo>
                    <a:pt x="1522688" y="18791"/>
                  </a:lnTo>
                  <a:lnTo>
                    <a:pt x="1532448" y="18591"/>
                  </a:lnTo>
                  <a:lnTo>
                    <a:pt x="1542209" y="18514"/>
                  </a:lnTo>
                  <a:lnTo>
                    <a:pt x="1551970" y="18384"/>
                  </a:lnTo>
                  <a:lnTo>
                    <a:pt x="1561731" y="18275"/>
                  </a:lnTo>
                  <a:lnTo>
                    <a:pt x="1571492" y="18238"/>
                  </a:lnTo>
                  <a:lnTo>
                    <a:pt x="1581253" y="18229"/>
                  </a:lnTo>
                  <a:lnTo>
                    <a:pt x="1591013" y="18159"/>
                  </a:lnTo>
                  <a:lnTo>
                    <a:pt x="1600774" y="18090"/>
                  </a:lnTo>
                  <a:lnTo>
                    <a:pt x="1610535" y="18017"/>
                  </a:lnTo>
                  <a:lnTo>
                    <a:pt x="1620296" y="17945"/>
                  </a:lnTo>
                  <a:lnTo>
                    <a:pt x="1630057" y="17871"/>
                  </a:lnTo>
                  <a:lnTo>
                    <a:pt x="1639818" y="17800"/>
                  </a:lnTo>
                  <a:lnTo>
                    <a:pt x="1649578" y="17723"/>
                  </a:lnTo>
                  <a:lnTo>
                    <a:pt x="1659339" y="17612"/>
                  </a:lnTo>
                  <a:lnTo>
                    <a:pt x="1669100" y="17520"/>
                  </a:lnTo>
                  <a:lnTo>
                    <a:pt x="1678861" y="17465"/>
                  </a:lnTo>
                  <a:lnTo>
                    <a:pt x="1688622" y="17410"/>
                  </a:lnTo>
                  <a:lnTo>
                    <a:pt x="1698382" y="17356"/>
                  </a:lnTo>
                  <a:lnTo>
                    <a:pt x="1708143" y="17290"/>
                  </a:lnTo>
                  <a:lnTo>
                    <a:pt x="1717904" y="17217"/>
                  </a:lnTo>
                  <a:lnTo>
                    <a:pt x="1727665" y="17144"/>
                  </a:lnTo>
                  <a:lnTo>
                    <a:pt x="1737426" y="17073"/>
                  </a:lnTo>
                  <a:lnTo>
                    <a:pt x="1747187" y="16914"/>
                  </a:lnTo>
                  <a:lnTo>
                    <a:pt x="1756947" y="16931"/>
                  </a:lnTo>
                  <a:lnTo>
                    <a:pt x="1766708" y="16860"/>
                  </a:lnTo>
                  <a:lnTo>
                    <a:pt x="1776469" y="16787"/>
                  </a:lnTo>
                  <a:lnTo>
                    <a:pt x="1786230" y="16683"/>
                  </a:lnTo>
                  <a:lnTo>
                    <a:pt x="1795991" y="16595"/>
                  </a:lnTo>
                  <a:lnTo>
                    <a:pt x="1805752" y="16502"/>
                  </a:lnTo>
                  <a:lnTo>
                    <a:pt x="1815512" y="16369"/>
                  </a:lnTo>
                  <a:lnTo>
                    <a:pt x="1825273" y="16236"/>
                  </a:lnTo>
                  <a:lnTo>
                    <a:pt x="1835034" y="16032"/>
                  </a:lnTo>
                  <a:lnTo>
                    <a:pt x="1844795" y="15901"/>
                  </a:lnTo>
                  <a:lnTo>
                    <a:pt x="1854556" y="15836"/>
                  </a:lnTo>
                  <a:lnTo>
                    <a:pt x="1864316" y="15703"/>
                  </a:lnTo>
                  <a:lnTo>
                    <a:pt x="1874077" y="15568"/>
                  </a:lnTo>
                  <a:lnTo>
                    <a:pt x="1883838" y="15390"/>
                  </a:lnTo>
                  <a:lnTo>
                    <a:pt x="1893599" y="15282"/>
                  </a:lnTo>
                  <a:lnTo>
                    <a:pt x="1903360" y="15165"/>
                  </a:lnTo>
                  <a:lnTo>
                    <a:pt x="1913121" y="15137"/>
                  </a:lnTo>
                  <a:lnTo>
                    <a:pt x="1922881" y="15115"/>
                  </a:lnTo>
                  <a:lnTo>
                    <a:pt x="1932642" y="14990"/>
                  </a:lnTo>
                  <a:lnTo>
                    <a:pt x="1942403" y="14819"/>
                  </a:lnTo>
                  <a:lnTo>
                    <a:pt x="1952164" y="14742"/>
                  </a:lnTo>
                  <a:lnTo>
                    <a:pt x="1961925" y="14666"/>
                  </a:lnTo>
                  <a:lnTo>
                    <a:pt x="1971685" y="14589"/>
                  </a:lnTo>
                  <a:lnTo>
                    <a:pt x="1981446" y="14387"/>
                  </a:lnTo>
                  <a:lnTo>
                    <a:pt x="1991207" y="14158"/>
                  </a:lnTo>
                  <a:lnTo>
                    <a:pt x="2000968" y="13929"/>
                  </a:lnTo>
                  <a:lnTo>
                    <a:pt x="2010729" y="13709"/>
                  </a:lnTo>
                  <a:lnTo>
                    <a:pt x="2020490" y="13625"/>
                  </a:lnTo>
                  <a:lnTo>
                    <a:pt x="2030250" y="13598"/>
                  </a:lnTo>
                  <a:lnTo>
                    <a:pt x="2040011" y="13400"/>
                  </a:lnTo>
                  <a:lnTo>
                    <a:pt x="2049772" y="13186"/>
                  </a:lnTo>
                  <a:lnTo>
                    <a:pt x="2059533" y="13053"/>
                  </a:lnTo>
                  <a:lnTo>
                    <a:pt x="2069294" y="12846"/>
                  </a:lnTo>
                  <a:lnTo>
                    <a:pt x="2079055" y="12706"/>
                  </a:lnTo>
                  <a:lnTo>
                    <a:pt x="2088815" y="12568"/>
                  </a:lnTo>
                  <a:lnTo>
                    <a:pt x="2098576" y="12430"/>
                  </a:lnTo>
                  <a:lnTo>
                    <a:pt x="2108337" y="12292"/>
                  </a:lnTo>
                  <a:lnTo>
                    <a:pt x="2118098" y="12153"/>
                  </a:lnTo>
                  <a:lnTo>
                    <a:pt x="2127859" y="12015"/>
                  </a:lnTo>
                  <a:lnTo>
                    <a:pt x="2137619" y="11889"/>
                  </a:lnTo>
                  <a:lnTo>
                    <a:pt x="2147380" y="11768"/>
                  </a:lnTo>
                  <a:lnTo>
                    <a:pt x="2157141" y="11647"/>
                  </a:lnTo>
                  <a:lnTo>
                    <a:pt x="2166902" y="11526"/>
                  </a:lnTo>
                  <a:lnTo>
                    <a:pt x="2176663" y="11405"/>
                  </a:lnTo>
                  <a:lnTo>
                    <a:pt x="2186424" y="11283"/>
                  </a:lnTo>
                  <a:lnTo>
                    <a:pt x="2196184" y="11163"/>
                  </a:lnTo>
                  <a:lnTo>
                    <a:pt x="2205945" y="11043"/>
                  </a:lnTo>
                  <a:lnTo>
                    <a:pt x="2215706" y="10931"/>
                  </a:lnTo>
                  <a:lnTo>
                    <a:pt x="2225467" y="10800"/>
                  </a:lnTo>
                  <a:lnTo>
                    <a:pt x="2235228" y="10682"/>
                  </a:lnTo>
                  <a:lnTo>
                    <a:pt x="2244988" y="10638"/>
                  </a:lnTo>
                  <a:lnTo>
                    <a:pt x="2254749" y="10594"/>
                  </a:lnTo>
                  <a:lnTo>
                    <a:pt x="2264510" y="10551"/>
                  </a:lnTo>
                  <a:lnTo>
                    <a:pt x="2274271" y="10485"/>
                  </a:lnTo>
                  <a:lnTo>
                    <a:pt x="2284032" y="10469"/>
                  </a:lnTo>
                  <a:lnTo>
                    <a:pt x="2293793" y="10426"/>
                  </a:lnTo>
                  <a:lnTo>
                    <a:pt x="2303553" y="10295"/>
                  </a:lnTo>
                  <a:lnTo>
                    <a:pt x="2313314" y="10177"/>
                  </a:lnTo>
                  <a:lnTo>
                    <a:pt x="2323075" y="10097"/>
                  </a:lnTo>
                  <a:lnTo>
                    <a:pt x="2332836" y="10018"/>
                  </a:lnTo>
                  <a:lnTo>
                    <a:pt x="2342597" y="9938"/>
                  </a:lnTo>
                  <a:lnTo>
                    <a:pt x="2352358" y="9859"/>
                  </a:lnTo>
                  <a:lnTo>
                    <a:pt x="2362118" y="9779"/>
                  </a:lnTo>
                  <a:lnTo>
                    <a:pt x="2371879" y="9699"/>
                  </a:lnTo>
                  <a:lnTo>
                    <a:pt x="2381640" y="9585"/>
                  </a:lnTo>
                  <a:lnTo>
                    <a:pt x="2391401" y="9404"/>
                  </a:lnTo>
                  <a:lnTo>
                    <a:pt x="2401162" y="9222"/>
                  </a:lnTo>
                  <a:lnTo>
                    <a:pt x="2410922" y="9039"/>
                  </a:lnTo>
                  <a:lnTo>
                    <a:pt x="2420683" y="8856"/>
                  </a:lnTo>
                  <a:lnTo>
                    <a:pt x="2430444" y="8673"/>
                  </a:lnTo>
                  <a:lnTo>
                    <a:pt x="2440205" y="8490"/>
                  </a:lnTo>
                  <a:lnTo>
                    <a:pt x="2449966" y="8306"/>
                  </a:lnTo>
                  <a:lnTo>
                    <a:pt x="2459727" y="8123"/>
                  </a:lnTo>
                  <a:lnTo>
                    <a:pt x="2469487" y="7939"/>
                  </a:lnTo>
                  <a:lnTo>
                    <a:pt x="2479248" y="7755"/>
                  </a:lnTo>
                  <a:lnTo>
                    <a:pt x="2489009" y="7571"/>
                  </a:lnTo>
                  <a:lnTo>
                    <a:pt x="2498770" y="7387"/>
                  </a:lnTo>
                  <a:lnTo>
                    <a:pt x="2508531" y="7304"/>
                  </a:lnTo>
                  <a:lnTo>
                    <a:pt x="2518291" y="7232"/>
                  </a:lnTo>
                  <a:lnTo>
                    <a:pt x="2528052" y="71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9" name="pl48"/>
            <p:cNvSpPr/>
            <p:nvPr/>
          </p:nvSpPr>
          <p:spPr>
            <a:xfrm>
              <a:off x="3461961" y="5631483"/>
              <a:ext cx="2528052" cy="28905"/>
            </a:xfrm>
            <a:custGeom>
              <a:avLst/>
              <a:pathLst>
                <a:path w="2528052" h="28905">
                  <a:moveTo>
                    <a:pt x="2528052" y="28905"/>
                  </a:moveTo>
                  <a:lnTo>
                    <a:pt x="2518291" y="28764"/>
                  </a:lnTo>
                  <a:lnTo>
                    <a:pt x="2508531" y="28624"/>
                  </a:lnTo>
                  <a:lnTo>
                    <a:pt x="2498770" y="28481"/>
                  </a:lnTo>
                  <a:lnTo>
                    <a:pt x="2489009" y="28344"/>
                  </a:lnTo>
                  <a:lnTo>
                    <a:pt x="2479248" y="28225"/>
                  </a:lnTo>
                  <a:lnTo>
                    <a:pt x="2469487" y="28105"/>
                  </a:lnTo>
                  <a:lnTo>
                    <a:pt x="2459727" y="27985"/>
                  </a:lnTo>
                  <a:lnTo>
                    <a:pt x="2449966" y="27865"/>
                  </a:lnTo>
                  <a:lnTo>
                    <a:pt x="2440205" y="27743"/>
                  </a:lnTo>
                  <a:lnTo>
                    <a:pt x="2430444" y="27622"/>
                  </a:lnTo>
                  <a:lnTo>
                    <a:pt x="2420683" y="27500"/>
                  </a:lnTo>
                  <a:lnTo>
                    <a:pt x="2410922" y="27378"/>
                  </a:lnTo>
                  <a:lnTo>
                    <a:pt x="2401162" y="27252"/>
                  </a:lnTo>
                  <a:lnTo>
                    <a:pt x="2391401" y="27121"/>
                  </a:lnTo>
                  <a:lnTo>
                    <a:pt x="2381640" y="27008"/>
                  </a:lnTo>
                  <a:lnTo>
                    <a:pt x="2371879" y="26878"/>
                  </a:lnTo>
                  <a:lnTo>
                    <a:pt x="2362118" y="26743"/>
                  </a:lnTo>
                  <a:lnTo>
                    <a:pt x="2352358" y="26609"/>
                  </a:lnTo>
                  <a:lnTo>
                    <a:pt x="2342597" y="26473"/>
                  </a:lnTo>
                  <a:lnTo>
                    <a:pt x="2332836" y="26337"/>
                  </a:lnTo>
                  <a:lnTo>
                    <a:pt x="2323075" y="26200"/>
                  </a:lnTo>
                  <a:lnTo>
                    <a:pt x="2313314" y="26063"/>
                  </a:lnTo>
                  <a:lnTo>
                    <a:pt x="2303553" y="25924"/>
                  </a:lnTo>
                  <a:lnTo>
                    <a:pt x="2293793" y="25786"/>
                  </a:lnTo>
                  <a:lnTo>
                    <a:pt x="2284032" y="25647"/>
                  </a:lnTo>
                  <a:lnTo>
                    <a:pt x="2274271" y="25508"/>
                  </a:lnTo>
                  <a:lnTo>
                    <a:pt x="2264510" y="25369"/>
                  </a:lnTo>
                  <a:lnTo>
                    <a:pt x="2254749" y="25229"/>
                  </a:lnTo>
                  <a:lnTo>
                    <a:pt x="2244988" y="25088"/>
                  </a:lnTo>
                  <a:lnTo>
                    <a:pt x="2235228" y="24946"/>
                  </a:lnTo>
                  <a:lnTo>
                    <a:pt x="2225467" y="24822"/>
                  </a:lnTo>
                  <a:lnTo>
                    <a:pt x="2215706" y="24701"/>
                  </a:lnTo>
                  <a:lnTo>
                    <a:pt x="2205945" y="24555"/>
                  </a:lnTo>
                  <a:lnTo>
                    <a:pt x="2196184" y="24394"/>
                  </a:lnTo>
                  <a:lnTo>
                    <a:pt x="2186424" y="24233"/>
                  </a:lnTo>
                  <a:lnTo>
                    <a:pt x="2176663" y="24084"/>
                  </a:lnTo>
                  <a:lnTo>
                    <a:pt x="2166902" y="23938"/>
                  </a:lnTo>
                  <a:lnTo>
                    <a:pt x="2157141" y="23793"/>
                  </a:lnTo>
                  <a:lnTo>
                    <a:pt x="2147380" y="23646"/>
                  </a:lnTo>
                  <a:lnTo>
                    <a:pt x="2137619" y="23498"/>
                  </a:lnTo>
                  <a:lnTo>
                    <a:pt x="2127859" y="23349"/>
                  </a:lnTo>
                  <a:lnTo>
                    <a:pt x="2118098" y="23200"/>
                  </a:lnTo>
                  <a:lnTo>
                    <a:pt x="2108337" y="23081"/>
                  </a:lnTo>
                  <a:lnTo>
                    <a:pt x="2098576" y="22962"/>
                  </a:lnTo>
                  <a:lnTo>
                    <a:pt x="2088815" y="22814"/>
                  </a:lnTo>
                  <a:lnTo>
                    <a:pt x="2079055" y="22640"/>
                  </a:lnTo>
                  <a:lnTo>
                    <a:pt x="2069294" y="22465"/>
                  </a:lnTo>
                  <a:lnTo>
                    <a:pt x="2059533" y="22305"/>
                  </a:lnTo>
                  <a:lnTo>
                    <a:pt x="2049772" y="22161"/>
                  </a:lnTo>
                  <a:lnTo>
                    <a:pt x="2040011" y="22015"/>
                  </a:lnTo>
                  <a:lnTo>
                    <a:pt x="2030250" y="21870"/>
                  </a:lnTo>
                  <a:lnTo>
                    <a:pt x="2020490" y="21723"/>
                  </a:lnTo>
                  <a:lnTo>
                    <a:pt x="2010729" y="21576"/>
                  </a:lnTo>
                  <a:lnTo>
                    <a:pt x="2000968" y="21448"/>
                  </a:lnTo>
                  <a:lnTo>
                    <a:pt x="1991207" y="21343"/>
                  </a:lnTo>
                  <a:lnTo>
                    <a:pt x="1981446" y="21183"/>
                  </a:lnTo>
                  <a:lnTo>
                    <a:pt x="1971685" y="21030"/>
                  </a:lnTo>
                  <a:lnTo>
                    <a:pt x="1961925" y="20922"/>
                  </a:lnTo>
                  <a:lnTo>
                    <a:pt x="1952164" y="20813"/>
                  </a:lnTo>
                  <a:lnTo>
                    <a:pt x="1942403" y="20707"/>
                  </a:lnTo>
                  <a:lnTo>
                    <a:pt x="1932642" y="20568"/>
                  </a:lnTo>
                  <a:lnTo>
                    <a:pt x="1922881" y="20401"/>
                  </a:lnTo>
                  <a:lnTo>
                    <a:pt x="1913121" y="20233"/>
                  </a:lnTo>
                  <a:lnTo>
                    <a:pt x="1903360" y="20063"/>
                  </a:lnTo>
                  <a:lnTo>
                    <a:pt x="1893599" y="19893"/>
                  </a:lnTo>
                  <a:lnTo>
                    <a:pt x="1883838" y="19722"/>
                  </a:lnTo>
                  <a:lnTo>
                    <a:pt x="1874077" y="19549"/>
                  </a:lnTo>
                  <a:lnTo>
                    <a:pt x="1864316" y="19364"/>
                  </a:lnTo>
                  <a:lnTo>
                    <a:pt x="1854556" y="19153"/>
                  </a:lnTo>
                  <a:lnTo>
                    <a:pt x="1844795" y="18995"/>
                  </a:lnTo>
                  <a:lnTo>
                    <a:pt x="1835034" y="18846"/>
                  </a:lnTo>
                  <a:lnTo>
                    <a:pt x="1825273" y="18681"/>
                  </a:lnTo>
                  <a:lnTo>
                    <a:pt x="1815512" y="18542"/>
                  </a:lnTo>
                  <a:lnTo>
                    <a:pt x="1805752" y="18417"/>
                  </a:lnTo>
                  <a:lnTo>
                    <a:pt x="1795991" y="18291"/>
                  </a:lnTo>
                  <a:lnTo>
                    <a:pt x="1786230" y="18146"/>
                  </a:lnTo>
                  <a:lnTo>
                    <a:pt x="1776469" y="18005"/>
                  </a:lnTo>
                  <a:lnTo>
                    <a:pt x="1766708" y="17863"/>
                  </a:lnTo>
                  <a:lnTo>
                    <a:pt x="1756947" y="17721"/>
                  </a:lnTo>
                  <a:lnTo>
                    <a:pt x="1747187" y="17578"/>
                  </a:lnTo>
                  <a:lnTo>
                    <a:pt x="1737426" y="17434"/>
                  </a:lnTo>
                  <a:lnTo>
                    <a:pt x="1727665" y="17276"/>
                  </a:lnTo>
                  <a:lnTo>
                    <a:pt x="1717904" y="17101"/>
                  </a:lnTo>
                  <a:lnTo>
                    <a:pt x="1708143" y="16944"/>
                  </a:lnTo>
                  <a:lnTo>
                    <a:pt x="1698382" y="16766"/>
                  </a:lnTo>
                  <a:lnTo>
                    <a:pt x="1688622" y="16611"/>
                  </a:lnTo>
                  <a:lnTo>
                    <a:pt x="1678861" y="16493"/>
                  </a:lnTo>
                  <a:lnTo>
                    <a:pt x="1669100" y="16367"/>
                  </a:lnTo>
                  <a:lnTo>
                    <a:pt x="1659339" y="16219"/>
                  </a:lnTo>
                  <a:lnTo>
                    <a:pt x="1649578" y="16071"/>
                  </a:lnTo>
                  <a:lnTo>
                    <a:pt x="1639818" y="15922"/>
                  </a:lnTo>
                  <a:lnTo>
                    <a:pt x="1630057" y="15772"/>
                  </a:lnTo>
                  <a:lnTo>
                    <a:pt x="1620296" y="15622"/>
                  </a:lnTo>
                  <a:lnTo>
                    <a:pt x="1610535" y="15471"/>
                  </a:lnTo>
                  <a:lnTo>
                    <a:pt x="1600774" y="15345"/>
                  </a:lnTo>
                  <a:lnTo>
                    <a:pt x="1591013" y="15225"/>
                  </a:lnTo>
                  <a:lnTo>
                    <a:pt x="1581253" y="15075"/>
                  </a:lnTo>
                  <a:lnTo>
                    <a:pt x="1571492" y="14922"/>
                  </a:lnTo>
                  <a:lnTo>
                    <a:pt x="1561731" y="14769"/>
                  </a:lnTo>
                  <a:lnTo>
                    <a:pt x="1551970" y="14581"/>
                  </a:lnTo>
                  <a:lnTo>
                    <a:pt x="1542209" y="14401"/>
                  </a:lnTo>
                  <a:lnTo>
                    <a:pt x="1532448" y="14208"/>
                  </a:lnTo>
                  <a:lnTo>
                    <a:pt x="1522688" y="13985"/>
                  </a:lnTo>
                  <a:lnTo>
                    <a:pt x="1512927" y="13760"/>
                  </a:lnTo>
                  <a:lnTo>
                    <a:pt x="1503166" y="13540"/>
                  </a:lnTo>
                  <a:lnTo>
                    <a:pt x="1493405" y="13321"/>
                  </a:lnTo>
                  <a:lnTo>
                    <a:pt x="1483644" y="13118"/>
                  </a:lnTo>
                  <a:lnTo>
                    <a:pt x="1473884" y="12924"/>
                  </a:lnTo>
                  <a:lnTo>
                    <a:pt x="1464123" y="12823"/>
                  </a:lnTo>
                  <a:lnTo>
                    <a:pt x="1454362" y="12630"/>
                  </a:lnTo>
                  <a:lnTo>
                    <a:pt x="1444601" y="12437"/>
                  </a:lnTo>
                  <a:lnTo>
                    <a:pt x="1434840" y="12271"/>
                  </a:lnTo>
                  <a:lnTo>
                    <a:pt x="1425079" y="12145"/>
                  </a:lnTo>
                  <a:lnTo>
                    <a:pt x="1415319" y="12024"/>
                  </a:lnTo>
                  <a:lnTo>
                    <a:pt x="1405558" y="11943"/>
                  </a:lnTo>
                  <a:lnTo>
                    <a:pt x="1395797" y="11800"/>
                  </a:lnTo>
                  <a:lnTo>
                    <a:pt x="1386036" y="11669"/>
                  </a:lnTo>
                  <a:lnTo>
                    <a:pt x="1376275" y="11522"/>
                  </a:lnTo>
                  <a:lnTo>
                    <a:pt x="1366515" y="11395"/>
                  </a:lnTo>
                  <a:lnTo>
                    <a:pt x="1356754" y="11262"/>
                  </a:lnTo>
                  <a:lnTo>
                    <a:pt x="1346993" y="11139"/>
                  </a:lnTo>
                  <a:lnTo>
                    <a:pt x="1337232" y="10984"/>
                  </a:lnTo>
                  <a:lnTo>
                    <a:pt x="1327471" y="10797"/>
                  </a:lnTo>
                  <a:lnTo>
                    <a:pt x="1317710" y="10624"/>
                  </a:lnTo>
                  <a:lnTo>
                    <a:pt x="1307950" y="10535"/>
                  </a:lnTo>
                  <a:lnTo>
                    <a:pt x="1298189" y="10369"/>
                  </a:lnTo>
                  <a:lnTo>
                    <a:pt x="1288428" y="10250"/>
                  </a:lnTo>
                  <a:lnTo>
                    <a:pt x="1278667" y="10123"/>
                  </a:lnTo>
                  <a:lnTo>
                    <a:pt x="1268906" y="9956"/>
                  </a:lnTo>
                  <a:lnTo>
                    <a:pt x="1259145" y="9786"/>
                  </a:lnTo>
                  <a:lnTo>
                    <a:pt x="1249385" y="9616"/>
                  </a:lnTo>
                  <a:lnTo>
                    <a:pt x="1239624" y="9482"/>
                  </a:lnTo>
                  <a:lnTo>
                    <a:pt x="1229863" y="9309"/>
                  </a:lnTo>
                  <a:lnTo>
                    <a:pt x="1220102" y="9195"/>
                  </a:lnTo>
                  <a:lnTo>
                    <a:pt x="1210341" y="9080"/>
                  </a:lnTo>
                  <a:lnTo>
                    <a:pt x="1200581" y="8965"/>
                  </a:lnTo>
                  <a:lnTo>
                    <a:pt x="1190820" y="8817"/>
                  </a:lnTo>
                  <a:lnTo>
                    <a:pt x="1181059" y="8735"/>
                  </a:lnTo>
                  <a:lnTo>
                    <a:pt x="1171298" y="8620"/>
                  </a:lnTo>
                  <a:lnTo>
                    <a:pt x="1161537" y="8479"/>
                  </a:lnTo>
                  <a:lnTo>
                    <a:pt x="1151776" y="8319"/>
                  </a:lnTo>
                  <a:lnTo>
                    <a:pt x="1142016" y="8130"/>
                  </a:lnTo>
                  <a:lnTo>
                    <a:pt x="1132255" y="7896"/>
                  </a:lnTo>
                  <a:lnTo>
                    <a:pt x="1122494" y="7619"/>
                  </a:lnTo>
                  <a:lnTo>
                    <a:pt x="1112733" y="7426"/>
                  </a:lnTo>
                  <a:lnTo>
                    <a:pt x="1102972" y="7196"/>
                  </a:lnTo>
                  <a:lnTo>
                    <a:pt x="1093212" y="7119"/>
                  </a:lnTo>
                  <a:lnTo>
                    <a:pt x="1083451" y="7071"/>
                  </a:lnTo>
                  <a:lnTo>
                    <a:pt x="1073690" y="7039"/>
                  </a:lnTo>
                  <a:lnTo>
                    <a:pt x="1063929" y="7032"/>
                  </a:lnTo>
                  <a:lnTo>
                    <a:pt x="1054168" y="6952"/>
                  </a:lnTo>
                  <a:lnTo>
                    <a:pt x="1044407" y="6908"/>
                  </a:lnTo>
                  <a:lnTo>
                    <a:pt x="1034647" y="6866"/>
                  </a:lnTo>
                  <a:lnTo>
                    <a:pt x="1024886" y="6752"/>
                  </a:lnTo>
                  <a:lnTo>
                    <a:pt x="1015125" y="6613"/>
                  </a:lnTo>
                  <a:lnTo>
                    <a:pt x="1005364" y="6384"/>
                  </a:lnTo>
                  <a:lnTo>
                    <a:pt x="995603" y="6130"/>
                  </a:lnTo>
                  <a:lnTo>
                    <a:pt x="985842" y="6062"/>
                  </a:lnTo>
                  <a:lnTo>
                    <a:pt x="976082" y="5993"/>
                  </a:lnTo>
                  <a:lnTo>
                    <a:pt x="966321" y="5913"/>
                  </a:lnTo>
                  <a:lnTo>
                    <a:pt x="956560" y="5797"/>
                  </a:lnTo>
                  <a:lnTo>
                    <a:pt x="946799" y="5578"/>
                  </a:lnTo>
                  <a:lnTo>
                    <a:pt x="937038" y="5358"/>
                  </a:lnTo>
                  <a:lnTo>
                    <a:pt x="927278" y="5137"/>
                  </a:lnTo>
                  <a:lnTo>
                    <a:pt x="917517" y="5079"/>
                  </a:lnTo>
                  <a:lnTo>
                    <a:pt x="907756" y="4854"/>
                  </a:lnTo>
                  <a:lnTo>
                    <a:pt x="897995" y="4625"/>
                  </a:lnTo>
                  <a:lnTo>
                    <a:pt x="888234" y="4532"/>
                  </a:lnTo>
                  <a:lnTo>
                    <a:pt x="878473" y="4529"/>
                  </a:lnTo>
                  <a:lnTo>
                    <a:pt x="868713" y="4368"/>
                  </a:lnTo>
                  <a:lnTo>
                    <a:pt x="858952" y="4213"/>
                  </a:lnTo>
                  <a:lnTo>
                    <a:pt x="849191" y="4110"/>
                  </a:lnTo>
                  <a:lnTo>
                    <a:pt x="839430" y="4016"/>
                  </a:lnTo>
                  <a:lnTo>
                    <a:pt x="829669" y="3925"/>
                  </a:lnTo>
                  <a:lnTo>
                    <a:pt x="819909" y="3835"/>
                  </a:lnTo>
                  <a:lnTo>
                    <a:pt x="810148" y="3714"/>
                  </a:lnTo>
                  <a:lnTo>
                    <a:pt x="800387" y="3588"/>
                  </a:lnTo>
                  <a:lnTo>
                    <a:pt x="790626" y="3545"/>
                  </a:lnTo>
                  <a:lnTo>
                    <a:pt x="780865" y="3467"/>
                  </a:lnTo>
                  <a:lnTo>
                    <a:pt x="771104" y="3397"/>
                  </a:lnTo>
                  <a:lnTo>
                    <a:pt x="761344" y="3356"/>
                  </a:lnTo>
                  <a:lnTo>
                    <a:pt x="751583" y="3232"/>
                  </a:lnTo>
                  <a:lnTo>
                    <a:pt x="741822" y="3087"/>
                  </a:lnTo>
                  <a:lnTo>
                    <a:pt x="732061" y="2938"/>
                  </a:lnTo>
                  <a:lnTo>
                    <a:pt x="722300" y="2793"/>
                  </a:lnTo>
                  <a:lnTo>
                    <a:pt x="712539" y="2683"/>
                  </a:lnTo>
                  <a:lnTo>
                    <a:pt x="702779" y="2643"/>
                  </a:lnTo>
                  <a:lnTo>
                    <a:pt x="693018" y="2603"/>
                  </a:lnTo>
                  <a:lnTo>
                    <a:pt x="683257" y="2540"/>
                  </a:lnTo>
                  <a:lnTo>
                    <a:pt x="673496" y="2447"/>
                  </a:lnTo>
                  <a:lnTo>
                    <a:pt x="663735" y="2353"/>
                  </a:lnTo>
                  <a:lnTo>
                    <a:pt x="653975" y="2311"/>
                  </a:lnTo>
                  <a:lnTo>
                    <a:pt x="644214" y="2168"/>
                  </a:lnTo>
                  <a:lnTo>
                    <a:pt x="634453" y="2071"/>
                  </a:lnTo>
                  <a:lnTo>
                    <a:pt x="624692" y="1978"/>
                  </a:lnTo>
                  <a:lnTo>
                    <a:pt x="614931" y="1903"/>
                  </a:lnTo>
                  <a:lnTo>
                    <a:pt x="605170" y="1991"/>
                  </a:lnTo>
                  <a:lnTo>
                    <a:pt x="595410" y="2063"/>
                  </a:lnTo>
                  <a:lnTo>
                    <a:pt x="585649" y="2037"/>
                  </a:lnTo>
                  <a:lnTo>
                    <a:pt x="575888" y="1895"/>
                  </a:lnTo>
                  <a:lnTo>
                    <a:pt x="566127" y="1784"/>
                  </a:lnTo>
                  <a:lnTo>
                    <a:pt x="556366" y="1956"/>
                  </a:lnTo>
                  <a:lnTo>
                    <a:pt x="546606" y="1916"/>
                  </a:lnTo>
                  <a:lnTo>
                    <a:pt x="536845" y="1750"/>
                  </a:lnTo>
                  <a:lnTo>
                    <a:pt x="527084" y="1638"/>
                  </a:lnTo>
                  <a:lnTo>
                    <a:pt x="517323" y="1573"/>
                  </a:lnTo>
                  <a:lnTo>
                    <a:pt x="507562" y="1418"/>
                  </a:lnTo>
                  <a:lnTo>
                    <a:pt x="497801" y="1260"/>
                  </a:lnTo>
                  <a:lnTo>
                    <a:pt x="488041" y="1365"/>
                  </a:lnTo>
                  <a:lnTo>
                    <a:pt x="478280" y="1303"/>
                  </a:lnTo>
                  <a:lnTo>
                    <a:pt x="468519" y="1200"/>
                  </a:lnTo>
                  <a:lnTo>
                    <a:pt x="458758" y="1172"/>
                  </a:lnTo>
                  <a:lnTo>
                    <a:pt x="448997" y="1242"/>
                  </a:lnTo>
                  <a:lnTo>
                    <a:pt x="439236" y="1266"/>
                  </a:lnTo>
                  <a:lnTo>
                    <a:pt x="429476" y="1288"/>
                  </a:lnTo>
                  <a:lnTo>
                    <a:pt x="419715" y="1268"/>
                  </a:lnTo>
                  <a:lnTo>
                    <a:pt x="409954" y="1154"/>
                  </a:lnTo>
                  <a:lnTo>
                    <a:pt x="400193" y="1080"/>
                  </a:lnTo>
                  <a:lnTo>
                    <a:pt x="390432" y="1023"/>
                  </a:lnTo>
                  <a:lnTo>
                    <a:pt x="380672" y="985"/>
                  </a:lnTo>
                  <a:lnTo>
                    <a:pt x="370911" y="1018"/>
                  </a:lnTo>
                  <a:lnTo>
                    <a:pt x="361150" y="976"/>
                  </a:lnTo>
                  <a:lnTo>
                    <a:pt x="351389" y="985"/>
                  </a:lnTo>
                  <a:lnTo>
                    <a:pt x="341628" y="895"/>
                  </a:lnTo>
                  <a:lnTo>
                    <a:pt x="331867" y="793"/>
                  </a:lnTo>
                  <a:lnTo>
                    <a:pt x="322107" y="688"/>
                  </a:lnTo>
                  <a:lnTo>
                    <a:pt x="312346" y="583"/>
                  </a:lnTo>
                  <a:lnTo>
                    <a:pt x="302585" y="540"/>
                  </a:lnTo>
                  <a:lnTo>
                    <a:pt x="292824" y="548"/>
                  </a:lnTo>
                  <a:lnTo>
                    <a:pt x="283063" y="432"/>
                  </a:lnTo>
                  <a:lnTo>
                    <a:pt x="273303" y="250"/>
                  </a:lnTo>
                  <a:lnTo>
                    <a:pt x="263542" y="76"/>
                  </a:lnTo>
                  <a:lnTo>
                    <a:pt x="253781" y="0"/>
                  </a:lnTo>
                  <a:lnTo>
                    <a:pt x="244020" y="139"/>
                  </a:lnTo>
                  <a:lnTo>
                    <a:pt x="234259" y="96"/>
                  </a:lnTo>
                  <a:lnTo>
                    <a:pt x="224498" y="149"/>
                  </a:lnTo>
                  <a:lnTo>
                    <a:pt x="214738" y="206"/>
                  </a:lnTo>
                  <a:lnTo>
                    <a:pt x="204977" y="262"/>
                  </a:lnTo>
                  <a:lnTo>
                    <a:pt x="195216" y="315"/>
                  </a:lnTo>
                  <a:lnTo>
                    <a:pt x="185455" y="333"/>
                  </a:lnTo>
                  <a:lnTo>
                    <a:pt x="175694" y="282"/>
                  </a:lnTo>
                  <a:lnTo>
                    <a:pt x="165933" y="229"/>
                  </a:lnTo>
                  <a:lnTo>
                    <a:pt x="156173" y="328"/>
                  </a:lnTo>
                  <a:lnTo>
                    <a:pt x="146412" y="291"/>
                  </a:lnTo>
                  <a:lnTo>
                    <a:pt x="136651" y="277"/>
                  </a:lnTo>
                  <a:lnTo>
                    <a:pt x="126890" y="334"/>
                  </a:lnTo>
                  <a:lnTo>
                    <a:pt x="117129" y="302"/>
                  </a:lnTo>
                  <a:lnTo>
                    <a:pt x="107369" y="325"/>
                  </a:lnTo>
                  <a:lnTo>
                    <a:pt x="97608" y="340"/>
                  </a:lnTo>
                  <a:lnTo>
                    <a:pt x="87847" y="368"/>
                  </a:lnTo>
                  <a:lnTo>
                    <a:pt x="78086" y="298"/>
                  </a:lnTo>
                  <a:lnTo>
                    <a:pt x="68325" y="227"/>
                  </a:lnTo>
                  <a:lnTo>
                    <a:pt x="58564" y="156"/>
                  </a:lnTo>
                  <a:lnTo>
                    <a:pt x="48804" y="83"/>
                  </a:lnTo>
                  <a:lnTo>
                    <a:pt x="39043" y="35"/>
                  </a:lnTo>
                  <a:lnTo>
                    <a:pt x="29282" y="36"/>
                  </a:lnTo>
                  <a:lnTo>
                    <a:pt x="19521" y="38"/>
                  </a:lnTo>
                  <a:lnTo>
                    <a:pt x="9760" y="145"/>
                  </a:lnTo>
                  <a:lnTo>
                    <a:pt x="0" y="1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3461961" y="5532186"/>
              <a:ext cx="2528052" cy="128429"/>
            </a:xfrm>
            <a:custGeom>
              <a:avLst/>
              <a:pathLst>
                <a:path w="2528052" h="128429">
                  <a:moveTo>
                    <a:pt x="0" y="16626"/>
                  </a:moveTo>
                  <a:lnTo>
                    <a:pt x="9760" y="17002"/>
                  </a:lnTo>
                  <a:lnTo>
                    <a:pt x="19521" y="17875"/>
                  </a:lnTo>
                  <a:lnTo>
                    <a:pt x="29282" y="18774"/>
                  </a:lnTo>
                  <a:lnTo>
                    <a:pt x="39043" y="19105"/>
                  </a:lnTo>
                  <a:lnTo>
                    <a:pt x="48804" y="19415"/>
                  </a:lnTo>
                  <a:lnTo>
                    <a:pt x="58564" y="20012"/>
                  </a:lnTo>
                  <a:lnTo>
                    <a:pt x="68325" y="20357"/>
                  </a:lnTo>
                  <a:lnTo>
                    <a:pt x="78086" y="20635"/>
                  </a:lnTo>
                  <a:lnTo>
                    <a:pt x="87847" y="21235"/>
                  </a:lnTo>
                  <a:lnTo>
                    <a:pt x="97608" y="21794"/>
                  </a:lnTo>
                  <a:lnTo>
                    <a:pt x="107369" y="22276"/>
                  </a:lnTo>
                  <a:lnTo>
                    <a:pt x="117129" y="23080"/>
                  </a:lnTo>
                  <a:lnTo>
                    <a:pt x="126890" y="23602"/>
                  </a:lnTo>
                  <a:lnTo>
                    <a:pt x="136651" y="24261"/>
                  </a:lnTo>
                  <a:lnTo>
                    <a:pt x="146412" y="24552"/>
                  </a:lnTo>
                  <a:lnTo>
                    <a:pt x="156173" y="25208"/>
                  </a:lnTo>
                  <a:lnTo>
                    <a:pt x="165933" y="25512"/>
                  </a:lnTo>
                  <a:lnTo>
                    <a:pt x="175694" y="25866"/>
                  </a:lnTo>
                  <a:lnTo>
                    <a:pt x="185455" y="26408"/>
                  </a:lnTo>
                  <a:lnTo>
                    <a:pt x="195216" y="26949"/>
                  </a:lnTo>
                  <a:lnTo>
                    <a:pt x="204977" y="27472"/>
                  </a:lnTo>
                  <a:lnTo>
                    <a:pt x="214738" y="27907"/>
                  </a:lnTo>
                  <a:lnTo>
                    <a:pt x="224498" y="28320"/>
                  </a:lnTo>
                  <a:lnTo>
                    <a:pt x="234259" y="28740"/>
                  </a:lnTo>
                  <a:lnTo>
                    <a:pt x="244020" y="29136"/>
                  </a:lnTo>
                  <a:lnTo>
                    <a:pt x="253781" y="29605"/>
                  </a:lnTo>
                  <a:lnTo>
                    <a:pt x="263542" y="30005"/>
                  </a:lnTo>
                  <a:lnTo>
                    <a:pt x="273303" y="30315"/>
                  </a:lnTo>
                  <a:lnTo>
                    <a:pt x="283063" y="30559"/>
                  </a:lnTo>
                  <a:lnTo>
                    <a:pt x="292824" y="30777"/>
                  </a:lnTo>
                  <a:lnTo>
                    <a:pt x="302585" y="31081"/>
                  </a:lnTo>
                  <a:lnTo>
                    <a:pt x="312346" y="31637"/>
                  </a:lnTo>
                  <a:lnTo>
                    <a:pt x="322107" y="32124"/>
                  </a:lnTo>
                  <a:lnTo>
                    <a:pt x="331867" y="32638"/>
                  </a:lnTo>
                  <a:lnTo>
                    <a:pt x="341628" y="33009"/>
                  </a:lnTo>
                  <a:lnTo>
                    <a:pt x="351389" y="33322"/>
                  </a:lnTo>
                  <a:lnTo>
                    <a:pt x="361150" y="33585"/>
                  </a:lnTo>
                  <a:lnTo>
                    <a:pt x="370911" y="33871"/>
                  </a:lnTo>
                  <a:lnTo>
                    <a:pt x="380672" y="34367"/>
                  </a:lnTo>
                  <a:lnTo>
                    <a:pt x="390432" y="34737"/>
                  </a:lnTo>
                  <a:lnTo>
                    <a:pt x="400193" y="34759"/>
                  </a:lnTo>
                  <a:lnTo>
                    <a:pt x="409954" y="35110"/>
                  </a:lnTo>
                  <a:lnTo>
                    <a:pt x="419715" y="35285"/>
                  </a:lnTo>
                  <a:lnTo>
                    <a:pt x="429476" y="35560"/>
                  </a:lnTo>
                  <a:lnTo>
                    <a:pt x="439236" y="35750"/>
                  </a:lnTo>
                  <a:lnTo>
                    <a:pt x="448997" y="35926"/>
                  </a:lnTo>
                  <a:lnTo>
                    <a:pt x="458758" y="36308"/>
                  </a:lnTo>
                  <a:lnTo>
                    <a:pt x="468519" y="36574"/>
                  </a:lnTo>
                  <a:lnTo>
                    <a:pt x="478280" y="36733"/>
                  </a:lnTo>
                  <a:lnTo>
                    <a:pt x="488041" y="36963"/>
                  </a:lnTo>
                  <a:lnTo>
                    <a:pt x="497801" y="37176"/>
                  </a:lnTo>
                  <a:lnTo>
                    <a:pt x="507562" y="37382"/>
                  </a:lnTo>
                  <a:lnTo>
                    <a:pt x="517323" y="37397"/>
                  </a:lnTo>
                  <a:lnTo>
                    <a:pt x="527084" y="37522"/>
                  </a:lnTo>
                  <a:lnTo>
                    <a:pt x="536845" y="37685"/>
                  </a:lnTo>
                  <a:lnTo>
                    <a:pt x="546606" y="37622"/>
                  </a:lnTo>
                  <a:lnTo>
                    <a:pt x="556366" y="37613"/>
                  </a:lnTo>
                  <a:lnTo>
                    <a:pt x="566127" y="37842"/>
                  </a:lnTo>
                  <a:lnTo>
                    <a:pt x="575888" y="38005"/>
                  </a:lnTo>
                  <a:lnTo>
                    <a:pt x="585649" y="38244"/>
                  </a:lnTo>
                  <a:lnTo>
                    <a:pt x="595410" y="38365"/>
                  </a:lnTo>
                  <a:lnTo>
                    <a:pt x="605170" y="38367"/>
                  </a:lnTo>
                  <a:lnTo>
                    <a:pt x="614931" y="38651"/>
                  </a:lnTo>
                  <a:lnTo>
                    <a:pt x="624692" y="39101"/>
                  </a:lnTo>
                  <a:lnTo>
                    <a:pt x="634453" y="39343"/>
                  </a:lnTo>
                  <a:lnTo>
                    <a:pt x="644214" y="39530"/>
                  </a:lnTo>
                  <a:lnTo>
                    <a:pt x="653975" y="39577"/>
                  </a:lnTo>
                  <a:lnTo>
                    <a:pt x="663735" y="39730"/>
                  </a:lnTo>
                  <a:lnTo>
                    <a:pt x="673496" y="40113"/>
                  </a:lnTo>
                  <a:lnTo>
                    <a:pt x="683257" y="40420"/>
                  </a:lnTo>
                  <a:lnTo>
                    <a:pt x="693018" y="40365"/>
                  </a:lnTo>
                  <a:lnTo>
                    <a:pt x="702779" y="40353"/>
                  </a:lnTo>
                  <a:lnTo>
                    <a:pt x="712539" y="40485"/>
                  </a:lnTo>
                  <a:lnTo>
                    <a:pt x="722300" y="40655"/>
                  </a:lnTo>
                  <a:lnTo>
                    <a:pt x="732061" y="40807"/>
                  </a:lnTo>
                  <a:lnTo>
                    <a:pt x="741822" y="40844"/>
                  </a:lnTo>
                  <a:lnTo>
                    <a:pt x="751583" y="41087"/>
                  </a:lnTo>
                  <a:lnTo>
                    <a:pt x="761344" y="41007"/>
                  </a:lnTo>
                  <a:lnTo>
                    <a:pt x="771104" y="40728"/>
                  </a:lnTo>
                  <a:lnTo>
                    <a:pt x="780865" y="40854"/>
                  </a:lnTo>
                  <a:lnTo>
                    <a:pt x="790626" y="41060"/>
                  </a:lnTo>
                  <a:lnTo>
                    <a:pt x="800387" y="40998"/>
                  </a:lnTo>
                  <a:lnTo>
                    <a:pt x="810148" y="40884"/>
                  </a:lnTo>
                  <a:lnTo>
                    <a:pt x="819909" y="40819"/>
                  </a:lnTo>
                  <a:lnTo>
                    <a:pt x="829669" y="40728"/>
                  </a:lnTo>
                  <a:lnTo>
                    <a:pt x="839430" y="40659"/>
                  </a:lnTo>
                  <a:lnTo>
                    <a:pt x="849191" y="40681"/>
                  </a:lnTo>
                  <a:lnTo>
                    <a:pt x="858952" y="40599"/>
                  </a:lnTo>
                  <a:lnTo>
                    <a:pt x="868713" y="40517"/>
                  </a:lnTo>
                  <a:lnTo>
                    <a:pt x="878473" y="40562"/>
                  </a:lnTo>
                  <a:lnTo>
                    <a:pt x="888234" y="40711"/>
                  </a:lnTo>
                  <a:lnTo>
                    <a:pt x="897995" y="40541"/>
                  </a:lnTo>
                  <a:lnTo>
                    <a:pt x="907756" y="40191"/>
                  </a:lnTo>
                  <a:lnTo>
                    <a:pt x="917517" y="40114"/>
                  </a:lnTo>
                  <a:lnTo>
                    <a:pt x="927278" y="40045"/>
                  </a:lnTo>
                  <a:lnTo>
                    <a:pt x="937038" y="39934"/>
                  </a:lnTo>
                  <a:lnTo>
                    <a:pt x="946799" y="39845"/>
                  </a:lnTo>
                  <a:lnTo>
                    <a:pt x="956560" y="39611"/>
                  </a:lnTo>
                  <a:lnTo>
                    <a:pt x="966321" y="39326"/>
                  </a:lnTo>
                  <a:lnTo>
                    <a:pt x="976082" y="39196"/>
                  </a:lnTo>
                  <a:lnTo>
                    <a:pt x="985842" y="39047"/>
                  </a:lnTo>
                  <a:lnTo>
                    <a:pt x="995603" y="38963"/>
                  </a:lnTo>
                  <a:lnTo>
                    <a:pt x="1005364" y="38824"/>
                  </a:lnTo>
                  <a:lnTo>
                    <a:pt x="1015125" y="38765"/>
                  </a:lnTo>
                  <a:lnTo>
                    <a:pt x="1024886" y="38683"/>
                  </a:lnTo>
                  <a:lnTo>
                    <a:pt x="1034647" y="38573"/>
                  </a:lnTo>
                  <a:lnTo>
                    <a:pt x="1044407" y="38394"/>
                  </a:lnTo>
                  <a:lnTo>
                    <a:pt x="1054168" y="38394"/>
                  </a:lnTo>
                  <a:lnTo>
                    <a:pt x="1063929" y="38341"/>
                  </a:lnTo>
                  <a:lnTo>
                    <a:pt x="1073690" y="38281"/>
                  </a:lnTo>
                  <a:lnTo>
                    <a:pt x="1083451" y="38375"/>
                  </a:lnTo>
                  <a:lnTo>
                    <a:pt x="1093212" y="38544"/>
                  </a:lnTo>
                  <a:lnTo>
                    <a:pt x="1102972" y="38474"/>
                  </a:lnTo>
                  <a:lnTo>
                    <a:pt x="1112733" y="38438"/>
                  </a:lnTo>
                  <a:lnTo>
                    <a:pt x="1122494" y="38366"/>
                  </a:lnTo>
                  <a:lnTo>
                    <a:pt x="1132255" y="38334"/>
                  </a:lnTo>
                  <a:lnTo>
                    <a:pt x="1142016" y="38287"/>
                  </a:lnTo>
                  <a:lnTo>
                    <a:pt x="1151776" y="38218"/>
                  </a:lnTo>
                  <a:lnTo>
                    <a:pt x="1161537" y="37940"/>
                  </a:lnTo>
                  <a:lnTo>
                    <a:pt x="1171298" y="37700"/>
                  </a:lnTo>
                  <a:lnTo>
                    <a:pt x="1181059" y="37836"/>
                  </a:lnTo>
                  <a:lnTo>
                    <a:pt x="1190820" y="37750"/>
                  </a:lnTo>
                  <a:lnTo>
                    <a:pt x="1200581" y="37493"/>
                  </a:lnTo>
                  <a:lnTo>
                    <a:pt x="1210341" y="37183"/>
                  </a:lnTo>
                  <a:lnTo>
                    <a:pt x="1220102" y="36936"/>
                  </a:lnTo>
                  <a:lnTo>
                    <a:pt x="1229863" y="36845"/>
                  </a:lnTo>
                  <a:lnTo>
                    <a:pt x="1239624" y="36752"/>
                  </a:lnTo>
                  <a:lnTo>
                    <a:pt x="1249385" y="36660"/>
                  </a:lnTo>
                  <a:lnTo>
                    <a:pt x="1259145" y="36414"/>
                  </a:lnTo>
                  <a:lnTo>
                    <a:pt x="1268906" y="36092"/>
                  </a:lnTo>
                  <a:lnTo>
                    <a:pt x="1278667" y="35979"/>
                  </a:lnTo>
                  <a:lnTo>
                    <a:pt x="1288428" y="36046"/>
                  </a:lnTo>
                  <a:lnTo>
                    <a:pt x="1298189" y="35900"/>
                  </a:lnTo>
                  <a:lnTo>
                    <a:pt x="1307950" y="35626"/>
                  </a:lnTo>
                  <a:lnTo>
                    <a:pt x="1317710" y="35408"/>
                  </a:lnTo>
                  <a:lnTo>
                    <a:pt x="1327471" y="35324"/>
                  </a:lnTo>
                  <a:lnTo>
                    <a:pt x="1337232" y="34894"/>
                  </a:lnTo>
                  <a:lnTo>
                    <a:pt x="1346993" y="34510"/>
                  </a:lnTo>
                  <a:lnTo>
                    <a:pt x="1356754" y="34338"/>
                  </a:lnTo>
                  <a:lnTo>
                    <a:pt x="1366515" y="34310"/>
                  </a:lnTo>
                  <a:lnTo>
                    <a:pt x="1376275" y="34262"/>
                  </a:lnTo>
                  <a:lnTo>
                    <a:pt x="1386036" y="33933"/>
                  </a:lnTo>
                  <a:lnTo>
                    <a:pt x="1395797" y="33787"/>
                  </a:lnTo>
                  <a:lnTo>
                    <a:pt x="1405558" y="33665"/>
                  </a:lnTo>
                  <a:lnTo>
                    <a:pt x="1415319" y="33545"/>
                  </a:lnTo>
                  <a:lnTo>
                    <a:pt x="1425079" y="33446"/>
                  </a:lnTo>
                  <a:lnTo>
                    <a:pt x="1434840" y="33405"/>
                  </a:lnTo>
                  <a:lnTo>
                    <a:pt x="1444601" y="33364"/>
                  </a:lnTo>
                  <a:lnTo>
                    <a:pt x="1454362" y="33324"/>
                  </a:lnTo>
                  <a:lnTo>
                    <a:pt x="1464123" y="33283"/>
                  </a:lnTo>
                  <a:lnTo>
                    <a:pt x="1473884" y="33242"/>
                  </a:lnTo>
                  <a:lnTo>
                    <a:pt x="1483644" y="33014"/>
                  </a:lnTo>
                  <a:lnTo>
                    <a:pt x="1493405" y="32567"/>
                  </a:lnTo>
                  <a:lnTo>
                    <a:pt x="1503166" y="32435"/>
                  </a:lnTo>
                  <a:lnTo>
                    <a:pt x="1512927" y="32304"/>
                  </a:lnTo>
                  <a:lnTo>
                    <a:pt x="1522688" y="32179"/>
                  </a:lnTo>
                  <a:lnTo>
                    <a:pt x="1532448" y="32055"/>
                  </a:lnTo>
                  <a:lnTo>
                    <a:pt x="1542209" y="31930"/>
                  </a:lnTo>
                  <a:lnTo>
                    <a:pt x="1551970" y="31806"/>
                  </a:lnTo>
                  <a:lnTo>
                    <a:pt x="1561731" y="31681"/>
                  </a:lnTo>
                  <a:lnTo>
                    <a:pt x="1571492" y="31556"/>
                  </a:lnTo>
                  <a:lnTo>
                    <a:pt x="1581253" y="31431"/>
                  </a:lnTo>
                  <a:lnTo>
                    <a:pt x="1591013" y="31267"/>
                  </a:lnTo>
                  <a:lnTo>
                    <a:pt x="1600774" y="30995"/>
                  </a:lnTo>
                  <a:lnTo>
                    <a:pt x="1610535" y="30714"/>
                  </a:lnTo>
                  <a:lnTo>
                    <a:pt x="1620296" y="30381"/>
                  </a:lnTo>
                  <a:lnTo>
                    <a:pt x="1630057" y="30049"/>
                  </a:lnTo>
                  <a:lnTo>
                    <a:pt x="1639818" y="29718"/>
                  </a:lnTo>
                  <a:lnTo>
                    <a:pt x="1649578" y="29503"/>
                  </a:lnTo>
                  <a:lnTo>
                    <a:pt x="1659339" y="29352"/>
                  </a:lnTo>
                  <a:lnTo>
                    <a:pt x="1669100" y="29078"/>
                  </a:lnTo>
                  <a:lnTo>
                    <a:pt x="1678861" y="28840"/>
                  </a:lnTo>
                  <a:lnTo>
                    <a:pt x="1688622" y="28730"/>
                  </a:lnTo>
                  <a:lnTo>
                    <a:pt x="1698382" y="28562"/>
                  </a:lnTo>
                  <a:lnTo>
                    <a:pt x="1708143" y="28165"/>
                  </a:lnTo>
                  <a:lnTo>
                    <a:pt x="1717904" y="27910"/>
                  </a:lnTo>
                  <a:lnTo>
                    <a:pt x="1727665" y="27676"/>
                  </a:lnTo>
                  <a:lnTo>
                    <a:pt x="1737426" y="27409"/>
                  </a:lnTo>
                  <a:lnTo>
                    <a:pt x="1747187" y="27068"/>
                  </a:lnTo>
                  <a:lnTo>
                    <a:pt x="1756947" y="26795"/>
                  </a:lnTo>
                  <a:lnTo>
                    <a:pt x="1766708" y="26350"/>
                  </a:lnTo>
                  <a:lnTo>
                    <a:pt x="1776469" y="25977"/>
                  </a:lnTo>
                  <a:lnTo>
                    <a:pt x="1786230" y="25689"/>
                  </a:lnTo>
                  <a:lnTo>
                    <a:pt x="1795991" y="25400"/>
                  </a:lnTo>
                  <a:lnTo>
                    <a:pt x="1805752" y="25110"/>
                  </a:lnTo>
                  <a:lnTo>
                    <a:pt x="1815512" y="24820"/>
                  </a:lnTo>
                  <a:lnTo>
                    <a:pt x="1825273" y="24530"/>
                  </a:lnTo>
                  <a:lnTo>
                    <a:pt x="1835034" y="24073"/>
                  </a:lnTo>
                  <a:lnTo>
                    <a:pt x="1844795" y="23584"/>
                  </a:lnTo>
                  <a:lnTo>
                    <a:pt x="1854556" y="23304"/>
                  </a:lnTo>
                  <a:lnTo>
                    <a:pt x="1864316" y="23221"/>
                  </a:lnTo>
                  <a:lnTo>
                    <a:pt x="1874077" y="23069"/>
                  </a:lnTo>
                  <a:lnTo>
                    <a:pt x="1883838" y="22773"/>
                  </a:lnTo>
                  <a:lnTo>
                    <a:pt x="1893599" y="22485"/>
                  </a:lnTo>
                  <a:lnTo>
                    <a:pt x="1903360" y="22200"/>
                  </a:lnTo>
                  <a:lnTo>
                    <a:pt x="1913121" y="21914"/>
                  </a:lnTo>
                  <a:lnTo>
                    <a:pt x="1922881" y="21627"/>
                  </a:lnTo>
                  <a:lnTo>
                    <a:pt x="1932642" y="21581"/>
                  </a:lnTo>
                  <a:lnTo>
                    <a:pt x="1942403" y="21585"/>
                  </a:lnTo>
                  <a:lnTo>
                    <a:pt x="1952164" y="21590"/>
                  </a:lnTo>
                  <a:lnTo>
                    <a:pt x="1961925" y="21568"/>
                  </a:lnTo>
                  <a:lnTo>
                    <a:pt x="1971685" y="21142"/>
                  </a:lnTo>
                  <a:lnTo>
                    <a:pt x="1981446" y="20715"/>
                  </a:lnTo>
                  <a:lnTo>
                    <a:pt x="1991207" y="20286"/>
                  </a:lnTo>
                  <a:lnTo>
                    <a:pt x="2000968" y="19850"/>
                  </a:lnTo>
                  <a:lnTo>
                    <a:pt x="2010729" y="19301"/>
                  </a:lnTo>
                  <a:lnTo>
                    <a:pt x="2020490" y="18751"/>
                  </a:lnTo>
                  <a:lnTo>
                    <a:pt x="2030250" y="18442"/>
                  </a:lnTo>
                  <a:lnTo>
                    <a:pt x="2040011" y="18079"/>
                  </a:lnTo>
                  <a:lnTo>
                    <a:pt x="2049772" y="17685"/>
                  </a:lnTo>
                  <a:lnTo>
                    <a:pt x="2059533" y="17243"/>
                  </a:lnTo>
                  <a:lnTo>
                    <a:pt x="2069294" y="16800"/>
                  </a:lnTo>
                  <a:lnTo>
                    <a:pt x="2079055" y="16355"/>
                  </a:lnTo>
                  <a:lnTo>
                    <a:pt x="2088815" y="15909"/>
                  </a:lnTo>
                  <a:lnTo>
                    <a:pt x="2098576" y="15462"/>
                  </a:lnTo>
                  <a:lnTo>
                    <a:pt x="2108337" y="15018"/>
                  </a:lnTo>
                  <a:lnTo>
                    <a:pt x="2118098" y="14701"/>
                  </a:lnTo>
                  <a:lnTo>
                    <a:pt x="2127859" y="14464"/>
                  </a:lnTo>
                  <a:lnTo>
                    <a:pt x="2137619" y="14227"/>
                  </a:lnTo>
                  <a:lnTo>
                    <a:pt x="2147380" y="13990"/>
                  </a:lnTo>
                  <a:lnTo>
                    <a:pt x="2157141" y="13752"/>
                  </a:lnTo>
                  <a:lnTo>
                    <a:pt x="2166902" y="13331"/>
                  </a:lnTo>
                  <a:lnTo>
                    <a:pt x="2176663" y="12903"/>
                  </a:lnTo>
                  <a:lnTo>
                    <a:pt x="2186424" y="12473"/>
                  </a:lnTo>
                  <a:lnTo>
                    <a:pt x="2196184" y="12048"/>
                  </a:lnTo>
                  <a:lnTo>
                    <a:pt x="2205945" y="11623"/>
                  </a:lnTo>
                  <a:lnTo>
                    <a:pt x="2215706" y="11197"/>
                  </a:lnTo>
                  <a:lnTo>
                    <a:pt x="2225467" y="10770"/>
                  </a:lnTo>
                  <a:lnTo>
                    <a:pt x="2235228" y="10464"/>
                  </a:lnTo>
                  <a:lnTo>
                    <a:pt x="2244988" y="10284"/>
                  </a:lnTo>
                  <a:lnTo>
                    <a:pt x="2254749" y="10103"/>
                  </a:lnTo>
                  <a:lnTo>
                    <a:pt x="2264510" y="9664"/>
                  </a:lnTo>
                  <a:lnTo>
                    <a:pt x="2274271" y="9144"/>
                  </a:lnTo>
                  <a:lnTo>
                    <a:pt x="2284032" y="8876"/>
                  </a:lnTo>
                  <a:lnTo>
                    <a:pt x="2293793" y="8787"/>
                  </a:lnTo>
                  <a:lnTo>
                    <a:pt x="2303553" y="8534"/>
                  </a:lnTo>
                  <a:lnTo>
                    <a:pt x="2313314" y="8044"/>
                  </a:lnTo>
                  <a:lnTo>
                    <a:pt x="2323075" y="7558"/>
                  </a:lnTo>
                  <a:lnTo>
                    <a:pt x="2332836" y="7071"/>
                  </a:lnTo>
                  <a:lnTo>
                    <a:pt x="2342597" y="6582"/>
                  </a:lnTo>
                  <a:lnTo>
                    <a:pt x="2352358" y="6091"/>
                  </a:lnTo>
                  <a:lnTo>
                    <a:pt x="2362118" y="5736"/>
                  </a:lnTo>
                  <a:lnTo>
                    <a:pt x="2371879" y="5461"/>
                  </a:lnTo>
                  <a:lnTo>
                    <a:pt x="2381640" y="5185"/>
                  </a:lnTo>
                  <a:lnTo>
                    <a:pt x="2391401" y="4910"/>
                  </a:lnTo>
                  <a:lnTo>
                    <a:pt x="2401162" y="4633"/>
                  </a:lnTo>
                  <a:lnTo>
                    <a:pt x="2410922" y="4356"/>
                  </a:lnTo>
                  <a:lnTo>
                    <a:pt x="2420683" y="4079"/>
                  </a:lnTo>
                  <a:lnTo>
                    <a:pt x="2430444" y="3801"/>
                  </a:lnTo>
                  <a:lnTo>
                    <a:pt x="2440205" y="3523"/>
                  </a:lnTo>
                  <a:lnTo>
                    <a:pt x="2449966" y="3158"/>
                  </a:lnTo>
                  <a:lnTo>
                    <a:pt x="2459727" y="2767"/>
                  </a:lnTo>
                  <a:lnTo>
                    <a:pt x="2469487" y="2374"/>
                  </a:lnTo>
                  <a:lnTo>
                    <a:pt x="2479248" y="1981"/>
                  </a:lnTo>
                  <a:lnTo>
                    <a:pt x="2489009" y="1587"/>
                  </a:lnTo>
                  <a:lnTo>
                    <a:pt x="2498770" y="1191"/>
                  </a:lnTo>
                  <a:lnTo>
                    <a:pt x="2508531" y="795"/>
                  </a:lnTo>
                  <a:lnTo>
                    <a:pt x="2518291" y="398"/>
                  </a:lnTo>
                  <a:lnTo>
                    <a:pt x="2528052" y="0"/>
                  </a:lnTo>
                  <a:lnTo>
                    <a:pt x="2528052" y="128429"/>
                  </a:lnTo>
                  <a:lnTo>
                    <a:pt x="2518291" y="128259"/>
                  </a:lnTo>
                  <a:lnTo>
                    <a:pt x="2508531" y="128088"/>
                  </a:lnTo>
                  <a:lnTo>
                    <a:pt x="2498770" y="127915"/>
                  </a:lnTo>
                  <a:lnTo>
                    <a:pt x="2489009" y="127770"/>
                  </a:lnTo>
                  <a:lnTo>
                    <a:pt x="2479248" y="127645"/>
                  </a:lnTo>
                  <a:lnTo>
                    <a:pt x="2469487" y="127520"/>
                  </a:lnTo>
                  <a:lnTo>
                    <a:pt x="2459727" y="127394"/>
                  </a:lnTo>
                  <a:lnTo>
                    <a:pt x="2449966" y="127268"/>
                  </a:lnTo>
                  <a:lnTo>
                    <a:pt x="2440205" y="127141"/>
                  </a:lnTo>
                  <a:lnTo>
                    <a:pt x="2430444" y="126983"/>
                  </a:lnTo>
                  <a:lnTo>
                    <a:pt x="2420683" y="126786"/>
                  </a:lnTo>
                  <a:lnTo>
                    <a:pt x="2410922" y="126583"/>
                  </a:lnTo>
                  <a:lnTo>
                    <a:pt x="2401162" y="126378"/>
                  </a:lnTo>
                  <a:lnTo>
                    <a:pt x="2391401" y="126173"/>
                  </a:lnTo>
                  <a:lnTo>
                    <a:pt x="2381640" y="125966"/>
                  </a:lnTo>
                  <a:lnTo>
                    <a:pt x="2371879" y="125770"/>
                  </a:lnTo>
                  <a:lnTo>
                    <a:pt x="2362118" y="125625"/>
                  </a:lnTo>
                  <a:lnTo>
                    <a:pt x="2352358" y="125480"/>
                  </a:lnTo>
                  <a:lnTo>
                    <a:pt x="2342597" y="125309"/>
                  </a:lnTo>
                  <a:lnTo>
                    <a:pt x="2332836" y="125119"/>
                  </a:lnTo>
                  <a:lnTo>
                    <a:pt x="2323075" y="124928"/>
                  </a:lnTo>
                  <a:lnTo>
                    <a:pt x="2313314" y="124736"/>
                  </a:lnTo>
                  <a:lnTo>
                    <a:pt x="2303553" y="124542"/>
                  </a:lnTo>
                  <a:lnTo>
                    <a:pt x="2293793" y="124348"/>
                  </a:lnTo>
                  <a:lnTo>
                    <a:pt x="2284032" y="124153"/>
                  </a:lnTo>
                  <a:lnTo>
                    <a:pt x="2274271" y="123956"/>
                  </a:lnTo>
                  <a:lnTo>
                    <a:pt x="2264510" y="123768"/>
                  </a:lnTo>
                  <a:lnTo>
                    <a:pt x="2254749" y="123614"/>
                  </a:lnTo>
                  <a:lnTo>
                    <a:pt x="2244988" y="123459"/>
                  </a:lnTo>
                  <a:lnTo>
                    <a:pt x="2235228" y="123304"/>
                  </a:lnTo>
                  <a:lnTo>
                    <a:pt x="2225467" y="123149"/>
                  </a:lnTo>
                  <a:lnTo>
                    <a:pt x="2215706" y="122991"/>
                  </a:lnTo>
                  <a:lnTo>
                    <a:pt x="2205945" y="122833"/>
                  </a:lnTo>
                  <a:lnTo>
                    <a:pt x="2196184" y="122674"/>
                  </a:lnTo>
                  <a:lnTo>
                    <a:pt x="2186424" y="122514"/>
                  </a:lnTo>
                  <a:lnTo>
                    <a:pt x="2176663" y="122354"/>
                  </a:lnTo>
                  <a:lnTo>
                    <a:pt x="2166902" y="122193"/>
                  </a:lnTo>
                  <a:lnTo>
                    <a:pt x="2157141" y="122031"/>
                  </a:lnTo>
                  <a:lnTo>
                    <a:pt x="2147380" y="121869"/>
                  </a:lnTo>
                  <a:lnTo>
                    <a:pt x="2137619" y="121706"/>
                  </a:lnTo>
                  <a:lnTo>
                    <a:pt x="2127859" y="121533"/>
                  </a:lnTo>
                  <a:lnTo>
                    <a:pt x="2118098" y="121325"/>
                  </a:lnTo>
                  <a:lnTo>
                    <a:pt x="2108337" y="121117"/>
                  </a:lnTo>
                  <a:lnTo>
                    <a:pt x="2098576" y="120906"/>
                  </a:lnTo>
                  <a:lnTo>
                    <a:pt x="2088815" y="120695"/>
                  </a:lnTo>
                  <a:lnTo>
                    <a:pt x="2079055" y="120482"/>
                  </a:lnTo>
                  <a:lnTo>
                    <a:pt x="2069294" y="120268"/>
                  </a:lnTo>
                  <a:lnTo>
                    <a:pt x="2059533" y="120053"/>
                  </a:lnTo>
                  <a:lnTo>
                    <a:pt x="2049772" y="119837"/>
                  </a:lnTo>
                  <a:lnTo>
                    <a:pt x="2040011" y="119620"/>
                  </a:lnTo>
                  <a:lnTo>
                    <a:pt x="2030250" y="119401"/>
                  </a:lnTo>
                  <a:lnTo>
                    <a:pt x="2020490" y="119181"/>
                  </a:lnTo>
                  <a:lnTo>
                    <a:pt x="2010729" y="118960"/>
                  </a:lnTo>
                  <a:lnTo>
                    <a:pt x="2000968" y="118738"/>
                  </a:lnTo>
                  <a:lnTo>
                    <a:pt x="1991207" y="118515"/>
                  </a:lnTo>
                  <a:lnTo>
                    <a:pt x="1981446" y="118290"/>
                  </a:lnTo>
                  <a:lnTo>
                    <a:pt x="1971685" y="118086"/>
                  </a:lnTo>
                  <a:lnTo>
                    <a:pt x="1961925" y="117915"/>
                  </a:lnTo>
                  <a:lnTo>
                    <a:pt x="1952164" y="117743"/>
                  </a:lnTo>
                  <a:lnTo>
                    <a:pt x="1942403" y="117524"/>
                  </a:lnTo>
                  <a:lnTo>
                    <a:pt x="1932642" y="117294"/>
                  </a:lnTo>
                  <a:lnTo>
                    <a:pt x="1922881" y="117064"/>
                  </a:lnTo>
                  <a:lnTo>
                    <a:pt x="1913121" y="116863"/>
                  </a:lnTo>
                  <a:lnTo>
                    <a:pt x="1903360" y="116637"/>
                  </a:lnTo>
                  <a:lnTo>
                    <a:pt x="1893599" y="116408"/>
                  </a:lnTo>
                  <a:lnTo>
                    <a:pt x="1883838" y="116177"/>
                  </a:lnTo>
                  <a:lnTo>
                    <a:pt x="1874077" y="115995"/>
                  </a:lnTo>
                  <a:lnTo>
                    <a:pt x="1864316" y="115856"/>
                  </a:lnTo>
                  <a:lnTo>
                    <a:pt x="1854556" y="115634"/>
                  </a:lnTo>
                  <a:lnTo>
                    <a:pt x="1844795" y="115394"/>
                  </a:lnTo>
                  <a:lnTo>
                    <a:pt x="1835034" y="115153"/>
                  </a:lnTo>
                  <a:lnTo>
                    <a:pt x="1825273" y="114911"/>
                  </a:lnTo>
                  <a:lnTo>
                    <a:pt x="1815512" y="114670"/>
                  </a:lnTo>
                  <a:lnTo>
                    <a:pt x="1805752" y="114473"/>
                  </a:lnTo>
                  <a:lnTo>
                    <a:pt x="1795991" y="114274"/>
                  </a:lnTo>
                  <a:lnTo>
                    <a:pt x="1786230" y="114075"/>
                  </a:lnTo>
                  <a:lnTo>
                    <a:pt x="1776469" y="113875"/>
                  </a:lnTo>
                  <a:lnTo>
                    <a:pt x="1766708" y="113674"/>
                  </a:lnTo>
                  <a:lnTo>
                    <a:pt x="1756947" y="113472"/>
                  </a:lnTo>
                  <a:lnTo>
                    <a:pt x="1747187" y="113268"/>
                  </a:lnTo>
                  <a:lnTo>
                    <a:pt x="1737426" y="113064"/>
                  </a:lnTo>
                  <a:lnTo>
                    <a:pt x="1727665" y="112858"/>
                  </a:lnTo>
                  <a:lnTo>
                    <a:pt x="1717904" y="112648"/>
                  </a:lnTo>
                  <a:lnTo>
                    <a:pt x="1708143" y="112390"/>
                  </a:lnTo>
                  <a:lnTo>
                    <a:pt x="1698382" y="112131"/>
                  </a:lnTo>
                  <a:lnTo>
                    <a:pt x="1688622" y="111870"/>
                  </a:lnTo>
                  <a:lnTo>
                    <a:pt x="1678861" y="111607"/>
                  </a:lnTo>
                  <a:lnTo>
                    <a:pt x="1669100" y="111405"/>
                  </a:lnTo>
                  <a:lnTo>
                    <a:pt x="1659339" y="111217"/>
                  </a:lnTo>
                  <a:lnTo>
                    <a:pt x="1649578" y="110962"/>
                  </a:lnTo>
                  <a:lnTo>
                    <a:pt x="1639818" y="110703"/>
                  </a:lnTo>
                  <a:lnTo>
                    <a:pt x="1630057" y="110440"/>
                  </a:lnTo>
                  <a:lnTo>
                    <a:pt x="1620296" y="110176"/>
                  </a:lnTo>
                  <a:lnTo>
                    <a:pt x="1610535" y="109935"/>
                  </a:lnTo>
                  <a:lnTo>
                    <a:pt x="1600774" y="109707"/>
                  </a:lnTo>
                  <a:lnTo>
                    <a:pt x="1591013" y="109422"/>
                  </a:lnTo>
                  <a:lnTo>
                    <a:pt x="1581253" y="109217"/>
                  </a:lnTo>
                  <a:lnTo>
                    <a:pt x="1571492" y="109070"/>
                  </a:lnTo>
                  <a:lnTo>
                    <a:pt x="1561731" y="108899"/>
                  </a:lnTo>
                  <a:lnTo>
                    <a:pt x="1551970" y="108581"/>
                  </a:lnTo>
                  <a:lnTo>
                    <a:pt x="1542209" y="108260"/>
                  </a:lnTo>
                  <a:lnTo>
                    <a:pt x="1532448" y="107937"/>
                  </a:lnTo>
                  <a:lnTo>
                    <a:pt x="1522688" y="107715"/>
                  </a:lnTo>
                  <a:lnTo>
                    <a:pt x="1512927" y="107511"/>
                  </a:lnTo>
                  <a:lnTo>
                    <a:pt x="1503166" y="107306"/>
                  </a:lnTo>
                  <a:lnTo>
                    <a:pt x="1493405" y="107056"/>
                  </a:lnTo>
                  <a:lnTo>
                    <a:pt x="1483644" y="106788"/>
                  </a:lnTo>
                  <a:lnTo>
                    <a:pt x="1473884" y="106622"/>
                  </a:lnTo>
                  <a:lnTo>
                    <a:pt x="1464123" y="106325"/>
                  </a:lnTo>
                  <a:lnTo>
                    <a:pt x="1454362" y="106121"/>
                  </a:lnTo>
                  <a:lnTo>
                    <a:pt x="1444601" y="105941"/>
                  </a:lnTo>
                  <a:lnTo>
                    <a:pt x="1434840" y="105761"/>
                  </a:lnTo>
                  <a:lnTo>
                    <a:pt x="1425079" y="105588"/>
                  </a:lnTo>
                  <a:lnTo>
                    <a:pt x="1415319" y="105420"/>
                  </a:lnTo>
                  <a:lnTo>
                    <a:pt x="1405558" y="105216"/>
                  </a:lnTo>
                  <a:lnTo>
                    <a:pt x="1395797" y="104988"/>
                  </a:lnTo>
                  <a:lnTo>
                    <a:pt x="1386036" y="104693"/>
                  </a:lnTo>
                  <a:lnTo>
                    <a:pt x="1376275" y="104388"/>
                  </a:lnTo>
                  <a:lnTo>
                    <a:pt x="1366515" y="104123"/>
                  </a:lnTo>
                  <a:lnTo>
                    <a:pt x="1356754" y="103913"/>
                  </a:lnTo>
                  <a:lnTo>
                    <a:pt x="1346993" y="103600"/>
                  </a:lnTo>
                  <a:lnTo>
                    <a:pt x="1337232" y="103247"/>
                  </a:lnTo>
                  <a:lnTo>
                    <a:pt x="1327471" y="102903"/>
                  </a:lnTo>
                  <a:lnTo>
                    <a:pt x="1317710" y="102684"/>
                  </a:lnTo>
                  <a:lnTo>
                    <a:pt x="1307950" y="102385"/>
                  </a:lnTo>
                  <a:lnTo>
                    <a:pt x="1298189" y="102128"/>
                  </a:lnTo>
                  <a:lnTo>
                    <a:pt x="1288428" y="101753"/>
                  </a:lnTo>
                  <a:lnTo>
                    <a:pt x="1278667" y="101394"/>
                  </a:lnTo>
                  <a:lnTo>
                    <a:pt x="1268906" y="101208"/>
                  </a:lnTo>
                  <a:lnTo>
                    <a:pt x="1259145" y="101030"/>
                  </a:lnTo>
                  <a:lnTo>
                    <a:pt x="1249385" y="100835"/>
                  </a:lnTo>
                  <a:lnTo>
                    <a:pt x="1239624" y="100647"/>
                  </a:lnTo>
                  <a:lnTo>
                    <a:pt x="1229863" y="100414"/>
                  </a:lnTo>
                  <a:lnTo>
                    <a:pt x="1220102" y="100162"/>
                  </a:lnTo>
                  <a:lnTo>
                    <a:pt x="1210341" y="99912"/>
                  </a:lnTo>
                  <a:lnTo>
                    <a:pt x="1200581" y="99606"/>
                  </a:lnTo>
                  <a:lnTo>
                    <a:pt x="1190820" y="99201"/>
                  </a:lnTo>
                  <a:lnTo>
                    <a:pt x="1181059" y="98793"/>
                  </a:lnTo>
                  <a:lnTo>
                    <a:pt x="1171298" y="98565"/>
                  </a:lnTo>
                  <a:lnTo>
                    <a:pt x="1161537" y="98430"/>
                  </a:lnTo>
                  <a:lnTo>
                    <a:pt x="1151776" y="98295"/>
                  </a:lnTo>
                  <a:lnTo>
                    <a:pt x="1142016" y="98116"/>
                  </a:lnTo>
                  <a:lnTo>
                    <a:pt x="1132255" y="97858"/>
                  </a:lnTo>
                  <a:lnTo>
                    <a:pt x="1122494" y="97599"/>
                  </a:lnTo>
                  <a:lnTo>
                    <a:pt x="1112733" y="97336"/>
                  </a:lnTo>
                  <a:lnTo>
                    <a:pt x="1102972" y="97073"/>
                  </a:lnTo>
                  <a:lnTo>
                    <a:pt x="1093212" y="96808"/>
                  </a:lnTo>
                  <a:lnTo>
                    <a:pt x="1083451" y="96538"/>
                  </a:lnTo>
                  <a:lnTo>
                    <a:pt x="1073690" y="96261"/>
                  </a:lnTo>
                  <a:lnTo>
                    <a:pt x="1063929" y="95983"/>
                  </a:lnTo>
                  <a:lnTo>
                    <a:pt x="1054168" y="95838"/>
                  </a:lnTo>
                  <a:lnTo>
                    <a:pt x="1044407" y="95693"/>
                  </a:lnTo>
                  <a:lnTo>
                    <a:pt x="1034647" y="95516"/>
                  </a:lnTo>
                  <a:lnTo>
                    <a:pt x="1024886" y="95196"/>
                  </a:lnTo>
                  <a:lnTo>
                    <a:pt x="1015125" y="94872"/>
                  </a:lnTo>
                  <a:lnTo>
                    <a:pt x="1005364" y="94547"/>
                  </a:lnTo>
                  <a:lnTo>
                    <a:pt x="995603" y="94488"/>
                  </a:lnTo>
                  <a:lnTo>
                    <a:pt x="985842" y="94198"/>
                  </a:lnTo>
                  <a:lnTo>
                    <a:pt x="976082" y="93968"/>
                  </a:lnTo>
                  <a:lnTo>
                    <a:pt x="966321" y="93821"/>
                  </a:lnTo>
                  <a:lnTo>
                    <a:pt x="956560" y="93541"/>
                  </a:lnTo>
                  <a:lnTo>
                    <a:pt x="946799" y="93272"/>
                  </a:lnTo>
                  <a:lnTo>
                    <a:pt x="937038" y="93098"/>
                  </a:lnTo>
                  <a:lnTo>
                    <a:pt x="927278" y="92879"/>
                  </a:lnTo>
                  <a:lnTo>
                    <a:pt x="917517" y="92648"/>
                  </a:lnTo>
                  <a:lnTo>
                    <a:pt x="907756" y="92509"/>
                  </a:lnTo>
                  <a:lnTo>
                    <a:pt x="897995" y="92344"/>
                  </a:lnTo>
                  <a:lnTo>
                    <a:pt x="888234" y="92235"/>
                  </a:lnTo>
                  <a:lnTo>
                    <a:pt x="878473" y="91990"/>
                  </a:lnTo>
                  <a:lnTo>
                    <a:pt x="868713" y="91906"/>
                  </a:lnTo>
                  <a:lnTo>
                    <a:pt x="858952" y="91686"/>
                  </a:lnTo>
                  <a:lnTo>
                    <a:pt x="849191" y="91602"/>
                  </a:lnTo>
                  <a:lnTo>
                    <a:pt x="839430" y="91414"/>
                  </a:lnTo>
                  <a:lnTo>
                    <a:pt x="829669" y="91168"/>
                  </a:lnTo>
                  <a:lnTo>
                    <a:pt x="819909" y="90908"/>
                  </a:lnTo>
                  <a:lnTo>
                    <a:pt x="810148" y="90727"/>
                  </a:lnTo>
                  <a:lnTo>
                    <a:pt x="800387" y="90597"/>
                  </a:lnTo>
                  <a:lnTo>
                    <a:pt x="790626" y="90494"/>
                  </a:lnTo>
                  <a:lnTo>
                    <a:pt x="780865" y="90241"/>
                  </a:lnTo>
                  <a:lnTo>
                    <a:pt x="771104" y="90013"/>
                  </a:lnTo>
                  <a:lnTo>
                    <a:pt x="761344" y="89999"/>
                  </a:lnTo>
                  <a:lnTo>
                    <a:pt x="751583" y="89763"/>
                  </a:lnTo>
                  <a:lnTo>
                    <a:pt x="741822" y="89680"/>
                  </a:lnTo>
                  <a:lnTo>
                    <a:pt x="732061" y="89424"/>
                  </a:lnTo>
                  <a:lnTo>
                    <a:pt x="722300" y="89297"/>
                  </a:lnTo>
                  <a:lnTo>
                    <a:pt x="712539" y="89132"/>
                  </a:lnTo>
                  <a:lnTo>
                    <a:pt x="702779" y="88954"/>
                  </a:lnTo>
                  <a:lnTo>
                    <a:pt x="693018" y="88750"/>
                  </a:lnTo>
                  <a:lnTo>
                    <a:pt x="683257" y="88534"/>
                  </a:lnTo>
                  <a:lnTo>
                    <a:pt x="673496" y="88637"/>
                  </a:lnTo>
                  <a:lnTo>
                    <a:pt x="663735" y="88512"/>
                  </a:lnTo>
                  <a:lnTo>
                    <a:pt x="653975" y="88362"/>
                  </a:lnTo>
                  <a:lnTo>
                    <a:pt x="644214" y="88167"/>
                  </a:lnTo>
                  <a:lnTo>
                    <a:pt x="634453" y="88102"/>
                  </a:lnTo>
                  <a:lnTo>
                    <a:pt x="624692" y="88039"/>
                  </a:lnTo>
                  <a:lnTo>
                    <a:pt x="614931" y="87919"/>
                  </a:lnTo>
                  <a:lnTo>
                    <a:pt x="605170" y="87860"/>
                  </a:lnTo>
                  <a:lnTo>
                    <a:pt x="595410" y="87801"/>
                  </a:lnTo>
                  <a:lnTo>
                    <a:pt x="585649" y="87742"/>
                  </a:lnTo>
                  <a:lnTo>
                    <a:pt x="575888" y="87555"/>
                  </a:lnTo>
                  <a:lnTo>
                    <a:pt x="566127" y="87516"/>
                  </a:lnTo>
                  <a:lnTo>
                    <a:pt x="556366" y="87384"/>
                  </a:lnTo>
                  <a:lnTo>
                    <a:pt x="546606" y="87357"/>
                  </a:lnTo>
                  <a:lnTo>
                    <a:pt x="536845" y="87323"/>
                  </a:lnTo>
                  <a:lnTo>
                    <a:pt x="527084" y="87211"/>
                  </a:lnTo>
                  <a:lnTo>
                    <a:pt x="517323" y="87216"/>
                  </a:lnTo>
                  <a:lnTo>
                    <a:pt x="507562" y="87087"/>
                  </a:lnTo>
                  <a:lnTo>
                    <a:pt x="497801" y="86919"/>
                  </a:lnTo>
                  <a:lnTo>
                    <a:pt x="488041" y="86811"/>
                  </a:lnTo>
                  <a:lnTo>
                    <a:pt x="478280" y="86813"/>
                  </a:lnTo>
                  <a:lnTo>
                    <a:pt x="468519" y="86835"/>
                  </a:lnTo>
                  <a:lnTo>
                    <a:pt x="458758" y="86912"/>
                  </a:lnTo>
                  <a:lnTo>
                    <a:pt x="448997" y="86880"/>
                  </a:lnTo>
                  <a:lnTo>
                    <a:pt x="439236" y="86820"/>
                  </a:lnTo>
                  <a:lnTo>
                    <a:pt x="429476" y="86755"/>
                  </a:lnTo>
                  <a:lnTo>
                    <a:pt x="419715" y="86739"/>
                  </a:lnTo>
                  <a:lnTo>
                    <a:pt x="409954" y="86684"/>
                  </a:lnTo>
                  <a:lnTo>
                    <a:pt x="400193" y="86734"/>
                  </a:lnTo>
                  <a:lnTo>
                    <a:pt x="390432" y="86664"/>
                  </a:lnTo>
                  <a:lnTo>
                    <a:pt x="380672" y="86751"/>
                  </a:lnTo>
                  <a:lnTo>
                    <a:pt x="370911" y="86865"/>
                  </a:lnTo>
                  <a:lnTo>
                    <a:pt x="361150" y="86891"/>
                  </a:lnTo>
                  <a:lnTo>
                    <a:pt x="351389" y="86973"/>
                  </a:lnTo>
                  <a:lnTo>
                    <a:pt x="341628" y="87043"/>
                  </a:lnTo>
                  <a:lnTo>
                    <a:pt x="331867" y="86882"/>
                  </a:lnTo>
                  <a:lnTo>
                    <a:pt x="322107" y="86908"/>
                  </a:lnTo>
                  <a:lnTo>
                    <a:pt x="312346" y="86984"/>
                  </a:lnTo>
                  <a:lnTo>
                    <a:pt x="302585" y="87188"/>
                  </a:lnTo>
                  <a:lnTo>
                    <a:pt x="292824" y="87127"/>
                  </a:lnTo>
                  <a:lnTo>
                    <a:pt x="283063" y="87203"/>
                  </a:lnTo>
                  <a:lnTo>
                    <a:pt x="273303" y="87275"/>
                  </a:lnTo>
                  <a:lnTo>
                    <a:pt x="263542" y="87322"/>
                  </a:lnTo>
                  <a:lnTo>
                    <a:pt x="253781" y="87423"/>
                  </a:lnTo>
                  <a:lnTo>
                    <a:pt x="244020" y="87448"/>
                  </a:lnTo>
                  <a:lnTo>
                    <a:pt x="234259" y="87392"/>
                  </a:lnTo>
                  <a:lnTo>
                    <a:pt x="224498" y="87378"/>
                  </a:lnTo>
                  <a:lnTo>
                    <a:pt x="214738" y="87341"/>
                  </a:lnTo>
                  <a:lnTo>
                    <a:pt x="204977" y="87414"/>
                  </a:lnTo>
                  <a:lnTo>
                    <a:pt x="195216" y="87489"/>
                  </a:lnTo>
                  <a:lnTo>
                    <a:pt x="185455" y="87485"/>
                  </a:lnTo>
                  <a:lnTo>
                    <a:pt x="175694" y="87425"/>
                  </a:lnTo>
                  <a:lnTo>
                    <a:pt x="165933" y="87407"/>
                  </a:lnTo>
                  <a:lnTo>
                    <a:pt x="156173" y="87455"/>
                  </a:lnTo>
                  <a:lnTo>
                    <a:pt x="146412" y="87567"/>
                  </a:lnTo>
                  <a:lnTo>
                    <a:pt x="136651" y="87590"/>
                  </a:lnTo>
                  <a:lnTo>
                    <a:pt x="126890" y="87607"/>
                  </a:lnTo>
                  <a:lnTo>
                    <a:pt x="117129" y="87623"/>
                  </a:lnTo>
                  <a:lnTo>
                    <a:pt x="107369" y="87554"/>
                  </a:lnTo>
                  <a:lnTo>
                    <a:pt x="97608" y="87466"/>
                  </a:lnTo>
                  <a:lnTo>
                    <a:pt x="87847" y="87483"/>
                  </a:lnTo>
                  <a:lnTo>
                    <a:pt x="78086" y="87705"/>
                  </a:lnTo>
                  <a:lnTo>
                    <a:pt x="68325" y="87766"/>
                  </a:lnTo>
                  <a:lnTo>
                    <a:pt x="58564" y="87915"/>
                  </a:lnTo>
                  <a:lnTo>
                    <a:pt x="48804" y="88007"/>
                  </a:lnTo>
                  <a:lnTo>
                    <a:pt x="39043" y="88005"/>
                  </a:lnTo>
                  <a:lnTo>
                    <a:pt x="29282" y="88020"/>
                  </a:lnTo>
                  <a:lnTo>
                    <a:pt x="19521" y="88061"/>
                  </a:lnTo>
                  <a:lnTo>
                    <a:pt x="9760" y="88147"/>
                  </a:lnTo>
                  <a:lnTo>
                    <a:pt x="0" y="88149"/>
                  </a:lnTo>
                  <a:close/>
                </a:path>
              </a:pathLst>
            </a:custGeom>
            <a:solidFill>
              <a:srgbClr val="0072B2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0"/>
            <p:cNvSpPr/>
            <p:nvPr/>
          </p:nvSpPr>
          <p:spPr>
            <a:xfrm>
              <a:off x="3461961" y="5532186"/>
              <a:ext cx="2528052" cy="41087"/>
            </a:xfrm>
            <a:custGeom>
              <a:avLst/>
              <a:pathLst>
                <a:path w="2528052" h="41087">
                  <a:moveTo>
                    <a:pt x="0" y="16626"/>
                  </a:moveTo>
                  <a:lnTo>
                    <a:pt x="9760" y="17002"/>
                  </a:lnTo>
                  <a:lnTo>
                    <a:pt x="19521" y="17875"/>
                  </a:lnTo>
                  <a:lnTo>
                    <a:pt x="29282" y="18774"/>
                  </a:lnTo>
                  <a:lnTo>
                    <a:pt x="39043" y="19105"/>
                  </a:lnTo>
                  <a:lnTo>
                    <a:pt x="48804" y="19415"/>
                  </a:lnTo>
                  <a:lnTo>
                    <a:pt x="58564" y="20012"/>
                  </a:lnTo>
                  <a:lnTo>
                    <a:pt x="68325" y="20357"/>
                  </a:lnTo>
                  <a:lnTo>
                    <a:pt x="78086" y="20635"/>
                  </a:lnTo>
                  <a:lnTo>
                    <a:pt x="87847" y="21235"/>
                  </a:lnTo>
                  <a:lnTo>
                    <a:pt x="97608" y="21794"/>
                  </a:lnTo>
                  <a:lnTo>
                    <a:pt x="107369" y="22276"/>
                  </a:lnTo>
                  <a:lnTo>
                    <a:pt x="117129" y="23080"/>
                  </a:lnTo>
                  <a:lnTo>
                    <a:pt x="126890" y="23602"/>
                  </a:lnTo>
                  <a:lnTo>
                    <a:pt x="136651" y="24261"/>
                  </a:lnTo>
                  <a:lnTo>
                    <a:pt x="146412" y="24552"/>
                  </a:lnTo>
                  <a:lnTo>
                    <a:pt x="156173" y="25208"/>
                  </a:lnTo>
                  <a:lnTo>
                    <a:pt x="165933" y="25512"/>
                  </a:lnTo>
                  <a:lnTo>
                    <a:pt x="175694" y="25866"/>
                  </a:lnTo>
                  <a:lnTo>
                    <a:pt x="185455" y="26408"/>
                  </a:lnTo>
                  <a:lnTo>
                    <a:pt x="195216" y="26949"/>
                  </a:lnTo>
                  <a:lnTo>
                    <a:pt x="204977" y="27472"/>
                  </a:lnTo>
                  <a:lnTo>
                    <a:pt x="214738" y="27907"/>
                  </a:lnTo>
                  <a:lnTo>
                    <a:pt x="224498" y="28320"/>
                  </a:lnTo>
                  <a:lnTo>
                    <a:pt x="234259" y="28740"/>
                  </a:lnTo>
                  <a:lnTo>
                    <a:pt x="244020" y="29136"/>
                  </a:lnTo>
                  <a:lnTo>
                    <a:pt x="253781" y="29605"/>
                  </a:lnTo>
                  <a:lnTo>
                    <a:pt x="263542" y="30005"/>
                  </a:lnTo>
                  <a:lnTo>
                    <a:pt x="273303" y="30315"/>
                  </a:lnTo>
                  <a:lnTo>
                    <a:pt x="283063" y="30559"/>
                  </a:lnTo>
                  <a:lnTo>
                    <a:pt x="292824" y="30777"/>
                  </a:lnTo>
                  <a:lnTo>
                    <a:pt x="302585" y="31081"/>
                  </a:lnTo>
                  <a:lnTo>
                    <a:pt x="312346" y="31637"/>
                  </a:lnTo>
                  <a:lnTo>
                    <a:pt x="322107" y="32124"/>
                  </a:lnTo>
                  <a:lnTo>
                    <a:pt x="331867" y="32638"/>
                  </a:lnTo>
                  <a:lnTo>
                    <a:pt x="341628" y="33009"/>
                  </a:lnTo>
                  <a:lnTo>
                    <a:pt x="351389" y="33322"/>
                  </a:lnTo>
                  <a:lnTo>
                    <a:pt x="361150" y="33585"/>
                  </a:lnTo>
                  <a:lnTo>
                    <a:pt x="370911" y="33871"/>
                  </a:lnTo>
                  <a:lnTo>
                    <a:pt x="380672" y="34367"/>
                  </a:lnTo>
                  <a:lnTo>
                    <a:pt x="390432" y="34737"/>
                  </a:lnTo>
                  <a:lnTo>
                    <a:pt x="400193" y="34759"/>
                  </a:lnTo>
                  <a:lnTo>
                    <a:pt x="409954" y="35110"/>
                  </a:lnTo>
                  <a:lnTo>
                    <a:pt x="419715" y="35285"/>
                  </a:lnTo>
                  <a:lnTo>
                    <a:pt x="429476" y="35560"/>
                  </a:lnTo>
                  <a:lnTo>
                    <a:pt x="439236" y="35750"/>
                  </a:lnTo>
                  <a:lnTo>
                    <a:pt x="448997" y="35926"/>
                  </a:lnTo>
                  <a:lnTo>
                    <a:pt x="458758" y="36308"/>
                  </a:lnTo>
                  <a:lnTo>
                    <a:pt x="468519" y="36574"/>
                  </a:lnTo>
                  <a:lnTo>
                    <a:pt x="478280" y="36733"/>
                  </a:lnTo>
                  <a:lnTo>
                    <a:pt x="488041" y="36963"/>
                  </a:lnTo>
                  <a:lnTo>
                    <a:pt x="497801" y="37176"/>
                  </a:lnTo>
                  <a:lnTo>
                    <a:pt x="507562" y="37382"/>
                  </a:lnTo>
                  <a:lnTo>
                    <a:pt x="517323" y="37397"/>
                  </a:lnTo>
                  <a:lnTo>
                    <a:pt x="527084" y="37522"/>
                  </a:lnTo>
                  <a:lnTo>
                    <a:pt x="536845" y="37685"/>
                  </a:lnTo>
                  <a:lnTo>
                    <a:pt x="546606" y="37622"/>
                  </a:lnTo>
                  <a:lnTo>
                    <a:pt x="556366" y="37613"/>
                  </a:lnTo>
                  <a:lnTo>
                    <a:pt x="566127" y="37842"/>
                  </a:lnTo>
                  <a:lnTo>
                    <a:pt x="575888" y="38005"/>
                  </a:lnTo>
                  <a:lnTo>
                    <a:pt x="585649" y="38244"/>
                  </a:lnTo>
                  <a:lnTo>
                    <a:pt x="595410" y="38365"/>
                  </a:lnTo>
                  <a:lnTo>
                    <a:pt x="605170" y="38367"/>
                  </a:lnTo>
                  <a:lnTo>
                    <a:pt x="614931" y="38651"/>
                  </a:lnTo>
                  <a:lnTo>
                    <a:pt x="624692" y="39101"/>
                  </a:lnTo>
                  <a:lnTo>
                    <a:pt x="634453" y="39343"/>
                  </a:lnTo>
                  <a:lnTo>
                    <a:pt x="644214" y="39530"/>
                  </a:lnTo>
                  <a:lnTo>
                    <a:pt x="653975" y="39577"/>
                  </a:lnTo>
                  <a:lnTo>
                    <a:pt x="663735" y="39730"/>
                  </a:lnTo>
                  <a:lnTo>
                    <a:pt x="673496" y="40113"/>
                  </a:lnTo>
                  <a:lnTo>
                    <a:pt x="683257" y="40420"/>
                  </a:lnTo>
                  <a:lnTo>
                    <a:pt x="693018" y="40365"/>
                  </a:lnTo>
                  <a:lnTo>
                    <a:pt x="702779" y="40353"/>
                  </a:lnTo>
                  <a:lnTo>
                    <a:pt x="712539" y="40485"/>
                  </a:lnTo>
                  <a:lnTo>
                    <a:pt x="722300" y="40655"/>
                  </a:lnTo>
                  <a:lnTo>
                    <a:pt x="732061" y="40807"/>
                  </a:lnTo>
                  <a:lnTo>
                    <a:pt x="741822" y="40844"/>
                  </a:lnTo>
                  <a:lnTo>
                    <a:pt x="751583" y="41087"/>
                  </a:lnTo>
                  <a:lnTo>
                    <a:pt x="761344" y="41007"/>
                  </a:lnTo>
                  <a:lnTo>
                    <a:pt x="771104" y="40728"/>
                  </a:lnTo>
                  <a:lnTo>
                    <a:pt x="780865" y="40854"/>
                  </a:lnTo>
                  <a:lnTo>
                    <a:pt x="790626" y="41060"/>
                  </a:lnTo>
                  <a:lnTo>
                    <a:pt x="800387" y="40998"/>
                  </a:lnTo>
                  <a:lnTo>
                    <a:pt x="810148" y="40884"/>
                  </a:lnTo>
                  <a:lnTo>
                    <a:pt x="819909" y="40819"/>
                  </a:lnTo>
                  <a:lnTo>
                    <a:pt x="829669" y="40728"/>
                  </a:lnTo>
                  <a:lnTo>
                    <a:pt x="839430" y="40659"/>
                  </a:lnTo>
                  <a:lnTo>
                    <a:pt x="849191" y="40681"/>
                  </a:lnTo>
                  <a:lnTo>
                    <a:pt x="858952" y="40599"/>
                  </a:lnTo>
                  <a:lnTo>
                    <a:pt x="868713" y="40517"/>
                  </a:lnTo>
                  <a:lnTo>
                    <a:pt x="878473" y="40562"/>
                  </a:lnTo>
                  <a:lnTo>
                    <a:pt x="888234" y="40711"/>
                  </a:lnTo>
                  <a:lnTo>
                    <a:pt x="897995" y="40541"/>
                  </a:lnTo>
                  <a:lnTo>
                    <a:pt x="907756" y="40191"/>
                  </a:lnTo>
                  <a:lnTo>
                    <a:pt x="917517" y="40114"/>
                  </a:lnTo>
                  <a:lnTo>
                    <a:pt x="927278" y="40045"/>
                  </a:lnTo>
                  <a:lnTo>
                    <a:pt x="937038" y="39934"/>
                  </a:lnTo>
                  <a:lnTo>
                    <a:pt x="946799" y="39845"/>
                  </a:lnTo>
                  <a:lnTo>
                    <a:pt x="956560" y="39611"/>
                  </a:lnTo>
                  <a:lnTo>
                    <a:pt x="966321" y="39326"/>
                  </a:lnTo>
                  <a:lnTo>
                    <a:pt x="976082" y="39196"/>
                  </a:lnTo>
                  <a:lnTo>
                    <a:pt x="985842" y="39047"/>
                  </a:lnTo>
                  <a:lnTo>
                    <a:pt x="995603" y="38963"/>
                  </a:lnTo>
                  <a:lnTo>
                    <a:pt x="1005364" y="38824"/>
                  </a:lnTo>
                  <a:lnTo>
                    <a:pt x="1015125" y="38765"/>
                  </a:lnTo>
                  <a:lnTo>
                    <a:pt x="1024886" y="38683"/>
                  </a:lnTo>
                  <a:lnTo>
                    <a:pt x="1034647" y="38573"/>
                  </a:lnTo>
                  <a:lnTo>
                    <a:pt x="1044407" y="38394"/>
                  </a:lnTo>
                  <a:lnTo>
                    <a:pt x="1054168" y="38394"/>
                  </a:lnTo>
                  <a:lnTo>
                    <a:pt x="1063929" y="38341"/>
                  </a:lnTo>
                  <a:lnTo>
                    <a:pt x="1073690" y="38281"/>
                  </a:lnTo>
                  <a:lnTo>
                    <a:pt x="1083451" y="38375"/>
                  </a:lnTo>
                  <a:lnTo>
                    <a:pt x="1093212" y="38544"/>
                  </a:lnTo>
                  <a:lnTo>
                    <a:pt x="1102972" y="38474"/>
                  </a:lnTo>
                  <a:lnTo>
                    <a:pt x="1112733" y="38438"/>
                  </a:lnTo>
                  <a:lnTo>
                    <a:pt x="1122494" y="38366"/>
                  </a:lnTo>
                  <a:lnTo>
                    <a:pt x="1132255" y="38334"/>
                  </a:lnTo>
                  <a:lnTo>
                    <a:pt x="1142016" y="38287"/>
                  </a:lnTo>
                  <a:lnTo>
                    <a:pt x="1151776" y="38218"/>
                  </a:lnTo>
                  <a:lnTo>
                    <a:pt x="1161537" y="37940"/>
                  </a:lnTo>
                  <a:lnTo>
                    <a:pt x="1171298" y="37700"/>
                  </a:lnTo>
                  <a:lnTo>
                    <a:pt x="1181059" y="37836"/>
                  </a:lnTo>
                  <a:lnTo>
                    <a:pt x="1190820" y="37750"/>
                  </a:lnTo>
                  <a:lnTo>
                    <a:pt x="1200581" y="37493"/>
                  </a:lnTo>
                  <a:lnTo>
                    <a:pt x="1210341" y="37183"/>
                  </a:lnTo>
                  <a:lnTo>
                    <a:pt x="1220102" y="36936"/>
                  </a:lnTo>
                  <a:lnTo>
                    <a:pt x="1229863" y="36845"/>
                  </a:lnTo>
                  <a:lnTo>
                    <a:pt x="1239624" y="36752"/>
                  </a:lnTo>
                  <a:lnTo>
                    <a:pt x="1249385" y="36660"/>
                  </a:lnTo>
                  <a:lnTo>
                    <a:pt x="1259145" y="36414"/>
                  </a:lnTo>
                  <a:lnTo>
                    <a:pt x="1268906" y="36092"/>
                  </a:lnTo>
                  <a:lnTo>
                    <a:pt x="1278667" y="35979"/>
                  </a:lnTo>
                  <a:lnTo>
                    <a:pt x="1288428" y="36046"/>
                  </a:lnTo>
                  <a:lnTo>
                    <a:pt x="1298189" y="35900"/>
                  </a:lnTo>
                  <a:lnTo>
                    <a:pt x="1307950" y="35626"/>
                  </a:lnTo>
                  <a:lnTo>
                    <a:pt x="1317710" y="35408"/>
                  </a:lnTo>
                  <a:lnTo>
                    <a:pt x="1327471" y="35324"/>
                  </a:lnTo>
                  <a:lnTo>
                    <a:pt x="1337232" y="34894"/>
                  </a:lnTo>
                  <a:lnTo>
                    <a:pt x="1346993" y="34510"/>
                  </a:lnTo>
                  <a:lnTo>
                    <a:pt x="1356754" y="34338"/>
                  </a:lnTo>
                  <a:lnTo>
                    <a:pt x="1366515" y="34310"/>
                  </a:lnTo>
                  <a:lnTo>
                    <a:pt x="1376275" y="34262"/>
                  </a:lnTo>
                  <a:lnTo>
                    <a:pt x="1386036" y="33933"/>
                  </a:lnTo>
                  <a:lnTo>
                    <a:pt x="1395797" y="33787"/>
                  </a:lnTo>
                  <a:lnTo>
                    <a:pt x="1405558" y="33665"/>
                  </a:lnTo>
                  <a:lnTo>
                    <a:pt x="1415319" y="33545"/>
                  </a:lnTo>
                  <a:lnTo>
                    <a:pt x="1425079" y="33446"/>
                  </a:lnTo>
                  <a:lnTo>
                    <a:pt x="1434840" y="33405"/>
                  </a:lnTo>
                  <a:lnTo>
                    <a:pt x="1444601" y="33364"/>
                  </a:lnTo>
                  <a:lnTo>
                    <a:pt x="1454362" y="33324"/>
                  </a:lnTo>
                  <a:lnTo>
                    <a:pt x="1464123" y="33283"/>
                  </a:lnTo>
                  <a:lnTo>
                    <a:pt x="1473884" y="33242"/>
                  </a:lnTo>
                  <a:lnTo>
                    <a:pt x="1483644" y="33014"/>
                  </a:lnTo>
                  <a:lnTo>
                    <a:pt x="1493405" y="32567"/>
                  </a:lnTo>
                  <a:lnTo>
                    <a:pt x="1503166" y="32435"/>
                  </a:lnTo>
                  <a:lnTo>
                    <a:pt x="1512927" y="32304"/>
                  </a:lnTo>
                  <a:lnTo>
                    <a:pt x="1522688" y="32179"/>
                  </a:lnTo>
                  <a:lnTo>
                    <a:pt x="1532448" y="32055"/>
                  </a:lnTo>
                  <a:lnTo>
                    <a:pt x="1542209" y="31930"/>
                  </a:lnTo>
                  <a:lnTo>
                    <a:pt x="1551970" y="31806"/>
                  </a:lnTo>
                  <a:lnTo>
                    <a:pt x="1561731" y="31681"/>
                  </a:lnTo>
                  <a:lnTo>
                    <a:pt x="1571492" y="31556"/>
                  </a:lnTo>
                  <a:lnTo>
                    <a:pt x="1581253" y="31431"/>
                  </a:lnTo>
                  <a:lnTo>
                    <a:pt x="1591013" y="31267"/>
                  </a:lnTo>
                  <a:lnTo>
                    <a:pt x="1600774" y="30995"/>
                  </a:lnTo>
                  <a:lnTo>
                    <a:pt x="1610535" y="30714"/>
                  </a:lnTo>
                  <a:lnTo>
                    <a:pt x="1620296" y="30381"/>
                  </a:lnTo>
                  <a:lnTo>
                    <a:pt x="1630057" y="30049"/>
                  </a:lnTo>
                  <a:lnTo>
                    <a:pt x="1639818" y="29718"/>
                  </a:lnTo>
                  <a:lnTo>
                    <a:pt x="1649578" y="29503"/>
                  </a:lnTo>
                  <a:lnTo>
                    <a:pt x="1659339" y="29352"/>
                  </a:lnTo>
                  <a:lnTo>
                    <a:pt x="1669100" y="29078"/>
                  </a:lnTo>
                  <a:lnTo>
                    <a:pt x="1678861" y="28840"/>
                  </a:lnTo>
                  <a:lnTo>
                    <a:pt x="1688622" y="28730"/>
                  </a:lnTo>
                  <a:lnTo>
                    <a:pt x="1698382" y="28562"/>
                  </a:lnTo>
                  <a:lnTo>
                    <a:pt x="1708143" y="28165"/>
                  </a:lnTo>
                  <a:lnTo>
                    <a:pt x="1717904" y="27910"/>
                  </a:lnTo>
                  <a:lnTo>
                    <a:pt x="1727665" y="27676"/>
                  </a:lnTo>
                  <a:lnTo>
                    <a:pt x="1737426" y="27409"/>
                  </a:lnTo>
                  <a:lnTo>
                    <a:pt x="1747187" y="27068"/>
                  </a:lnTo>
                  <a:lnTo>
                    <a:pt x="1756947" y="26795"/>
                  </a:lnTo>
                  <a:lnTo>
                    <a:pt x="1766708" y="26350"/>
                  </a:lnTo>
                  <a:lnTo>
                    <a:pt x="1776469" y="25977"/>
                  </a:lnTo>
                  <a:lnTo>
                    <a:pt x="1786230" y="25689"/>
                  </a:lnTo>
                  <a:lnTo>
                    <a:pt x="1795991" y="25400"/>
                  </a:lnTo>
                  <a:lnTo>
                    <a:pt x="1805752" y="25110"/>
                  </a:lnTo>
                  <a:lnTo>
                    <a:pt x="1815512" y="24820"/>
                  </a:lnTo>
                  <a:lnTo>
                    <a:pt x="1825273" y="24530"/>
                  </a:lnTo>
                  <a:lnTo>
                    <a:pt x="1835034" y="24073"/>
                  </a:lnTo>
                  <a:lnTo>
                    <a:pt x="1844795" y="23584"/>
                  </a:lnTo>
                  <a:lnTo>
                    <a:pt x="1854556" y="23304"/>
                  </a:lnTo>
                  <a:lnTo>
                    <a:pt x="1864316" y="23221"/>
                  </a:lnTo>
                  <a:lnTo>
                    <a:pt x="1874077" y="23069"/>
                  </a:lnTo>
                  <a:lnTo>
                    <a:pt x="1883838" y="22773"/>
                  </a:lnTo>
                  <a:lnTo>
                    <a:pt x="1893599" y="22485"/>
                  </a:lnTo>
                  <a:lnTo>
                    <a:pt x="1903360" y="22200"/>
                  </a:lnTo>
                  <a:lnTo>
                    <a:pt x="1913121" y="21914"/>
                  </a:lnTo>
                  <a:lnTo>
                    <a:pt x="1922881" y="21627"/>
                  </a:lnTo>
                  <a:lnTo>
                    <a:pt x="1932642" y="21581"/>
                  </a:lnTo>
                  <a:lnTo>
                    <a:pt x="1942403" y="21585"/>
                  </a:lnTo>
                  <a:lnTo>
                    <a:pt x="1952164" y="21590"/>
                  </a:lnTo>
                  <a:lnTo>
                    <a:pt x="1961925" y="21568"/>
                  </a:lnTo>
                  <a:lnTo>
                    <a:pt x="1971685" y="21142"/>
                  </a:lnTo>
                  <a:lnTo>
                    <a:pt x="1981446" y="20715"/>
                  </a:lnTo>
                  <a:lnTo>
                    <a:pt x="1991207" y="20286"/>
                  </a:lnTo>
                  <a:lnTo>
                    <a:pt x="2000968" y="19850"/>
                  </a:lnTo>
                  <a:lnTo>
                    <a:pt x="2010729" y="19301"/>
                  </a:lnTo>
                  <a:lnTo>
                    <a:pt x="2020490" y="18751"/>
                  </a:lnTo>
                  <a:lnTo>
                    <a:pt x="2030250" y="18442"/>
                  </a:lnTo>
                  <a:lnTo>
                    <a:pt x="2040011" y="18079"/>
                  </a:lnTo>
                  <a:lnTo>
                    <a:pt x="2049772" y="17685"/>
                  </a:lnTo>
                  <a:lnTo>
                    <a:pt x="2059533" y="17243"/>
                  </a:lnTo>
                  <a:lnTo>
                    <a:pt x="2069294" y="16800"/>
                  </a:lnTo>
                  <a:lnTo>
                    <a:pt x="2079055" y="16355"/>
                  </a:lnTo>
                  <a:lnTo>
                    <a:pt x="2088815" y="15909"/>
                  </a:lnTo>
                  <a:lnTo>
                    <a:pt x="2098576" y="15462"/>
                  </a:lnTo>
                  <a:lnTo>
                    <a:pt x="2108337" y="15018"/>
                  </a:lnTo>
                  <a:lnTo>
                    <a:pt x="2118098" y="14701"/>
                  </a:lnTo>
                  <a:lnTo>
                    <a:pt x="2127859" y="14464"/>
                  </a:lnTo>
                  <a:lnTo>
                    <a:pt x="2137619" y="14227"/>
                  </a:lnTo>
                  <a:lnTo>
                    <a:pt x="2147380" y="13990"/>
                  </a:lnTo>
                  <a:lnTo>
                    <a:pt x="2157141" y="13752"/>
                  </a:lnTo>
                  <a:lnTo>
                    <a:pt x="2166902" y="13331"/>
                  </a:lnTo>
                  <a:lnTo>
                    <a:pt x="2176663" y="12903"/>
                  </a:lnTo>
                  <a:lnTo>
                    <a:pt x="2186424" y="12473"/>
                  </a:lnTo>
                  <a:lnTo>
                    <a:pt x="2196184" y="12048"/>
                  </a:lnTo>
                  <a:lnTo>
                    <a:pt x="2205945" y="11623"/>
                  </a:lnTo>
                  <a:lnTo>
                    <a:pt x="2215706" y="11197"/>
                  </a:lnTo>
                  <a:lnTo>
                    <a:pt x="2225467" y="10770"/>
                  </a:lnTo>
                  <a:lnTo>
                    <a:pt x="2235228" y="10464"/>
                  </a:lnTo>
                  <a:lnTo>
                    <a:pt x="2244988" y="10284"/>
                  </a:lnTo>
                  <a:lnTo>
                    <a:pt x="2254749" y="10103"/>
                  </a:lnTo>
                  <a:lnTo>
                    <a:pt x="2264510" y="9664"/>
                  </a:lnTo>
                  <a:lnTo>
                    <a:pt x="2274271" y="9144"/>
                  </a:lnTo>
                  <a:lnTo>
                    <a:pt x="2284032" y="8876"/>
                  </a:lnTo>
                  <a:lnTo>
                    <a:pt x="2293793" y="8787"/>
                  </a:lnTo>
                  <a:lnTo>
                    <a:pt x="2303553" y="8534"/>
                  </a:lnTo>
                  <a:lnTo>
                    <a:pt x="2313314" y="8044"/>
                  </a:lnTo>
                  <a:lnTo>
                    <a:pt x="2323075" y="7558"/>
                  </a:lnTo>
                  <a:lnTo>
                    <a:pt x="2332836" y="7071"/>
                  </a:lnTo>
                  <a:lnTo>
                    <a:pt x="2342597" y="6582"/>
                  </a:lnTo>
                  <a:lnTo>
                    <a:pt x="2352358" y="6091"/>
                  </a:lnTo>
                  <a:lnTo>
                    <a:pt x="2362118" y="5736"/>
                  </a:lnTo>
                  <a:lnTo>
                    <a:pt x="2371879" y="5461"/>
                  </a:lnTo>
                  <a:lnTo>
                    <a:pt x="2381640" y="5185"/>
                  </a:lnTo>
                  <a:lnTo>
                    <a:pt x="2391401" y="4910"/>
                  </a:lnTo>
                  <a:lnTo>
                    <a:pt x="2401162" y="4633"/>
                  </a:lnTo>
                  <a:lnTo>
                    <a:pt x="2410922" y="4356"/>
                  </a:lnTo>
                  <a:lnTo>
                    <a:pt x="2420683" y="4079"/>
                  </a:lnTo>
                  <a:lnTo>
                    <a:pt x="2430444" y="3801"/>
                  </a:lnTo>
                  <a:lnTo>
                    <a:pt x="2440205" y="3523"/>
                  </a:lnTo>
                  <a:lnTo>
                    <a:pt x="2449966" y="3158"/>
                  </a:lnTo>
                  <a:lnTo>
                    <a:pt x="2459727" y="2767"/>
                  </a:lnTo>
                  <a:lnTo>
                    <a:pt x="2469487" y="2374"/>
                  </a:lnTo>
                  <a:lnTo>
                    <a:pt x="2479248" y="1981"/>
                  </a:lnTo>
                  <a:lnTo>
                    <a:pt x="2489009" y="1587"/>
                  </a:lnTo>
                  <a:lnTo>
                    <a:pt x="2498770" y="1191"/>
                  </a:lnTo>
                  <a:lnTo>
                    <a:pt x="2508531" y="795"/>
                  </a:lnTo>
                  <a:lnTo>
                    <a:pt x="2518291" y="398"/>
                  </a:lnTo>
                  <a:lnTo>
                    <a:pt x="252805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2" name="pl51"/>
            <p:cNvSpPr/>
            <p:nvPr/>
          </p:nvSpPr>
          <p:spPr>
            <a:xfrm>
              <a:off x="3461961" y="5618850"/>
              <a:ext cx="2528052" cy="41765"/>
            </a:xfrm>
            <a:custGeom>
              <a:avLst/>
              <a:pathLst>
                <a:path w="2528052" h="41765">
                  <a:moveTo>
                    <a:pt x="2528052" y="41765"/>
                  </a:moveTo>
                  <a:lnTo>
                    <a:pt x="2518291" y="41594"/>
                  </a:lnTo>
                  <a:lnTo>
                    <a:pt x="2508531" y="41423"/>
                  </a:lnTo>
                  <a:lnTo>
                    <a:pt x="2498770" y="41251"/>
                  </a:lnTo>
                  <a:lnTo>
                    <a:pt x="2489009" y="41105"/>
                  </a:lnTo>
                  <a:lnTo>
                    <a:pt x="2479248" y="40980"/>
                  </a:lnTo>
                  <a:lnTo>
                    <a:pt x="2469487" y="40855"/>
                  </a:lnTo>
                  <a:lnTo>
                    <a:pt x="2459727" y="40729"/>
                  </a:lnTo>
                  <a:lnTo>
                    <a:pt x="2449966" y="40603"/>
                  </a:lnTo>
                  <a:lnTo>
                    <a:pt x="2440205" y="40476"/>
                  </a:lnTo>
                  <a:lnTo>
                    <a:pt x="2430444" y="40318"/>
                  </a:lnTo>
                  <a:lnTo>
                    <a:pt x="2420683" y="40121"/>
                  </a:lnTo>
                  <a:lnTo>
                    <a:pt x="2410922" y="39918"/>
                  </a:lnTo>
                  <a:lnTo>
                    <a:pt x="2401162" y="39714"/>
                  </a:lnTo>
                  <a:lnTo>
                    <a:pt x="2391401" y="39508"/>
                  </a:lnTo>
                  <a:lnTo>
                    <a:pt x="2381640" y="39302"/>
                  </a:lnTo>
                  <a:lnTo>
                    <a:pt x="2371879" y="39105"/>
                  </a:lnTo>
                  <a:lnTo>
                    <a:pt x="2362118" y="38960"/>
                  </a:lnTo>
                  <a:lnTo>
                    <a:pt x="2352358" y="38815"/>
                  </a:lnTo>
                  <a:lnTo>
                    <a:pt x="2342597" y="38645"/>
                  </a:lnTo>
                  <a:lnTo>
                    <a:pt x="2332836" y="38454"/>
                  </a:lnTo>
                  <a:lnTo>
                    <a:pt x="2323075" y="38263"/>
                  </a:lnTo>
                  <a:lnTo>
                    <a:pt x="2313314" y="38071"/>
                  </a:lnTo>
                  <a:lnTo>
                    <a:pt x="2303553" y="37878"/>
                  </a:lnTo>
                  <a:lnTo>
                    <a:pt x="2293793" y="37683"/>
                  </a:lnTo>
                  <a:lnTo>
                    <a:pt x="2284032" y="37488"/>
                  </a:lnTo>
                  <a:lnTo>
                    <a:pt x="2274271" y="37291"/>
                  </a:lnTo>
                  <a:lnTo>
                    <a:pt x="2264510" y="37103"/>
                  </a:lnTo>
                  <a:lnTo>
                    <a:pt x="2254749" y="36949"/>
                  </a:lnTo>
                  <a:lnTo>
                    <a:pt x="2244988" y="36795"/>
                  </a:lnTo>
                  <a:lnTo>
                    <a:pt x="2235228" y="36640"/>
                  </a:lnTo>
                  <a:lnTo>
                    <a:pt x="2225467" y="36484"/>
                  </a:lnTo>
                  <a:lnTo>
                    <a:pt x="2215706" y="36326"/>
                  </a:lnTo>
                  <a:lnTo>
                    <a:pt x="2205945" y="36168"/>
                  </a:lnTo>
                  <a:lnTo>
                    <a:pt x="2196184" y="36009"/>
                  </a:lnTo>
                  <a:lnTo>
                    <a:pt x="2186424" y="35850"/>
                  </a:lnTo>
                  <a:lnTo>
                    <a:pt x="2176663" y="35689"/>
                  </a:lnTo>
                  <a:lnTo>
                    <a:pt x="2166902" y="35528"/>
                  </a:lnTo>
                  <a:lnTo>
                    <a:pt x="2157141" y="35367"/>
                  </a:lnTo>
                  <a:lnTo>
                    <a:pt x="2147380" y="35204"/>
                  </a:lnTo>
                  <a:lnTo>
                    <a:pt x="2137619" y="35041"/>
                  </a:lnTo>
                  <a:lnTo>
                    <a:pt x="2127859" y="34868"/>
                  </a:lnTo>
                  <a:lnTo>
                    <a:pt x="2118098" y="34661"/>
                  </a:lnTo>
                  <a:lnTo>
                    <a:pt x="2108337" y="34452"/>
                  </a:lnTo>
                  <a:lnTo>
                    <a:pt x="2098576" y="34242"/>
                  </a:lnTo>
                  <a:lnTo>
                    <a:pt x="2088815" y="34030"/>
                  </a:lnTo>
                  <a:lnTo>
                    <a:pt x="2079055" y="33817"/>
                  </a:lnTo>
                  <a:lnTo>
                    <a:pt x="2069294" y="33604"/>
                  </a:lnTo>
                  <a:lnTo>
                    <a:pt x="2059533" y="33388"/>
                  </a:lnTo>
                  <a:lnTo>
                    <a:pt x="2049772" y="33172"/>
                  </a:lnTo>
                  <a:lnTo>
                    <a:pt x="2040011" y="32955"/>
                  </a:lnTo>
                  <a:lnTo>
                    <a:pt x="2030250" y="32736"/>
                  </a:lnTo>
                  <a:lnTo>
                    <a:pt x="2020490" y="32517"/>
                  </a:lnTo>
                  <a:lnTo>
                    <a:pt x="2010729" y="32296"/>
                  </a:lnTo>
                  <a:lnTo>
                    <a:pt x="2000968" y="32073"/>
                  </a:lnTo>
                  <a:lnTo>
                    <a:pt x="1991207" y="31850"/>
                  </a:lnTo>
                  <a:lnTo>
                    <a:pt x="1981446" y="31625"/>
                  </a:lnTo>
                  <a:lnTo>
                    <a:pt x="1971685" y="31422"/>
                  </a:lnTo>
                  <a:lnTo>
                    <a:pt x="1961925" y="31250"/>
                  </a:lnTo>
                  <a:lnTo>
                    <a:pt x="1952164" y="31078"/>
                  </a:lnTo>
                  <a:lnTo>
                    <a:pt x="1942403" y="30859"/>
                  </a:lnTo>
                  <a:lnTo>
                    <a:pt x="1932642" y="30630"/>
                  </a:lnTo>
                  <a:lnTo>
                    <a:pt x="1922881" y="30399"/>
                  </a:lnTo>
                  <a:lnTo>
                    <a:pt x="1913121" y="30198"/>
                  </a:lnTo>
                  <a:lnTo>
                    <a:pt x="1903360" y="29972"/>
                  </a:lnTo>
                  <a:lnTo>
                    <a:pt x="1893599" y="29743"/>
                  </a:lnTo>
                  <a:lnTo>
                    <a:pt x="1883838" y="29513"/>
                  </a:lnTo>
                  <a:lnTo>
                    <a:pt x="1874077" y="29331"/>
                  </a:lnTo>
                  <a:lnTo>
                    <a:pt x="1864316" y="29191"/>
                  </a:lnTo>
                  <a:lnTo>
                    <a:pt x="1854556" y="28970"/>
                  </a:lnTo>
                  <a:lnTo>
                    <a:pt x="1844795" y="28730"/>
                  </a:lnTo>
                  <a:lnTo>
                    <a:pt x="1835034" y="28489"/>
                  </a:lnTo>
                  <a:lnTo>
                    <a:pt x="1825273" y="28246"/>
                  </a:lnTo>
                  <a:lnTo>
                    <a:pt x="1815512" y="28005"/>
                  </a:lnTo>
                  <a:lnTo>
                    <a:pt x="1805752" y="27808"/>
                  </a:lnTo>
                  <a:lnTo>
                    <a:pt x="1795991" y="27610"/>
                  </a:lnTo>
                  <a:lnTo>
                    <a:pt x="1786230" y="27411"/>
                  </a:lnTo>
                  <a:lnTo>
                    <a:pt x="1776469" y="27211"/>
                  </a:lnTo>
                  <a:lnTo>
                    <a:pt x="1766708" y="27010"/>
                  </a:lnTo>
                  <a:lnTo>
                    <a:pt x="1756947" y="26807"/>
                  </a:lnTo>
                  <a:lnTo>
                    <a:pt x="1747187" y="26604"/>
                  </a:lnTo>
                  <a:lnTo>
                    <a:pt x="1737426" y="26399"/>
                  </a:lnTo>
                  <a:lnTo>
                    <a:pt x="1727665" y="26193"/>
                  </a:lnTo>
                  <a:lnTo>
                    <a:pt x="1717904" y="25983"/>
                  </a:lnTo>
                  <a:lnTo>
                    <a:pt x="1708143" y="25725"/>
                  </a:lnTo>
                  <a:lnTo>
                    <a:pt x="1698382" y="25467"/>
                  </a:lnTo>
                  <a:lnTo>
                    <a:pt x="1688622" y="25205"/>
                  </a:lnTo>
                  <a:lnTo>
                    <a:pt x="1678861" y="24942"/>
                  </a:lnTo>
                  <a:lnTo>
                    <a:pt x="1669100" y="24741"/>
                  </a:lnTo>
                  <a:lnTo>
                    <a:pt x="1659339" y="24553"/>
                  </a:lnTo>
                  <a:lnTo>
                    <a:pt x="1649578" y="24297"/>
                  </a:lnTo>
                  <a:lnTo>
                    <a:pt x="1639818" y="24038"/>
                  </a:lnTo>
                  <a:lnTo>
                    <a:pt x="1630057" y="23775"/>
                  </a:lnTo>
                  <a:lnTo>
                    <a:pt x="1620296" y="23511"/>
                  </a:lnTo>
                  <a:lnTo>
                    <a:pt x="1610535" y="23270"/>
                  </a:lnTo>
                  <a:lnTo>
                    <a:pt x="1600774" y="23042"/>
                  </a:lnTo>
                  <a:lnTo>
                    <a:pt x="1591013" y="22757"/>
                  </a:lnTo>
                  <a:lnTo>
                    <a:pt x="1581253" y="22552"/>
                  </a:lnTo>
                  <a:lnTo>
                    <a:pt x="1571492" y="22406"/>
                  </a:lnTo>
                  <a:lnTo>
                    <a:pt x="1561731" y="22234"/>
                  </a:lnTo>
                  <a:lnTo>
                    <a:pt x="1551970" y="21917"/>
                  </a:lnTo>
                  <a:lnTo>
                    <a:pt x="1542209" y="21596"/>
                  </a:lnTo>
                  <a:lnTo>
                    <a:pt x="1532448" y="21273"/>
                  </a:lnTo>
                  <a:lnTo>
                    <a:pt x="1522688" y="21050"/>
                  </a:lnTo>
                  <a:lnTo>
                    <a:pt x="1512927" y="20846"/>
                  </a:lnTo>
                  <a:lnTo>
                    <a:pt x="1503166" y="20641"/>
                  </a:lnTo>
                  <a:lnTo>
                    <a:pt x="1493405" y="20391"/>
                  </a:lnTo>
                  <a:lnTo>
                    <a:pt x="1483644" y="20123"/>
                  </a:lnTo>
                  <a:lnTo>
                    <a:pt x="1473884" y="19957"/>
                  </a:lnTo>
                  <a:lnTo>
                    <a:pt x="1464123" y="19660"/>
                  </a:lnTo>
                  <a:lnTo>
                    <a:pt x="1454362" y="19456"/>
                  </a:lnTo>
                  <a:lnTo>
                    <a:pt x="1444601" y="19277"/>
                  </a:lnTo>
                  <a:lnTo>
                    <a:pt x="1434840" y="19096"/>
                  </a:lnTo>
                  <a:lnTo>
                    <a:pt x="1425079" y="18923"/>
                  </a:lnTo>
                  <a:lnTo>
                    <a:pt x="1415319" y="18755"/>
                  </a:lnTo>
                  <a:lnTo>
                    <a:pt x="1405558" y="18551"/>
                  </a:lnTo>
                  <a:lnTo>
                    <a:pt x="1395797" y="18324"/>
                  </a:lnTo>
                  <a:lnTo>
                    <a:pt x="1386036" y="18028"/>
                  </a:lnTo>
                  <a:lnTo>
                    <a:pt x="1376275" y="17723"/>
                  </a:lnTo>
                  <a:lnTo>
                    <a:pt x="1366515" y="17459"/>
                  </a:lnTo>
                  <a:lnTo>
                    <a:pt x="1356754" y="17248"/>
                  </a:lnTo>
                  <a:lnTo>
                    <a:pt x="1346993" y="16935"/>
                  </a:lnTo>
                  <a:lnTo>
                    <a:pt x="1337232" y="16583"/>
                  </a:lnTo>
                  <a:lnTo>
                    <a:pt x="1327471" y="16238"/>
                  </a:lnTo>
                  <a:lnTo>
                    <a:pt x="1317710" y="16020"/>
                  </a:lnTo>
                  <a:lnTo>
                    <a:pt x="1307950" y="15720"/>
                  </a:lnTo>
                  <a:lnTo>
                    <a:pt x="1298189" y="15464"/>
                  </a:lnTo>
                  <a:lnTo>
                    <a:pt x="1288428" y="15088"/>
                  </a:lnTo>
                  <a:lnTo>
                    <a:pt x="1278667" y="14730"/>
                  </a:lnTo>
                  <a:lnTo>
                    <a:pt x="1268906" y="14544"/>
                  </a:lnTo>
                  <a:lnTo>
                    <a:pt x="1259145" y="14365"/>
                  </a:lnTo>
                  <a:lnTo>
                    <a:pt x="1249385" y="14170"/>
                  </a:lnTo>
                  <a:lnTo>
                    <a:pt x="1239624" y="13983"/>
                  </a:lnTo>
                  <a:lnTo>
                    <a:pt x="1229863" y="13749"/>
                  </a:lnTo>
                  <a:lnTo>
                    <a:pt x="1220102" y="13498"/>
                  </a:lnTo>
                  <a:lnTo>
                    <a:pt x="1210341" y="13247"/>
                  </a:lnTo>
                  <a:lnTo>
                    <a:pt x="1200581" y="12941"/>
                  </a:lnTo>
                  <a:lnTo>
                    <a:pt x="1190820" y="12536"/>
                  </a:lnTo>
                  <a:lnTo>
                    <a:pt x="1181059" y="12128"/>
                  </a:lnTo>
                  <a:lnTo>
                    <a:pt x="1171298" y="11900"/>
                  </a:lnTo>
                  <a:lnTo>
                    <a:pt x="1161537" y="11766"/>
                  </a:lnTo>
                  <a:lnTo>
                    <a:pt x="1151776" y="11631"/>
                  </a:lnTo>
                  <a:lnTo>
                    <a:pt x="1142016" y="11451"/>
                  </a:lnTo>
                  <a:lnTo>
                    <a:pt x="1132255" y="11193"/>
                  </a:lnTo>
                  <a:lnTo>
                    <a:pt x="1122494" y="10934"/>
                  </a:lnTo>
                  <a:lnTo>
                    <a:pt x="1112733" y="10672"/>
                  </a:lnTo>
                  <a:lnTo>
                    <a:pt x="1102972" y="10408"/>
                  </a:lnTo>
                  <a:lnTo>
                    <a:pt x="1093212" y="10143"/>
                  </a:lnTo>
                  <a:lnTo>
                    <a:pt x="1083451" y="9873"/>
                  </a:lnTo>
                  <a:lnTo>
                    <a:pt x="1073690" y="9596"/>
                  </a:lnTo>
                  <a:lnTo>
                    <a:pt x="1063929" y="9319"/>
                  </a:lnTo>
                  <a:lnTo>
                    <a:pt x="1054168" y="9173"/>
                  </a:lnTo>
                  <a:lnTo>
                    <a:pt x="1044407" y="9028"/>
                  </a:lnTo>
                  <a:lnTo>
                    <a:pt x="1034647" y="8851"/>
                  </a:lnTo>
                  <a:lnTo>
                    <a:pt x="1024886" y="8531"/>
                  </a:lnTo>
                  <a:lnTo>
                    <a:pt x="1015125" y="8207"/>
                  </a:lnTo>
                  <a:lnTo>
                    <a:pt x="1005364" y="7882"/>
                  </a:lnTo>
                  <a:lnTo>
                    <a:pt x="995603" y="7823"/>
                  </a:lnTo>
                  <a:lnTo>
                    <a:pt x="985842" y="7534"/>
                  </a:lnTo>
                  <a:lnTo>
                    <a:pt x="976082" y="7303"/>
                  </a:lnTo>
                  <a:lnTo>
                    <a:pt x="966321" y="7156"/>
                  </a:lnTo>
                  <a:lnTo>
                    <a:pt x="956560" y="6876"/>
                  </a:lnTo>
                  <a:lnTo>
                    <a:pt x="946799" y="6608"/>
                  </a:lnTo>
                  <a:lnTo>
                    <a:pt x="937038" y="6433"/>
                  </a:lnTo>
                  <a:lnTo>
                    <a:pt x="927278" y="6214"/>
                  </a:lnTo>
                  <a:lnTo>
                    <a:pt x="917517" y="5983"/>
                  </a:lnTo>
                  <a:lnTo>
                    <a:pt x="907756" y="5844"/>
                  </a:lnTo>
                  <a:lnTo>
                    <a:pt x="897995" y="5680"/>
                  </a:lnTo>
                  <a:lnTo>
                    <a:pt x="888234" y="5570"/>
                  </a:lnTo>
                  <a:lnTo>
                    <a:pt x="878473" y="5325"/>
                  </a:lnTo>
                  <a:lnTo>
                    <a:pt x="868713" y="5242"/>
                  </a:lnTo>
                  <a:lnTo>
                    <a:pt x="858952" y="5022"/>
                  </a:lnTo>
                  <a:lnTo>
                    <a:pt x="849191" y="4938"/>
                  </a:lnTo>
                  <a:lnTo>
                    <a:pt x="839430" y="4749"/>
                  </a:lnTo>
                  <a:lnTo>
                    <a:pt x="829669" y="4503"/>
                  </a:lnTo>
                  <a:lnTo>
                    <a:pt x="819909" y="4243"/>
                  </a:lnTo>
                  <a:lnTo>
                    <a:pt x="810148" y="4062"/>
                  </a:lnTo>
                  <a:lnTo>
                    <a:pt x="800387" y="3932"/>
                  </a:lnTo>
                  <a:lnTo>
                    <a:pt x="790626" y="3829"/>
                  </a:lnTo>
                  <a:lnTo>
                    <a:pt x="780865" y="3576"/>
                  </a:lnTo>
                  <a:lnTo>
                    <a:pt x="771104" y="3348"/>
                  </a:lnTo>
                  <a:lnTo>
                    <a:pt x="761344" y="3334"/>
                  </a:lnTo>
                  <a:lnTo>
                    <a:pt x="751583" y="3099"/>
                  </a:lnTo>
                  <a:lnTo>
                    <a:pt x="741822" y="3015"/>
                  </a:lnTo>
                  <a:lnTo>
                    <a:pt x="732061" y="2759"/>
                  </a:lnTo>
                  <a:lnTo>
                    <a:pt x="722300" y="2633"/>
                  </a:lnTo>
                  <a:lnTo>
                    <a:pt x="712539" y="2467"/>
                  </a:lnTo>
                  <a:lnTo>
                    <a:pt x="702779" y="2289"/>
                  </a:lnTo>
                  <a:lnTo>
                    <a:pt x="693018" y="2085"/>
                  </a:lnTo>
                  <a:lnTo>
                    <a:pt x="683257" y="1869"/>
                  </a:lnTo>
                  <a:lnTo>
                    <a:pt x="673496" y="1972"/>
                  </a:lnTo>
                  <a:lnTo>
                    <a:pt x="663735" y="1847"/>
                  </a:lnTo>
                  <a:lnTo>
                    <a:pt x="653975" y="1698"/>
                  </a:lnTo>
                  <a:lnTo>
                    <a:pt x="644214" y="1502"/>
                  </a:lnTo>
                  <a:lnTo>
                    <a:pt x="634453" y="1437"/>
                  </a:lnTo>
                  <a:lnTo>
                    <a:pt x="624692" y="1374"/>
                  </a:lnTo>
                  <a:lnTo>
                    <a:pt x="614931" y="1254"/>
                  </a:lnTo>
                  <a:lnTo>
                    <a:pt x="605170" y="1195"/>
                  </a:lnTo>
                  <a:lnTo>
                    <a:pt x="595410" y="1136"/>
                  </a:lnTo>
                  <a:lnTo>
                    <a:pt x="585649" y="1077"/>
                  </a:lnTo>
                  <a:lnTo>
                    <a:pt x="575888" y="890"/>
                  </a:lnTo>
                  <a:lnTo>
                    <a:pt x="566127" y="852"/>
                  </a:lnTo>
                  <a:lnTo>
                    <a:pt x="556366" y="719"/>
                  </a:lnTo>
                  <a:lnTo>
                    <a:pt x="546606" y="692"/>
                  </a:lnTo>
                  <a:lnTo>
                    <a:pt x="536845" y="659"/>
                  </a:lnTo>
                  <a:lnTo>
                    <a:pt x="527084" y="546"/>
                  </a:lnTo>
                  <a:lnTo>
                    <a:pt x="517323" y="551"/>
                  </a:lnTo>
                  <a:lnTo>
                    <a:pt x="507562" y="422"/>
                  </a:lnTo>
                  <a:lnTo>
                    <a:pt x="497801" y="254"/>
                  </a:lnTo>
                  <a:lnTo>
                    <a:pt x="488041" y="146"/>
                  </a:lnTo>
                  <a:lnTo>
                    <a:pt x="478280" y="148"/>
                  </a:lnTo>
                  <a:lnTo>
                    <a:pt x="468519" y="171"/>
                  </a:lnTo>
                  <a:lnTo>
                    <a:pt x="458758" y="248"/>
                  </a:lnTo>
                  <a:lnTo>
                    <a:pt x="448997" y="215"/>
                  </a:lnTo>
                  <a:lnTo>
                    <a:pt x="439236" y="155"/>
                  </a:lnTo>
                  <a:lnTo>
                    <a:pt x="429476" y="91"/>
                  </a:lnTo>
                  <a:lnTo>
                    <a:pt x="419715" y="74"/>
                  </a:lnTo>
                  <a:lnTo>
                    <a:pt x="409954" y="19"/>
                  </a:lnTo>
                  <a:lnTo>
                    <a:pt x="400193" y="69"/>
                  </a:lnTo>
                  <a:lnTo>
                    <a:pt x="390432" y="0"/>
                  </a:lnTo>
                  <a:lnTo>
                    <a:pt x="380672" y="86"/>
                  </a:lnTo>
                  <a:lnTo>
                    <a:pt x="370911" y="201"/>
                  </a:lnTo>
                  <a:lnTo>
                    <a:pt x="361150" y="226"/>
                  </a:lnTo>
                  <a:lnTo>
                    <a:pt x="351389" y="309"/>
                  </a:lnTo>
                  <a:lnTo>
                    <a:pt x="341628" y="379"/>
                  </a:lnTo>
                  <a:lnTo>
                    <a:pt x="331867" y="218"/>
                  </a:lnTo>
                  <a:lnTo>
                    <a:pt x="322107" y="244"/>
                  </a:lnTo>
                  <a:lnTo>
                    <a:pt x="312346" y="319"/>
                  </a:lnTo>
                  <a:lnTo>
                    <a:pt x="302585" y="523"/>
                  </a:lnTo>
                  <a:lnTo>
                    <a:pt x="292824" y="462"/>
                  </a:lnTo>
                  <a:lnTo>
                    <a:pt x="283063" y="538"/>
                  </a:lnTo>
                  <a:lnTo>
                    <a:pt x="273303" y="610"/>
                  </a:lnTo>
                  <a:lnTo>
                    <a:pt x="263542" y="658"/>
                  </a:lnTo>
                  <a:lnTo>
                    <a:pt x="253781" y="758"/>
                  </a:lnTo>
                  <a:lnTo>
                    <a:pt x="244020" y="784"/>
                  </a:lnTo>
                  <a:lnTo>
                    <a:pt x="234259" y="728"/>
                  </a:lnTo>
                  <a:lnTo>
                    <a:pt x="224498" y="714"/>
                  </a:lnTo>
                  <a:lnTo>
                    <a:pt x="214738" y="676"/>
                  </a:lnTo>
                  <a:lnTo>
                    <a:pt x="204977" y="750"/>
                  </a:lnTo>
                  <a:lnTo>
                    <a:pt x="195216" y="824"/>
                  </a:lnTo>
                  <a:lnTo>
                    <a:pt x="185455" y="820"/>
                  </a:lnTo>
                  <a:lnTo>
                    <a:pt x="175694" y="760"/>
                  </a:lnTo>
                  <a:lnTo>
                    <a:pt x="165933" y="743"/>
                  </a:lnTo>
                  <a:lnTo>
                    <a:pt x="156173" y="790"/>
                  </a:lnTo>
                  <a:lnTo>
                    <a:pt x="146412" y="903"/>
                  </a:lnTo>
                  <a:lnTo>
                    <a:pt x="136651" y="925"/>
                  </a:lnTo>
                  <a:lnTo>
                    <a:pt x="126890" y="942"/>
                  </a:lnTo>
                  <a:lnTo>
                    <a:pt x="117129" y="958"/>
                  </a:lnTo>
                  <a:lnTo>
                    <a:pt x="107369" y="890"/>
                  </a:lnTo>
                  <a:lnTo>
                    <a:pt x="97608" y="801"/>
                  </a:lnTo>
                  <a:lnTo>
                    <a:pt x="87847" y="818"/>
                  </a:lnTo>
                  <a:lnTo>
                    <a:pt x="78086" y="1040"/>
                  </a:lnTo>
                  <a:lnTo>
                    <a:pt x="68325" y="1102"/>
                  </a:lnTo>
                  <a:lnTo>
                    <a:pt x="58564" y="1250"/>
                  </a:lnTo>
                  <a:lnTo>
                    <a:pt x="48804" y="1342"/>
                  </a:lnTo>
                  <a:lnTo>
                    <a:pt x="39043" y="1340"/>
                  </a:lnTo>
                  <a:lnTo>
                    <a:pt x="29282" y="1355"/>
                  </a:lnTo>
                  <a:lnTo>
                    <a:pt x="19521" y="1396"/>
                  </a:lnTo>
                  <a:lnTo>
                    <a:pt x="9760" y="1482"/>
                  </a:lnTo>
                  <a:lnTo>
                    <a:pt x="0" y="14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3461961" y="5497267"/>
              <a:ext cx="2528052" cy="139249"/>
            </a:xfrm>
            <a:custGeom>
              <a:avLst/>
              <a:pathLst>
                <a:path w="2528052" h="139249">
                  <a:moveTo>
                    <a:pt x="0" y="82677"/>
                  </a:moveTo>
                  <a:lnTo>
                    <a:pt x="9760" y="82814"/>
                  </a:lnTo>
                  <a:lnTo>
                    <a:pt x="19521" y="82877"/>
                  </a:lnTo>
                  <a:lnTo>
                    <a:pt x="29282" y="82876"/>
                  </a:lnTo>
                  <a:lnTo>
                    <a:pt x="39043" y="82899"/>
                  </a:lnTo>
                  <a:lnTo>
                    <a:pt x="48804" y="83005"/>
                  </a:lnTo>
                  <a:lnTo>
                    <a:pt x="58564" y="83116"/>
                  </a:lnTo>
                  <a:lnTo>
                    <a:pt x="68325" y="83275"/>
                  </a:lnTo>
                  <a:lnTo>
                    <a:pt x="78086" y="83330"/>
                  </a:lnTo>
                  <a:lnTo>
                    <a:pt x="87847" y="83286"/>
                  </a:lnTo>
                  <a:lnTo>
                    <a:pt x="97608" y="83294"/>
                  </a:lnTo>
                  <a:lnTo>
                    <a:pt x="107369" y="83409"/>
                  </a:lnTo>
                  <a:lnTo>
                    <a:pt x="117129" y="83580"/>
                  </a:lnTo>
                  <a:lnTo>
                    <a:pt x="126890" y="83727"/>
                  </a:lnTo>
                  <a:lnTo>
                    <a:pt x="136651" y="83859"/>
                  </a:lnTo>
                  <a:lnTo>
                    <a:pt x="146412" y="84084"/>
                  </a:lnTo>
                  <a:lnTo>
                    <a:pt x="156173" y="84257"/>
                  </a:lnTo>
                  <a:lnTo>
                    <a:pt x="165933" y="84299"/>
                  </a:lnTo>
                  <a:lnTo>
                    <a:pt x="175694" y="84406"/>
                  </a:lnTo>
                  <a:lnTo>
                    <a:pt x="185455" y="84598"/>
                  </a:lnTo>
                  <a:lnTo>
                    <a:pt x="195216" y="84911"/>
                  </a:lnTo>
                  <a:lnTo>
                    <a:pt x="204977" y="85065"/>
                  </a:lnTo>
                  <a:lnTo>
                    <a:pt x="214738" y="85119"/>
                  </a:lnTo>
                  <a:lnTo>
                    <a:pt x="224498" y="85105"/>
                  </a:lnTo>
                  <a:lnTo>
                    <a:pt x="234259" y="85190"/>
                  </a:lnTo>
                  <a:lnTo>
                    <a:pt x="244020" y="85349"/>
                  </a:lnTo>
                  <a:lnTo>
                    <a:pt x="253781" y="85308"/>
                  </a:lnTo>
                  <a:lnTo>
                    <a:pt x="263542" y="85412"/>
                  </a:lnTo>
                  <a:lnTo>
                    <a:pt x="273303" y="85656"/>
                  </a:lnTo>
                  <a:lnTo>
                    <a:pt x="283063" y="85728"/>
                  </a:lnTo>
                  <a:lnTo>
                    <a:pt x="292824" y="85678"/>
                  </a:lnTo>
                  <a:lnTo>
                    <a:pt x="302585" y="85645"/>
                  </a:lnTo>
                  <a:lnTo>
                    <a:pt x="312346" y="85745"/>
                  </a:lnTo>
                  <a:lnTo>
                    <a:pt x="322107" y="85964"/>
                  </a:lnTo>
                  <a:lnTo>
                    <a:pt x="331867" y="86011"/>
                  </a:lnTo>
                  <a:lnTo>
                    <a:pt x="341628" y="86125"/>
                  </a:lnTo>
                  <a:lnTo>
                    <a:pt x="351389" y="86254"/>
                  </a:lnTo>
                  <a:lnTo>
                    <a:pt x="361150" y="86374"/>
                  </a:lnTo>
                  <a:lnTo>
                    <a:pt x="370911" y="86412"/>
                  </a:lnTo>
                  <a:lnTo>
                    <a:pt x="380672" y="86282"/>
                  </a:lnTo>
                  <a:lnTo>
                    <a:pt x="390432" y="86201"/>
                  </a:lnTo>
                  <a:lnTo>
                    <a:pt x="400193" y="86232"/>
                  </a:lnTo>
                  <a:lnTo>
                    <a:pt x="409954" y="86231"/>
                  </a:lnTo>
                  <a:lnTo>
                    <a:pt x="419715" y="86295"/>
                  </a:lnTo>
                  <a:lnTo>
                    <a:pt x="429476" y="86254"/>
                  </a:lnTo>
                  <a:lnTo>
                    <a:pt x="439236" y="86281"/>
                  </a:lnTo>
                  <a:lnTo>
                    <a:pt x="448997" y="86392"/>
                  </a:lnTo>
                  <a:lnTo>
                    <a:pt x="458758" y="86424"/>
                  </a:lnTo>
                  <a:lnTo>
                    <a:pt x="468519" y="86339"/>
                  </a:lnTo>
                  <a:lnTo>
                    <a:pt x="478280" y="86313"/>
                  </a:lnTo>
                  <a:lnTo>
                    <a:pt x="488041" y="86218"/>
                  </a:lnTo>
                  <a:lnTo>
                    <a:pt x="497801" y="86212"/>
                  </a:lnTo>
                  <a:lnTo>
                    <a:pt x="507562" y="86236"/>
                  </a:lnTo>
                  <a:lnTo>
                    <a:pt x="517323" y="86268"/>
                  </a:lnTo>
                  <a:lnTo>
                    <a:pt x="527084" y="86195"/>
                  </a:lnTo>
                  <a:lnTo>
                    <a:pt x="536845" y="86115"/>
                  </a:lnTo>
                  <a:lnTo>
                    <a:pt x="546606" y="85949"/>
                  </a:lnTo>
                  <a:lnTo>
                    <a:pt x="556366" y="85832"/>
                  </a:lnTo>
                  <a:lnTo>
                    <a:pt x="566127" y="85629"/>
                  </a:lnTo>
                  <a:lnTo>
                    <a:pt x="575888" y="85474"/>
                  </a:lnTo>
                  <a:lnTo>
                    <a:pt x="585649" y="85373"/>
                  </a:lnTo>
                  <a:lnTo>
                    <a:pt x="595410" y="85320"/>
                  </a:lnTo>
                  <a:lnTo>
                    <a:pt x="605170" y="85220"/>
                  </a:lnTo>
                  <a:lnTo>
                    <a:pt x="614931" y="85138"/>
                  </a:lnTo>
                  <a:lnTo>
                    <a:pt x="624692" y="85081"/>
                  </a:lnTo>
                  <a:lnTo>
                    <a:pt x="634453" y="85021"/>
                  </a:lnTo>
                  <a:lnTo>
                    <a:pt x="644214" y="84937"/>
                  </a:lnTo>
                  <a:lnTo>
                    <a:pt x="653975" y="84805"/>
                  </a:lnTo>
                  <a:lnTo>
                    <a:pt x="663735" y="84873"/>
                  </a:lnTo>
                  <a:lnTo>
                    <a:pt x="673496" y="84866"/>
                  </a:lnTo>
                  <a:lnTo>
                    <a:pt x="683257" y="84731"/>
                  </a:lnTo>
                  <a:lnTo>
                    <a:pt x="693018" y="84664"/>
                  </a:lnTo>
                  <a:lnTo>
                    <a:pt x="702779" y="84598"/>
                  </a:lnTo>
                  <a:lnTo>
                    <a:pt x="712539" y="84538"/>
                  </a:lnTo>
                  <a:lnTo>
                    <a:pt x="722300" y="84481"/>
                  </a:lnTo>
                  <a:lnTo>
                    <a:pt x="732061" y="84250"/>
                  </a:lnTo>
                  <a:lnTo>
                    <a:pt x="741822" y="83937"/>
                  </a:lnTo>
                  <a:lnTo>
                    <a:pt x="751583" y="83881"/>
                  </a:lnTo>
                  <a:lnTo>
                    <a:pt x="761344" y="83804"/>
                  </a:lnTo>
                  <a:lnTo>
                    <a:pt x="771104" y="83665"/>
                  </a:lnTo>
                  <a:lnTo>
                    <a:pt x="780865" y="83600"/>
                  </a:lnTo>
                  <a:lnTo>
                    <a:pt x="790626" y="83470"/>
                  </a:lnTo>
                  <a:lnTo>
                    <a:pt x="800387" y="83348"/>
                  </a:lnTo>
                  <a:lnTo>
                    <a:pt x="810148" y="83110"/>
                  </a:lnTo>
                  <a:lnTo>
                    <a:pt x="819909" y="82884"/>
                  </a:lnTo>
                  <a:lnTo>
                    <a:pt x="829669" y="82703"/>
                  </a:lnTo>
                  <a:lnTo>
                    <a:pt x="839430" y="82610"/>
                  </a:lnTo>
                  <a:lnTo>
                    <a:pt x="849191" y="82538"/>
                  </a:lnTo>
                  <a:lnTo>
                    <a:pt x="858952" y="82377"/>
                  </a:lnTo>
                  <a:lnTo>
                    <a:pt x="868713" y="82116"/>
                  </a:lnTo>
                  <a:lnTo>
                    <a:pt x="878473" y="81985"/>
                  </a:lnTo>
                  <a:lnTo>
                    <a:pt x="888234" y="81803"/>
                  </a:lnTo>
                  <a:lnTo>
                    <a:pt x="897995" y="81602"/>
                  </a:lnTo>
                  <a:lnTo>
                    <a:pt x="907756" y="81313"/>
                  </a:lnTo>
                  <a:lnTo>
                    <a:pt x="917517" y="81166"/>
                  </a:lnTo>
                  <a:lnTo>
                    <a:pt x="927278" y="80906"/>
                  </a:lnTo>
                  <a:lnTo>
                    <a:pt x="937038" y="80772"/>
                  </a:lnTo>
                  <a:lnTo>
                    <a:pt x="946799" y="80522"/>
                  </a:lnTo>
                  <a:lnTo>
                    <a:pt x="956560" y="80329"/>
                  </a:lnTo>
                  <a:lnTo>
                    <a:pt x="966321" y="80049"/>
                  </a:lnTo>
                  <a:lnTo>
                    <a:pt x="976082" y="79645"/>
                  </a:lnTo>
                  <a:lnTo>
                    <a:pt x="985842" y="79599"/>
                  </a:lnTo>
                  <a:lnTo>
                    <a:pt x="995603" y="79279"/>
                  </a:lnTo>
                  <a:lnTo>
                    <a:pt x="1005364" y="78929"/>
                  </a:lnTo>
                  <a:lnTo>
                    <a:pt x="1015125" y="78814"/>
                  </a:lnTo>
                  <a:lnTo>
                    <a:pt x="1024886" y="78532"/>
                  </a:lnTo>
                  <a:lnTo>
                    <a:pt x="1034647" y="78283"/>
                  </a:lnTo>
                  <a:lnTo>
                    <a:pt x="1044407" y="77818"/>
                  </a:lnTo>
                  <a:lnTo>
                    <a:pt x="1054168" y="77657"/>
                  </a:lnTo>
                  <a:lnTo>
                    <a:pt x="1063929" y="77296"/>
                  </a:lnTo>
                  <a:lnTo>
                    <a:pt x="1073690" y="77058"/>
                  </a:lnTo>
                  <a:lnTo>
                    <a:pt x="1083451" y="77052"/>
                  </a:lnTo>
                  <a:lnTo>
                    <a:pt x="1093212" y="76929"/>
                  </a:lnTo>
                  <a:lnTo>
                    <a:pt x="1102972" y="76604"/>
                  </a:lnTo>
                  <a:lnTo>
                    <a:pt x="1112733" y="76369"/>
                  </a:lnTo>
                  <a:lnTo>
                    <a:pt x="1122494" y="76099"/>
                  </a:lnTo>
                  <a:lnTo>
                    <a:pt x="1132255" y="75820"/>
                  </a:lnTo>
                  <a:lnTo>
                    <a:pt x="1142016" y="75351"/>
                  </a:lnTo>
                  <a:lnTo>
                    <a:pt x="1151776" y="75153"/>
                  </a:lnTo>
                  <a:lnTo>
                    <a:pt x="1161537" y="74872"/>
                  </a:lnTo>
                  <a:lnTo>
                    <a:pt x="1171298" y="74501"/>
                  </a:lnTo>
                  <a:lnTo>
                    <a:pt x="1181059" y="74073"/>
                  </a:lnTo>
                  <a:lnTo>
                    <a:pt x="1190820" y="73559"/>
                  </a:lnTo>
                  <a:lnTo>
                    <a:pt x="1200581" y="73109"/>
                  </a:lnTo>
                  <a:lnTo>
                    <a:pt x="1210341" y="72892"/>
                  </a:lnTo>
                  <a:lnTo>
                    <a:pt x="1220102" y="72650"/>
                  </a:lnTo>
                  <a:lnTo>
                    <a:pt x="1229863" y="72331"/>
                  </a:lnTo>
                  <a:lnTo>
                    <a:pt x="1239624" y="72150"/>
                  </a:lnTo>
                  <a:lnTo>
                    <a:pt x="1249385" y="71860"/>
                  </a:lnTo>
                  <a:lnTo>
                    <a:pt x="1259145" y="71449"/>
                  </a:lnTo>
                  <a:lnTo>
                    <a:pt x="1268906" y="71220"/>
                  </a:lnTo>
                  <a:lnTo>
                    <a:pt x="1278667" y="70996"/>
                  </a:lnTo>
                  <a:lnTo>
                    <a:pt x="1288428" y="70700"/>
                  </a:lnTo>
                  <a:lnTo>
                    <a:pt x="1298189" y="70245"/>
                  </a:lnTo>
                  <a:lnTo>
                    <a:pt x="1307950" y="69787"/>
                  </a:lnTo>
                  <a:lnTo>
                    <a:pt x="1317710" y="69328"/>
                  </a:lnTo>
                  <a:lnTo>
                    <a:pt x="1327471" y="68867"/>
                  </a:lnTo>
                  <a:lnTo>
                    <a:pt x="1337232" y="68406"/>
                  </a:lnTo>
                  <a:lnTo>
                    <a:pt x="1346993" y="67944"/>
                  </a:lnTo>
                  <a:lnTo>
                    <a:pt x="1356754" y="67746"/>
                  </a:lnTo>
                  <a:lnTo>
                    <a:pt x="1366515" y="67481"/>
                  </a:lnTo>
                  <a:lnTo>
                    <a:pt x="1376275" y="67025"/>
                  </a:lnTo>
                  <a:lnTo>
                    <a:pt x="1386036" y="66567"/>
                  </a:lnTo>
                  <a:lnTo>
                    <a:pt x="1395797" y="66125"/>
                  </a:lnTo>
                  <a:lnTo>
                    <a:pt x="1405558" y="65775"/>
                  </a:lnTo>
                  <a:lnTo>
                    <a:pt x="1415319" y="65428"/>
                  </a:lnTo>
                  <a:lnTo>
                    <a:pt x="1425079" y="65080"/>
                  </a:lnTo>
                  <a:lnTo>
                    <a:pt x="1434840" y="64729"/>
                  </a:lnTo>
                  <a:lnTo>
                    <a:pt x="1444601" y="64179"/>
                  </a:lnTo>
                  <a:lnTo>
                    <a:pt x="1454362" y="63628"/>
                  </a:lnTo>
                  <a:lnTo>
                    <a:pt x="1464123" y="63131"/>
                  </a:lnTo>
                  <a:lnTo>
                    <a:pt x="1473884" y="62574"/>
                  </a:lnTo>
                  <a:lnTo>
                    <a:pt x="1483644" y="62118"/>
                  </a:lnTo>
                  <a:lnTo>
                    <a:pt x="1493405" y="61797"/>
                  </a:lnTo>
                  <a:lnTo>
                    <a:pt x="1503166" y="61382"/>
                  </a:lnTo>
                  <a:lnTo>
                    <a:pt x="1512927" y="60894"/>
                  </a:lnTo>
                  <a:lnTo>
                    <a:pt x="1522688" y="60367"/>
                  </a:lnTo>
                  <a:lnTo>
                    <a:pt x="1532448" y="59807"/>
                  </a:lnTo>
                  <a:lnTo>
                    <a:pt x="1542209" y="59123"/>
                  </a:lnTo>
                  <a:lnTo>
                    <a:pt x="1551970" y="58643"/>
                  </a:lnTo>
                  <a:lnTo>
                    <a:pt x="1561731" y="58313"/>
                  </a:lnTo>
                  <a:lnTo>
                    <a:pt x="1571492" y="57799"/>
                  </a:lnTo>
                  <a:lnTo>
                    <a:pt x="1581253" y="57322"/>
                  </a:lnTo>
                  <a:lnTo>
                    <a:pt x="1591013" y="57031"/>
                  </a:lnTo>
                  <a:lnTo>
                    <a:pt x="1600774" y="56744"/>
                  </a:lnTo>
                  <a:lnTo>
                    <a:pt x="1610535" y="56457"/>
                  </a:lnTo>
                  <a:lnTo>
                    <a:pt x="1620296" y="56145"/>
                  </a:lnTo>
                  <a:lnTo>
                    <a:pt x="1630057" y="55770"/>
                  </a:lnTo>
                  <a:lnTo>
                    <a:pt x="1639818" y="55217"/>
                  </a:lnTo>
                  <a:lnTo>
                    <a:pt x="1649578" y="54893"/>
                  </a:lnTo>
                  <a:lnTo>
                    <a:pt x="1659339" y="54571"/>
                  </a:lnTo>
                  <a:lnTo>
                    <a:pt x="1669100" y="54151"/>
                  </a:lnTo>
                  <a:lnTo>
                    <a:pt x="1678861" y="53720"/>
                  </a:lnTo>
                  <a:lnTo>
                    <a:pt x="1688622" y="53234"/>
                  </a:lnTo>
                  <a:lnTo>
                    <a:pt x="1698382" y="52713"/>
                  </a:lnTo>
                  <a:lnTo>
                    <a:pt x="1708143" y="52184"/>
                  </a:lnTo>
                  <a:lnTo>
                    <a:pt x="1717904" y="51665"/>
                  </a:lnTo>
                  <a:lnTo>
                    <a:pt x="1727665" y="51130"/>
                  </a:lnTo>
                  <a:lnTo>
                    <a:pt x="1737426" y="50594"/>
                  </a:lnTo>
                  <a:lnTo>
                    <a:pt x="1747187" y="50056"/>
                  </a:lnTo>
                  <a:lnTo>
                    <a:pt x="1756947" y="49515"/>
                  </a:lnTo>
                  <a:lnTo>
                    <a:pt x="1766708" y="48973"/>
                  </a:lnTo>
                  <a:lnTo>
                    <a:pt x="1776469" y="48429"/>
                  </a:lnTo>
                  <a:lnTo>
                    <a:pt x="1786230" y="47885"/>
                  </a:lnTo>
                  <a:lnTo>
                    <a:pt x="1795991" y="47381"/>
                  </a:lnTo>
                  <a:lnTo>
                    <a:pt x="1805752" y="46920"/>
                  </a:lnTo>
                  <a:lnTo>
                    <a:pt x="1815512" y="46457"/>
                  </a:lnTo>
                  <a:lnTo>
                    <a:pt x="1825273" y="45993"/>
                  </a:lnTo>
                  <a:lnTo>
                    <a:pt x="1835034" y="45528"/>
                  </a:lnTo>
                  <a:lnTo>
                    <a:pt x="1844795" y="44832"/>
                  </a:lnTo>
                  <a:lnTo>
                    <a:pt x="1854556" y="44130"/>
                  </a:lnTo>
                  <a:lnTo>
                    <a:pt x="1864316" y="43888"/>
                  </a:lnTo>
                  <a:lnTo>
                    <a:pt x="1874077" y="43306"/>
                  </a:lnTo>
                  <a:lnTo>
                    <a:pt x="1883838" y="42721"/>
                  </a:lnTo>
                  <a:lnTo>
                    <a:pt x="1893599" y="42135"/>
                  </a:lnTo>
                  <a:lnTo>
                    <a:pt x="1903360" y="41546"/>
                  </a:lnTo>
                  <a:lnTo>
                    <a:pt x="1913121" y="40955"/>
                  </a:lnTo>
                  <a:lnTo>
                    <a:pt x="1922881" y="40362"/>
                  </a:lnTo>
                  <a:lnTo>
                    <a:pt x="1932642" y="39768"/>
                  </a:lnTo>
                  <a:lnTo>
                    <a:pt x="1942403" y="39040"/>
                  </a:lnTo>
                  <a:lnTo>
                    <a:pt x="1952164" y="38491"/>
                  </a:lnTo>
                  <a:lnTo>
                    <a:pt x="1961925" y="37966"/>
                  </a:lnTo>
                  <a:lnTo>
                    <a:pt x="1971685" y="37361"/>
                  </a:lnTo>
                  <a:lnTo>
                    <a:pt x="1981446" y="36758"/>
                  </a:lnTo>
                  <a:lnTo>
                    <a:pt x="1991207" y="36264"/>
                  </a:lnTo>
                  <a:lnTo>
                    <a:pt x="2000968" y="35851"/>
                  </a:lnTo>
                  <a:lnTo>
                    <a:pt x="2010729" y="35318"/>
                  </a:lnTo>
                  <a:lnTo>
                    <a:pt x="2020490" y="34527"/>
                  </a:lnTo>
                  <a:lnTo>
                    <a:pt x="2030250" y="33731"/>
                  </a:lnTo>
                  <a:lnTo>
                    <a:pt x="2040011" y="33065"/>
                  </a:lnTo>
                  <a:lnTo>
                    <a:pt x="2049772" y="32441"/>
                  </a:lnTo>
                  <a:lnTo>
                    <a:pt x="2059533" y="31816"/>
                  </a:lnTo>
                  <a:lnTo>
                    <a:pt x="2069294" y="31176"/>
                  </a:lnTo>
                  <a:lnTo>
                    <a:pt x="2079055" y="30558"/>
                  </a:lnTo>
                  <a:lnTo>
                    <a:pt x="2088815" y="30019"/>
                  </a:lnTo>
                  <a:lnTo>
                    <a:pt x="2098576" y="29698"/>
                  </a:lnTo>
                  <a:lnTo>
                    <a:pt x="2108337" y="29377"/>
                  </a:lnTo>
                  <a:lnTo>
                    <a:pt x="2118098" y="29056"/>
                  </a:lnTo>
                  <a:lnTo>
                    <a:pt x="2127859" y="28511"/>
                  </a:lnTo>
                  <a:lnTo>
                    <a:pt x="2137619" y="27704"/>
                  </a:lnTo>
                  <a:lnTo>
                    <a:pt x="2147380" y="26893"/>
                  </a:lnTo>
                  <a:lnTo>
                    <a:pt x="2157141" y="26352"/>
                  </a:lnTo>
                  <a:lnTo>
                    <a:pt x="2166902" y="25758"/>
                  </a:lnTo>
                  <a:lnTo>
                    <a:pt x="2176663" y="25171"/>
                  </a:lnTo>
                  <a:lnTo>
                    <a:pt x="2186424" y="24675"/>
                  </a:lnTo>
                  <a:lnTo>
                    <a:pt x="2196184" y="23974"/>
                  </a:lnTo>
                  <a:lnTo>
                    <a:pt x="2205945" y="23240"/>
                  </a:lnTo>
                  <a:lnTo>
                    <a:pt x="2215706" y="22504"/>
                  </a:lnTo>
                  <a:lnTo>
                    <a:pt x="2225467" y="21766"/>
                  </a:lnTo>
                  <a:lnTo>
                    <a:pt x="2235228" y="21030"/>
                  </a:lnTo>
                  <a:lnTo>
                    <a:pt x="2244988" y="20290"/>
                  </a:lnTo>
                  <a:lnTo>
                    <a:pt x="2254749" y="19625"/>
                  </a:lnTo>
                  <a:lnTo>
                    <a:pt x="2264510" y="19076"/>
                  </a:lnTo>
                  <a:lnTo>
                    <a:pt x="2274271" y="18526"/>
                  </a:lnTo>
                  <a:lnTo>
                    <a:pt x="2284032" y="17975"/>
                  </a:lnTo>
                  <a:lnTo>
                    <a:pt x="2293793" y="17423"/>
                  </a:lnTo>
                  <a:lnTo>
                    <a:pt x="2303553" y="16753"/>
                  </a:lnTo>
                  <a:lnTo>
                    <a:pt x="2313314" y="16036"/>
                  </a:lnTo>
                  <a:lnTo>
                    <a:pt x="2323075" y="15291"/>
                  </a:lnTo>
                  <a:lnTo>
                    <a:pt x="2332836" y="14544"/>
                  </a:lnTo>
                  <a:lnTo>
                    <a:pt x="2342597" y="13796"/>
                  </a:lnTo>
                  <a:lnTo>
                    <a:pt x="2352358" y="13046"/>
                  </a:lnTo>
                  <a:lnTo>
                    <a:pt x="2362118" y="12329"/>
                  </a:lnTo>
                  <a:lnTo>
                    <a:pt x="2371879" y="11655"/>
                  </a:lnTo>
                  <a:lnTo>
                    <a:pt x="2381640" y="10763"/>
                  </a:lnTo>
                  <a:lnTo>
                    <a:pt x="2391401" y="9992"/>
                  </a:lnTo>
                  <a:lnTo>
                    <a:pt x="2401162" y="9223"/>
                  </a:lnTo>
                  <a:lnTo>
                    <a:pt x="2410922" y="8470"/>
                  </a:lnTo>
                  <a:lnTo>
                    <a:pt x="2420683" y="7776"/>
                  </a:lnTo>
                  <a:lnTo>
                    <a:pt x="2430444" y="7080"/>
                  </a:lnTo>
                  <a:lnTo>
                    <a:pt x="2440205" y="6381"/>
                  </a:lnTo>
                  <a:lnTo>
                    <a:pt x="2449966" y="5684"/>
                  </a:lnTo>
                  <a:lnTo>
                    <a:pt x="2459727" y="4985"/>
                  </a:lnTo>
                  <a:lnTo>
                    <a:pt x="2469487" y="4294"/>
                  </a:lnTo>
                  <a:lnTo>
                    <a:pt x="2479248" y="3644"/>
                  </a:lnTo>
                  <a:lnTo>
                    <a:pt x="2489009" y="2888"/>
                  </a:lnTo>
                  <a:lnTo>
                    <a:pt x="2498770" y="2154"/>
                  </a:lnTo>
                  <a:lnTo>
                    <a:pt x="2508531" y="1439"/>
                  </a:lnTo>
                  <a:lnTo>
                    <a:pt x="2518291" y="720"/>
                  </a:lnTo>
                  <a:lnTo>
                    <a:pt x="2528052" y="0"/>
                  </a:lnTo>
                  <a:lnTo>
                    <a:pt x="2528052" y="134359"/>
                  </a:lnTo>
                  <a:lnTo>
                    <a:pt x="2518291" y="134287"/>
                  </a:lnTo>
                  <a:lnTo>
                    <a:pt x="2508531" y="134244"/>
                  </a:lnTo>
                  <a:lnTo>
                    <a:pt x="2498770" y="134172"/>
                  </a:lnTo>
                  <a:lnTo>
                    <a:pt x="2489009" y="134166"/>
                  </a:lnTo>
                  <a:lnTo>
                    <a:pt x="2479248" y="134160"/>
                  </a:lnTo>
                  <a:lnTo>
                    <a:pt x="2469487" y="134146"/>
                  </a:lnTo>
                  <a:lnTo>
                    <a:pt x="2459727" y="134044"/>
                  </a:lnTo>
                  <a:lnTo>
                    <a:pt x="2449966" y="133941"/>
                  </a:lnTo>
                  <a:lnTo>
                    <a:pt x="2440205" y="133838"/>
                  </a:lnTo>
                  <a:lnTo>
                    <a:pt x="2430444" y="133733"/>
                  </a:lnTo>
                  <a:lnTo>
                    <a:pt x="2420683" y="133688"/>
                  </a:lnTo>
                  <a:lnTo>
                    <a:pt x="2410922" y="133719"/>
                  </a:lnTo>
                  <a:lnTo>
                    <a:pt x="2401162" y="133646"/>
                  </a:lnTo>
                  <a:lnTo>
                    <a:pt x="2391401" y="133541"/>
                  </a:lnTo>
                  <a:lnTo>
                    <a:pt x="2381640" y="133435"/>
                  </a:lnTo>
                  <a:lnTo>
                    <a:pt x="2371879" y="133328"/>
                  </a:lnTo>
                  <a:lnTo>
                    <a:pt x="2362118" y="133222"/>
                  </a:lnTo>
                  <a:lnTo>
                    <a:pt x="2352358" y="133116"/>
                  </a:lnTo>
                  <a:lnTo>
                    <a:pt x="2342597" y="133009"/>
                  </a:lnTo>
                  <a:lnTo>
                    <a:pt x="2332836" y="132938"/>
                  </a:lnTo>
                  <a:lnTo>
                    <a:pt x="2323075" y="132929"/>
                  </a:lnTo>
                  <a:lnTo>
                    <a:pt x="2313314" y="132852"/>
                  </a:lnTo>
                  <a:lnTo>
                    <a:pt x="2303553" y="132760"/>
                  </a:lnTo>
                  <a:lnTo>
                    <a:pt x="2293793" y="132661"/>
                  </a:lnTo>
                  <a:lnTo>
                    <a:pt x="2284032" y="132578"/>
                  </a:lnTo>
                  <a:lnTo>
                    <a:pt x="2274271" y="132524"/>
                  </a:lnTo>
                  <a:lnTo>
                    <a:pt x="2264510" y="132457"/>
                  </a:lnTo>
                  <a:lnTo>
                    <a:pt x="2254749" y="132389"/>
                  </a:lnTo>
                  <a:lnTo>
                    <a:pt x="2244988" y="132320"/>
                  </a:lnTo>
                  <a:lnTo>
                    <a:pt x="2235228" y="132250"/>
                  </a:lnTo>
                  <a:lnTo>
                    <a:pt x="2225467" y="132179"/>
                  </a:lnTo>
                  <a:lnTo>
                    <a:pt x="2215706" y="132108"/>
                  </a:lnTo>
                  <a:lnTo>
                    <a:pt x="2205945" y="132021"/>
                  </a:lnTo>
                  <a:lnTo>
                    <a:pt x="2196184" y="131902"/>
                  </a:lnTo>
                  <a:lnTo>
                    <a:pt x="2186424" y="131782"/>
                  </a:lnTo>
                  <a:lnTo>
                    <a:pt x="2176663" y="131662"/>
                  </a:lnTo>
                  <a:lnTo>
                    <a:pt x="2166902" y="131582"/>
                  </a:lnTo>
                  <a:lnTo>
                    <a:pt x="2157141" y="131505"/>
                  </a:lnTo>
                  <a:lnTo>
                    <a:pt x="2147380" y="131429"/>
                  </a:lnTo>
                  <a:lnTo>
                    <a:pt x="2137619" y="131352"/>
                  </a:lnTo>
                  <a:lnTo>
                    <a:pt x="2127859" y="131275"/>
                  </a:lnTo>
                  <a:lnTo>
                    <a:pt x="2118098" y="131198"/>
                  </a:lnTo>
                  <a:lnTo>
                    <a:pt x="2108337" y="131119"/>
                  </a:lnTo>
                  <a:lnTo>
                    <a:pt x="2098576" y="131039"/>
                  </a:lnTo>
                  <a:lnTo>
                    <a:pt x="2088815" y="130949"/>
                  </a:lnTo>
                  <a:lnTo>
                    <a:pt x="2079055" y="130795"/>
                  </a:lnTo>
                  <a:lnTo>
                    <a:pt x="2069294" y="130621"/>
                  </a:lnTo>
                  <a:lnTo>
                    <a:pt x="2059533" y="130503"/>
                  </a:lnTo>
                  <a:lnTo>
                    <a:pt x="2049772" y="130437"/>
                  </a:lnTo>
                  <a:lnTo>
                    <a:pt x="2040011" y="130370"/>
                  </a:lnTo>
                  <a:lnTo>
                    <a:pt x="2030250" y="130310"/>
                  </a:lnTo>
                  <a:lnTo>
                    <a:pt x="2020490" y="130264"/>
                  </a:lnTo>
                  <a:lnTo>
                    <a:pt x="2010729" y="130268"/>
                  </a:lnTo>
                  <a:lnTo>
                    <a:pt x="2000968" y="130193"/>
                  </a:lnTo>
                  <a:lnTo>
                    <a:pt x="1991207" y="130089"/>
                  </a:lnTo>
                  <a:lnTo>
                    <a:pt x="1981446" y="129967"/>
                  </a:lnTo>
                  <a:lnTo>
                    <a:pt x="1971685" y="129900"/>
                  </a:lnTo>
                  <a:lnTo>
                    <a:pt x="1961925" y="129833"/>
                  </a:lnTo>
                  <a:lnTo>
                    <a:pt x="1952164" y="129765"/>
                  </a:lnTo>
                  <a:lnTo>
                    <a:pt x="1942403" y="129698"/>
                  </a:lnTo>
                  <a:lnTo>
                    <a:pt x="1932642" y="129630"/>
                  </a:lnTo>
                  <a:lnTo>
                    <a:pt x="1922881" y="129563"/>
                  </a:lnTo>
                  <a:lnTo>
                    <a:pt x="1913121" y="129495"/>
                  </a:lnTo>
                  <a:lnTo>
                    <a:pt x="1903360" y="129427"/>
                  </a:lnTo>
                  <a:lnTo>
                    <a:pt x="1893599" y="129359"/>
                  </a:lnTo>
                  <a:lnTo>
                    <a:pt x="1883838" y="129291"/>
                  </a:lnTo>
                  <a:lnTo>
                    <a:pt x="1874077" y="129230"/>
                  </a:lnTo>
                  <a:lnTo>
                    <a:pt x="1864316" y="129156"/>
                  </a:lnTo>
                  <a:lnTo>
                    <a:pt x="1854556" y="129088"/>
                  </a:lnTo>
                  <a:lnTo>
                    <a:pt x="1844795" y="129055"/>
                  </a:lnTo>
                  <a:lnTo>
                    <a:pt x="1835034" y="128998"/>
                  </a:lnTo>
                  <a:lnTo>
                    <a:pt x="1825273" y="128940"/>
                  </a:lnTo>
                  <a:lnTo>
                    <a:pt x="1815512" y="128881"/>
                  </a:lnTo>
                  <a:lnTo>
                    <a:pt x="1805752" y="128849"/>
                  </a:lnTo>
                  <a:lnTo>
                    <a:pt x="1795991" y="128775"/>
                  </a:lnTo>
                  <a:lnTo>
                    <a:pt x="1786230" y="128704"/>
                  </a:lnTo>
                  <a:lnTo>
                    <a:pt x="1776469" y="128640"/>
                  </a:lnTo>
                  <a:lnTo>
                    <a:pt x="1766708" y="128477"/>
                  </a:lnTo>
                  <a:lnTo>
                    <a:pt x="1756947" y="128408"/>
                  </a:lnTo>
                  <a:lnTo>
                    <a:pt x="1747187" y="128340"/>
                  </a:lnTo>
                  <a:lnTo>
                    <a:pt x="1737426" y="128270"/>
                  </a:lnTo>
                  <a:lnTo>
                    <a:pt x="1727665" y="128215"/>
                  </a:lnTo>
                  <a:lnTo>
                    <a:pt x="1717904" y="128133"/>
                  </a:lnTo>
                  <a:lnTo>
                    <a:pt x="1708143" y="128062"/>
                  </a:lnTo>
                  <a:lnTo>
                    <a:pt x="1698382" y="127956"/>
                  </a:lnTo>
                  <a:lnTo>
                    <a:pt x="1688622" y="127818"/>
                  </a:lnTo>
                  <a:lnTo>
                    <a:pt x="1678861" y="127704"/>
                  </a:lnTo>
                  <a:lnTo>
                    <a:pt x="1669100" y="127732"/>
                  </a:lnTo>
                  <a:lnTo>
                    <a:pt x="1659339" y="127642"/>
                  </a:lnTo>
                  <a:lnTo>
                    <a:pt x="1649578" y="127493"/>
                  </a:lnTo>
                  <a:lnTo>
                    <a:pt x="1639818" y="127343"/>
                  </a:lnTo>
                  <a:lnTo>
                    <a:pt x="1630057" y="127396"/>
                  </a:lnTo>
                  <a:lnTo>
                    <a:pt x="1620296" y="127277"/>
                  </a:lnTo>
                  <a:lnTo>
                    <a:pt x="1610535" y="127110"/>
                  </a:lnTo>
                  <a:lnTo>
                    <a:pt x="1600774" y="127058"/>
                  </a:lnTo>
                  <a:lnTo>
                    <a:pt x="1591013" y="126910"/>
                  </a:lnTo>
                  <a:lnTo>
                    <a:pt x="1581253" y="126880"/>
                  </a:lnTo>
                  <a:lnTo>
                    <a:pt x="1571492" y="126851"/>
                  </a:lnTo>
                  <a:lnTo>
                    <a:pt x="1561731" y="126820"/>
                  </a:lnTo>
                  <a:lnTo>
                    <a:pt x="1551970" y="126793"/>
                  </a:lnTo>
                  <a:lnTo>
                    <a:pt x="1542209" y="126782"/>
                  </a:lnTo>
                  <a:lnTo>
                    <a:pt x="1532448" y="126769"/>
                  </a:lnTo>
                  <a:lnTo>
                    <a:pt x="1522688" y="126739"/>
                  </a:lnTo>
                  <a:lnTo>
                    <a:pt x="1512927" y="126670"/>
                  </a:lnTo>
                  <a:lnTo>
                    <a:pt x="1503166" y="126734"/>
                  </a:lnTo>
                  <a:lnTo>
                    <a:pt x="1493405" y="126656"/>
                  </a:lnTo>
                  <a:lnTo>
                    <a:pt x="1483644" y="126572"/>
                  </a:lnTo>
                  <a:lnTo>
                    <a:pt x="1473884" y="126589"/>
                  </a:lnTo>
                  <a:lnTo>
                    <a:pt x="1464123" y="126526"/>
                  </a:lnTo>
                  <a:lnTo>
                    <a:pt x="1454362" y="126519"/>
                  </a:lnTo>
                  <a:lnTo>
                    <a:pt x="1444601" y="126584"/>
                  </a:lnTo>
                  <a:lnTo>
                    <a:pt x="1434840" y="126526"/>
                  </a:lnTo>
                  <a:lnTo>
                    <a:pt x="1425079" y="126471"/>
                  </a:lnTo>
                  <a:lnTo>
                    <a:pt x="1415319" y="126556"/>
                  </a:lnTo>
                  <a:lnTo>
                    <a:pt x="1405558" y="126478"/>
                  </a:lnTo>
                  <a:lnTo>
                    <a:pt x="1395797" y="126437"/>
                  </a:lnTo>
                  <a:lnTo>
                    <a:pt x="1386036" y="126426"/>
                  </a:lnTo>
                  <a:lnTo>
                    <a:pt x="1376275" y="126406"/>
                  </a:lnTo>
                  <a:lnTo>
                    <a:pt x="1366515" y="126395"/>
                  </a:lnTo>
                  <a:lnTo>
                    <a:pt x="1356754" y="126384"/>
                  </a:lnTo>
                  <a:lnTo>
                    <a:pt x="1346993" y="126351"/>
                  </a:lnTo>
                  <a:lnTo>
                    <a:pt x="1337232" y="126335"/>
                  </a:lnTo>
                  <a:lnTo>
                    <a:pt x="1327471" y="126202"/>
                  </a:lnTo>
                  <a:lnTo>
                    <a:pt x="1317710" y="126068"/>
                  </a:lnTo>
                  <a:lnTo>
                    <a:pt x="1307950" y="126013"/>
                  </a:lnTo>
                  <a:lnTo>
                    <a:pt x="1298189" y="125993"/>
                  </a:lnTo>
                  <a:lnTo>
                    <a:pt x="1288428" y="126044"/>
                  </a:lnTo>
                  <a:lnTo>
                    <a:pt x="1278667" y="126092"/>
                  </a:lnTo>
                  <a:lnTo>
                    <a:pt x="1268906" y="126027"/>
                  </a:lnTo>
                  <a:lnTo>
                    <a:pt x="1259145" y="126059"/>
                  </a:lnTo>
                  <a:lnTo>
                    <a:pt x="1249385" y="126112"/>
                  </a:lnTo>
                  <a:lnTo>
                    <a:pt x="1239624" y="126199"/>
                  </a:lnTo>
                  <a:lnTo>
                    <a:pt x="1229863" y="126239"/>
                  </a:lnTo>
                  <a:lnTo>
                    <a:pt x="1220102" y="126042"/>
                  </a:lnTo>
                  <a:lnTo>
                    <a:pt x="1210341" y="125925"/>
                  </a:lnTo>
                  <a:lnTo>
                    <a:pt x="1200581" y="125994"/>
                  </a:lnTo>
                  <a:lnTo>
                    <a:pt x="1190820" y="126079"/>
                  </a:lnTo>
                  <a:lnTo>
                    <a:pt x="1181059" y="126125"/>
                  </a:lnTo>
                  <a:lnTo>
                    <a:pt x="1171298" y="126060"/>
                  </a:lnTo>
                  <a:lnTo>
                    <a:pt x="1161537" y="126097"/>
                  </a:lnTo>
                  <a:lnTo>
                    <a:pt x="1151776" y="126136"/>
                  </a:lnTo>
                  <a:lnTo>
                    <a:pt x="1142016" y="126137"/>
                  </a:lnTo>
                  <a:lnTo>
                    <a:pt x="1132255" y="126133"/>
                  </a:lnTo>
                  <a:lnTo>
                    <a:pt x="1122494" y="126123"/>
                  </a:lnTo>
                  <a:lnTo>
                    <a:pt x="1112733" y="126110"/>
                  </a:lnTo>
                  <a:lnTo>
                    <a:pt x="1102972" y="126101"/>
                  </a:lnTo>
                  <a:lnTo>
                    <a:pt x="1093212" y="126238"/>
                  </a:lnTo>
                  <a:lnTo>
                    <a:pt x="1083451" y="126243"/>
                  </a:lnTo>
                  <a:lnTo>
                    <a:pt x="1073690" y="126256"/>
                  </a:lnTo>
                  <a:lnTo>
                    <a:pt x="1063929" y="126303"/>
                  </a:lnTo>
                  <a:lnTo>
                    <a:pt x="1054168" y="126348"/>
                  </a:lnTo>
                  <a:lnTo>
                    <a:pt x="1044407" y="126398"/>
                  </a:lnTo>
                  <a:lnTo>
                    <a:pt x="1034647" y="126448"/>
                  </a:lnTo>
                  <a:lnTo>
                    <a:pt x="1024886" y="126439"/>
                  </a:lnTo>
                  <a:lnTo>
                    <a:pt x="1015125" y="126441"/>
                  </a:lnTo>
                  <a:lnTo>
                    <a:pt x="1005364" y="126542"/>
                  </a:lnTo>
                  <a:lnTo>
                    <a:pt x="995603" y="126643"/>
                  </a:lnTo>
                  <a:lnTo>
                    <a:pt x="985842" y="126694"/>
                  </a:lnTo>
                  <a:lnTo>
                    <a:pt x="976082" y="126744"/>
                  </a:lnTo>
                  <a:lnTo>
                    <a:pt x="966321" y="126794"/>
                  </a:lnTo>
                  <a:lnTo>
                    <a:pt x="956560" y="126872"/>
                  </a:lnTo>
                  <a:lnTo>
                    <a:pt x="946799" y="126927"/>
                  </a:lnTo>
                  <a:lnTo>
                    <a:pt x="937038" y="126944"/>
                  </a:lnTo>
                  <a:lnTo>
                    <a:pt x="927278" y="126998"/>
                  </a:lnTo>
                  <a:lnTo>
                    <a:pt x="917517" y="127147"/>
                  </a:lnTo>
                  <a:lnTo>
                    <a:pt x="907756" y="127226"/>
                  </a:lnTo>
                  <a:lnTo>
                    <a:pt x="897995" y="127414"/>
                  </a:lnTo>
                  <a:lnTo>
                    <a:pt x="888234" y="127549"/>
                  </a:lnTo>
                  <a:lnTo>
                    <a:pt x="878473" y="127681"/>
                  </a:lnTo>
                  <a:lnTo>
                    <a:pt x="868713" y="127643"/>
                  </a:lnTo>
                  <a:lnTo>
                    <a:pt x="858952" y="127731"/>
                  </a:lnTo>
                  <a:lnTo>
                    <a:pt x="849191" y="127879"/>
                  </a:lnTo>
                  <a:lnTo>
                    <a:pt x="839430" y="128002"/>
                  </a:lnTo>
                  <a:lnTo>
                    <a:pt x="829669" y="128179"/>
                  </a:lnTo>
                  <a:lnTo>
                    <a:pt x="819909" y="128319"/>
                  </a:lnTo>
                  <a:lnTo>
                    <a:pt x="810148" y="128430"/>
                  </a:lnTo>
                  <a:lnTo>
                    <a:pt x="800387" y="128490"/>
                  </a:lnTo>
                  <a:lnTo>
                    <a:pt x="790626" y="128575"/>
                  </a:lnTo>
                  <a:lnTo>
                    <a:pt x="780865" y="128706"/>
                  </a:lnTo>
                  <a:lnTo>
                    <a:pt x="771104" y="128775"/>
                  </a:lnTo>
                  <a:lnTo>
                    <a:pt x="761344" y="128798"/>
                  </a:lnTo>
                  <a:lnTo>
                    <a:pt x="751583" y="128821"/>
                  </a:lnTo>
                  <a:lnTo>
                    <a:pt x="741822" y="128843"/>
                  </a:lnTo>
                  <a:lnTo>
                    <a:pt x="732061" y="128873"/>
                  </a:lnTo>
                  <a:lnTo>
                    <a:pt x="722300" y="129085"/>
                  </a:lnTo>
                  <a:lnTo>
                    <a:pt x="712539" y="129287"/>
                  </a:lnTo>
                  <a:lnTo>
                    <a:pt x="702779" y="129355"/>
                  </a:lnTo>
                  <a:lnTo>
                    <a:pt x="693018" y="129422"/>
                  </a:lnTo>
                  <a:lnTo>
                    <a:pt x="683257" y="129599"/>
                  </a:lnTo>
                  <a:lnTo>
                    <a:pt x="673496" y="129709"/>
                  </a:lnTo>
                  <a:lnTo>
                    <a:pt x="663735" y="129770"/>
                  </a:lnTo>
                  <a:lnTo>
                    <a:pt x="653975" y="129763"/>
                  </a:lnTo>
                  <a:lnTo>
                    <a:pt x="644214" y="129787"/>
                  </a:lnTo>
                  <a:lnTo>
                    <a:pt x="634453" y="129832"/>
                  </a:lnTo>
                  <a:lnTo>
                    <a:pt x="624692" y="129898"/>
                  </a:lnTo>
                  <a:lnTo>
                    <a:pt x="614931" y="129978"/>
                  </a:lnTo>
                  <a:lnTo>
                    <a:pt x="605170" y="130175"/>
                  </a:lnTo>
                  <a:lnTo>
                    <a:pt x="595410" y="130343"/>
                  </a:lnTo>
                  <a:lnTo>
                    <a:pt x="585649" y="130400"/>
                  </a:lnTo>
                  <a:lnTo>
                    <a:pt x="575888" y="130522"/>
                  </a:lnTo>
                  <a:lnTo>
                    <a:pt x="566127" y="130577"/>
                  </a:lnTo>
                  <a:lnTo>
                    <a:pt x="556366" y="130774"/>
                  </a:lnTo>
                  <a:lnTo>
                    <a:pt x="546606" y="131081"/>
                  </a:lnTo>
                  <a:lnTo>
                    <a:pt x="536845" y="131183"/>
                  </a:lnTo>
                  <a:lnTo>
                    <a:pt x="527084" y="131213"/>
                  </a:lnTo>
                  <a:lnTo>
                    <a:pt x="517323" y="131241"/>
                  </a:lnTo>
                  <a:lnTo>
                    <a:pt x="507562" y="131322"/>
                  </a:lnTo>
                  <a:lnTo>
                    <a:pt x="497801" y="131465"/>
                  </a:lnTo>
                  <a:lnTo>
                    <a:pt x="488041" y="131584"/>
                  </a:lnTo>
                  <a:lnTo>
                    <a:pt x="478280" y="131747"/>
                  </a:lnTo>
                  <a:lnTo>
                    <a:pt x="468519" y="131887"/>
                  </a:lnTo>
                  <a:lnTo>
                    <a:pt x="458758" y="132027"/>
                  </a:lnTo>
                  <a:lnTo>
                    <a:pt x="448997" y="132134"/>
                  </a:lnTo>
                  <a:lnTo>
                    <a:pt x="439236" y="132228"/>
                  </a:lnTo>
                  <a:lnTo>
                    <a:pt x="429476" y="132321"/>
                  </a:lnTo>
                  <a:lnTo>
                    <a:pt x="419715" y="132448"/>
                  </a:lnTo>
                  <a:lnTo>
                    <a:pt x="409954" y="132583"/>
                  </a:lnTo>
                  <a:lnTo>
                    <a:pt x="400193" y="132749"/>
                  </a:lnTo>
                  <a:lnTo>
                    <a:pt x="390432" y="132818"/>
                  </a:lnTo>
                  <a:lnTo>
                    <a:pt x="380672" y="132991"/>
                  </a:lnTo>
                  <a:lnTo>
                    <a:pt x="370911" y="133203"/>
                  </a:lnTo>
                  <a:lnTo>
                    <a:pt x="361150" y="133412"/>
                  </a:lnTo>
                  <a:lnTo>
                    <a:pt x="351389" y="133586"/>
                  </a:lnTo>
                  <a:lnTo>
                    <a:pt x="341628" y="133753"/>
                  </a:lnTo>
                  <a:lnTo>
                    <a:pt x="331867" y="133900"/>
                  </a:lnTo>
                  <a:lnTo>
                    <a:pt x="322107" y="133999"/>
                  </a:lnTo>
                  <a:lnTo>
                    <a:pt x="312346" y="134096"/>
                  </a:lnTo>
                  <a:lnTo>
                    <a:pt x="302585" y="134230"/>
                  </a:lnTo>
                  <a:lnTo>
                    <a:pt x="292824" y="134361"/>
                  </a:lnTo>
                  <a:lnTo>
                    <a:pt x="283063" y="134460"/>
                  </a:lnTo>
                  <a:lnTo>
                    <a:pt x="273303" y="134642"/>
                  </a:lnTo>
                  <a:lnTo>
                    <a:pt x="263542" y="134696"/>
                  </a:lnTo>
                  <a:lnTo>
                    <a:pt x="253781" y="134721"/>
                  </a:lnTo>
                  <a:lnTo>
                    <a:pt x="244020" y="134857"/>
                  </a:lnTo>
                  <a:lnTo>
                    <a:pt x="234259" y="135066"/>
                  </a:lnTo>
                  <a:lnTo>
                    <a:pt x="224498" y="135282"/>
                  </a:lnTo>
                  <a:lnTo>
                    <a:pt x="214738" y="135425"/>
                  </a:lnTo>
                  <a:lnTo>
                    <a:pt x="204977" y="135583"/>
                  </a:lnTo>
                  <a:lnTo>
                    <a:pt x="195216" y="135785"/>
                  </a:lnTo>
                  <a:lnTo>
                    <a:pt x="185455" y="135993"/>
                  </a:lnTo>
                  <a:lnTo>
                    <a:pt x="175694" y="136190"/>
                  </a:lnTo>
                  <a:lnTo>
                    <a:pt x="165933" y="136403"/>
                  </a:lnTo>
                  <a:lnTo>
                    <a:pt x="156173" y="136586"/>
                  </a:lnTo>
                  <a:lnTo>
                    <a:pt x="146412" y="136759"/>
                  </a:lnTo>
                  <a:lnTo>
                    <a:pt x="136651" y="136866"/>
                  </a:lnTo>
                  <a:lnTo>
                    <a:pt x="126890" y="137024"/>
                  </a:lnTo>
                  <a:lnTo>
                    <a:pt x="117129" y="137142"/>
                  </a:lnTo>
                  <a:lnTo>
                    <a:pt x="107369" y="137307"/>
                  </a:lnTo>
                  <a:lnTo>
                    <a:pt x="97608" y="137525"/>
                  </a:lnTo>
                  <a:lnTo>
                    <a:pt x="87847" y="137647"/>
                  </a:lnTo>
                  <a:lnTo>
                    <a:pt x="78086" y="137829"/>
                  </a:lnTo>
                  <a:lnTo>
                    <a:pt x="68325" y="137982"/>
                  </a:lnTo>
                  <a:lnTo>
                    <a:pt x="58564" y="138204"/>
                  </a:lnTo>
                  <a:lnTo>
                    <a:pt x="48804" y="138365"/>
                  </a:lnTo>
                  <a:lnTo>
                    <a:pt x="39043" y="138559"/>
                  </a:lnTo>
                  <a:lnTo>
                    <a:pt x="29282" y="138745"/>
                  </a:lnTo>
                  <a:lnTo>
                    <a:pt x="19521" y="138863"/>
                  </a:lnTo>
                  <a:lnTo>
                    <a:pt x="9760" y="139088"/>
                  </a:lnTo>
                  <a:lnTo>
                    <a:pt x="0" y="139249"/>
                  </a:lnTo>
                  <a:close/>
                </a:path>
              </a:pathLst>
            </a:custGeom>
            <a:solidFill>
              <a:srgbClr val="E69F00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3"/>
            <p:cNvSpPr/>
            <p:nvPr/>
          </p:nvSpPr>
          <p:spPr>
            <a:xfrm>
              <a:off x="3461961" y="5497267"/>
              <a:ext cx="2528052" cy="86424"/>
            </a:xfrm>
            <a:custGeom>
              <a:avLst/>
              <a:pathLst>
                <a:path w="2528052" h="86424">
                  <a:moveTo>
                    <a:pt x="0" y="82677"/>
                  </a:moveTo>
                  <a:lnTo>
                    <a:pt x="9760" y="82814"/>
                  </a:lnTo>
                  <a:lnTo>
                    <a:pt x="19521" y="82877"/>
                  </a:lnTo>
                  <a:lnTo>
                    <a:pt x="29282" y="82876"/>
                  </a:lnTo>
                  <a:lnTo>
                    <a:pt x="39043" y="82899"/>
                  </a:lnTo>
                  <a:lnTo>
                    <a:pt x="48804" y="83005"/>
                  </a:lnTo>
                  <a:lnTo>
                    <a:pt x="58564" y="83116"/>
                  </a:lnTo>
                  <a:lnTo>
                    <a:pt x="68325" y="83275"/>
                  </a:lnTo>
                  <a:lnTo>
                    <a:pt x="78086" y="83330"/>
                  </a:lnTo>
                  <a:lnTo>
                    <a:pt x="87847" y="83286"/>
                  </a:lnTo>
                  <a:lnTo>
                    <a:pt x="97608" y="83294"/>
                  </a:lnTo>
                  <a:lnTo>
                    <a:pt x="107369" y="83409"/>
                  </a:lnTo>
                  <a:lnTo>
                    <a:pt x="117129" y="83580"/>
                  </a:lnTo>
                  <a:lnTo>
                    <a:pt x="126890" y="83727"/>
                  </a:lnTo>
                  <a:lnTo>
                    <a:pt x="136651" y="83859"/>
                  </a:lnTo>
                  <a:lnTo>
                    <a:pt x="146412" y="84084"/>
                  </a:lnTo>
                  <a:lnTo>
                    <a:pt x="156173" y="84257"/>
                  </a:lnTo>
                  <a:lnTo>
                    <a:pt x="165933" y="84299"/>
                  </a:lnTo>
                  <a:lnTo>
                    <a:pt x="175694" y="84406"/>
                  </a:lnTo>
                  <a:lnTo>
                    <a:pt x="185455" y="84598"/>
                  </a:lnTo>
                  <a:lnTo>
                    <a:pt x="195216" y="84911"/>
                  </a:lnTo>
                  <a:lnTo>
                    <a:pt x="204977" y="85065"/>
                  </a:lnTo>
                  <a:lnTo>
                    <a:pt x="214738" y="85119"/>
                  </a:lnTo>
                  <a:lnTo>
                    <a:pt x="224498" y="85105"/>
                  </a:lnTo>
                  <a:lnTo>
                    <a:pt x="234259" y="85190"/>
                  </a:lnTo>
                  <a:lnTo>
                    <a:pt x="244020" y="85349"/>
                  </a:lnTo>
                  <a:lnTo>
                    <a:pt x="253781" y="85308"/>
                  </a:lnTo>
                  <a:lnTo>
                    <a:pt x="263542" y="85412"/>
                  </a:lnTo>
                  <a:lnTo>
                    <a:pt x="273303" y="85656"/>
                  </a:lnTo>
                  <a:lnTo>
                    <a:pt x="283063" y="85728"/>
                  </a:lnTo>
                  <a:lnTo>
                    <a:pt x="292824" y="85678"/>
                  </a:lnTo>
                  <a:lnTo>
                    <a:pt x="302585" y="85645"/>
                  </a:lnTo>
                  <a:lnTo>
                    <a:pt x="312346" y="85745"/>
                  </a:lnTo>
                  <a:lnTo>
                    <a:pt x="322107" y="85964"/>
                  </a:lnTo>
                  <a:lnTo>
                    <a:pt x="331867" y="86011"/>
                  </a:lnTo>
                  <a:lnTo>
                    <a:pt x="341628" y="86125"/>
                  </a:lnTo>
                  <a:lnTo>
                    <a:pt x="351389" y="86254"/>
                  </a:lnTo>
                  <a:lnTo>
                    <a:pt x="361150" y="86374"/>
                  </a:lnTo>
                  <a:lnTo>
                    <a:pt x="370911" y="86412"/>
                  </a:lnTo>
                  <a:lnTo>
                    <a:pt x="380672" y="86282"/>
                  </a:lnTo>
                  <a:lnTo>
                    <a:pt x="390432" y="86201"/>
                  </a:lnTo>
                  <a:lnTo>
                    <a:pt x="400193" y="86232"/>
                  </a:lnTo>
                  <a:lnTo>
                    <a:pt x="409954" y="86231"/>
                  </a:lnTo>
                  <a:lnTo>
                    <a:pt x="419715" y="86295"/>
                  </a:lnTo>
                  <a:lnTo>
                    <a:pt x="429476" y="86254"/>
                  </a:lnTo>
                  <a:lnTo>
                    <a:pt x="439236" y="86281"/>
                  </a:lnTo>
                  <a:lnTo>
                    <a:pt x="448997" y="86392"/>
                  </a:lnTo>
                  <a:lnTo>
                    <a:pt x="458758" y="86424"/>
                  </a:lnTo>
                  <a:lnTo>
                    <a:pt x="468519" y="86339"/>
                  </a:lnTo>
                  <a:lnTo>
                    <a:pt x="478280" y="86313"/>
                  </a:lnTo>
                  <a:lnTo>
                    <a:pt x="488041" y="86218"/>
                  </a:lnTo>
                  <a:lnTo>
                    <a:pt x="497801" y="86212"/>
                  </a:lnTo>
                  <a:lnTo>
                    <a:pt x="507562" y="86236"/>
                  </a:lnTo>
                  <a:lnTo>
                    <a:pt x="517323" y="86268"/>
                  </a:lnTo>
                  <a:lnTo>
                    <a:pt x="527084" y="86195"/>
                  </a:lnTo>
                  <a:lnTo>
                    <a:pt x="536845" y="86115"/>
                  </a:lnTo>
                  <a:lnTo>
                    <a:pt x="546606" y="85949"/>
                  </a:lnTo>
                  <a:lnTo>
                    <a:pt x="556366" y="85832"/>
                  </a:lnTo>
                  <a:lnTo>
                    <a:pt x="566127" y="85629"/>
                  </a:lnTo>
                  <a:lnTo>
                    <a:pt x="575888" y="85474"/>
                  </a:lnTo>
                  <a:lnTo>
                    <a:pt x="585649" y="85373"/>
                  </a:lnTo>
                  <a:lnTo>
                    <a:pt x="595410" y="85320"/>
                  </a:lnTo>
                  <a:lnTo>
                    <a:pt x="605170" y="85220"/>
                  </a:lnTo>
                  <a:lnTo>
                    <a:pt x="614931" y="85138"/>
                  </a:lnTo>
                  <a:lnTo>
                    <a:pt x="624692" y="85081"/>
                  </a:lnTo>
                  <a:lnTo>
                    <a:pt x="634453" y="85021"/>
                  </a:lnTo>
                  <a:lnTo>
                    <a:pt x="644214" y="84937"/>
                  </a:lnTo>
                  <a:lnTo>
                    <a:pt x="653975" y="84805"/>
                  </a:lnTo>
                  <a:lnTo>
                    <a:pt x="663735" y="84873"/>
                  </a:lnTo>
                  <a:lnTo>
                    <a:pt x="673496" y="84866"/>
                  </a:lnTo>
                  <a:lnTo>
                    <a:pt x="683257" y="84731"/>
                  </a:lnTo>
                  <a:lnTo>
                    <a:pt x="693018" y="84664"/>
                  </a:lnTo>
                  <a:lnTo>
                    <a:pt x="702779" y="84598"/>
                  </a:lnTo>
                  <a:lnTo>
                    <a:pt x="712539" y="84538"/>
                  </a:lnTo>
                  <a:lnTo>
                    <a:pt x="722300" y="84481"/>
                  </a:lnTo>
                  <a:lnTo>
                    <a:pt x="732061" y="84250"/>
                  </a:lnTo>
                  <a:lnTo>
                    <a:pt x="741822" y="83937"/>
                  </a:lnTo>
                  <a:lnTo>
                    <a:pt x="751583" y="83881"/>
                  </a:lnTo>
                  <a:lnTo>
                    <a:pt x="761344" y="83804"/>
                  </a:lnTo>
                  <a:lnTo>
                    <a:pt x="771104" y="83665"/>
                  </a:lnTo>
                  <a:lnTo>
                    <a:pt x="780865" y="83600"/>
                  </a:lnTo>
                  <a:lnTo>
                    <a:pt x="790626" y="83470"/>
                  </a:lnTo>
                  <a:lnTo>
                    <a:pt x="800387" y="83348"/>
                  </a:lnTo>
                  <a:lnTo>
                    <a:pt x="810148" y="83110"/>
                  </a:lnTo>
                  <a:lnTo>
                    <a:pt x="819909" y="82884"/>
                  </a:lnTo>
                  <a:lnTo>
                    <a:pt x="829669" y="82703"/>
                  </a:lnTo>
                  <a:lnTo>
                    <a:pt x="839430" y="82610"/>
                  </a:lnTo>
                  <a:lnTo>
                    <a:pt x="849191" y="82538"/>
                  </a:lnTo>
                  <a:lnTo>
                    <a:pt x="858952" y="82377"/>
                  </a:lnTo>
                  <a:lnTo>
                    <a:pt x="868713" y="82116"/>
                  </a:lnTo>
                  <a:lnTo>
                    <a:pt x="878473" y="81985"/>
                  </a:lnTo>
                  <a:lnTo>
                    <a:pt x="888234" y="81803"/>
                  </a:lnTo>
                  <a:lnTo>
                    <a:pt x="897995" y="81602"/>
                  </a:lnTo>
                  <a:lnTo>
                    <a:pt x="907756" y="81313"/>
                  </a:lnTo>
                  <a:lnTo>
                    <a:pt x="917517" y="81166"/>
                  </a:lnTo>
                  <a:lnTo>
                    <a:pt x="927278" y="80906"/>
                  </a:lnTo>
                  <a:lnTo>
                    <a:pt x="937038" y="80772"/>
                  </a:lnTo>
                  <a:lnTo>
                    <a:pt x="946799" y="80522"/>
                  </a:lnTo>
                  <a:lnTo>
                    <a:pt x="956560" y="80329"/>
                  </a:lnTo>
                  <a:lnTo>
                    <a:pt x="966321" y="80049"/>
                  </a:lnTo>
                  <a:lnTo>
                    <a:pt x="976082" y="79645"/>
                  </a:lnTo>
                  <a:lnTo>
                    <a:pt x="985842" y="79599"/>
                  </a:lnTo>
                  <a:lnTo>
                    <a:pt x="995603" y="79279"/>
                  </a:lnTo>
                  <a:lnTo>
                    <a:pt x="1005364" y="78929"/>
                  </a:lnTo>
                  <a:lnTo>
                    <a:pt x="1015125" y="78814"/>
                  </a:lnTo>
                  <a:lnTo>
                    <a:pt x="1024886" y="78532"/>
                  </a:lnTo>
                  <a:lnTo>
                    <a:pt x="1034647" y="78283"/>
                  </a:lnTo>
                  <a:lnTo>
                    <a:pt x="1044407" y="77818"/>
                  </a:lnTo>
                  <a:lnTo>
                    <a:pt x="1054168" y="77657"/>
                  </a:lnTo>
                  <a:lnTo>
                    <a:pt x="1063929" y="77296"/>
                  </a:lnTo>
                  <a:lnTo>
                    <a:pt x="1073690" y="77058"/>
                  </a:lnTo>
                  <a:lnTo>
                    <a:pt x="1083451" y="77052"/>
                  </a:lnTo>
                  <a:lnTo>
                    <a:pt x="1093212" y="76929"/>
                  </a:lnTo>
                  <a:lnTo>
                    <a:pt x="1102972" y="76604"/>
                  </a:lnTo>
                  <a:lnTo>
                    <a:pt x="1112733" y="76369"/>
                  </a:lnTo>
                  <a:lnTo>
                    <a:pt x="1122494" y="76099"/>
                  </a:lnTo>
                  <a:lnTo>
                    <a:pt x="1132255" y="75820"/>
                  </a:lnTo>
                  <a:lnTo>
                    <a:pt x="1142016" y="75351"/>
                  </a:lnTo>
                  <a:lnTo>
                    <a:pt x="1151776" y="75153"/>
                  </a:lnTo>
                  <a:lnTo>
                    <a:pt x="1161537" y="74872"/>
                  </a:lnTo>
                  <a:lnTo>
                    <a:pt x="1171298" y="74501"/>
                  </a:lnTo>
                  <a:lnTo>
                    <a:pt x="1181059" y="74073"/>
                  </a:lnTo>
                  <a:lnTo>
                    <a:pt x="1190820" y="73559"/>
                  </a:lnTo>
                  <a:lnTo>
                    <a:pt x="1200581" y="73109"/>
                  </a:lnTo>
                  <a:lnTo>
                    <a:pt x="1210341" y="72892"/>
                  </a:lnTo>
                  <a:lnTo>
                    <a:pt x="1220102" y="72650"/>
                  </a:lnTo>
                  <a:lnTo>
                    <a:pt x="1229863" y="72331"/>
                  </a:lnTo>
                  <a:lnTo>
                    <a:pt x="1239624" y="72150"/>
                  </a:lnTo>
                  <a:lnTo>
                    <a:pt x="1249385" y="71860"/>
                  </a:lnTo>
                  <a:lnTo>
                    <a:pt x="1259145" y="71449"/>
                  </a:lnTo>
                  <a:lnTo>
                    <a:pt x="1268906" y="71220"/>
                  </a:lnTo>
                  <a:lnTo>
                    <a:pt x="1278667" y="70996"/>
                  </a:lnTo>
                  <a:lnTo>
                    <a:pt x="1288428" y="70700"/>
                  </a:lnTo>
                  <a:lnTo>
                    <a:pt x="1298189" y="70245"/>
                  </a:lnTo>
                  <a:lnTo>
                    <a:pt x="1307950" y="69787"/>
                  </a:lnTo>
                  <a:lnTo>
                    <a:pt x="1317710" y="69328"/>
                  </a:lnTo>
                  <a:lnTo>
                    <a:pt x="1327471" y="68867"/>
                  </a:lnTo>
                  <a:lnTo>
                    <a:pt x="1337232" y="68406"/>
                  </a:lnTo>
                  <a:lnTo>
                    <a:pt x="1346993" y="67944"/>
                  </a:lnTo>
                  <a:lnTo>
                    <a:pt x="1356754" y="67746"/>
                  </a:lnTo>
                  <a:lnTo>
                    <a:pt x="1366515" y="67481"/>
                  </a:lnTo>
                  <a:lnTo>
                    <a:pt x="1376275" y="67025"/>
                  </a:lnTo>
                  <a:lnTo>
                    <a:pt x="1386036" y="66567"/>
                  </a:lnTo>
                  <a:lnTo>
                    <a:pt x="1395797" y="66125"/>
                  </a:lnTo>
                  <a:lnTo>
                    <a:pt x="1405558" y="65775"/>
                  </a:lnTo>
                  <a:lnTo>
                    <a:pt x="1415319" y="65428"/>
                  </a:lnTo>
                  <a:lnTo>
                    <a:pt x="1425079" y="65080"/>
                  </a:lnTo>
                  <a:lnTo>
                    <a:pt x="1434840" y="64729"/>
                  </a:lnTo>
                  <a:lnTo>
                    <a:pt x="1444601" y="64179"/>
                  </a:lnTo>
                  <a:lnTo>
                    <a:pt x="1454362" y="63628"/>
                  </a:lnTo>
                  <a:lnTo>
                    <a:pt x="1464123" y="63131"/>
                  </a:lnTo>
                  <a:lnTo>
                    <a:pt x="1473884" y="62574"/>
                  </a:lnTo>
                  <a:lnTo>
                    <a:pt x="1483644" y="62118"/>
                  </a:lnTo>
                  <a:lnTo>
                    <a:pt x="1493405" y="61797"/>
                  </a:lnTo>
                  <a:lnTo>
                    <a:pt x="1503166" y="61382"/>
                  </a:lnTo>
                  <a:lnTo>
                    <a:pt x="1512927" y="60894"/>
                  </a:lnTo>
                  <a:lnTo>
                    <a:pt x="1522688" y="60367"/>
                  </a:lnTo>
                  <a:lnTo>
                    <a:pt x="1532448" y="59807"/>
                  </a:lnTo>
                  <a:lnTo>
                    <a:pt x="1542209" y="59123"/>
                  </a:lnTo>
                  <a:lnTo>
                    <a:pt x="1551970" y="58643"/>
                  </a:lnTo>
                  <a:lnTo>
                    <a:pt x="1561731" y="58313"/>
                  </a:lnTo>
                  <a:lnTo>
                    <a:pt x="1571492" y="57799"/>
                  </a:lnTo>
                  <a:lnTo>
                    <a:pt x="1581253" y="57322"/>
                  </a:lnTo>
                  <a:lnTo>
                    <a:pt x="1591013" y="57031"/>
                  </a:lnTo>
                  <a:lnTo>
                    <a:pt x="1600774" y="56744"/>
                  </a:lnTo>
                  <a:lnTo>
                    <a:pt x="1610535" y="56457"/>
                  </a:lnTo>
                  <a:lnTo>
                    <a:pt x="1620296" y="56145"/>
                  </a:lnTo>
                  <a:lnTo>
                    <a:pt x="1630057" y="55770"/>
                  </a:lnTo>
                  <a:lnTo>
                    <a:pt x="1639818" y="55217"/>
                  </a:lnTo>
                  <a:lnTo>
                    <a:pt x="1649578" y="54893"/>
                  </a:lnTo>
                  <a:lnTo>
                    <a:pt x="1659339" y="54571"/>
                  </a:lnTo>
                  <a:lnTo>
                    <a:pt x="1669100" y="54151"/>
                  </a:lnTo>
                  <a:lnTo>
                    <a:pt x="1678861" y="53720"/>
                  </a:lnTo>
                  <a:lnTo>
                    <a:pt x="1688622" y="53234"/>
                  </a:lnTo>
                  <a:lnTo>
                    <a:pt x="1698382" y="52713"/>
                  </a:lnTo>
                  <a:lnTo>
                    <a:pt x="1708143" y="52184"/>
                  </a:lnTo>
                  <a:lnTo>
                    <a:pt x="1717904" y="51665"/>
                  </a:lnTo>
                  <a:lnTo>
                    <a:pt x="1727665" y="51130"/>
                  </a:lnTo>
                  <a:lnTo>
                    <a:pt x="1737426" y="50594"/>
                  </a:lnTo>
                  <a:lnTo>
                    <a:pt x="1747187" y="50056"/>
                  </a:lnTo>
                  <a:lnTo>
                    <a:pt x="1756947" y="49515"/>
                  </a:lnTo>
                  <a:lnTo>
                    <a:pt x="1766708" y="48973"/>
                  </a:lnTo>
                  <a:lnTo>
                    <a:pt x="1776469" y="48429"/>
                  </a:lnTo>
                  <a:lnTo>
                    <a:pt x="1786230" y="47885"/>
                  </a:lnTo>
                  <a:lnTo>
                    <a:pt x="1795991" y="47381"/>
                  </a:lnTo>
                  <a:lnTo>
                    <a:pt x="1805752" y="46920"/>
                  </a:lnTo>
                  <a:lnTo>
                    <a:pt x="1815512" y="46457"/>
                  </a:lnTo>
                  <a:lnTo>
                    <a:pt x="1825273" y="45993"/>
                  </a:lnTo>
                  <a:lnTo>
                    <a:pt x="1835034" y="45528"/>
                  </a:lnTo>
                  <a:lnTo>
                    <a:pt x="1844795" y="44832"/>
                  </a:lnTo>
                  <a:lnTo>
                    <a:pt x="1854556" y="44130"/>
                  </a:lnTo>
                  <a:lnTo>
                    <a:pt x="1864316" y="43888"/>
                  </a:lnTo>
                  <a:lnTo>
                    <a:pt x="1874077" y="43306"/>
                  </a:lnTo>
                  <a:lnTo>
                    <a:pt x="1883838" y="42721"/>
                  </a:lnTo>
                  <a:lnTo>
                    <a:pt x="1893599" y="42135"/>
                  </a:lnTo>
                  <a:lnTo>
                    <a:pt x="1903360" y="41546"/>
                  </a:lnTo>
                  <a:lnTo>
                    <a:pt x="1913121" y="40955"/>
                  </a:lnTo>
                  <a:lnTo>
                    <a:pt x="1922881" y="40362"/>
                  </a:lnTo>
                  <a:lnTo>
                    <a:pt x="1932642" y="39768"/>
                  </a:lnTo>
                  <a:lnTo>
                    <a:pt x="1942403" y="39040"/>
                  </a:lnTo>
                  <a:lnTo>
                    <a:pt x="1952164" y="38491"/>
                  </a:lnTo>
                  <a:lnTo>
                    <a:pt x="1961925" y="37966"/>
                  </a:lnTo>
                  <a:lnTo>
                    <a:pt x="1971685" y="37361"/>
                  </a:lnTo>
                  <a:lnTo>
                    <a:pt x="1981446" y="36758"/>
                  </a:lnTo>
                  <a:lnTo>
                    <a:pt x="1991207" y="36264"/>
                  </a:lnTo>
                  <a:lnTo>
                    <a:pt x="2000968" y="35851"/>
                  </a:lnTo>
                  <a:lnTo>
                    <a:pt x="2010729" y="35318"/>
                  </a:lnTo>
                  <a:lnTo>
                    <a:pt x="2020490" y="34527"/>
                  </a:lnTo>
                  <a:lnTo>
                    <a:pt x="2030250" y="33731"/>
                  </a:lnTo>
                  <a:lnTo>
                    <a:pt x="2040011" y="33065"/>
                  </a:lnTo>
                  <a:lnTo>
                    <a:pt x="2049772" y="32441"/>
                  </a:lnTo>
                  <a:lnTo>
                    <a:pt x="2059533" y="31816"/>
                  </a:lnTo>
                  <a:lnTo>
                    <a:pt x="2069294" y="31176"/>
                  </a:lnTo>
                  <a:lnTo>
                    <a:pt x="2079055" y="30558"/>
                  </a:lnTo>
                  <a:lnTo>
                    <a:pt x="2088815" y="30019"/>
                  </a:lnTo>
                  <a:lnTo>
                    <a:pt x="2098576" y="29698"/>
                  </a:lnTo>
                  <a:lnTo>
                    <a:pt x="2108337" y="29377"/>
                  </a:lnTo>
                  <a:lnTo>
                    <a:pt x="2118098" y="29056"/>
                  </a:lnTo>
                  <a:lnTo>
                    <a:pt x="2127859" y="28511"/>
                  </a:lnTo>
                  <a:lnTo>
                    <a:pt x="2137619" y="27704"/>
                  </a:lnTo>
                  <a:lnTo>
                    <a:pt x="2147380" y="26893"/>
                  </a:lnTo>
                  <a:lnTo>
                    <a:pt x="2157141" y="26352"/>
                  </a:lnTo>
                  <a:lnTo>
                    <a:pt x="2166902" y="25758"/>
                  </a:lnTo>
                  <a:lnTo>
                    <a:pt x="2176663" y="25171"/>
                  </a:lnTo>
                  <a:lnTo>
                    <a:pt x="2186424" y="24675"/>
                  </a:lnTo>
                  <a:lnTo>
                    <a:pt x="2196184" y="23974"/>
                  </a:lnTo>
                  <a:lnTo>
                    <a:pt x="2205945" y="23240"/>
                  </a:lnTo>
                  <a:lnTo>
                    <a:pt x="2215706" y="22504"/>
                  </a:lnTo>
                  <a:lnTo>
                    <a:pt x="2225467" y="21766"/>
                  </a:lnTo>
                  <a:lnTo>
                    <a:pt x="2235228" y="21030"/>
                  </a:lnTo>
                  <a:lnTo>
                    <a:pt x="2244988" y="20290"/>
                  </a:lnTo>
                  <a:lnTo>
                    <a:pt x="2254749" y="19625"/>
                  </a:lnTo>
                  <a:lnTo>
                    <a:pt x="2264510" y="19076"/>
                  </a:lnTo>
                  <a:lnTo>
                    <a:pt x="2274271" y="18526"/>
                  </a:lnTo>
                  <a:lnTo>
                    <a:pt x="2284032" y="17975"/>
                  </a:lnTo>
                  <a:lnTo>
                    <a:pt x="2293793" y="17423"/>
                  </a:lnTo>
                  <a:lnTo>
                    <a:pt x="2303553" y="16753"/>
                  </a:lnTo>
                  <a:lnTo>
                    <a:pt x="2313314" y="16036"/>
                  </a:lnTo>
                  <a:lnTo>
                    <a:pt x="2323075" y="15291"/>
                  </a:lnTo>
                  <a:lnTo>
                    <a:pt x="2332836" y="14544"/>
                  </a:lnTo>
                  <a:lnTo>
                    <a:pt x="2342597" y="13796"/>
                  </a:lnTo>
                  <a:lnTo>
                    <a:pt x="2352358" y="13046"/>
                  </a:lnTo>
                  <a:lnTo>
                    <a:pt x="2362118" y="12329"/>
                  </a:lnTo>
                  <a:lnTo>
                    <a:pt x="2371879" y="11655"/>
                  </a:lnTo>
                  <a:lnTo>
                    <a:pt x="2381640" y="10763"/>
                  </a:lnTo>
                  <a:lnTo>
                    <a:pt x="2391401" y="9992"/>
                  </a:lnTo>
                  <a:lnTo>
                    <a:pt x="2401162" y="9223"/>
                  </a:lnTo>
                  <a:lnTo>
                    <a:pt x="2410922" y="8470"/>
                  </a:lnTo>
                  <a:lnTo>
                    <a:pt x="2420683" y="7776"/>
                  </a:lnTo>
                  <a:lnTo>
                    <a:pt x="2430444" y="7080"/>
                  </a:lnTo>
                  <a:lnTo>
                    <a:pt x="2440205" y="6381"/>
                  </a:lnTo>
                  <a:lnTo>
                    <a:pt x="2449966" y="5684"/>
                  </a:lnTo>
                  <a:lnTo>
                    <a:pt x="2459727" y="4985"/>
                  </a:lnTo>
                  <a:lnTo>
                    <a:pt x="2469487" y="4294"/>
                  </a:lnTo>
                  <a:lnTo>
                    <a:pt x="2479248" y="3644"/>
                  </a:lnTo>
                  <a:lnTo>
                    <a:pt x="2489009" y="2888"/>
                  </a:lnTo>
                  <a:lnTo>
                    <a:pt x="2498770" y="2154"/>
                  </a:lnTo>
                  <a:lnTo>
                    <a:pt x="2508531" y="1439"/>
                  </a:lnTo>
                  <a:lnTo>
                    <a:pt x="2518291" y="720"/>
                  </a:lnTo>
                  <a:lnTo>
                    <a:pt x="252805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5" name="pl54"/>
            <p:cNvSpPr/>
            <p:nvPr/>
          </p:nvSpPr>
          <p:spPr>
            <a:xfrm>
              <a:off x="3461961" y="5623193"/>
              <a:ext cx="2528052" cy="13323"/>
            </a:xfrm>
            <a:custGeom>
              <a:avLst/>
              <a:pathLst>
                <a:path w="2528052" h="13323">
                  <a:moveTo>
                    <a:pt x="2528052" y="8434"/>
                  </a:moveTo>
                  <a:lnTo>
                    <a:pt x="2518291" y="8361"/>
                  </a:lnTo>
                  <a:lnTo>
                    <a:pt x="2508531" y="8318"/>
                  </a:lnTo>
                  <a:lnTo>
                    <a:pt x="2498770" y="8247"/>
                  </a:lnTo>
                  <a:lnTo>
                    <a:pt x="2489009" y="8240"/>
                  </a:lnTo>
                  <a:lnTo>
                    <a:pt x="2479248" y="8234"/>
                  </a:lnTo>
                  <a:lnTo>
                    <a:pt x="2469487" y="8220"/>
                  </a:lnTo>
                  <a:lnTo>
                    <a:pt x="2459727" y="8119"/>
                  </a:lnTo>
                  <a:lnTo>
                    <a:pt x="2449966" y="8016"/>
                  </a:lnTo>
                  <a:lnTo>
                    <a:pt x="2440205" y="7912"/>
                  </a:lnTo>
                  <a:lnTo>
                    <a:pt x="2430444" y="7808"/>
                  </a:lnTo>
                  <a:lnTo>
                    <a:pt x="2420683" y="7762"/>
                  </a:lnTo>
                  <a:lnTo>
                    <a:pt x="2410922" y="7793"/>
                  </a:lnTo>
                  <a:lnTo>
                    <a:pt x="2401162" y="7721"/>
                  </a:lnTo>
                  <a:lnTo>
                    <a:pt x="2391401" y="7615"/>
                  </a:lnTo>
                  <a:lnTo>
                    <a:pt x="2381640" y="7509"/>
                  </a:lnTo>
                  <a:lnTo>
                    <a:pt x="2371879" y="7403"/>
                  </a:lnTo>
                  <a:lnTo>
                    <a:pt x="2362118" y="7297"/>
                  </a:lnTo>
                  <a:lnTo>
                    <a:pt x="2352358" y="7190"/>
                  </a:lnTo>
                  <a:lnTo>
                    <a:pt x="2342597" y="7083"/>
                  </a:lnTo>
                  <a:lnTo>
                    <a:pt x="2332836" y="7012"/>
                  </a:lnTo>
                  <a:lnTo>
                    <a:pt x="2323075" y="7004"/>
                  </a:lnTo>
                  <a:lnTo>
                    <a:pt x="2313314" y="6927"/>
                  </a:lnTo>
                  <a:lnTo>
                    <a:pt x="2303553" y="6835"/>
                  </a:lnTo>
                  <a:lnTo>
                    <a:pt x="2293793" y="6735"/>
                  </a:lnTo>
                  <a:lnTo>
                    <a:pt x="2284032" y="6653"/>
                  </a:lnTo>
                  <a:lnTo>
                    <a:pt x="2274271" y="6598"/>
                  </a:lnTo>
                  <a:lnTo>
                    <a:pt x="2264510" y="6531"/>
                  </a:lnTo>
                  <a:lnTo>
                    <a:pt x="2254749" y="6464"/>
                  </a:lnTo>
                  <a:lnTo>
                    <a:pt x="2244988" y="6395"/>
                  </a:lnTo>
                  <a:lnTo>
                    <a:pt x="2235228" y="6324"/>
                  </a:lnTo>
                  <a:lnTo>
                    <a:pt x="2225467" y="6254"/>
                  </a:lnTo>
                  <a:lnTo>
                    <a:pt x="2215706" y="6183"/>
                  </a:lnTo>
                  <a:lnTo>
                    <a:pt x="2205945" y="6095"/>
                  </a:lnTo>
                  <a:lnTo>
                    <a:pt x="2196184" y="5976"/>
                  </a:lnTo>
                  <a:lnTo>
                    <a:pt x="2186424" y="5856"/>
                  </a:lnTo>
                  <a:lnTo>
                    <a:pt x="2176663" y="5737"/>
                  </a:lnTo>
                  <a:lnTo>
                    <a:pt x="2166902" y="5656"/>
                  </a:lnTo>
                  <a:lnTo>
                    <a:pt x="2157141" y="5580"/>
                  </a:lnTo>
                  <a:lnTo>
                    <a:pt x="2147380" y="5503"/>
                  </a:lnTo>
                  <a:lnTo>
                    <a:pt x="2137619" y="5426"/>
                  </a:lnTo>
                  <a:lnTo>
                    <a:pt x="2127859" y="5349"/>
                  </a:lnTo>
                  <a:lnTo>
                    <a:pt x="2118098" y="5272"/>
                  </a:lnTo>
                  <a:lnTo>
                    <a:pt x="2108337" y="5193"/>
                  </a:lnTo>
                  <a:lnTo>
                    <a:pt x="2098576" y="5114"/>
                  </a:lnTo>
                  <a:lnTo>
                    <a:pt x="2088815" y="5023"/>
                  </a:lnTo>
                  <a:lnTo>
                    <a:pt x="2079055" y="4870"/>
                  </a:lnTo>
                  <a:lnTo>
                    <a:pt x="2069294" y="4695"/>
                  </a:lnTo>
                  <a:lnTo>
                    <a:pt x="2059533" y="4578"/>
                  </a:lnTo>
                  <a:lnTo>
                    <a:pt x="2049772" y="4511"/>
                  </a:lnTo>
                  <a:lnTo>
                    <a:pt x="2040011" y="4444"/>
                  </a:lnTo>
                  <a:lnTo>
                    <a:pt x="2030250" y="4384"/>
                  </a:lnTo>
                  <a:lnTo>
                    <a:pt x="2020490" y="4338"/>
                  </a:lnTo>
                  <a:lnTo>
                    <a:pt x="2010729" y="4342"/>
                  </a:lnTo>
                  <a:lnTo>
                    <a:pt x="2000968" y="4267"/>
                  </a:lnTo>
                  <a:lnTo>
                    <a:pt x="1991207" y="4163"/>
                  </a:lnTo>
                  <a:lnTo>
                    <a:pt x="1981446" y="4041"/>
                  </a:lnTo>
                  <a:lnTo>
                    <a:pt x="1971685" y="3974"/>
                  </a:lnTo>
                  <a:lnTo>
                    <a:pt x="1961925" y="3907"/>
                  </a:lnTo>
                  <a:lnTo>
                    <a:pt x="1952164" y="3840"/>
                  </a:lnTo>
                  <a:lnTo>
                    <a:pt x="1942403" y="3772"/>
                  </a:lnTo>
                  <a:lnTo>
                    <a:pt x="1932642" y="3705"/>
                  </a:lnTo>
                  <a:lnTo>
                    <a:pt x="1922881" y="3637"/>
                  </a:lnTo>
                  <a:lnTo>
                    <a:pt x="1913121" y="3569"/>
                  </a:lnTo>
                  <a:lnTo>
                    <a:pt x="1903360" y="3501"/>
                  </a:lnTo>
                  <a:lnTo>
                    <a:pt x="1893599" y="3434"/>
                  </a:lnTo>
                  <a:lnTo>
                    <a:pt x="1883838" y="3366"/>
                  </a:lnTo>
                  <a:lnTo>
                    <a:pt x="1874077" y="3304"/>
                  </a:lnTo>
                  <a:lnTo>
                    <a:pt x="1864316" y="3230"/>
                  </a:lnTo>
                  <a:lnTo>
                    <a:pt x="1854556" y="3162"/>
                  </a:lnTo>
                  <a:lnTo>
                    <a:pt x="1844795" y="3129"/>
                  </a:lnTo>
                  <a:lnTo>
                    <a:pt x="1835034" y="3072"/>
                  </a:lnTo>
                  <a:lnTo>
                    <a:pt x="1825273" y="3014"/>
                  </a:lnTo>
                  <a:lnTo>
                    <a:pt x="1815512" y="2956"/>
                  </a:lnTo>
                  <a:lnTo>
                    <a:pt x="1805752" y="2923"/>
                  </a:lnTo>
                  <a:lnTo>
                    <a:pt x="1795991" y="2850"/>
                  </a:lnTo>
                  <a:lnTo>
                    <a:pt x="1786230" y="2778"/>
                  </a:lnTo>
                  <a:lnTo>
                    <a:pt x="1776469" y="2715"/>
                  </a:lnTo>
                  <a:lnTo>
                    <a:pt x="1766708" y="2551"/>
                  </a:lnTo>
                  <a:lnTo>
                    <a:pt x="1756947" y="2482"/>
                  </a:lnTo>
                  <a:lnTo>
                    <a:pt x="1747187" y="2414"/>
                  </a:lnTo>
                  <a:lnTo>
                    <a:pt x="1737426" y="2344"/>
                  </a:lnTo>
                  <a:lnTo>
                    <a:pt x="1727665" y="2290"/>
                  </a:lnTo>
                  <a:lnTo>
                    <a:pt x="1717904" y="2207"/>
                  </a:lnTo>
                  <a:lnTo>
                    <a:pt x="1708143" y="2137"/>
                  </a:lnTo>
                  <a:lnTo>
                    <a:pt x="1698382" y="2030"/>
                  </a:lnTo>
                  <a:lnTo>
                    <a:pt x="1688622" y="1892"/>
                  </a:lnTo>
                  <a:lnTo>
                    <a:pt x="1678861" y="1779"/>
                  </a:lnTo>
                  <a:lnTo>
                    <a:pt x="1669100" y="1807"/>
                  </a:lnTo>
                  <a:lnTo>
                    <a:pt x="1659339" y="1717"/>
                  </a:lnTo>
                  <a:lnTo>
                    <a:pt x="1649578" y="1567"/>
                  </a:lnTo>
                  <a:lnTo>
                    <a:pt x="1639818" y="1417"/>
                  </a:lnTo>
                  <a:lnTo>
                    <a:pt x="1630057" y="1470"/>
                  </a:lnTo>
                  <a:lnTo>
                    <a:pt x="1620296" y="1351"/>
                  </a:lnTo>
                  <a:lnTo>
                    <a:pt x="1610535" y="1184"/>
                  </a:lnTo>
                  <a:lnTo>
                    <a:pt x="1600774" y="1133"/>
                  </a:lnTo>
                  <a:lnTo>
                    <a:pt x="1591013" y="984"/>
                  </a:lnTo>
                  <a:lnTo>
                    <a:pt x="1581253" y="955"/>
                  </a:lnTo>
                  <a:lnTo>
                    <a:pt x="1571492" y="925"/>
                  </a:lnTo>
                  <a:lnTo>
                    <a:pt x="1561731" y="894"/>
                  </a:lnTo>
                  <a:lnTo>
                    <a:pt x="1551970" y="868"/>
                  </a:lnTo>
                  <a:lnTo>
                    <a:pt x="1542209" y="857"/>
                  </a:lnTo>
                  <a:lnTo>
                    <a:pt x="1532448" y="844"/>
                  </a:lnTo>
                  <a:lnTo>
                    <a:pt x="1522688" y="814"/>
                  </a:lnTo>
                  <a:lnTo>
                    <a:pt x="1512927" y="745"/>
                  </a:lnTo>
                  <a:lnTo>
                    <a:pt x="1503166" y="809"/>
                  </a:lnTo>
                  <a:lnTo>
                    <a:pt x="1493405" y="730"/>
                  </a:lnTo>
                  <a:lnTo>
                    <a:pt x="1483644" y="647"/>
                  </a:lnTo>
                  <a:lnTo>
                    <a:pt x="1473884" y="663"/>
                  </a:lnTo>
                  <a:lnTo>
                    <a:pt x="1464123" y="601"/>
                  </a:lnTo>
                  <a:lnTo>
                    <a:pt x="1454362" y="594"/>
                  </a:lnTo>
                  <a:lnTo>
                    <a:pt x="1444601" y="659"/>
                  </a:lnTo>
                  <a:lnTo>
                    <a:pt x="1434840" y="600"/>
                  </a:lnTo>
                  <a:lnTo>
                    <a:pt x="1425079" y="546"/>
                  </a:lnTo>
                  <a:lnTo>
                    <a:pt x="1415319" y="630"/>
                  </a:lnTo>
                  <a:lnTo>
                    <a:pt x="1405558" y="553"/>
                  </a:lnTo>
                  <a:lnTo>
                    <a:pt x="1395797" y="511"/>
                  </a:lnTo>
                  <a:lnTo>
                    <a:pt x="1386036" y="500"/>
                  </a:lnTo>
                  <a:lnTo>
                    <a:pt x="1376275" y="480"/>
                  </a:lnTo>
                  <a:lnTo>
                    <a:pt x="1366515" y="469"/>
                  </a:lnTo>
                  <a:lnTo>
                    <a:pt x="1356754" y="458"/>
                  </a:lnTo>
                  <a:lnTo>
                    <a:pt x="1346993" y="425"/>
                  </a:lnTo>
                  <a:lnTo>
                    <a:pt x="1337232" y="409"/>
                  </a:lnTo>
                  <a:lnTo>
                    <a:pt x="1327471" y="277"/>
                  </a:lnTo>
                  <a:lnTo>
                    <a:pt x="1317710" y="142"/>
                  </a:lnTo>
                  <a:lnTo>
                    <a:pt x="1307950" y="87"/>
                  </a:lnTo>
                  <a:lnTo>
                    <a:pt x="1298189" y="67"/>
                  </a:lnTo>
                  <a:lnTo>
                    <a:pt x="1288428" y="118"/>
                  </a:lnTo>
                  <a:lnTo>
                    <a:pt x="1278667" y="166"/>
                  </a:lnTo>
                  <a:lnTo>
                    <a:pt x="1268906" y="102"/>
                  </a:lnTo>
                  <a:lnTo>
                    <a:pt x="1259145" y="133"/>
                  </a:lnTo>
                  <a:lnTo>
                    <a:pt x="1249385" y="186"/>
                  </a:lnTo>
                  <a:lnTo>
                    <a:pt x="1239624" y="274"/>
                  </a:lnTo>
                  <a:lnTo>
                    <a:pt x="1229863" y="313"/>
                  </a:lnTo>
                  <a:lnTo>
                    <a:pt x="1220102" y="116"/>
                  </a:lnTo>
                  <a:lnTo>
                    <a:pt x="1210341" y="0"/>
                  </a:lnTo>
                  <a:lnTo>
                    <a:pt x="1200581" y="68"/>
                  </a:lnTo>
                  <a:lnTo>
                    <a:pt x="1190820" y="153"/>
                  </a:lnTo>
                  <a:lnTo>
                    <a:pt x="1181059" y="199"/>
                  </a:lnTo>
                  <a:lnTo>
                    <a:pt x="1171298" y="135"/>
                  </a:lnTo>
                  <a:lnTo>
                    <a:pt x="1161537" y="171"/>
                  </a:lnTo>
                  <a:lnTo>
                    <a:pt x="1151776" y="210"/>
                  </a:lnTo>
                  <a:lnTo>
                    <a:pt x="1142016" y="211"/>
                  </a:lnTo>
                  <a:lnTo>
                    <a:pt x="1132255" y="207"/>
                  </a:lnTo>
                  <a:lnTo>
                    <a:pt x="1122494" y="197"/>
                  </a:lnTo>
                  <a:lnTo>
                    <a:pt x="1112733" y="185"/>
                  </a:lnTo>
                  <a:lnTo>
                    <a:pt x="1102972" y="176"/>
                  </a:lnTo>
                  <a:lnTo>
                    <a:pt x="1093212" y="312"/>
                  </a:lnTo>
                  <a:lnTo>
                    <a:pt x="1083451" y="317"/>
                  </a:lnTo>
                  <a:lnTo>
                    <a:pt x="1073690" y="331"/>
                  </a:lnTo>
                  <a:lnTo>
                    <a:pt x="1063929" y="377"/>
                  </a:lnTo>
                  <a:lnTo>
                    <a:pt x="1054168" y="423"/>
                  </a:lnTo>
                  <a:lnTo>
                    <a:pt x="1044407" y="472"/>
                  </a:lnTo>
                  <a:lnTo>
                    <a:pt x="1034647" y="523"/>
                  </a:lnTo>
                  <a:lnTo>
                    <a:pt x="1024886" y="514"/>
                  </a:lnTo>
                  <a:lnTo>
                    <a:pt x="1015125" y="515"/>
                  </a:lnTo>
                  <a:lnTo>
                    <a:pt x="1005364" y="616"/>
                  </a:lnTo>
                  <a:lnTo>
                    <a:pt x="995603" y="717"/>
                  </a:lnTo>
                  <a:lnTo>
                    <a:pt x="985842" y="768"/>
                  </a:lnTo>
                  <a:lnTo>
                    <a:pt x="976082" y="819"/>
                  </a:lnTo>
                  <a:lnTo>
                    <a:pt x="966321" y="868"/>
                  </a:lnTo>
                  <a:lnTo>
                    <a:pt x="956560" y="946"/>
                  </a:lnTo>
                  <a:lnTo>
                    <a:pt x="946799" y="1001"/>
                  </a:lnTo>
                  <a:lnTo>
                    <a:pt x="937038" y="1018"/>
                  </a:lnTo>
                  <a:lnTo>
                    <a:pt x="927278" y="1072"/>
                  </a:lnTo>
                  <a:lnTo>
                    <a:pt x="917517" y="1222"/>
                  </a:lnTo>
                  <a:lnTo>
                    <a:pt x="907756" y="1301"/>
                  </a:lnTo>
                  <a:lnTo>
                    <a:pt x="897995" y="1488"/>
                  </a:lnTo>
                  <a:lnTo>
                    <a:pt x="888234" y="1623"/>
                  </a:lnTo>
                  <a:lnTo>
                    <a:pt x="878473" y="1755"/>
                  </a:lnTo>
                  <a:lnTo>
                    <a:pt x="868713" y="1717"/>
                  </a:lnTo>
                  <a:lnTo>
                    <a:pt x="858952" y="1806"/>
                  </a:lnTo>
                  <a:lnTo>
                    <a:pt x="849191" y="1954"/>
                  </a:lnTo>
                  <a:lnTo>
                    <a:pt x="839430" y="2077"/>
                  </a:lnTo>
                  <a:lnTo>
                    <a:pt x="829669" y="2253"/>
                  </a:lnTo>
                  <a:lnTo>
                    <a:pt x="819909" y="2394"/>
                  </a:lnTo>
                  <a:lnTo>
                    <a:pt x="810148" y="2505"/>
                  </a:lnTo>
                  <a:lnTo>
                    <a:pt x="800387" y="2564"/>
                  </a:lnTo>
                  <a:lnTo>
                    <a:pt x="790626" y="2650"/>
                  </a:lnTo>
                  <a:lnTo>
                    <a:pt x="780865" y="2781"/>
                  </a:lnTo>
                  <a:lnTo>
                    <a:pt x="771104" y="2849"/>
                  </a:lnTo>
                  <a:lnTo>
                    <a:pt x="761344" y="2873"/>
                  </a:lnTo>
                  <a:lnTo>
                    <a:pt x="751583" y="2895"/>
                  </a:lnTo>
                  <a:lnTo>
                    <a:pt x="741822" y="2917"/>
                  </a:lnTo>
                  <a:lnTo>
                    <a:pt x="732061" y="2948"/>
                  </a:lnTo>
                  <a:lnTo>
                    <a:pt x="722300" y="3159"/>
                  </a:lnTo>
                  <a:lnTo>
                    <a:pt x="712539" y="3362"/>
                  </a:lnTo>
                  <a:lnTo>
                    <a:pt x="702779" y="3430"/>
                  </a:lnTo>
                  <a:lnTo>
                    <a:pt x="693018" y="3496"/>
                  </a:lnTo>
                  <a:lnTo>
                    <a:pt x="683257" y="3673"/>
                  </a:lnTo>
                  <a:lnTo>
                    <a:pt x="673496" y="3784"/>
                  </a:lnTo>
                  <a:lnTo>
                    <a:pt x="663735" y="3845"/>
                  </a:lnTo>
                  <a:lnTo>
                    <a:pt x="653975" y="3838"/>
                  </a:lnTo>
                  <a:lnTo>
                    <a:pt x="644214" y="3861"/>
                  </a:lnTo>
                  <a:lnTo>
                    <a:pt x="634453" y="3907"/>
                  </a:lnTo>
                  <a:lnTo>
                    <a:pt x="624692" y="3973"/>
                  </a:lnTo>
                  <a:lnTo>
                    <a:pt x="614931" y="4053"/>
                  </a:lnTo>
                  <a:lnTo>
                    <a:pt x="605170" y="4249"/>
                  </a:lnTo>
                  <a:lnTo>
                    <a:pt x="595410" y="4418"/>
                  </a:lnTo>
                  <a:lnTo>
                    <a:pt x="585649" y="4474"/>
                  </a:lnTo>
                  <a:lnTo>
                    <a:pt x="575888" y="4596"/>
                  </a:lnTo>
                  <a:lnTo>
                    <a:pt x="566127" y="4651"/>
                  </a:lnTo>
                  <a:lnTo>
                    <a:pt x="556366" y="4848"/>
                  </a:lnTo>
                  <a:lnTo>
                    <a:pt x="546606" y="5156"/>
                  </a:lnTo>
                  <a:lnTo>
                    <a:pt x="536845" y="5257"/>
                  </a:lnTo>
                  <a:lnTo>
                    <a:pt x="527084" y="5287"/>
                  </a:lnTo>
                  <a:lnTo>
                    <a:pt x="517323" y="5316"/>
                  </a:lnTo>
                  <a:lnTo>
                    <a:pt x="507562" y="5397"/>
                  </a:lnTo>
                  <a:lnTo>
                    <a:pt x="497801" y="5539"/>
                  </a:lnTo>
                  <a:lnTo>
                    <a:pt x="488041" y="5659"/>
                  </a:lnTo>
                  <a:lnTo>
                    <a:pt x="478280" y="5821"/>
                  </a:lnTo>
                  <a:lnTo>
                    <a:pt x="468519" y="5962"/>
                  </a:lnTo>
                  <a:lnTo>
                    <a:pt x="458758" y="6101"/>
                  </a:lnTo>
                  <a:lnTo>
                    <a:pt x="448997" y="6209"/>
                  </a:lnTo>
                  <a:lnTo>
                    <a:pt x="439236" y="6302"/>
                  </a:lnTo>
                  <a:lnTo>
                    <a:pt x="429476" y="6396"/>
                  </a:lnTo>
                  <a:lnTo>
                    <a:pt x="419715" y="6522"/>
                  </a:lnTo>
                  <a:lnTo>
                    <a:pt x="409954" y="6658"/>
                  </a:lnTo>
                  <a:lnTo>
                    <a:pt x="400193" y="6823"/>
                  </a:lnTo>
                  <a:lnTo>
                    <a:pt x="390432" y="6892"/>
                  </a:lnTo>
                  <a:lnTo>
                    <a:pt x="380672" y="7065"/>
                  </a:lnTo>
                  <a:lnTo>
                    <a:pt x="370911" y="7277"/>
                  </a:lnTo>
                  <a:lnTo>
                    <a:pt x="361150" y="7487"/>
                  </a:lnTo>
                  <a:lnTo>
                    <a:pt x="351389" y="7660"/>
                  </a:lnTo>
                  <a:lnTo>
                    <a:pt x="341628" y="7827"/>
                  </a:lnTo>
                  <a:lnTo>
                    <a:pt x="331867" y="7974"/>
                  </a:lnTo>
                  <a:lnTo>
                    <a:pt x="322107" y="8073"/>
                  </a:lnTo>
                  <a:lnTo>
                    <a:pt x="312346" y="8170"/>
                  </a:lnTo>
                  <a:lnTo>
                    <a:pt x="302585" y="8304"/>
                  </a:lnTo>
                  <a:lnTo>
                    <a:pt x="292824" y="8435"/>
                  </a:lnTo>
                  <a:lnTo>
                    <a:pt x="283063" y="8534"/>
                  </a:lnTo>
                  <a:lnTo>
                    <a:pt x="273303" y="8716"/>
                  </a:lnTo>
                  <a:lnTo>
                    <a:pt x="263542" y="8770"/>
                  </a:lnTo>
                  <a:lnTo>
                    <a:pt x="253781" y="8796"/>
                  </a:lnTo>
                  <a:lnTo>
                    <a:pt x="244020" y="8931"/>
                  </a:lnTo>
                  <a:lnTo>
                    <a:pt x="234259" y="9140"/>
                  </a:lnTo>
                  <a:lnTo>
                    <a:pt x="224498" y="9356"/>
                  </a:lnTo>
                  <a:lnTo>
                    <a:pt x="214738" y="9499"/>
                  </a:lnTo>
                  <a:lnTo>
                    <a:pt x="204977" y="9658"/>
                  </a:lnTo>
                  <a:lnTo>
                    <a:pt x="195216" y="9859"/>
                  </a:lnTo>
                  <a:lnTo>
                    <a:pt x="185455" y="10068"/>
                  </a:lnTo>
                  <a:lnTo>
                    <a:pt x="175694" y="10264"/>
                  </a:lnTo>
                  <a:lnTo>
                    <a:pt x="165933" y="10477"/>
                  </a:lnTo>
                  <a:lnTo>
                    <a:pt x="156173" y="10660"/>
                  </a:lnTo>
                  <a:lnTo>
                    <a:pt x="146412" y="10834"/>
                  </a:lnTo>
                  <a:lnTo>
                    <a:pt x="136651" y="10940"/>
                  </a:lnTo>
                  <a:lnTo>
                    <a:pt x="126890" y="11098"/>
                  </a:lnTo>
                  <a:lnTo>
                    <a:pt x="117129" y="11216"/>
                  </a:lnTo>
                  <a:lnTo>
                    <a:pt x="107369" y="11381"/>
                  </a:lnTo>
                  <a:lnTo>
                    <a:pt x="97608" y="11600"/>
                  </a:lnTo>
                  <a:lnTo>
                    <a:pt x="87847" y="11721"/>
                  </a:lnTo>
                  <a:lnTo>
                    <a:pt x="78086" y="11903"/>
                  </a:lnTo>
                  <a:lnTo>
                    <a:pt x="68325" y="12056"/>
                  </a:lnTo>
                  <a:lnTo>
                    <a:pt x="58564" y="12278"/>
                  </a:lnTo>
                  <a:lnTo>
                    <a:pt x="48804" y="12439"/>
                  </a:lnTo>
                  <a:lnTo>
                    <a:pt x="39043" y="12633"/>
                  </a:lnTo>
                  <a:lnTo>
                    <a:pt x="29282" y="12819"/>
                  </a:lnTo>
                  <a:lnTo>
                    <a:pt x="19521" y="12937"/>
                  </a:lnTo>
                  <a:lnTo>
                    <a:pt x="9760" y="13162"/>
                  </a:lnTo>
                  <a:lnTo>
                    <a:pt x="0" y="133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3461961" y="5589381"/>
              <a:ext cx="2528052" cy="67323"/>
            </a:xfrm>
            <a:custGeom>
              <a:avLst/>
              <a:pathLst>
                <a:path w="2528052" h="67323">
                  <a:moveTo>
                    <a:pt x="0" y="19620"/>
                  </a:moveTo>
                  <a:lnTo>
                    <a:pt x="9760" y="19898"/>
                  </a:lnTo>
                  <a:lnTo>
                    <a:pt x="19521" y="19979"/>
                  </a:lnTo>
                  <a:lnTo>
                    <a:pt x="29282" y="19990"/>
                  </a:lnTo>
                  <a:lnTo>
                    <a:pt x="39043" y="20187"/>
                  </a:lnTo>
                  <a:lnTo>
                    <a:pt x="48804" y="20387"/>
                  </a:lnTo>
                  <a:lnTo>
                    <a:pt x="58564" y="20594"/>
                  </a:lnTo>
                  <a:lnTo>
                    <a:pt x="68325" y="20784"/>
                  </a:lnTo>
                  <a:lnTo>
                    <a:pt x="78086" y="20964"/>
                  </a:lnTo>
                  <a:lnTo>
                    <a:pt x="87847" y="21008"/>
                  </a:lnTo>
                  <a:lnTo>
                    <a:pt x="97608" y="21118"/>
                  </a:lnTo>
                  <a:lnTo>
                    <a:pt x="107369" y="21234"/>
                  </a:lnTo>
                  <a:lnTo>
                    <a:pt x="117129" y="21441"/>
                  </a:lnTo>
                  <a:lnTo>
                    <a:pt x="126890" y="21558"/>
                  </a:lnTo>
                  <a:lnTo>
                    <a:pt x="136651" y="21670"/>
                  </a:lnTo>
                  <a:lnTo>
                    <a:pt x="146412" y="21809"/>
                  </a:lnTo>
                  <a:lnTo>
                    <a:pt x="156173" y="21971"/>
                  </a:lnTo>
                  <a:lnTo>
                    <a:pt x="165933" y="22014"/>
                  </a:lnTo>
                  <a:lnTo>
                    <a:pt x="175694" y="22143"/>
                  </a:lnTo>
                  <a:lnTo>
                    <a:pt x="185455" y="22234"/>
                  </a:lnTo>
                  <a:lnTo>
                    <a:pt x="195216" y="22464"/>
                  </a:lnTo>
                  <a:lnTo>
                    <a:pt x="204977" y="22620"/>
                  </a:lnTo>
                  <a:lnTo>
                    <a:pt x="214738" y="22683"/>
                  </a:lnTo>
                  <a:lnTo>
                    <a:pt x="224498" y="22858"/>
                  </a:lnTo>
                  <a:lnTo>
                    <a:pt x="234259" y="22912"/>
                  </a:lnTo>
                  <a:lnTo>
                    <a:pt x="244020" y="22925"/>
                  </a:lnTo>
                  <a:lnTo>
                    <a:pt x="253781" y="22985"/>
                  </a:lnTo>
                  <a:lnTo>
                    <a:pt x="263542" y="23094"/>
                  </a:lnTo>
                  <a:lnTo>
                    <a:pt x="273303" y="23257"/>
                  </a:lnTo>
                  <a:lnTo>
                    <a:pt x="283063" y="23423"/>
                  </a:lnTo>
                  <a:lnTo>
                    <a:pt x="292824" y="23460"/>
                  </a:lnTo>
                  <a:lnTo>
                    <a:pt x="302585" y="23676"/>
                  </a:lnTo>
                  <a:lnTo>
                    <a:pt x="312346" y="23869"/>
                  </a:lnTo>
                  <a:lnTo>
                    <a:pt x="322107" y="24040"/>
                  </a:lnTo>
                  <a:lnTo>
                    <a:pt x="331867" y="24072"/>
                  </a:lnTo>
                  <a:lnTo>
                    <a:pt x="341628" y="24127"/>
                  </a:lnTo>
                  <a:lnTo>
                    <a:pt x="351389" y="24334"/>
                  </a:lnTo>
                  <a:lnTo>
                    <a:pt x="361150" y="24538"/>
                  </a:lnTo>
                  <a:lnTo>
                    <a:pt x="370911" y="24533"/>
                  </a:lnTo>
                  <a:lnTo>
                    <a:pt x="380672" y="24673"/>
                  </a:lnTo>
                  <a:lnTo>
                    <a:pt x="390432" y="24813"/>
                  </a:lnTo>
                  <a:lnTo>
                    <a:pt x="400193" y="24874"/>
                  </a:lnTo>
                  <a:lnTo>
                    <a:pt x="409954" y="25001"/>
                  </a:lnTo>
                  <a:lnTo>
                    <a:pt x="419715" y="25128"/>
                  </a:lnTo>
                  <a:lnTo>
                    <a:pt x="429476" y="25254"/>
                  </a:lnTo>
                  <a:lnTo>
                    <a:pt x="439236" y="25352"/>
                  </a:lnTo>
                  <a:lnTo>
                    <a:pt x="448997" y="25524"/>
                  </a:lnTo>
                  <a:lnTo>
                    <a:pt x="458758" y="25552"/>
                  </a:lnTo>
                  <a:lnTo>
                    <a:pt x="468519" y="25613"/>
                  </a:lnTo>
                  <a:lnTo>
                    <a:pt x="478280" y="25800"/>
                  </a:lnTo>
                  <a:lnTo>
                    <a:pt x="488041" y="25770"/>
                  </a:lnTo>
                  <a:lnTo>
                    <a:pt x="497801" y="25737"/>
                  </a:lnTo>
                  <a:lnTo>
                    <a:pt x="507562" y="25720"/>
                  </a:lnTo>
                  <a:lnTo>
                    <a:pt x="517323" y="25680"/>
                  </a:lnTo>
                  <a:lnTo>
                    <a:pt x="527084" y="25723"/>
                  </a:lnTo>
                  <a:lnTo>
                    <a:pt x="536845" y="25665"/>
                  </a:lnTo>
                  <a:lnTo>
                    <a:pt x="546606" y="25763"/>
                  </a:lnTo>
                  <a:lnTo>
                    <a:pt x="556366" y="25842"/>
                  </a:lnTo>
                  <a:lnTo>
                    <a:pt x="566127" y="25829"/>
                  </a:lnTo>
                  <a:lnTo>
                    <a:pt x="575888" y="25669"/>
                  </a:lnTo>
                  <a:lnTo>
                    <a:pt x="585649" y="25843"/>
                  </a:lnTo>
                  <a:lnTo>
                    <a:pt x="595410" y="26033"/>
                  </a:lnTo>
                  <a:lnTo>
                    <a:pt x="605170" y="26222"/>
                  </a:lnTo>
                  <a:lnTo>
                    <a:pt x="614931" y="26412"/>
                  </a:lnTo>
                  <a:lnTo>
                    <a:pt x="624692" y="26538"/>
                  </a:lnTo>
                  <a:lnTo>
                    <a:pt x="634453" y="26393"/>
                  </a:lnTo>
                  <a:lnTo>
                    <a:pt x="644214" y="26244"/>
                  </a:lnTo>
                  <a:lnTo>
                    <a:pt x="653975" y="26099"/>
                  </a:lnTo>
                  <a:lnTo>
                    <a:pt x="663735" y="25995"/>
                  </a:lnTo>
                  <a:lnTo>
                    <a:pt x="673496" y="26208"/>
                  </a:lnTo>
                  <a:lnTo>
                    <a:pt x="683257" y="26382"/>
                  </a:lnTo>
                  <a:lnTo>
                    <a:pt x="693018" y="26227"/>
                  </a:lnTo>
                  <a:lnTo>
                    <a:pt x="702779" y="26136"/>
                  </a:lnTo>
                  <a:lnTo>
                    <a:pt x="712539" y="26297"/>
                  </a:lnTo>
                  <a:lnTo>
                    <a:pt x="722300" y="26323"/>
                  </a:lnTo>
                  <a:lnTo>
                    <a:pt x="732061" y="26437"/>
                  </a:lnTo>
                  <a:lnTo>
                    <a:pt x="741822" y="26334"/>
                  </a:lnTo>
                  <a:lnTo>
                    <a:pt x="751583" y="26128"/>
                  </a:lnTo>
                  <a:lnTo>
                    <a:pt x="761344" y="26210"/>
                  </a:lnTo>
                  <a:lnTo>
                    <a:pt x="771104" y="26317"/>
                  </a:lnTo>
                  <a:lnTo>
                    <a:pt x="780865" y="26422"/>
                  </a:lnTo>
                  <a:lnTo>
                    <a:pt x="790626" y="26524"/>
                  </a:lnTo>
                  <a:lnTo>
                    <a:pt x="800387" y="26626"/>
                  </a:lnTo>
                  <a:lnTo>
                    <a:pt x="810148" y="26646"/>
                  </a:lnTo>
                  <a:lnTo>
                    <a:pt x="819909" y="26499"/>
                  </a:lnTo>
                  <a:lnTo>
                    <a:pt x="829669" y="26376"/>
                  </a:lnTo>
                  <a:lnTo>
                    <a:pt x="839430" y="26332"/>
                  </a:lnTo>
                  <a:lnTo>
                    <a:pt x="849191" y="26227"/>
                  </a:lnTo>
                  <a:lnTo>
                    <a:pt x="858952" y="26212"/>
                  </a:lnTo>
                  <a:lnTo>
                    <a:pt x="868713" y="26127"/>
                  </a:lnTo>
                  <a:lnTo>
                    <a:pt x="878473" y="26054"/>
                  </a:lnTo>
                  <a:lnTo>
                    <a:pt x="888234" y="25957"/>
                  </a:lnTo>
                  <a:lnTo>
                    <a:pt x="897995" y="25983"/>
                  </a:lnTo>
                  <a:lnTo>
                    <a:pt x="907756" y="25865"/>
                  </a:lnTo>
                  <a:lnTo>
                    <a:pt x="917517" y="25696"/>
                  </a:lnTo>
                  <a:lnTo>
                    <a:pt x="927278" y="25526"/>
                  </a:lnTo>
                  <a:lnTo>
                    <a:pt x="937038" y="25356"/>
                  </a:lnTo>
                  <a:lnTo>
                    <a:pt x="946799" y="25346"/>
                  </a:lnTo>
                  <a:lnTo>
                    <a:pt x="956560" y="25291"/>
                  </a:lnTo>
                  <a:lnTo>
                    <a:pt x="966321" y="25096"/>
                  </a:lnTo>
                  <a:lnTo>
                    <a:pt x="976082" y="25014"/>
                  </a:lnTo>
                  <a:lnTo>
                    <a:pt x="985842" y="25123"/>
                  </a:lnTo>
                  <a:lnTo>
                    <a:pt x="995603" y="25063"/>
                  </a:lnTo>
                  <a:lnTo>
                    <a:pt x="1005364" y="24880"/>
                  </a:lnTo>
                  <a:lnTo>
                    <a:pt x="1015125" y="24914"/>
                  </a:lnTo>
                  <a:lnTo>
                    <a:pt x="1024886" y="24956"/>
                  </a:lnTo>
                  <a:lnTo>
                    <a:pt x="1034647" y="24930"/>
                  </a:lnTo>
                  <a:lnTo>
                    <a:pt x="1044407" y="25027"/>
                  </a:lnTo>
                  <a:lnTo>
                    <a:pt x="1054168" y="24951"/>
                  </a:lnTo>
                  <a:lnTo>
                    <a:pt x="1063929" y="24851"/>
                  </a:lnTo>
                  <a:lnTo>
                    <a:pt x="1073690" y="24801"/>
                  </a:lnTo>
                  <a:lnTo>
                    <a:pt x="1083451" y="24725"/>
                  </a:lnTo>
                  <a:lnTo>
                    <a:pt x="1093212" y="24676"/>
                  </a:lnTo>
                  <a:lnTo>
                    <a:pt x="1102972" y="24605"/>
                  </a:lnTo>
                  <a:lnTo>
                    <a:pt x="1112733" y="24534"/>
                  </a:lnTo>
                  <a:lnTo>
                    <a:pt x="1122494" y="24492"/>
                  </a:lnTo>
                  <a:lnTo>
                    <a:pt x="1132255" y="24369"/>
                  </a:lnTo>
                  <a:lnTo>
                    <a:pt x="1142016" y="24264"/>
                  </a:lnTo>
                  <a:lnTo>
                    <a:pt x="1151776" y="24246"/>
                  </a:lnTo>
                  <a:lnTo>
                    <a:pt x="1161537" y="24175"/>
                  </a:lnTo>
                  <a:lnTo>
                    <a:pt x="1171298" y="24133"/>
                  </a:lnTo>
                  <a:lnTo>
                    <a:pt x="1181059" y="24030"/>
                  </a:lnTo>
                  <a:lnTo>
                    <a:pt x="1190820" y="23877"/>
                  </a:lnTo>
                  <a:lnTo>
                    <a:pt x="1200581" y="23796"/>
                  </a:lnTo>
                  <a:lnTo>
                    <a:pt x="1210341" y="23717"/>
                  </a:lnTo>
                  <a:lnTo>
                    <a:pt x="1220102" y="23645"/>
                  </a:lnTo>
                  <a:lnTo>
                    <a:pt x="1229863" y="23568"/>
                  </a:lnTo>
                  <a:lnTo>
                    <a:pt x="1239624" y="23570"/>
                  </a:lnTo>
                  <a:lnTo>
                    <a:pt x="1249385" y="23397"/>
                  </a:lnTo>
                  <a:lnTo>
                    <a:pt x="1259145" y="23330"/>
                  </a:lnTo>
                  <a:lnTo>
                    <a:pt x="1268906" y="23249"/>
                  </a:lnTo>
                  <a:lnTo>
                    <a:pt x="1278667" y="23169"/>
                  </a:lnTo>
                  <a:lnTo>
                    <a:pt x="1288428" y="23055"/>
                  </a:lnTo>
                  <a:lnTo>
                    <a:pt x="1298189" y="22791"/>
                  </a:lnTo>
                  <a:lnTo>
                    <a:pt x="1307950" y="22753"/>
                  </a:lnTo>
                  <a:lnTo>
                    <a:pt x="1317710" y="22737"/>
                  </a:lnTo>
                  <a:lnTo>
                    <a:pt x="1327471" y="22652"/>
                  </a:lnTo>
                  <a:lnTo>
                    <a:pt x="1337232" y="22498"/>
                  </a:lnTo>
                  <a:lnTo>
                    <a:pt x="1346993" y="22405"/>
                  </a:lnTo>
                  <a:lnTo>
                    <a:pt x="1356754" y="22246"/>
                  </a:lnTo>
                  <a:lnTo>
                    <a:pt x="1366515" y="22121"/>
                  </a:lnTo>
                  <a:lnTo>
                    <a:pt x="1376275" y="22055"/>
                  </a:lnTo>
                  <a:lnTo>
                    <a:pt x="1386036" y="21985"/>
                  </a:lnTo>
                  <a:lnTo>
                    <a:pt x="1395797" y="21757"/>
                  </a:lnTo>
                  <a:lnTo>
                    <a:pt x="1405558" y="21815"/>
                  </a:lnTo>
                  <a:lnTo>
                    <a:pt x="1415319" y="21743"/>
                  </a:lnTo>
                  <a:lnTo>
                    <a:pt x="1425079" y="21573"/>
                  </a:lnTo>
                  <a:lnTo>
                    <a:pt x="1434840" y="21456"/>
                  </a:lnTo>
                  <a:lnTo>
                    <a:pt x="1444601" y="21310"/>
                  </a:lnTo>
                  <a:lnTo>
                    <a:pt x="1454362" y="21142"/>
                  </a:lnTo>
                  <a:lnTo>
                    <a:pt x="1464123" y="20986"/>
                  </a:lnTo>
                  <a:lnTo>
                    <a:pt x="1473884" y="20808"/>
                  </a:lnTo>
                  <a:lnTo>
                    <a:pt x="1483644" y="20595"/>
                  </a:lnTo>
                  <a:lnTo>
                    <a:pt x="1493405" y="20471"/>
                  </a:lnTo>
                  <a:lnTo>
                    <a:pt x="1503166" y="20373"/>
                  </a:lnTo>
                  <a:lnTo>
                    <a:pt x="1512927" y="20218"/>
                  </a:lnTo>
                  <a:lnTo>
                    <a:pt x="1522688" y="20037"/>
                  </a:lnTo>
                  <a:lnTo>
                    <a:pt x="1532448" y="19820"/>
                  </a:lnTo>
                  <a:lnTo>
                    <a:pt x="1542209" y="19817"/>
                  </a:lnTo>
                  <a:lnTo>
                    <a:pt x="1551970" y="19574"/>
                  </a:lnTo>
                  <a:lnTo>
                    <a:pt x="1561731" y="19429"/>
                  </a:lnTo>
                  <a:lnTo>
                    <a:pt x="1571492" y="19321"/>
                  </a:lnTo>
                  <a:lnTo>
                    <a:pt x="1581253" y="19215"/>
                  </a:lnTo>
                  <a:lnTo>
                    <a:pt x="1591013" y="19071"/>
                  </a:lnTo>
                  <a:lnTo>
                    <a:pt x="1600774" y="18905"/>
                  </a:lnTo>
                  <a:lnTo>
                    <a:pt x="1610535" y="18777"/>
                  </a:lnTo>
                  <a:lnTo>
                    <a:pt x="1620296" y="18546"/>
                  </a:lnTo>
                  <a:lnTo>
                    <a:pt x="1630057" y="18184"/>
                  </a:lnTo>
                  <a:lnTo>
                    <a:pt x="1639818" y="17893"/>
                  </a:lnTo>
                  <a:lnTo>
                    <a:pt x="1649578" y="17718"/>
                  </a:lnTo>
                  <a:lnTo>
                    <a:pt x="1659339" y="17544"/>
                  </a:lnTo>
                  <a:lnTo>
                    <a:pt x="1669100" y="17377"/>
                  </a:lnTo>
                  <a:lnTo>
                    <a:pt x="1678861" y="17353"/>
                  </a:lnTo>
                  <a:lnTo>
                    <a:pt x="1688622" y="17079"/>
                  </a:lnTo>
                  <a:lnTo>
                    <a:pt x="1698382" y="16910"/>
                  </a:lnTo>
                  <a:lnTo>
                    <a:pt x="1708143" y="16754"/>
                  </a:lnTo>
                  <a:lnTo>
                    <a:pt x="1717904" y="16597"/>
                  </a:lnTo>
                  <a:lnTo>
                    <a:pt x="1727665" y="16440"/>
                  </a:lnTo>
                  <a:lnTo>
                    <a:pt x="1737426" y="16286"/>
                  </a:lnTo>
                  <a:lnTo>
                    <a:pt x="1747187" y="16199"/>
                  </a:lnTo>
                  <a:lnTo>
                    <a:pt x="1756947" y="16175"/>
                  </a:lnTo>
                  <a:lnTo>
                    <a:pt x="1766708" y="16055"/>
                  </a:lnTo>
                  <a:lnTo>
                    <a:pt x="1776469" y="15904"/>
                  </a:lnTo>
                  <a:lnTo>
                    <a:pt x="1786230" y="15754"/>
                  </a:lnTo>
                  <a:lnTo>
                    <a:pt x="1795991" y="15541"/>
                  </a:lnTo>
                  <a:lnTo>
                    <a:pt x="1805752" y="15368"/>
                  </a:lnTo>
                  <a:lnTo>
                    <a:pt x="1815512" y="15188"/>
                  </a:lnTo>
                  <a:lnTo>
                    <a:pt x="1825273" y="14958"/>
                  </a:lnTo>
                  <a:lnTo>
                    <a:pt x="1835034" y="14727"/>
                  </a:lnTo>
                  <a:lnTo>
                    <a:pt x="1844795" y="14545"/>
                  </a:lnTo>
                  <a:lnTo>
                    <a:pt x="1854556" y="14402"/>
                  </a:lnTo>
                  <a:lnTo>
                    <a:pt x="1864316" y="14216"/>
                  </a:lnTo>
                  <a:lnTo>
                    <a:pt x="1874077" y="14012"/>
                  </a:lnTo>
                  <a:lnTo>
                    <a:pt x="1883838" y="13813"/>
                  </a:lnTo>
                  <a:lnTo>
                    <a:pt x="1893599" y="13694"/>
                  </a:lnTo>
                  <a:lnTo>
                    <a:pt x="1903360" y="13580"/>
                  </a:lnTo>
                  <a:lnTo>
                    <a:pt x="1913121" y="13422"/>
                  </a:lnTo>
                  <a:lnTo>
                    <a:pt x="1922881" y="13256"/>
                  </a:lnTo>
                  <a:lnTo>
                    <a:pt x="1932642" y="13093"/>
                  </a:lnTo>
                  <a:lnTo>
                    <a:pt x="1942403" y="12927"/>
                  </a:lnTo>
                  <a:lnTo>
                    <a:pt x="1952164" y="12753"/>
                  </a:lnTo>
                  <a:lnTo>
                    <a:pt x="1961925" y="12560"/>
                  </a:lnTo>
                  <a:lnTo>
                    <a:pt x="1971685" y="12359"/>
                  </a:lnTo>
                  <a:lnTo>
                    <a:pt x="1981446" y="12189"/>
                  </a:lnTo>
                  <a:lnTo>
                    <a:pt x="1991207" y="11951"/>
                  </a:lnTo>
                  <a:lnTo>
                    <a:pt x="2000968" y="11746"/>
                  </a:lnTo>
                  <a:lnTo>
                    <a:pt x="2010729" y="11540"/>
                  </a:lnTo>
                  <a:lnTo>
                    <a:pt x="2020490" y="11333"/>
                  </a:lnTo>
                  <a:lnTo>
                    <a:pt x="2030250" y="11126"/>
                  </a:lnTo>
                  <a:lnTo>
                    <a:pt x="2040011" y="10919"/>
                  </a:lnTo>
                  <a:lnTo>
                    <a:pt x="2049772" y="10711"/>
                  </a:lnTo>
                  <a:lnTo>
                    <a:pt x="2059533" y="10502"/>
                  </a:lnTo>
                  <a:lnTo>
                    <a:pt x="2069294" y="10276"/>
                  </a:lnTo>
                  <a:lnTo>
                    <a:pt x="2079055" y="10041"/>
                  </a:lnTo>
                  <a:lnTo>
                    <a:pt x="2088815" y="9805"/>
                  </a:lnTo>
                  <a:lnTo>
                    <a:pt x="2098576" y="9569"/>
                  </a:lnTo>
                  <a:lnTo>
                    <a:pt x="2108337" y="9333"/>
                  </a:lnTo>
                  <a:lnTo>
                    <a:pt x="2118098" y="9096"/>
                  </a:lnTo>
                  <a:lnTo>
                    <a:pt x="2127859" y="8859"/>
                  </a:lnTo>
                  <a:lnTo>
                    <a:pt x="2137619" y="8621"/>
                  </a:lnTo>
                  <a:lnTo>
                    <a:pt x="2147380" y="8382"/>
                  </a:lnTo>
                  <a:lnTo>
                    <a:pt x="2157141" y="8143"/>
                  </a:lnTo>
                  <a:lnTo>
                    <a:pt x="2166902" y="7934"/>
                  </a:lnTo>
                  <a:lnTo>
                    <a:pt x="2176663" y="7740"/>
                  </a:lnTo>
                  <a:lnTo>
                    <a:pt x="2186424" y="7603"/>
                  </a:lnTo>
                  <a:lnTo>
                    <a:pt x="2196184" y="7354"/>
                  </a:lnTo>
                  <a:lnTo>
                    <a:pt x="2205945" y="7136"/>
                  </a:lnTo>
                  <a:lnTo>
                    <a:pt x="2215706" y="6836"/>
                  </a:lnTo>
                  <a:lnTo>
                    <a:pt x="2225467" y="6537"/>
                  </a:lnTo>
                  <a:lnTo>
                    <a:pt x="2235228" y="6282"/>
                  </a:lnTo>
                  <a:lnTo>
                    <a:pt x="2244988" y="6063"/>
                  </a:lnTo>
                  <a:lnTo>
                    <a:pt x="2254749" y="5844"/>
                  </a:lnTo>
                  <a:lnTo>
                    <a:pt x="2264510" y="5625"/>
                  </a:lnTo>
                  <a:lnTo>
                    <a:pt x="2274271" y="5406"/>
                  </a:lnTo>
                  <a:lnTo>
                    <a:pt x="2284032" y="5187"/>
                  </a:lnTo>
                  <a:lnTo>
                    <a:pt x="2293793" y="4968"/>
                  </a:lnTo>
                  <a:lnTo>
                    <a:pt x="2303553" y="4761"/>
                  </a:lnTo>
                  <a:lnTo>
                    <a:pt x="2313314" y="4577"/>
                  </a:lnTo>
                  <a:lnTo>
                    <a:pt x="2323075" y="4393"/>
                  </a:lnTo>
                  <a:lnTo>
                    <a:pt x="2332836" y="4209"/>
                  </a:lnTo>
                  <a:lnTo>
                    <a:pt x="2342597" y="4025"/>
                  </a:lnTo>
                  <a:lnTo>
                    <a:pt x="2352358" y="3840"/>
                  </a:lnTo>
                  <a:lnTo>
                    <a:pt x="2362118" y="3656"/>
                  </a:lnTo>
                  <a:lnTo>
                    <a:pt x="2371879" y="3473"/>
                  </a:lnTo>
                  <a:lnTo>
                    <a:pt x="2381640" y="3290"/>
                  </a:lnTo>
                  <a:lnTo>
                    <a:pt x="2391401" y="3111"/>
                  </a:lnTo>
                  <a:lnTo>
                    <a:pt x="2401162" y="2958"/>
                  </a:lnTo>
                  <a:lnTo>
                    <a:pt x="2410922" y="2736"/>
                  </a:lnTo>
                  <a:lnTo>
                    <a:pt x="2420683" y="2549"/>
                  </a:lnTo>
                  <a:lnTo>
                    <a:pt x="2430444" y="2362"/>
                  </a:lnTo>
                  <a:lnTo>
                    <a:pt x="2440205" y="2155"/>
                  </a:lnTo>
                  <a:lnTo>
                    <a:pt x="2449966" y="1884"/>
                  </a:lnTo>
                  <a:lnTo>
                    <a:pt x="2459727" y="1612"/>
                  </a:lnTo>
                  <a:lnTo>
                    <a:pt x="2469487" y="1376"/>
                  </a:lnTo>
                  <a:lnTo>
                    <a:pt x="2479248" y="1147"/>
                  </a:lnTo>
                  <a:lnTo>
                    <a:pt x="2489009" y="919"/>
                  </a:lnTo>
                  <a:lnTo>
                    <a:pt x="2498770" y="693"/>
                  </a:lnTo>
                  <a:lnTo>
                    <a:pt x="2508531" y="504"/>
                  </a:lnTo>
                  <a:lnTo>
                    <a:pt x="2518291" y="252"/>
                  </a:lnTo>
                  <a:lnTo>
                    <a:pt x="2528052" y="0"/>
                  </a:lnTo>
                  <a:lnTo>
                    <a:pt x="2528052" y="67323"/>
                  </a:lnTo>
                  <a:lnTo>
                    <a:pt x="2518291" y="67203"/>
                  </a:lnTo>
                  <a:lnTo>
                    <a:pt x="2508531" y="67082"/>
                  </a:lnTo>
                  <a:lnTo>
                    <a:pt x="2498770" y="66962"/>
                  </a:lnTo>
                  <a:lnTo>
                    <a:pt x="2489009" y="66874"/>
                  </a:lnTo>
                  <a:lnTo>
                    <a:pt x="2479248" y="66802"/>
                  </a:lnTo>
                  <a:lnTo>
                    <a:pt x="2469487" y="66721"/>
                  </a:lnTo>
                  <a:lnTo>
                    <a:pt x="2459727" y="66614"/>
                  </a:lnTo>
                  <a:lnTo>
                    <a:pt x="2449966" y="66522"/>
                  </a:lnTo>
                  <a:lnTo>
                    <a:pt x="2440205" y="66434"/>
                  </a:lnTo>
                  <a:lnTo>
                    <a:pt x="2430444" y="66346"/>
                  </a:lnTo>
                  <a:lnTo>
                    <a:pt x="2420683" y="66275"/>
                  </a:lnTo>
                  <a:lnTo>
                    <a:pt x="2410922" y="66206"/>
                  </a:lnTo>
                  <a:lnTo>
                    <a:pt x="2401162" y="66188"/>
                  </a:lnTo>
                  <a:lnTo>
                    <a:pt x="2391401" y="66145"/>
                  </a:lnTo>
                  <a:lnTo>
                    <a:pt x="2381640" y="66022"/>
                  </a:lnTo>
                  <a:lnTo>
                    <a:pt x="2371879" y="65918"/>
                  </a:lnTo>
                  <a:lnTo>
                    <a:pt x="2362118" y="65845"/>
                  </a:lnTo>
                  <a:lnTo>
                    <a:pt x="2352358" y="65772"/>
                  </a:lnTo>
                  <a:lnTo>
                    <a:pt x="2342597" y="65653"/>
                  </a:lnTo>
                  <a:lnTo>
                    <a:pt x="2332836" y="65545"/>
                  </a:lnTo>
                  <a:lnTo>
                    <a:pt x="2323075" y="65493"/>
                  </a:lnTo>
                  <a:lnTo>
                    <a:pt x="2313314" y="65442"/>
                  </a:lnTo>
                  <a:lnTo>
                    <a:pt x="2303553" y="65391"/>
                  </a:lnTo>
                  <a:lnTo>
                    <a:pt x="2293793" y="65309"/>
                  </a:lnTo>
                  <a:lnTo>
                    <a:pt x="2284032" y="65210"/>
                  </a:lnTo>
                  <a:lnTo>
                    <a:pt x="2274271" y="65142"/>
                  </a:lnTo>
                  <a:lnTo>
                    <a:pt x="2264510" y="65074"/>
                  </a:lnTo>
                  <a:lnTo>
                    <a:pt x="2254749" y="65007"/>
                  </a:lnTo>
                  <a:lnTo>
                    <a:pt x="2244988" y="64939"/>
                  </a:lnTo>
                  <a:lnTo>
                    <a:pt x="2235228" y="64871"/>
                  </a:lnTo>
                  <a:lnTo>
                    <a:pt x="2225467" y="64803"/>
                  </a:lnTo>
                  <a:lnTo>
                    <a:pt x="2215706" y="64735"/>
                  </a:lnTo>
                  <a:lnTo>
                    <a:pt x="2205945" y="64666"/>
                  </a:lnTo>
                  <a:lnTo>
                    <a:pt x="2196184" y="64598"/>
                  </a:lnTo>
                  <a:lnTo>
                    <a:pt x="2186424" y="64522"/>
                  </a:lnTo>
                  <a:lnTo>
                    <a:pt x="2176663" y="64457"/>
                  </a:lnTo>
                  <a:lnTo>
                    <a:pt x="2166902" y="64382"/>
                  </a:lnTo>
                  <a:lnTo>
                    <a:pt x="2157141" y="64308"/>
                  </a:lnTo>
                  <a:lnTo>
                    <a:pt x="2147380" y="64233"/>
                  </a:lnTo>
                  <a:lnTo>
                    <a:pt x="2137619" y="64135"/>
                  </a:lnTo>
                  <a:lnTo>
                    <a:pt x="2127859" y="64028"/>
                  </a:lnTo>
                  <a:lnTo>
                    <a:pt x="2118098" y="63970"/>
                  </a:lnTo>
                  <a:lnTo>
                    <a:pt x="2108337" y="63911"/>
                  </a:lnTo>
                  <a:lnTo>
                    <a:pt x="2098576" y="63853"/>
                  </a:lnTo>
                  <a:lnTo>
                    <a:pt x="2088815" y="63782"/>
                  </a:lnTo>
                  <a:lnTo>
                    <a:pt x="2079055" y="63706"/>
                  </a:lnTo>
                  <a:lnTo>
                    <a:pt x="2069294" y="63631"/>
                  </a:lnTo>
                  <a:lnTo>
                    <a:pt x="2059533" y="63554"/>
                  </a:lnTo>
                  <a:lnTo>
                    <a:pt x="2049772" y="63478"/>
                  </a:lnTo>
                  <a:lnTo>
                    <a:pt x="2040011" y="63381"/>
                  </a:lnTo>
                  <a:lnTo>
                    <a:pt x="2030250" y="63278"/>
                  </a:lnTo>
                  <a:lnTo>
                    <a:pt x="2020490" y="63175"/>
                  </a:lnTo>
                  <a:lnTo>
                    <a:pt x="2010729" y="63072"/>
                  </a:lnTo>
                  <a:lnTo>
                    <a:pt x="2000968" y="62969"/>
                  </a:lnTo>
                  <a:lnTo>
                    <a:pt x="1991207" y="62865"/>
                  </a:lnTo>
                  <a:lnTo>
                    <a:pt x="1981446" y="62762"/>
                  </a:lnTo>
                  <a:lnTo>
                    <a:pt x="1971685" y="62657"/>
                  </a:lnTo>
                  <a:lnTo>
                    <a:pt x="1961925" y="62553"/>
                  </a:lnTo>
                  <a:lnTo>
                    <a:pt x="1952164" y="62458"/>
                  </a:lnTo>
                  <a:lnTo>
                    <a:pt x="1942403" y="62418"/>
                  </a:lnTo>
                  <a:lnTo>
                    <a:pt x="1932642" y="62409"/>
                  </a:lnTo>
                  <a:lnTo>
                    <a:pt x="1922881" y="62368"/>
                  </a:lnTo>
                  <a:lnTo>
                    <a:pt x="1913121" y="62266"/>
                  </a:lnTo>
                  <a:lnTo>
                    <a:pt x="1903360" y="62165"/>
                  </a:lnTo>
                  <a:lnTo>
                    <a:pt x="1893599" y="62062"/>
                  </a:lnTo>
                  <a:lnTo>
                    <a:pt x="1883838" y="61958"/>
                  </a:lnTo>
                  <a:lnTo>
                    <a:pt x="1874077" y="61883"/>
                  </a:lnTo>
                  <a:lnTo>
                    <a:pt x="1864316" y="61860"/>
                  </a:lnTo>
                  <a:lnTo>
                    <a:pt x="1854556" y="61714"/>
                  </a:lnTo>
                  <a:lnTo>
                    <a:pt x="1844795" y="61646"/>
                  </a:lnTo>
                  <a:lnTo>
                    <a:pt x="1835034" y="61580"/>
                  </a:lnTo>
                  <a:lnTo>
                    <a:pt x="1825273" y="61515"/>
                  </a:lnTo>
                  <a:lnTo>
                    <a:pt x="1815512" y="61394"/>
                  </a:lnTo>
                  <a:lnTo>
                    <a:pt x="1805752" y="61261"/>
                  </a:lnTo>
                  <a:lnTo>
                    <a:pt x="1795991" y="61142"/>
                  </a:lnTo>
                  <a:lnTo>
                    <a:pt x="1786230" y="61082"/>
                  </a:lnTo>
                  <a:lnTo>
                    <a:pt x="1776469" y="61005"/>
                  </a:lnTo>
                  <a:lnTo>
                    <a:pt x="1766708" y="60903"/>
                  </a:lnTo>
                  <a:lnTo>
                    <a:pt x="1756947" y="60813"/>
                  </a:lnTo>
                  <a:lnTo>
                    <a:pt x="1747187" y="60721"/>
                  </a:lnTo>
                  <a:lnTo>
                    <a:pt x="1737426" y="60615"/>
                  </a:lnTo>
                  <a:lnTo>
                    <a:pt x="1727665" y="60495"/>
                  </a:lnTo>
                  <a:lnTo>
                    <a:pt x="1717904" y="60517"/>
                  </a:lnTo>
                  <a:lnTo>
                    <a:pt x="1708143" y="60432"/>
                  </a:lnTo>
                  <a:lnTo>
                    <a:pt x="1698382" y="60365"/>
                  </a:lnTo>
                  <a:lnTo>
                    <a:pt x="1688622" y="60235"/>
                  </a:lnTo>
                  <a:lnTo>
                    <a:pt x="1678861" y="60136"/>
                  </a:lnTo>
                  <a:lnTo>
                    <a:pt x="1669100" y="60076"/>
                  </a:lnTo>
                  <a:lnTo>
                    <a:pt x="1659339" y="60034"/>
                  </a:lnTo>
                  <a:lnTo>
                    <a:pt x="1649578" y="59992"/>
                  </a:lnTo>
                  <a:lnTo>
                    <a:pt x="1639818" y="59950"/>
                  </a:lnTo>
                  <a:lnTo>
                    <a:pt x="1630057" y="59902"/>
                  </a:lnTo>
                  <a:lnTo>
                    <a:pt x="1620296" y="59849"/>
                  </a:lnTo>
                  <a:lnTo>
                    <a:pt x="1610535" y="59779"/>
                  </a:lnTo>
                  <a:lnTo>
                    <a:pt x="1600774" y="59708"/>
                  </a:lnTo>
                  <a:lnTo>
                    <a:pt x="1591013" y="59641"/>
                  </a:lnTo>
                  <a:lnTo>
                    <a:pt x="1581253" y="59596"/>
                  </a:lnTo>
                  <a:lnTo>
                    <a:pt x="1571492" y="59551"/>
                  </a:lnTo>
                  <a:lnTo>
                    <a:pt x="1561731" y="59471"/>
                  </a:lnTo>
                  <a:lnTo>
                    <a:pt x="1551970" y="59371"/>
                  </a:lnTo>
                  <a:lnTo>
                    <a:pt x="1542209" y="59277"/>
                  </a:lnTo>
                  <a:lnTo>
                    <a:pt x="1532448" y="59167"/>
                  </a:lnTo>
                  <a:lnTo>
                    <a:pt x="1522688" y="59036"/>
                  </a:lnTo>
                  <a:lnTo>
                    <a:pt x="1512927" y="58905"/>
                  </a:lnTo>
                  <a:lnTo>
                    <a:pt x="1503166" y="58845"/>
                  </a:lnTo>
                  <a:lnTo>
                    <a:pt x="1493405" y="58849"/>
                  </a:lnTo>
                  <a:lnTo>
                    <a:pt x="1483644" y="58793"/>
                  </a:lnTo>
                  <a:lnTo>
                    <a:pt x="1473884" y="58711"/>
                  </a:lnTo>
                  <a:lnTo>
                    <a:pt x="1464123" y="58696"/>
                  </a:lnTo>
                  <a:lnTo>
                    <a:pt x="1454362" y="58623"/>
                  </a:lnTo>
                  <a:lnTo>
                    <a:pt x="1444601" y="58525"/>
                  </a:lnTo>
                  <a:lnTo>
                    <a:pt x="1434840" y="58416"/>
                  </a:lnTo>
                  <a:lnTo>
                    <a:pt x="1425079" y="58308"/>
                  </a:lnTo>
                  <a:lnTo>
                    <a:pt x="1415319" y="58199"/>
                  </a:lnTo>
                  <a:lnTo>
                    <a:pt x="1405558" y="58107"/>
                  </a:lnTo>
                  <a:lnTo>
                    <a:pt x="1395797" y="58021"/>
                  </a:lnTo>
                  <a:lnTo>
                    <a:pt x="1386036" y="57973"/>
                  </a:lnTo>
                  <a:lnTo>
                    <a:pt x="1376275" y="57940"/>
                  </a:lnTo>
                  <a:lnTo>
                    <a:pt x="1366515" y="57837"/>
                  </a:lnTo>
                  <a:lnTo>
                    <a:pt x="1356754" y="57736"/>
                  </a:lnTo>
                  <a:lnTo>
                    <a:pt x="1346993" y="57676"/>
                  </a:lnTo>
                  <a:lnTo>
                    <a:pt x="1337232" y="57615"/>
                  </a:lnTo>
                  <a:lnTo>
                    <a:pt x="1327471" y="57565"/>
                  </a:lnTo>
                  <a:lnTo>
                    <a:pt x="1317710" y="57516"/>
                  </a:lnTo>
                  <a:lnTo>
                    <a:pt x="1307950" y="57489"/>
                  </a:lnTo>
                  <a:lnTo>
                    <a:pt x="1298189" y="57437"/>
                  </a:lnTo>
                  <a:lnTo>
                    <a:pt x="1288428" y="57456"/>
                  </a:lnTo>
                  <a:lnTo>
                    <a:pt x="1278667" y="57371"/>
                  </a:lnTo>
                  <a:lnTo>
                    <a:pt x="1268906" y="57284"/>
                  </a:lnTo>
                  <a:lnTo>
                    <a:pt x="1259145" y="57226"/>
                  </a:lnTo>
                  <a:lnTo>
                    <a:pt x="1249385" y="57163"/>
                  </a:lnTo>
                  <a:lnTo>
                    <a:pt x="1239624" y="57128"/>
                  </a:lnTo>
                  <a:lnTo>
                    <a:pt x="1229863" y="57103"/>
                  </a:lnTo>
                  <a:lnTo>
                    <a:pt x="1220102" y="57083"/>
                  </a:lnTo>
                  <a:lnTo>
                    <a:pt x="1210341" y="57132"/>
                  </a:lnTo>
                  <a:lnTo>
                    <a:pt x="1200581" y="57070"/>
                  </a:lnTo>
                  <a:lnTo>
                    <a:pt x="1190820" y="57067"/>
                  </a:lnTo>
                  <a:lnTo>
                    <a:pt x="1181059" y="57025"/>
                  </a:lnTo>
                  <a:lnTo>
                    <a:pt x="1171298" y="57021"/>
                  </a:lnTo>
                  <a:lnTo>
                    <a:pt x="1161537" y="57028"/>
                  </a:lnTo>
                  <a:lnTo>
                    <a:pt x="1151776" y="56984"/>
                  </a:lnTo>
                  <a:lnTo>
                    <a:pt x="1142016" y="56969"/>
                  </a:lnTo>
                  <a:lnTo>
                    <a:pt x="1132255" y="56925"/>
                  </a:lnTo>
                  <a:lnTo>
                    <a:pt x="1122494" y="56859"/>
                  </a:lnTo>
                  <a:lnTo>
                    <a:pt x="1112733" y="56853"/>
                  </a:lnTo>
                  <a:lnTo>
                    <a:pt x="1102972" y="56849"/>
                  </a:lnTo>
                  <a:lnTo>
                    <a:pt x="1093212" y="56794"/>
                  </a:lnTo>
                  <a:lnTo>
                    <a:pt x="1083451" y="56822"/>
                  </a:lnTo>
                  <a:lnTo>
                    <a:pt x="1073690" y="56839"/>
                  </a:lnTo>
                  <a:lnTo>
                    <a:pt x="1063929" y="56837"/>
                  </a:lnTo>
                  <a:lnTo>
                    <a:pt x="1054168" y="56833"/>
                  </a:lnTo>
                  <a:lnTo>
                    <a:pt x="1044407" y="56829"/>
                  </a:lnTo>
                  <a:lnTo>
                    <a:pt x="1034647" y="56800"/>
                  </a:lnTo>
                  <a:lnTo>
                    <a:pt x="1024886" y="56789"/>
                  </a:lnTo>
                  <a:lnTo>
                    <a:pt x="1015125" y="56803"/>
                  </a:lnTo>
                  <a:lnTo>
                    <a:pt x="1005364" y="56790"/>
                  </a:lnTo>
                  <a:lnTo>
                    <a:pt x="995603" y="56758"/>
                  </a:lnTo>
                  <a:lnTo>
                    <a:pt x="985842" y="56809"/>
                  </a:lnTo>
                  <a:lnTo>
                    <a:pt x="976082" y="56766"/>
                  </a:lnTo>
                  <a:lnTo>
                    <a:pt x="966321" y="56759"/>
                  </a:lnTo>
                  <a:lnTo>
                    <a:pt x="956560" y="56783"/>
                  </a:lnTo>
                  <a:lnTo>
                    <a:pt x="946799" y="56790"/>
                  </a:lnTo>
                  <a:lnTo>
                    <a:pt x="937038" y="56779"/>
                  </a:lnTo>
                  <a:lnTo>
                    <a:pt x="927278" y="56789"/>
                  </a:lnTo>
                  <a:lnTo>
                    <a:pt x="917517" y="56786"/>
                  </a:lnTo>
                  <a:lnTo>
                    <a:pt x="907756" y="56815"/>
                  </a:lnTo>
                  <a:lnTo>
                    <a:pt x="897995" y="56820"/>
                  </a:lnTo>
                  <a:lnTo>
                    <a:pt x="888234" y="56863"/>
                  </a:lnTo>
                  <a:lnTo>
                    <a:pt x="878473" y="56908"/>
                  </a:lnTo>
                  <a:lnTo>
                    <a:pt x="868713" y="56951"/>
                  </a:lnTo>
                  <a:lnTo>
                    <a:pt x="858952" y="56992"/>
                  </a:lnTo>
                  <a:lnTo>
                    <a:pt x="849191" y="57033"/>
                  </a:lnTo>
                  <a:lnTo>
                    <a:pt x="839430" y="57030"/>
                  </a:lnTo>
                  <a:lnTo>
                    <a:pt x="829669" y="56970"/>
                  </a:lnTo>
                  <a:lnTo>
                    <a:pt x="819909" y="56910"/>
                  </a:lnTo>
                  <a:lnTo>
                    <a:pt x="810148" y="56893"/>
                  </a:lnTo>
                  <a:lnTo>
                    <a:pt x="800387" y="56908"/>
                  </a:lnTo>
                  <a:lnTo>
                    <a:pt x="790626" y="56900"/>
                  </a:lnTo>
                  <a:lnTo>
                    <a:pt x="780865" y="56967"/>
                  </a:lnTo>
                  <a:lnTo>
                    <a:pt x="771104" y="57016"/>
                  </a:lnTo>
                  <a:lnTo>
                    <a:pt x="761344" y="56945"/>
                  </a:lnTo>
                  <a:lnTo>
                    <a:pt x="751583" y="56924"/>
                  </a:lnTo>
                  <a:lnTo>
                    <a:pt x="741822" y="56949"/>
                  </a:lnTo>
                  <a:lnTo>
                    <a:pt x="732061" y="56923"/>
                  </a:lnTo>
                  <a:lnTo>
                    <a:pt x="722300" y="56926"/>
                  </a:lnTo>
                  <a:lnTo>
                    <a:pt x="712539" y="56956"/>
                  </a:lnTo>
                  <a:lnTo>
                    <a:pt x="702779" y="57016"/>
                  </a:lnTo>
                  <a:lnTo>
                    <a:pt x="693018" y="57015"/>
                  </a:lnTo>
                  <a:lnTo>
                    <a:pt x="683257" y="56995"/>
                  </a:lnTo>
                  <a:lnTo>
                    <a:pt x="673496" y="57010"/>
                  </a:lnTo>
                  <a:lnTo>
                    <a:pt x="663735" y="57007"/>
                  </a:lnTo>
                  <a:lnTo>
                    <a:pt x="653975" y="57004"/>
                  </a:lnTo>
                  <a:lnTo>
                    <a:pt x="644214" y="57014"/>
                  </a:lnTo>
                  <a:lnTo>
                    <a:pt x="634453" y="57043"/>
                  </a:lnTo>
                  <a:lnTo>
                    <a:pt x="624692" y="57108"/>
                  </a:lnTo>
                  <a:lnTo>
                    <a:pt x="614931" y="57049"/>
                  </a:lnTo>
                  <a:lnTo>
                    <a:pt x="605170" y="57126"/>
                  </a:lnTo>
                  <a:lnTo>
                    <a:pt x="595410" y="57199"/>
                  </a:lnTo>
                  <a:lnTo>
                    <a:pt x="585649" y="57207"/>
                  </a:lnTo>
                  <a:lnTo>
                    <a:pt x="575888" y="57213"/>
                  </a:lnTo>
                  <a:lnTo>
                    <a:pt x="566127" y="57218"/>
                  </a:lnTo>
                  <a:lnTo>
                    <a:pt x="556366" y="57239"/>
                  </a:lnTo>
                  <a:lnTo>
                    <a:pt x="546606" y="57336"/>
                  </a:lnTo>
                  <a:lnTo>
                    <a:pt x="536845" y="57398"/>
                  </a:lnTo>
                  <a:lnTo>
                    <a:pt x="527084" y="57402"/>
                  </a:lnTo>
                  <a:lnTo>
                    <a:pt x="517323" y="57376"/>
                  </a:lnTo>
                  <a:lnTo>
                    <a:pt x="507562" y="57408"/>
                  </a:lnTo>
                  <a:lnTo>
                    <a:pt x="497801" y="57451"/>
                  </a:lnTo>
                  <a:lnTo>
                    <a:pt x="488041" y="57511"/>
                  </a:lnTo>
                  <a:lnTo>
                    <a:pt x="478280" y="57512"/>
                  </a:lnTo>
                  <a:lnTo>
                    <a:pt x="468519" y="57547"/>
                  </a:lnTo>
                  <a:lnTo>
                    <a:pt x="458758" y="57582"/>
                  </a:lnTo>
                  <a:lnTo>
                    <a:pt x="448997" y="57616"/>
                  </a:lnTo>
                  <a:lnTo>
                    <a:pt x="439236" y="57649"/>
                  </a:lnTo>
                  <a:lnTo>
                    <a:pt x="429476" y="57682"/>
                  </a:lnTo>
                  <a:lnTo>
                    <a:pt x="419715" y="57782"/>
                  </a:lnTo>
                  <a:lnTo>
                    <a:pt x="409954" y="57794"/>
                  </a:lnTo>
                  <a:lnTo>
                    <a:pt x="400193" y="57804"/>
                  </a:lnTo>
                  <a:lnTo>
                    <a:pt x="390432" y="57850"/>
                  </a:lnTo>
                  <a:lnTo>
                    <a:pt x="380672" y="57937"/>
                  </a:lnTo>
                  <a:lnTo>
                    <a:pt x="370911" y="57896"/>
                  </a:lnTo>
                  <a:lnTo>
                    <a:pt x="361150" y="57976"/>
                  </a:lnTo>
                  <a:lnTo>
                    <a:pt x="351389" y="58055"/>
                  </a:lnTo>
                  <a:lnTo>
                    <a:pt x="341628" y="58133"/>
                  </a:lnTo>
                  <a:lnTo>
                    <a:pt x="331867" y="58180"/>
                  </a:lnTo>
                  <a:lnTo>
                    <a:pt x="322107" y="58210"/>
                  </a:lnTo>
                  <a:lnTo>
                    <a:pt x="312346" y="58248"/>
                  </a:lnTo>
                  <a:lnTo>
                    <a:pt x="302585" y="58322"/>
                  </a:lnTo>
                  <a:lnTo>
                    <a:pt x="292824" y="58353"/>
                  </a:lnTo>
                  <a:lnTo>
                    <a:pt x="283063" y="58435"/>
                  </a:lnTo>
                  <a:lnTo>
                    <a:pt x="273303" y="58541"/>
                  </a:lnTo>
                  <a:lnTo>
                    <a:pt x="263542" y="58647"/>
                  </a:lnTo>
                  <a:lnTo>
                    <a:pt x="253781" y="58753"/>
                  </a:lnTo>
                  <a:lnTo>
                    <a:pt x="244020" y="58858"/>
                  </a:lnTo>
                  <a:lnTo>
                    <a:pt x="234259" y="58963"/>
                  </a:lnTo>
                  <a:lnTo>
                    <a:pt x="224498" y="59067"/>
                  </a:lnTo>
                  <a:lnTo>
                    <a:pt x="214738" y="59157"/>
                  </a:lnTo>
                  <a:lnTo>
                    <a:pt x="204977" y="59253"/>
                  </a:lnTo>
                  <a:lnTo>
                    <a:pt x="195216" y="59314"/>
                  </a:lnTo>
                  <a:lnTo>
                    <a:pt x="185455" y="59392"/>
                  </a:lnTo>
                  <a:lnTo>
                    <a:pt x="175694" y="59470"/>
                  </a:lnTo>
                  <a:lnTo>
                    <a:pt x="165933" y="59609"/>
                  </a:lnTo>
                  <a:lnTo>
                    <a:pt x="156173" y="59643"/>
                  </a:lnTo>
                  <a:lnTo>
                    <a:pt x="146412" y="59700"/>
                  </a:lnTo>
                  <a:lnTo>
                    <a:pt x="136651" y="59777"/>
                  </a:lnTo>
                  <a:lnTo>
                    <a:pt x="126890" y="59856"/>
                  </a:lnTo>
                  <a:lnTo>
                    <a:pt x="117129" y="59933"/>
                  </a:lnTo>
                  <a:lnTo>
                    <a:pt x="107369" y="60041"/>
                  </a:lnTo>
                  <a:lnTo>
                    <a:pt x="97608" y="60157"/>
                  </a:lnTo>
                  <a:lnTo>
                    <a:pt x="87847" y="60226"/>
                  </a:lnTo>
                  <a:lnTo>
                    <a:pt x="78086" y="60270"/>
                  </a:lnTo>
                  <a:lnTo>
                    <a:pt x="68325" y="60313"/>
                  </a:lnTo>
                  <a:lnTo>
                    <a:pt x="58564" y="60381"/>
                  </a:lnTo>
                  <a:lnTo>
                    <a:pt x="48804" y="60476"/>
                  </a:lnTo>
                  <a:lnTo>
                    <a:pt x="39043" y="60587"/>
                  </a:lnTo>
                  <a:lnTo>
                    <a:pt x="29282" y="60714"/>
                  </a:lnTo>
                  <a:lnTo>
                    <a:pt x="19521" y="60805"/>
                  </a:lnTo>
                  <a:lnTo>
                    <a:pt x="9760" y="60873"/>
                  </a:lnTo>
                  <a:lnTo>
                    <a:pt x="0" y="60945"/>
                  </a:lnTo>
                  <a:close/>
                </a:path>
              </a:pathLst>
            </a:custGeom>
            <a:solidFill>
              <a:srgbClr val="D55E00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6"/>
            <p:cNvSpPr/>
            <p:nvPr/>
          </p:nvSpPr>
          <p:spPr>
            <a:xfrm>
              <a:off x="3461961" y="5589381"/>
              <a:ext cx="2528052" cy="26646"/>
            </a:xfrm>
            <a:custGeom>
              <a:avLst/>
              <a:pathLst>
                <a:path w="2528052" h="26646">
                  <a:moveTo>
                    <a:pt x="0" y="19620"/>
                  </a:moveTo>
                  <a:lnTo>
                    <a:pt x="9760" y="19898"/>
                  </a:lnTo>
                  <a:lnTo>
                    <a:pt x="19521" y="19979"/>
                  </a:lnTo>
                  <a:lnTo>
                    <a:pt x="29282" y="19990"/>
                  </a:lnTo>
                  <a:lnTo>
                    <a:pt x="39043" y="20187"/>
                  </a:lnTo>
                  <a:lnTo>
                    <a:pt x="48804" y="20387"/>
                  </a:lnTo>
                  <a:lnTo>
                    <a:pt x="58564" y="20594"/>
                  </a:lnTo>
                  <a:lnTo>
                    <a:pt x="68325" y="20784"/>
                  </a:lnTo>
                  <a:lnTo>
                    <a:pt x="78086" y="20964"/>
                  </a:lnTo>
                  <a:lnTo>
                    <a:pt x="87847" y="21008"/>
                  </a:lnTo>
                  <a:lnTo>
                    <a:pt x="97608" y="21118"/>
                  </a:lnTo>
                  <a:lnTo>
                    <a:pt x="107369" y="21234"/>
                  </a:lnTo>
                  <a:lnTo>
                    <a:pt x="117129" y="21441"/>
                  </a:lnTo>
                  <a:lnTo>
                    <a:pt x="126890" y="21558"/>
                  </a:lnTo>
                  <a:lnTo>
                    <a:pt x="136651" y="21670"/>
                  </a:lnTo>
                  <a:lnTo>
                    <a:pt x="146412" y="21809"/>
                  </a:lnTo>
                  <a:lnTo>
                    <a:pt x="156173" y="21971"/>
                  </a:lnTo>
                  <a:lnTo>
                    <a:pt x="165933" y="22014"/>
                  </a:lnTo>
                  <a:lnTo>
                    <a:pt x="175694" y="22143"/>
                  </a:lnTo>
                  <a:lnTo>
                    <a:pt x="185455" y="22234"/>
                  </a:lnTo>
                  <a:lnTo>
                    <a:pt x="195216" y="22464"/>
                  </a:lnTo>
                  <a:lnTo>
                    <a:pt x="204977" y="22620"/>
                  </a:lnTo>
                  <a:lnTo>
                    <a:pt x="214738" y="22683"/>
                  </a:lnTo>
                  <a:lnTo>
                    <a:pt x="224498" y="22858"/>
                  </a:lnTo>
                  <a:lnTo>
                    <a:pt x="234259" y="22912"/>
                  </a:lnTo>
                  <a:lnTo>
                    <a:pt x="244020" y="22925"/>
                  </a:lnTo>
                  <a:lnTo>
                    <a:pt x="253781" y="22985"/>
                  </a:lnTo>
                  <a:lnTo>
                    <a:pt x="263542" y="23094"/>
                  </a:lnTo>
                  <a:lnTo>
                    <a:pt x="273303" y="23257"/>
                  </a:lnTo>
                  <a:lnTo>
                    <a:pt x="283063" y="23423"/>
                  </a:lnTo>
                  <a:lnTo>
                    <a:pt x="292824" y="23460"/>
                  </a:lnTo>
                  <a:lnTo>
                    <a:pt x="302585" y="23676"/>
                  </a:lnTo>
                  <a:lnTo>
                    <a:pt x="312346" y="23869"/>
                  </a:lnTo>
                  <a:lnTo>
                    <a:pt x="322107" y="24040"/>
                  </a:lnTo>
                  <a:lnTo>
                    <a:pt x="331867" y="24072"/>
                  </a:lnTo>
                  <a:lnTo>
                    <a:pt x="341628" y="24127"/>
                  </a:lnTo>
                  <a:lnTo>
                    <a:pt x="351389" y="24334"/>
                  </a:lnTo>
                  <a:lnTo>
                    <a:pt x="361150" y="24538"/>
                  </a:lnTo>
                  <a:lnTo>
                    <a:pt x="370911" y="24533"/>
                  </a:lnTo>
                  <a:lnTo>
                    <a:pt x="380672" y="24673"/>
                  </a:lnTo>
                  <a:lnTo>
                    <a:pt x="390432" y="24813"/>
                  </a:lnTo>
                  <a:lnTo>
                    <a:pt x="400193" y="24874"/>
                  </a:lnTo>
                  <a:lnTo>
                    <a:pt x="409954" y="25001"/>
                  </a:lnTo>
                  <a:lnTo>
                    <a:pt x="419715" y="25128"/>
                  </a:lnTo>
                  <a:lnTo>
                    <a:pt x="429476" y="25254"/>
                  </a:lnTo>
                  <a:lnTo>
                    <a:pt x="439236" y="25352"/>
                  </a:lnTo>
                  <a:lnTo>
                    <a:pt x="448997" y="25524"/>
                  </a:lnTo>
                  <a:lnTo>
                    <a:pt x="458758" y="25552"/>
                  </a:lnTo>
                  <a:lnTo>
                    <a:pt x="468519" y="25613"/>
                  </a:lnTo>
                  <a:lnTo>
                    <a:pt x="478280" y="25800"/>
                  </a:lnTo>
                  <a:lnTo>
                    <a:pt x="488041" y="25770"/>
                  </a:lnTo>
                  <a:lnTo>
                    <a:pt x="497801" y="25737"/>
                  </a:lnTo>
                  <a:lnTo>
                    <a:pt x="507562" y="25720"/>
                  </a:lnTo>
                  <a:lnTo>
                    <a:pt x="517323" y="25680"/>
                  </a:lnTo>
                  <a:lnTo>
                    <a:pt x="527084" y="25723"/>
                  </a:lnTo>
                  <a:lnTo>
                    <a:pt x="536845" y="25665"/>
                  </a:lnTo>
                  <a:lnTo>
                    <a:pt x="546606" y="25763"/>
                  </a:lnTo>
                  <a:lnTo>
                    <a:pt x="556366" y="25842"/>
                  </a:lnTo>
                  <a:lnTo>
                    <a:pt x="566127" y="25829"/>
                  </a:lnTo>
                  <a:lnTo>
                    <a:pt x="575888" y="25669"/>
                  </a:lnTo>
                  <a:lnTo>
                    <a:pt x="585649" y="25843"/>
                  </a:lnTo>
                  <a:lnTo>
                    <a:pt x="595410" y="26033"/>
                  </a:lnTo>
                  <a:lnTo>
                    <a:pt x="605170" y="26222"/>
                  </a:lnTo>
                  <a:lnTo>
                    <a:pt x="614931" y="26412"/>
                  </a:lnTo>
                  <a:lnTo>
                    <a:pt x="624692" y="26538"/>
                  </a:lnTo>
                  <a:lnTo>
                    <a:pt x="634453" y="26393"/>
                  </a:lnTo>
                  <a:lnTo>
                    <a:pt x="644214" y="26244"/>
                  </a:lnTo>
                  <a:lnTo>
                    <a:pt x="653975" y="26099"/>
                  </a:lnTo>
                  <a:lnTo>
                    <a:pt x="663735" y="25995"/>
                  </a:lnTo>
                  <a:lnTo>
                    <a:pt x="673496" y="26208"/>
                  </a:lnTo>
                  <a:lnTo>
                    <a:pt x="683257" y="26382"/>
                  </a:lnTo>
                  <a:lnTo>
                    <a:pt x="693018" y="26227"/>
                  </a:lnTo>
                  <a:lnTo>
                    <a:pt x="702779" y="26136"/>
                  </a:lnTo>
                  <a:lnTo>
                    <a:pt x="712539" y="26297"/>
                  </a:lnTo>
                  <a:lnTo>
                    <a:pt x="722300" y="26323"/>
                  </a:lnTo>
                  <a:lnTo>
                    <a:pt x="732061" y="26437"/>
                  </a:lnTo>
                  <a:lnTo>
                    <a:pt x="741822" y="26334"/>
                  </a:lnTo>
                  <a:lnTo>
                    <a:pt x="751583" y="26128"/>
                  </a:lnTo>
                  <a:lnTo>
                    <a:pt x="761344" y="26210"/>
                  </a:lnTo>
                  <a:lnTo>
                    <a:pt x="771104" y="26317"/>
                  </a:lnTo>
                  <a:lnTo>
                    <a:pt x="780865" y="26422"/>
                  </a:lnTo>
                  <a:lnTo>
                    <a:pt x="790626" y="26524"/>
                  </a:lnTo>
                  <a:lnTo>
                    <a:pt x="800387" y="26626"/>
                  </a:lnTo>
                  <a:lnTo>
                    <a:pt x="810148" y="26646"/>
                  </a:lnTo>
                  <a:lnTo>
                    <a:pt x="819909" y="26499"/>
                  </a:lnTo>
                  <a:lnTo>
                    <a:pt x="829669" y="26376"/>
                  </a:lnTo>
                  <a:lnTo>
                    <a:pt x="839430" y="26332"/>
                  </a:lnTo>
                  <a:lnTo>
                    <a:pt x="849191" y="26227"/>
                  </a:lnTo>
                  <a:lnTo>
                    <a:pt x="858952" y="26212"/>
                  </a:lnTo>
                  <a:lnTo>
                    <a:pt x="868713" y="26127"/>
                  </a:lnTo>
                  <a:lnTo>
                    <a:pt x="878473" y="26054"/>
                  </a:lnTo>
                  <a:lnTo>
                    <a:pt x="888234" y="25957"/>
                  </a:lnTo>
                  <a:lnTo>
                    <a:pt x="897995" y="25983"/>
                  </a:lnTo>
                  <a:lnTo>
                    <a:pt x="907756" y="25865"/>
                  </a:lnTo>
                  <a:lnTo>
                    <a:pt x="917517" y="25696"/>
                  </a:lnTo>
                  <a:lnTo>
                    <a:pt x="927278" y="25526"/>
                  </a:lnTo>
                  <a:lnTo>
                    <a:pt x="937038" y="25356"/>
                  </a:lnTo>
                  <a:lnTo>
                    <a:pt x="946799" y="25346"/>
                  </a:lnTo>
                  <a:lnTo>
                    <a:pt x="956560" y="25291"/>
                  </a:lnTo>
                  <a:lnTo>
                    <a:pt x="966321" y="25096"/>
                  </a:lnTo>
                  <a:lnTo>
                    <a:pt x="976082" y="25014"/>
                  </a:lnTo>
                  <a:lnTo>
                    <a:pt x="985842" y="25123"/>
                  </a:lnTo>
                  <a:lnTo>
                    <a:pt x="995603" y="25063"/>
                  </a:lnTo>
                  <a:lnTo>
                    <a:pt x="1005364" y="24880"/>
                  </a:lnTo>
                  <a:lnTo>
                    <a:pt x="1015125" y="24914"/>
                  </a:lnTo>
                  <a:lnTo>
                    <a:pt x="1024886" y="24956"/>
                  </a:lnTo>
                  <a:lnTo>
                    <a:pt x="1034647" y="24930"/>
                  </a:lnTo>
                  <a:lnTo>
                    <a:pt x="1044407" y="25027"/>
                  </a:lnTo>
                  <a:lnTo>
                    <a:pt x="1054168" y="24951"/>
                  </a:lnTo>
                  <a:lnTo>
                    <a:pt x="1063929" y="24851"/>
                  </a:lnTo>
                  <a:lnTo>
                    <a:pt x="1073690" y="24801"/>
                  </a:lnTo>
                  <a:lnTo>
                    <a:pt x="1083451" y="24725"/>
                  </a:lnTo>
                  <a:lnTo>
                    <a:pt x="1093212" y="24676"/>
                  </a:lnTo>
                  <a:lnTo>
                    <a:pt x="1102972" y="24605"/>
                  </a:lnTo>
                  <a:lnTo>
                    <a:pt x="1112733" y="24534"/>
                  </a:lnTo>
                  <a:lnTo>
                    <a:pt x="1122494" y="24492"/>
                  </a:lnTo>
                  <a:lnTo>
                    <a:pt x="1132255" y="24369"/>
                  </a:lnTo>
                  <a:lnTo>
                    <a:pt x="1142016" y="24264"/>
                  </a:lnTo>
                  <a:lnTo>
                    <a:pt x="1151776" y="24246"/>
                  </a:lnTo>
                  <a:lnTo>
                    <a:pt x="1161537" y="24175"/>
                  </a:lnTo>
                  <a:lnTo>
                    <a:pt x="1171298" y="24133"/>
                  </a:lnTo>
                  <a:lnTo>
                    <a:pt x="1181059" y="24030"/>
                  </a:lnTo>
                  <a:lnTo>
                    <a:pt x="1190820" y="23877"/>
                  </a:lnTo>
                  <a:lnTo>
                    <a:pt x="1200581" y="23796"/>
                  </a:lnTo>
                  <a:lnTo>
                    <a:pt x="1210341" y="23717"/>
                  </a:lnTo>
                  <a:lnTo>
                    <a:pt x="1220102" y="23645"/>
                  </a:lnTo>
                  <a:lnTo>
                    <a:pt x="1229863" y="23568"/>
                  </a:lnTo>
                  <a:lnTo>
                    <a:pt x="1239624" y="23570"/>
                  </a:lnTo>
                  <a:lnTo>
                    <a:pt x="1249385" y="23397"/>
                  </a:lnTo>
                  <a:lnTo>
                    <a:pt x="1259145" y="23330"/>
                  </a:lnTo>
                  <a:lnTo>
                    <a:pt x="1268906" y="23249"/>
                  </a:lnTo>
                  <a:lnTo>
                    <a:pt x="1278667" y="23169"/>
                  </a:lnTo>
                  <a:lnTo>
                    <a:pt x="1288428" y="23055"/>
                  </a:lnTo>
                  <a:lnTo>
                    <a:pt x="1298189" y="22791"/>
                  </a:lnTo>
                  <a:lnTo>
                    <a:pt x="1307950" y="22753"/>
                  </a:lnTo>
                  <a:lnTo>
                    <a:pt x="1317710" y="22737"/>
                  </a:lnTo>
                  <a:lnTo>
                    <a:pt x="1327471" y="22652"/>
                  </a:lnTo>
                  <a:lnTo>
                    <a:pt x="1337232" y="22498"/>
                  </a:lnTo>
                  <a:lnTo>
                    <a:pt x="1346993" y="22405"/>
                  </a:lnTo>
                  <a:lnTo>
                    <a:pt x="1356754" y="22246"/>
                  </a:lnTo>
                  <a:lnTo>
                    <a:pt x="1366515" y="22121"/>
                  </a:lnTo>
                  <a:lnTo>
                    <a:pt x="1376275" y="22055"/>
                  </a:lnTo>
                  <a:lnTo>
                    <a:pt x="1386036" y="21985"/>
                  </a:lnTo>
                  <a:lnTo>
                    <a:pt x="1395797" y="21757"/>
                  </a:lnTo>
                  <a:lnTo>
                    <a:pt x="1405558" y="21815"/>
                  </a:lnTo>
                  <a:lnTo>
                    <a:pt x="1415319" y="21743"/>
                  </a:lnTo>
                  <a:lnTo>
                    <a:pt x="1425079" y="21573"/>
                  </a:lnTo>
                  <a:lnTo>
                    <a:pt x="1434840" y="21456"/>
                  </a:lnTo>
                  <a:lnTo>
                    <a:pt x="1444601" y="21310"/>
                  </a:lnTo>
                  <a:lnTo>
                    <a:pt x="1454362" y="21142"/>
                  </a:lnTo>
                  <a:lnTo>
                    <a:pt x="1464123" y="20986"/>
                  </a:lnTo>
                  <a:lnTo>
                    <a:pt x="1473884" y="20808"/>
                  </a:lnTo>
                  <a:lnTo>
                    <a:pt x="1483644" y="20595"/>
                  </a:lnTo>
                  <a:lnTo>
                    <a:pt x="1493405" y="20471"/>
                  </a:lnTo>
                  <a:lnTo>
                    <a:pt x="1503166" y="20373"/>
                  </a:lnTo>
                  <a:lnTo>
                    <a:pt x="1512927" y="20218"/>
                  </a:lnTo>
                  <a:lnTo>
                    <a:pt x="1522688" y="20037"/>
                  </a:lnTo>
                  <a:lnTo>
                    <a:pt x="1532448" y="19820"/>
                  </a:lnTo>
                  <a:lnTo>
                    <a:pt x="1542209" y="19817"/>
                  </a:lnTo>
                  <a:lnTo>
                    <a:pt x="1551970" y="19574"/>
                  </a:lnTo>
                  <a:lnTo>
                    <a:pt x="1561731" y="19429"/>
                  </a:lnTo>
                  <a:lnTo>
                    <a:pt x="1571492" y="19321"/>
                  </a:lnTo>
                  <a:lnTo>
                    <a:pt x="1581253" y="19215"/>
                  </a:lnTo>
                  <a:lnTo>
                    <a:pt x="1591013" y="19071"/>
                  </a:lnTo>
                  <a:lnTo>
                    <a:pt x="1600774" y="18905"/>
                  </a:lnTo>
                  <a:lnTo>
                    <a:pt x="1610535" y="18777"/>
                  </a:lnTo>
                  <a:lnTo>
                    <a:pt x="1620296" y="18546"/>
                  </a:lnTo>
                  <a:lnTo>
                    <a:pt x="1630057" y="18184"/>
                  </a:lnTo>
                  <a:lnTo>
                    <a:pt x="1639818" y="17893"/>
                  </a:lnTo>
                  <a:lnTo>
                    <a:pt x="1649578" y="17718"/>
                  </a:lnTo>
                  <a:lnTo>
                    <a:pt x="1659339" y="17544"/>
                  </a:lnTo>
                  <a:lnTo>
                    <a:pt x="1669100" y="17377"/>
                  </a:lnTo>
                  <a:lnTo>
                    <a:pt x="1678861" y="17353"/>
                  </a:lnTo>
                  <a:lnTo>
                    <a:pt x="1688622" y="17079"/>
                  </a:lnTo>
                  <a:lnTo>
                    <a:pt x="1698382" y="16910"/>
                  </a:lnTo>
                  <a:lnTo>
                    <a:pt x="1708143" y="16754"/>
                  </a:lnTo>
                  <a:lnTo>
                    <a:pt x="1717904" y="16597"/>
                  </a:lnTo>
                  <a:lnTo>
                    <a:pt x="1727665" y="16440"/>
                  </a:lnTo>
                  <a:lnTo>
                    <a:pt x="1737426" y="16286"/>
                  </a:lnTo>
                  <a:lnTo>
                    <a:pt x="1747187" y="16199"/>
                  </a:lnTo>
                  <a:lnTo>
                    <a:pt x="1756947" y="16175"/>
                  </a:lnTo>
                  <a:lnTo>
                    <a:pt x="1766708" y="16055"/>
                  </a:lnTo>
                  <a:lnTo>
                    <a:pt x="1776469" y="15904"/>
                  </a:lnTo>
                  <a:lnTo>
                    <a:pt x="1786230" y="15754"/>
                  </a:lnTo>
                  <a:lnTo>
                    <a:pt x="1795991" y="15541"/>
                  </a:lnTo>
                  <a:lnTo>
                    <a:pt x="1805752" y="15368"/>
                  </a:lnTo>
                  <a:lnTo>
                    <a:pt x="1815512" y="15188"/>
                  </a:lnTo>
                  <a:lnTo>
                    <a:pt x="1825273" y="14958"/>
                  </a:lnTo>
                  <a:lnTo>
                    <a:pt x="1835034" y="14727"/>
                  </a:lnTo>
                  <a:lnTo>
                    <a:pt x="1844795" y="14545"/>
                  </a:lnTo>
                  <a:lnTo>
                    <a:pt x="1854556" y="14402"/>
                  </a:lnTo>
                  <a:lnTo>
                    <a:pt x="1864316" y="14216"/>
                  </a:lnTo>
                  <a:lnTo>
                    <a:pt x="1874077" y="14012"/>
                  </a:lnTo>
                  <a:lnTo>
                    <a:pt x="1883838" y="13813"/>
                  </a:lnTo>
                  <a:lnTo>
                    <a:pt x="1893599" y="13694"/>
                  </a:lnTo>
                  <a:lnTo>
                    <a:pt x="1903360" y="13580"/>
                  </a:lnTo>
                  <a:lnTo>
                    <a:pt x="1913121" y="13422"/>
                  </a:lnTo>
                  <a:lnTo>
                    <a:pt x="1922881" y="13256"/>
                  </a:lnTo>
                  <a:lnTo>
                    <a:pt x="1932642" y="13093"/>
                  </a:lnTo>
                  <a:lnTo>
                    <a:pt x="1942403" y="12927"/>
                  </a:lnTo>
                  <a:lnTo>
                    <a:pt x="1952164" y="12753"/>
                  </a:lnTo>
                  <a:lnTo>
                    <a:pt x="1961925" y="12560"/>
                  </a:lnTo>
                  <a:lnTo>
                    <a:pt x="1971685" y="12359"/>
                  </a:lnTo>
                  <a:lnTo>
                    <a:pt x="1981446" y="12189"/>
                  </a:lnTo>
                  <a:lnTo>
                    <a:pt x="1991207" y="11951"/>
                  </a:lnTo>
                  <a:lnTo>
                    <a:pt x="2000968" y="11746"/>
                  </a:lnTo>
                  <a:lnTo>
                    <a:pt x="2010729" y="11540"/>
                  </a:lnTo>
                  <a:lnTo>
                    <a:pt x="2020490" y="11333"/>
                  </a:lnTo>
                  <a:lnTo>
                    <a:pt x="2030250" y="11126"/>
                  </a:lnTo>
                  <a:lnTo>
                    <a:pt x="2040011" y="10919"/>
                  </a:lnTo>
                  <a:lnTo>
                    <a:pt x="2049772" y="10711"/>
                  </a:lnTo>
                  <a:lnTo>
                    <a:pt x="2059533" y="10502"/>
                  </a:lnTo>
                  <a:lnTo>
                    <a:pt x="2069294" y="10276"/>
                  </a:lnTo>
                  <a:lnTo>
                    <a:pt x="2079055" y="10041"/>
                  </a:lnTo>
                  <a:lnTo>
                    <a:pt x="2088815" y="9805"/>
                  </a:lnTo>
                  <a:lnTo>
                    <a:pt x="2098576" y="9569"/>
                  </a:lnTo>
                  <a:lnTo>
                    <a:pt x="2108337" y="9333"/>
                  </a:lnTo>
                  <a:lnTo>
                    <a:pt x="2118098" y="9096"/>
                  </a:lnTo>
                  <a:lnTo>
                    <a:pt x="2127859" y="8859"/>
                  </a:lnTo>
                  <a:lnTo>
                    <a:pt x="2137619" y="8621"/>
                  </a:lnTo>
                  <a:lnTo>
                    <a:pt x="2147380" y="8382"/>
                  </a:lnTo>
                  <a:lnTo>
                    <a:pt x="2157141" y="8143"/>
                  </a:lnTo>
                  <a:lnTo>
                    <a:pt x="2166902" y="7934"/>
                  </a:lnTo>
                  <a:lnTo>
                    <a:pt x="2176663" y="7740"/>
                  </a:lnTo>
                  <a:lnTo>
                    <a:pt x="2186424" y="7603"/>
                  </a:lnTo>
                  <a:lnTo>
                    <a:pt x="2196184" y="7354"/>
                  </a:lnTo>
                  <a:lnTo>
                    <a:pt x="2205945" y="7136"/>
                  </a:lnTo>
                  <a:lnTo>
                    <a:pt x="2215706" y="6836"/>
                  </a:lnTo>
                  <a:lnTo>
                    <a:pt x="2225467" y="6537"/>
                  </a:lnTo>
                  <a:lnTo>
                    <a:pt x="2235228" y="6282"/>
                  </a:lnTo>
                  <a:lnTo>
                    <a:pt x="2244988" y="6063"/>
                  </a:lnTo>
                  <a:lnTo>
                    <a:pt x="2254749" y="5844"/>
                  </a:lnTo>
                  <a:lnTo>
                    <a:pt x="2264510" y="5625"/>
                  </a:lnTo>
                  <a:lnTo>
                    <a:pt x="2274271" y="5406"/>
                  </a:lnTo>
                  <a:lnTo>
                    <a:pt x="2284032" y="5187"/>
                  </a:lnTo>
                  <a:lnTo>
                    <a:pt x="2293793" y="4968"/>
                  </a:lnTo>
                  <a:lnTo>
                    <a:pt x="2303553" y="4761"/>
                  </a:lnTo>
                  <a:lnTo>
                    <a:pt x="2313314" y="4577"/>
                  </a:lnTo>
                  <a:lnTo>
                    <a:pt x="2323075" y="4393"/>
                  </a:lnTo>
                  <a:lnTo>
                    <a:pt x="2332836" y="4209"/>
                  </a:lnTo>
                  <a:lnTo>
                    <a:pt x="2342597" y="4025"/>
                  </a:lnTo>
                  <a:lnTo>
                    <a:pt x="2352358" y="3840"/>
                  </a:lnTo>
                  <a:lnTo>
                    <a:pt x="2362118" y="3656"/>
                  </a:lnTo>
                  <a:lnTo>
                    <a:pt x="2371879" y="3473"/>
                  </a:lnTo>
                  <a:lnTo>
                    <a:pt x="2381640" y="3290"/>
                  </a:lnTo>
                  <a:lnTo>
                    <a:pt x="2391401" y="3111"/>
                  </a:lnTo>
                  <a:lnTo>
                    <a:pt x="2401162" y="2958"/>
                  </a:lnTo>
                  <a:lnTo>
                    <a:pt x="2410922" y="2736"/>
                  </a:lnTo>
                  <a:lnTo>
                    <a:pt x="2420683" y="2549"/>
                  </a:lnTo>
                  <a:lnTo>
                    <a:pt x="2430444" y="2362"/>
                  </a:lnTo>
                  <a:lnTo>
                    <a:pt x="2440205" y="2155"/>
                  </a:lnTo>
                  <a:lnTo>
                    <a:pt x="2449966" y="1884"/>
                  </a:lnTo>
                  <a:lnTo>
                    <a:pt x="2459727" y="1612"/>
                  </a:lnTo>
                  <a:lnTo>
                    <a:pt x="2469487" y="1376"/>
                  </a:lnTo>
                  <a:lnTo>
                    <a:pt x="2479248" y="1147"/>
                  </a:lnTo>
                  <a:lnTo>
                    <a:pt x="2489009" y="919"/>
                  </a:lnTo>
                  <a:lnTo>
                    <a:pt x="2498770" y="693"/>
                  </a:lnTo>
                  <a:lnTo>
                    <a:pt x="2508531" y="504"/>
                  </a:lnTo>
                  <a:lnTo>
                    <a:pt x="2518291" y="252"/>
                  </a:lnTo>
                  <a:lnTo>
                    <a:pt x="252805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8" name="pl57"/>
            <p:cNvSpPr/>
            <p:nvPr/>
          </p:nvSpPr>
          <p:spPr>
            <a:xfrm>
              <a:off x="3461961" y="5646140"/>
              <a:ext cx="2528052" cy="10564"/>
            </a:xfrm>
            <a:custGeom>
              <a:avLst/>
              <a:pathLst>
                <a:path w="2528052" h="10564">
                  <a:moveTo>
                    <a:pt x="2528052" y="10564"/>
                  </a:moveTo>
                  <a:lnTo>
                    <a:pt x="2518291" y="10444"/>
                  </a:lnTo>
                  <a:lnTo>
                    <a:pt x="2508531" y="10323"/>
                  </a:lnTo>
                  <a:lnTo>
                    <a:pt x="2498770" y="10203"/>
                  </a:lnTo>
                  <a:lnTo>
                    <a:pt x="2489009" y="10115"/>
                  </a:lnTo>
                  <a:lnTo>
                    <a:pt x="2479248" y="10043"/>
                  </a:lnTo>
                  <a:lnTo>
                    <a:pt x="2469487" y="9962"/>
                  </a:lnTo>
                  <a:lnTo>
                    <a:pt x="2459727" y="9855"/>
                  </a:lnTo>
                  <a:lnTo>
                    <a:pt x="2449966" y="9764"/>
                  </a:lnTo>
                  <a:lnTo>
                    <a:pt x="2440205" y="9676"/>
                  </a:lnTo>
                  <a:lnTo>
                    <a:pt x="2430444" y="9587"/>
                  </a:lnTo>
                  <a:lnTo>
                    <a:pt x="2420683" y="9516"/>
                  </a:lnTo>
                  <a:lnTo>
                    <a:pt x="2410922" y="9447"/>
                  </a:lnTo>
                  <a:lnTo>
                    <a:pt x="2401162" y="9429"/>
                  </a:lnTo>
                  <a:lnTo>
                    <a:pt x="2391401" y="9386"/>
                  </a:lnTo>
                  <a:lnTo>
                    <a:pt x="2381640" y="9263"/>
                  </a:lnTo>
                  <a:lnTo>
                    <a:pt x="2371879" y="9159"/>
                  </a:lnTo>
                  <a:lnTo>
                    <a:pt x="2362118" y="9086"/>
                  </a:lnTo>
                  <a:lnTo>
                    <a:pt x="2352358" y="9013"/>
                  </a:lnTo>
                  <a:lnTo>
                    <a:pt x="2342597" y="8894"/>
                  </a:lnTo>
                  <a:lnTo>
                    <a:pt x="2332836" y="8786"/>
                  </a:lnTo>
                  <a:lnTo>
                    <a:pt x="2323075" y="8734"/>
                  </a:lnTo>
                  <a:lnTo>
                    <a:pt x="2313314" y="8683"/>
                  </a:lnTo>
                  <a:lnTo>
                    <a:pt x="2303553" y="8632"/>
                  </a:lnTo>
                  <a:lnTo>
                    <a:pt x="2293793" y="8551"/>
                  </a:lnTo>
                  <a:lnTo>
                    <a:pt x="2284032" y="8451"/>
                  </a:lnTo>
                  <a:lnTo>
                    <a:pt x="2274271" y="8383"/>
                  </a:lnTo>
                  <a:lnTo>
                    <a:pt x="2264510" y="8316"/>
                  </a:lnTo>
                  <a:lnTo>
                    <a:pt x="2254749" y="8248"/>
                  </a:lnTo>
                  <a:lnTo>
                    <a:pt x="2244988" y="8180"/>
                  </a:lnTo>
                  <a:lnTo>
                    <a:pt x="2235228" y="8112"/>
                  </a:lnTo>
                  <a:lnTo>
                    <a:pt x="2225467" y="8044"/>
                  </a:lnTo>
                  <a:lnTo>
                    <a:pt x="2215706" y="7976"/>
                  </a:lnTo>
                  <a:lnTo>
                    <a:pt x="2205945" y="7907"/>
                  </a:lnTo>
                  <a:lnTo>
                    <a:pt x="2196184" y="7839"/>
                  </a:lnTo>
                  <a:lnTo>
                    <a:pt x="2186424" y="7763"/>
                  </a:lnTo>
                  <a:lnTo>
                    <a:pt x="2176663" y="7698"/>
                  </a:lnTo>
                  <a:lnTo>
                    <a:pt x="2166902" y="7624"/>
                  </a:lnTo>
                  <a:lnTo>
                    <a:pt x="2157141" y="7549"/>
                  </a:lnTo>
                  <a:lnTo>
                    <a:pt x="2147380" y="7475"/>
                  </a:lnTo>
                  <a:lnTo>
                    <a:pt x="2137619" y="7376"/>
                  </a:lnTo>
                  <a:lnTo>
                    <a:pt x="2127859" y="7270"/>
                  </a:lnTo>
                  <a:lnTo>
                    <a:pt x="2118098" y="7211"/>
                  </a:lnTo>
                  <a:lnTo>
                    <a:pt x="2108337" y="7152"/>
                  </a:lnTo>
                  <a:lnTo>
                    <a:pt x="2098576" y="7094"/>
                  </a:lnTo>
                  <a:lnTo>
                    <a:pt x="2088815" y="7023"/>
                  </a:lnTo>
                  <a:lnTo>
                    <a:pt x="2079055" y="6948"/>
                  </a:lnTo>
                  <a:lnTo>
                    <a:pt x="2069294" y="6872"/>
                  </a:lnTo>
                  <a:lnTo>
                    <a:pt x="2059533" y="6796"/>
                  </a:lnTo>
                  <a:lnTo>
                    <a:pt x="2049772" y="6719"/>
                  </a:lnTo>
                  <a:lnTo>
                    <a:pt x="2040011" y="6622"/>
                  </a:lnTo>
                  <a:lnTo>
                    <a:pt x="2030250" y="6519"/>
                  </a:lnTo>
                  <a:lnTo>
                    <a:pt x="2020490" y="6416"/>
                  </a:lnTo>
                  <a:lnTo>
                    <a:pt x="2010729" y="6313"/>
                  </a:lnTo>
                  <a:lnTo>
                    <a:pt x="2000968" y="6210"/>
                  </a:lnTo>
                  <a:lnTo>
                    <a:pt x="1991207" y="6107"/>
                  </a:lnTo>
                  <a:lnTo>
                    <a:pt x="1981446" y="6003"/>
                  </a:lnTo>
                  <a:lnTo>
                    <a:pt x="1971685" y="5899"/>
                  </a:lnTo>
                  <a:lnTo>
                    <a:pt x="1961925" y="5794"/>
                  </a:lnTo>
                  <a:lnTo>
                    <a:pt x="1952164" y="5699"/>
                  </a:lnTo>
                  <a:lnTo>
                    <a:pt x="1942403" y="5659"/>
                  </a:lnTo>
                  <a:lnTo>
                    <a:pt x="1932642" y="5651"/>
                  </a:lnTo>
                  <a:lnTo>
                    <a:pt x="1922881" y="5609"/>
                  </a:lnTo>
                  <a:lnTo>
                    <a:pt x="1913121" y="5507"/>
                  </a:lnTo>
                  <a:lnTo>
                    <a:pt x="1903360" y="5406"/>
                  </a:lnTo>
                  <a:lnTo>
                    <a:pt x="1893599" y="5303"/>
                  </a:lnTo>
                  <a:lnTo>
                    <a:pt x="1883838" y="5200"/>
                  </a:lnTo>
                  <a:lnTo>
                    <a:pt x="1874077" y="5125"/>
                  </a:lnTo>
                  <a:lnTo>
                    <a:pt x="1864316" y="5101"/>
                  </a:lnTo>
                  <a:lnTo>
                    <a:pt x="1854556" y="4955"/>
                  </a:lnTo>
                  <a:lnTo>
                    <a:pt x="1844795" y="4887"/>
                  </a:lnTo>
                  <a:lnTo>
                    <a:pt x="1835034" y="4821"/>
                  </a:lnTo>
                  <a:lnTo>
                    <a:pt x="1825273" y="4756"/>
                  </a:lnTo>
                  <a:lnTo>
                    <a:pt x="1815512" y="4636"/>
                  </a:lnTo>
                  <a:lnTo>
                    <a:pt x="1805752" y="4502"/>
                  </a:lnTo>
                  <a:lnTo>
                    <a:pt x="1795991" y="4383"/>
                  </a:lnTo>
                  <a:lnTo>
                    <a:pt x="1786230" y="4323"/>
                  </a:lnTo>
                  <a:lnTo>
                    <a:pt x="1776469" y="4246"/>
                  </a:lnTo>
                  <a:lnTo>
                    <a:pt x="1766708" y="4144"/>
                  </a:lnTo>
                  <a:lnTo>
                    <a:pt x="1756947" y="4054"/>
                  </a:lnTo>
                  <a:lnTo>
                    <a:pt x="1747187" y="3962"/>
                  </a:lnTo>
                  <a:lnTo>
                    <a:pt x="1737426" y="3856"/>
                  </a:lnTo>
                  <a:lnTo>
                    <a:pt x="1727665" y="3737"/>
                  </a:lnTo>
                  <a:lnTo>
                    <a:pt x="1717904" y="3758"/>
                  </a:lnTo>
                  <a:lnTo>
                    <a:pt x="1708143" y="3673"/>
                  </a:lnTo>
                  <a:lnTo>
                    <a:pt x="1698382" y="3606"/>
                  </a:lnTo>
                  <a:lnTo>
                    <a:pt x="1688622" y="3476"/>
                  </a:lnTo>
                  <a:lnTo>
                    <a:pt x="1678861" y="3377"/>
                  </a:lnTo>
                  <a:lnTo>
                    <a:pt x="1669100" y="3318"/>
                  </a:lnTo>
                  <a:lnTo>
                    <a:pt x="1659339" y="3275"/>
                  </a:lnTo>
                  <a:lnTo>
                    <a:pt x="1649578" y="3233"/>
                  </a:lnTo>
                  <a:lnTo>
                    <a:pt x="1639818" y="3191"/>
                  </a:lnTo>
                  <a:lnTo>
                    <a:pt x="1630057" y="3143"/>
                  </a:lnTo>
                  <a:lnTo>
                    <a:pt x="1620296" y="3091"/>
                  </a:lnTo>
                  <a:lnTo>
                    <a:pt x="1610535" y="3020"/>
                  </a:lnTo>
                  <a:lnTo>
                    <a:pt x="1600774" y="2950"/>
                  </a:lnTo>
                  <a:lnTo>
                    <a:pt x="1591013" y="2882"/>
                  </a:lnTo>
                  <a:lnTo>
                    <a:pt x="1581253" y="2837"/>
                  </a:lnTo>
                  <a:lnTo>
                    <a:pt x="1571492" y="2792"/>
                  </a:lnTo>
                  <a:lnTo>
                    <a:pt x="1561731" y="2712"/>
                  </a:lnTo>
                  <a:lnTo>
                    <a:pt x="1551970" y="2612"/>
                  </a:lnTo>
                  <a:lnTo>
                    <a:pt x="1542209" y="2518"/>
                  </a:lnTo>
                  <a:lnTo>
                    <a:pt x="1532448" y="2408"/>
                  </a:lnTo>
                  <a:lnTo>
                    <a:pt x="1522688" y="2277"/>
                  </a:lnTo>
                  <a:lnTo>
                    <a:pt x="1512927" y="2146"/>
                  </a:lnTo>
                  <a:lnTo>
                    <a:pt x="1503166" y="2086"/>
                  </a:lnTo>
                  <a:lnTo>
                    <a:pt x="1493405" y="2091"/>
                  </a:lnTo>
                  <a:lnTo>
                    <a:pt x="1483644" y="2035"/>
                  </a:lnTo>
                  <a:lnTo>
                    <a:pt x="1473884" y="1952"/>
                  </a:lnTo>
                  <a:lnTo>
                    <a:pt x="1464123" y="1937"/>
                  </a:lnTo>
                  <a:lnTo>
                    <a:pt x="1454362" y="1864"/>
                  </a:lnTo>
                  <a:lnTo>
                    <a:pt x="1444601" y="1766"/>
                  </a:lnTo>
                  <a:lnTo>
                    <a:pt x="1434840" y="1657"/>
                  </a:lnTo>
                  <a:lnTo>
                    <a:pt x="1425079" y="1549"/>
                  </a:lnTo>
                  <a:lnTo>
                    <a:pt x="1415319" y="1440"/>
                  </a:lnTo>
                  <a:lnTo>
                    <a:pt x="1405558" y="1348"/>
                  </a:lnTo>
                  <a:lnTo>
                    <a:pt x="1395797" y="1262"/>
                  </a:lnTo>
                  <a:lnTo>
                    <a:pt x="1386036" y="1214"/>
                  </a:lnTo>
                  <a:lnTo>
                    <a:pt x="1376275" y="1181"/>
                  </a:lnTo>
                  <a:lnTo>
                    <a:pt x="1366515" y="1078"/>
                  </a:lnTo>
                  <a:lnTo>
                    <a:pt x="1356754" y="977"/>
                  </a:lnTo>
                  <a:lnTo>
                    <a:pt x="1346993" y="917"/>
                  </a:lnTo>
                  <a:lnTo>
                    <a:pt x="1337232" y="856"/>
                  </a:lnTo>
                  <a:lnTo>
                    <a:pt x="1327471" y="806"/>
                  </a:lnTo>
                  <a:lnTo>
                    <a:pt x="1317710" y="758"/>
                  </a:lnTo>
                  <a:lnTo>
                    <a:pt x="1307950" y="730"/>
                  </a:lnTo>
                  <a:lnTo>
                    <a:pt x="1298189" y="678"/>
                  </a:lnTo>
                  <a:lnTo>
                    <a:pt x="1288428" y="697"/>
                  </a:lnTo>
                  <a:lnTo>
                    <a:pt x="1278667" y="612"/>
                  </a:lnTo>
                  <a:lnTo>
                    <a:pt x="1268906" y="525"/>
                  </a:lnTo>
                  <a:lnTo>
                    <a:pt x="1259145" y="467"/>
                  </a:lnTo>
                  <a:lnTo>
                    <a:pt x="1249385" y="405"/>
                  </a:lnTo>
                  <a:lnTo>
                    <a:pt x="1239624" y="369"/>
                  </a:lnTo>
                  <a:lnTo>
                    <a:pt x="1229863" y="344"/>
                  </a:lnTo>
                  <a:lnTo>
                    <a:pt x="1220102" y="325"/>
                  </a:lnTo>
                  <a:lnTo>
                    <a:pt x="1210341" y="373"/>
                  </a:lnTo>
                  <a:lnTo>
                    <a:pt x="1200581" y="311"/>
                  </a:lnTo>
                  <a:lnTo>
                    <a:pt x="1190820" y="308"/>
                  </a:lnTo>
                  <a:lnTo>
                    <a:pt x="1181059" y="266"/>
                  </a:lnTo>
                  <a:lnTo>
                    <a:pt x="1171298" y="262"/>
                  </a:lnTo>
                  <a:lnTo>
                    <a:pt x="1161537" y="269"/>
                  </a:lnTo>
                  <a:lnTo>
                    <a:pt x="1151776" y="225"/>
                  </a:lnTo>
                  <a:lnTo>
                    <a:pt x="1142016" y="210"/>
                  </a:lnTo>
                  <a:lnTo>
                    <a:pt x="1132255" y="166"/>
                  </a:lnTo>
                  <a:lnTo>
                    <a:pt x="1122494" y="100"/>
                  </a:lnTo>
                  <a:lnTo>
                    <a:pt x="1112733" y="94"/>
                  </a:lnTo>
                  <a:lnTo>
                    <a:pt x="1102972" y="90"/>
                  </a:lnTo>
                  <a:lnTo>
                    <a:pt x="1093212" y="35"/>
                  </a:lnTo>
                  <a:lnTo>
                    <a:pt x="1083451" y="63"/>
                  </a:lnTo>
                  <a:lnTo>
                    <a:pt x="1073690" y="80"/>
                  </a:lnTo>
                  <a:lnTo>
                    <a:pt x="1063929" y="78"/>
                  </a:lnTo>
                  <a:lnTo>
                    <a:pt x="1054168" y="74"/>
                  </a:lnTo>
                  <a:lnTo>
                    <a:pt x="1044407" y="70"/>
                  </a:lnTo>
                  <a:lnTo>
                    <a:pt x="1034647" y="41"/>
                  </a:lnTo>
                  <a:lnTo>
                    <a:pt x="1024886" y="30"/>
                  </a:lnTo>
                  <a:lnTo>
                    <a:pt x="1015125" y="44"/>
                  </a:lnTo>
                  <a:lnTo>
                    <a:pt x="1005364" y="31"/>
                  </a:lnTo>
                  <a:lnTo>
                    <a:pt x="995603" y="0"/>
                  </a:lnTo>
                  <a:lnTo>
                    <a:pt x="985842" y="50"/>
                  </a:lnTo>
                  <a:lnTo>
                    <a:pt x="976082" y="7"/>
                  </a:lnTo>
                  <a:lnTo>
                    <a:pt x="966321" y="0"/>
                  </a:lnTo>
                  <a:lnTo>
                    <a:pt x="956560" y="24"/>
                  </a:lnTo>
                  <a:lnTo>
                    <a:pt x="946799" y="32"/>
                  </a:lnTo>
                  <a:lnTo>
                    <a:pt x="937038" y="20"/>
                  </a:lnTo>
                  <a:lnTo>
                    <a:pt x="927278" y="30"/>
                  </a:lnTo>
                  <a:lnTo>
                    <a:pt x="917517" y="27"/>
                  </a:lnTo>
                  <a:lnTo>
                    <a:pt x="907756" y="56"/>
                  </a:lnTo>
                  <a:lnTo>
                    <a:pt x="897995" y="61"/>
                  </a:lnTo>
                  <a:lnTo>
                    <a:pt x="888234" y="105"/>
                  </a:lnTo>
                  <a:lnTo>
                    <a:pt x="878473" y="149"/>
                  </a:lnTo>
                  <a:lnTo>
                    <a:pt x="868713" y="192"/>
                  </a:lnTo>
                  <a:lnTo>
                    <a:pt x="858952" y="234"/>
                  </a:lnTo>
                  <a:lnTo>
                    <a:pt x="849191" y="275"/>
                  </a:lnTo>
                  <a:lnTo>
                    <a:pt x="839430" y="271"/>
                  </a:lnTo>
                  <a:lnTo>
                    <a:pt x="829669" y="211"/>
                  </a:lnTo>
                  <a:lnTo>
                    <a:pt x="819909" y="151"/>
                  </a:lnTo>
                  <a:lnTo>
                    <a:pt x="810148" y="134"/>
                  </a:lnTo>
                  <a:lnTo>
                    <a:pt x="800387" y="149"/>
                  </a:lnTo>
                  <a:lnTo>
                    <a:pt x="790626" y="141"/>
                  </a:lnTo>
                  <a:lnTo>
                    <a:pt x="780865" y="209"/>
                  </a:lnTo>
                  <a:lnTo>
                    <a:pt x="771104" y="257"/>
                  </a:lnTo>
                  <a:lnTo>
                    <a:pt x="761344" y="187"/>
                  </a:lnTo>
                  <a:lnTo>
                    <a:pt x="751583" y="166"/>
                  </a:lnTo>
                  <a:lnTo>
                    <a:pt x="741822" y="190"/>
                  </a:lnTo>
                  <a:lnTo>
                    <a:pt x="732061" y="165"/>
                  </a:lnTo>
                  <a:lnTo>
                    <a:pt x="722300" y="168"/>
                  </a:lnTo>
                  <a:lnTo>
                    <a:pt x="712539" y="197"/>
                  </a:lnTo>
                  <a:lnTo>
                    <a:pt x="702779" y="257"/>
                  </a:lnTo>
                  <a:lnTo>
                    <a:pt x="693018" y="256"/>
                  </a:lnTo>
                  <a:lnTo>
                    <a:pt x="683257" y="236"/>
                  </a:lnTo>
                  <a:lnTo>
                    <a:pt x="673496" y="251"/>
                  </a:lnTo>
                  <a:lnTo>
                    <a:pt x="663735" y="248"/>
                  </a:lnTo>
                  <a:lnTo>
                    <a:pt x="653975" y="246"/>
                  </a:lnTo>
                  <a:lnTo>
                    <a:pt x="644214" y="255"/>
                  </a:lnTo>
                  <a:lnTo>
                    <a:pt x="634453" y="284"/>
                  </a:lnTo>
                  <a:lnTo>
                    <a:pt x="624692" y="350"/>
                  </a:lnTo>
                  <a:lnTo>
                    <a:pt x="614931" y="290"/>
                  </a:lnTo>
                  <a:lnTo>
                    <a:pt x="605170" y="367"/>
                  </a:lnTo>
                  <a:lnTo>
                    <a:pt x="595410" y="440"/>
                  </a:lnTo>
                  <a:lnTo>
                    <a:pt x="585649" y="448"/>
                  </a:lnTo>
                  <a:lnTo>
                    <a:pt x="575888" y="454"/>
                  </a:lnTo>
                  <a:lnTo>
                    <a:pt x="566127" y="459"/>
                  </a:lnTo>
                  <a:lnTo>
                    <a:pt x="556366" y="480"/>
                  </a:lnTo>
                  <a:lnTo>
                    <a:pt x="546606" y="577"/>
                  </a:lnTo>
                  <a:lnTo>
                    <a:pt x="536845" y="640"/>
                  </a:lnTo>
                  <a:lnTo>
                    <a:pt x="527084" y="643"/>
                  </a:lnTo>
                  <a:lnTo>
                    <a:pt x="517323" y="617"/>
                  </a:lnTo>
                  <a:lnTo>
                    <a:pt x="507562" y="649"/>
                  </a:lnTo>
                  <a:lnTo>
                    <a:pt x="497801" y="692"/>
                  </a:lnTo>
                  <a:lnTo>
                    <a:pt x="488041" y="752"/>
                  </a:lnTo>
                  <a:lnTo>
                    <a:pt x="478280" y="753"/>
                  </a:lnTo>
                  <a:lnTo>
                    <a:pt x="468519" y="788"/>
                  </a:lnTo>
                  <a:lnTo>
                    <a:pt x="458758" y="823"/>
                  </a:lnTo>
                  <a:lnTo>
                    <a:pt x="448997" y="857"/>
                  </a:lnTo>
                  <a:lnTo>
                    <a:pt x="439236" y="890"/>
                  </a:lnTo>
                  <a:lnTo>
                    <a:pt x="429476" y="924"/>
                  </a:lnTo>
                  <a:lnTo>
                    <a:pt x="419715" y="1023"/>
                  </a:lnTo>
                  <a:lnTo>
                    <a:pt x="409954" y="1035"/>
                  </a:lnTo>
                  <a:lnTo>
                    <a:pt x="400193" y="1045"/>
                  </a:lnTo>
                  <a:lnTo>
                    <a:pt x="390432" y="1091"/>
                  </a:lnTo>
                  <a:lnTo>
                    <a:pt x="380672" y="1178"/>
                  </a:lnTo>
                  <a:lnTo>
                    <a:pt x="370911" y="1137"/>
                  </a:lnTo>
                  <a:lnTo>
                    <a:pt x="361150" y="1217"/>
                  </a:lnTo>
                  <a:lnTo>
                    <a:pt x="351389" y="1296"/>
                  </a:lnTo>
                  <a:lnTo>
                    <a:pt x="341628" y="1374"/>
                  </a:lnTo>
                  <a:lnTo>
                    <a:pt x="331867" y="1422"/>
                  </a:lnTo>
                  <a:lnTo>
                    <a:pt x="322107" y="1452"/>
                  </a:lnTo>
                  <a:lnTo>
                    <a:pt x="312346" y="1490"/>
                  </a:lnTo>
                  <a:lnTo>
                    <a:pt x="302585" y="1563"/>
                  </a:lnTo>
                  <a:lnTo>
                    <a:pt x="292824" y="1595"/>
                  </a:lnTo>
                  <a:lnTo>
                    <a:pt x="283063" y="1676"/>
                  </a:lnTo>
                  <a:lnTo>
                    <a:pt x="273303" y="1782"/>
                  </a:lnTo>
                  <a:lnTo>
                    <a:pt x="263542" y="1888"/>
                  </a:lnTo>
                  <a:lnTo>
                    <a:pt x="253781" y="1994"/>
                  </a:lnTo>
                  <a:lnTo>
                    <a:pt x="244020" y="2099"/>
                  </a:lnTo>
                  <a:lnTo>
                    <a:pt x="234259" y="2204"/>
                  </a:lnTo>
                  <a:lnTo>
                    <a:pt x="224498" y="2308"/>
                  </a:lnTo>
                  <a:lnTo>
                    <a:pt x="214738" y="2398"/>
                  </a:lnTo>
                  <a:lnTo>
                    <a:pt x="204977" y="2495"/>
                  </a:lnTo>
                  <a:lnTo>
                    <a:pt x="195216" y="2555"/>
                  </a:lnTo>
                  <a:lnTo>
                    <a:pt x="185455" y="2633"/>
                  </a:lnTo>
                  <a:lnTo>
                    <a:pt x="175694" y="2711"/>
                  </a:lnTo>
                  <a:lnTo>
                    <a:pt x="165933" y="2850"/>
                  </a:lnTo>
                  <a:lnTo>
                    <a:pt x="156173" y="2884"/>
                  </a:lnTo>
                  <a:lnTo>
                    <a:pt x="146412" y="2941"/>
                  </a:lnTo>
                  <a:lnTo>
                    <a:pt x="136651" y="3018"/>
                  </a:lnTo>
                  <a:lnTo>
                    <a:pt x="126890" y="3097"/>
                  </a:lnTo>
                  <a:lnTo>
                    <a:pt x="117129" y="3175"/>
                  </a:lnTo>
                  <a:lnTo>
                    <a:pt x="107369" y="3282"/>
                  </a:lnTo>
                  <a:lnTo>
                    <a:pt x="97608" y="3398"/>
                  </a:lnTo>
                  <a:lnTo>
                    <a:pt x="87847" y="3467"/>
                  </a:lnTo>
                  <a:lnTo>
                    <a:pt x="78086" y="3511"/>
                  </a:lnTo>
                  <a:lnTo>
                    <a:pt x="68325" y="3554"/>
                  </a:lnTo>
                  <a:lnTo>
                    <a:pt x="58564" y="3622"/>
                  </a:lnTo>
                  <a:lnTo>
                    <a:pt x="48804" y="3717"/>
                  </a:lnTo>
                  <a:lnTo>
                    <a:pt x="39043" y="3828"/>
                  </a:lnTo>
                  <a:lnTo>
                    <a:pt x="29282" y="3955"/>
                  </a:lnTo>
                  <a:lnTo>
                    <a:pt x="19521" y="4047"/>
                  </a:lnTo>
                  <a:lnTo>
                    <a:pt x="9760" y="4114"/>
                  </a:lnTo>
                  <a:lnTo>
                    <a:pt x="0" y="41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3461961" y="4913312"/>
              <a:ext cx="2528052" cy="771682"/>
            </a:xfrm>
            <a:custGeom>
              <a:avLst/>
              <a:pathLst>
                <a:path w="2528052" h="771682">
                  <a:moveTo>
                    <a:pt x="0" y="689014"/>
                  </a:moveTo>
                  <a:lnTo>
                    <a:pt x="9760" y="689265"/>
                  </a:lnTo>
                  <a:lnTo>
                    <a:pt x="19521" y="689724"/>
                  </a:lnTo>
                  <a:lnTo>
                    <a:pt x="29282" y="689733"/>
                  </a:lnTo>
                  <a:lnTo>
                    <a:pt x="39043" y="689803"/>
                  </a:lnTo>
                  <a:lnTo>
                    <a:pt x="48804" y="690254"/>
                  </a:lnTo>
                  <a:lnTo>
                    <a:pt x="58564" y="690209"/>
                  </a:lnTo>
                  <a:lnTo>
                    <a:pt x="68325" y="690168"/>
                  </a:lnTo>
                  <a:lnTo>
                    <a:pt x="78086" y="690473"/>
                  </a:lnTo>
                  <a:lnTo>
                    <a:pt x="87847" y="690047"/>
                  </a:lnTo>
                  <a:lnTo>
                    <a:pt x="97608" y="689993"/>
                  </a:lnTo>
                  <a:lnTo>
                    <a:pt x="107369" y="689946"/>
                  </a:lnTo>
                  <a:lnTo>
                    <a:pt x="117129" y="690002"/>
                  </a:lnTo>
                  <a:lnTo>
                    <a:pt x="126890" y="690317"/>
                  </a:lnTo>
                  <a:lnTo>
                    <a:pt x="136651" y="690273"/>
                  </a:lnTo>
                  <a:lnTo>
                    <a:pt x="146412" y="690242"/>
                  </a:lnTo>
                  <a:lnTo>
                    <a:pt x="156173" y="690296"/>
                  </a:lnTo>
                  <a:lnTo>
                    <a:pt x="165933" y="689936"/>
                  </a:lnTo>
                  <a:lnTo>
                    <a:pt x="175694" y="690221"/>
                  </a:lnTo>
                  <a:lnTo>
                    <a:pt x="185455" y="690153"/>
                  </a:lnTo>
                  <a:lnTo>
                    <a:pt x="195216" y="690120"/>
                  </a:lnTo>
                  <a:lnTo>
                    <a:pt x="204977" y="689907"/>
                  </a:lnTo>
                  <a:lnTo>
                    <a:pt x="214738" y="689603"/>
                  </a:lnTo>
                  <a:lnTo>
                    <a:pt x="224498" y="689842"/>
                  </a:lnTo>
                  <a:lnTo>
                    <a:pt x="234259" y="689946"/>
                  </a:lnTo>
                  <a:lnTo>
                    <a:pt x="244020" y="689324"/>
                  </a:lnTo>
                  <a:lnTo>
                    <a:pt x="253781" y="689286"/>
                  </a:lnTo>
                  <a:lnTo>
                    <a:pt x="263542" y="689135"/>
                  </a:lnTo>
                  <a:lnTo>
                    <a:pt x="273303" y="688974"/>
                  </a:lnTo>
                  <a:lnTo>
                    <a:pt x="283063" y="688184"/>
                  </a:lnTo>
                  <a:lnTo>
                    <a:pt x="292824" y="687677"/>
                  </a:lnTo>
                  <a:lnTo>
                    <a:pt x="302585" y="687411"/>
                  </a:lnTo>
                  <a:lnTo>
                    <a:pt x="312346" y="687262"/>
                  </a:lnTo>
                  <a:lnTo>
                    <a:pt x="322107" y="686791"/>
                  </a:lnTo>
                  <a:lnTo>
                    <a:pt x="331867" y="686301"/>
                  </a:lnTo>
                  <a:lnTo>
                    <a:pt x="341628" y="685739"/>
                  </a:lnTo>
                  <a:lnTo>
                    <a:pt x="351389" y="685344"/>
                  </a:lnTo>
                  <a:lnTo>
                    <a:pt x="361150" y="684970"/>
                  </a:lnTo>
                  <a:lnTo>
                    <a:pt x="370911" y="684410"/>
                  </a:lnTo>
                  <a:lnTo>
                    <a:pt x="380672" y="683883"/>
                  </a:lnTo>
                  <a:lnTo>
                    <a:pt x="390432" y="683312"/>
                  </a:lnTo>
                  <a:lnTo>
                    <a:pt x="400193" y="682869"/>
                  </a:lnTo>
                  <a:lnTo>
                    <a:pt x="409954" y="682239"/>
                  </a:lnTo>
                  <a:lnTo>
                    <a:pt x="419715" y="681476"/>
                  </a:lnTo>
                  <a:lnTo>
                    <a:pt x="429476" y="680841"/>
                  </a:lnTo>
                  <a:lnTo>
                    <a:pt x="439236" y="680358"/>
                  </a:lnTo>
                  <a:lnTo>
                    <a:pt x="448997" y="679921"/>
                  </a:lnTo>
                  <a:lnTo>
                    <a:pt x="458758" y="679084"/>
                  </a:lnTo>
                  <a:lnTo>
                    <a:pt x="468519" y="678116"/>
                  </a:lnTo>
                  <a:lnTo>
                    <a:pt x="478280" y="677466"/>
                  </a:lnTo>
                  <a:lnTo>
                    <a:pt x="488041" y="676900"/>
                  </a:lnTo>
                  <a:lnTo>
                    <a:pt x="497801" y="676328"/>
                  </a:lnTo>
                  <a:lnTo>
                    <a:pt x="507562" y="675548"/>
                  </a:lnTo>
                  <a:lnTo>
                    <a:pt x="517323" y="674732"/>
                  </a:lnTo>
                  <a:lnTo>
                    <a:pt x="527084" y="673772"/>
                  </a:lnTo>
                  <a:lnTo>
                    <a:pt x="536845" y="673055"/>
                  </a:lnTo>
                  <a:lnTo>
                    <a:pt x="546606" y="672235"/>
                  </a:lnTo>
                  <a:lnTo>
                    <a:pt x="556366" y="671636"/>
                  </a:lnTo>
                  <a:lnTo>
                    <a:pt x="566127" y="670768"/>
                  </a:lnTo>
                  <a:lnTo>
                    <a:pt x="575888" y="669702"/>
                  </a:lnTo>
                  <a:lnTo>
                    <a:pt x="585649" y="668805"/>
                  </a:lnTo>
                  <a:lnTo>
                    <a:pt x="595410" y="667936"/>
                  </a:lnTo>
                  <a:lnTo>
                    <a:pt x="605170" y="667045"/>
                  </a:lnTo>
                  <a:lnTo>
                    <a:pt x="614931" y="666168"/>
                  </a:lnTo>
                  <a:lnTo>
                    <a:pt x="624692" y="665429"/>
                  </a:lnTo>
                  <a:lnTo>
                    <a:pt x="634453" y="665066"/>
                  </a:lnTo>
                  <a:lnTo>
                    <a:pt x="644214" y="663716"/>
                  </a:lnTo>
                  <a:lnTo>
                    <a:pt x="653975" y="662545"/>
                  </a:lnTo>
                  <a:lnTo>
                    <a:pt x="663735" y="661621"/>
                  </a:lnTo>
                  <a:lnTo>
                    <a:pt x="673496" y="660679"/>
                  </a:lnTo>
                  <a:lnTo>
                    <a:pt x="683257" y="659733"/>
                  </a:lnTo>
                  <a:lnTo>
                    <a:pt x="693018" y="658796"/>
                  </a:lnTo>
                  <a:lnTo>
                    <a:pt x="702779" y="657492"/>
                  </a:lnTo>
                  <a:lnTo>
                    <a:pt x="712539" y="655856"/>
                  </a:lnTo>
                  <a:lnTo>
                    <a:pt x="722300" y="654450"/>
                  </a:lnTo>
                  <a:lnTo>
                    <a:pt x="732061" y="653562"/>
                  </a:lnTo>
                  <a:lnTo>
                    <a:pt x="741822" y="652668"/>
                  </a:lnTo>
                  <a:lnTo>
                    <a:pt x="751583" y="651767"/>
                  </a:lnTo>
                  <a:lnTo>
                    <a:pt x="761344" y="650468"/>
                  </a:lnTo>
                  <a:lnTo>
                    <a:pt x="771104" y="648987"/>
                  </a:lnTo>
                  <a:lnTo>
                    <a:pt x="780865" y="647493"/>
                  </a:lnTo>
                  <a:lnTo>
                    <a:pt x="790626" y="646374"/>
                  </a:lnTo>
                  <a:lnTo>
                    <a:pt x="800387" y="645139"/>
                  </a:lnTo>
                  <a:lnTo>
                    <a:pt x="810148" y="643370"/>
                  </a:lnTo>
                  <a:lnTo>
                    <a:pt x="819909" y="641992"/>
                  </a:lnTo>
                  <a:lnTo>
                    <a:pt x="829669" y="640287"/>
                  </a:lnTo>
                  <a:lnTo>
                    <a:pt x="839430" y="638778"/>
                  </a:lnTo>
                  <a:lnTo>
                    <a:pt x="849191" y="637759"/>
                  </a:lnTo>
                  <a:lnTo>
                    <a:pt x="858952" y="636755"/>
                  </a:lnTo>
                  <a:lnTo>
                    <a:pt x="868713" y="635659"/>
                  </a:lnTo>
                  <a:lnTo>
                    <a:pt x="878473" y="634434"/>
                  </a:lnTo>
                  <a:lnTo>
                    <a:pt x="888234" y="633654"/>
                  </a:lnTo>
                  <a:lnTo>
                    <a:pt x="897995" y="632130"/>
                  </a:lnTo>
                  <a:lnTo>
                    <a:pt x="907756" y="630462"/>
                  </a:lnTo>
                  <a:lnTo>
                    <a:pt x="917517" y="628923"/>
                  </a:lnTo>
                  <a:lnTo>
                    <a:pt x="927278" y="627529"/>
                  </a:lnTo>
                  <a:lnTo>
                    <a:pt x="937038" y="625772"/>
                  </a:lnTo>
                  <a:lnTo>
                    <a:pt x="946799" y="624291"/>
                  </a:lnTo>
                  <a:lnTo>
                    <a:pt x="956560" y="623013"/>
                  </a:lnTo>
                  <a:lnTo>
                    <a:pt x="966321" y="621724"/>
                  </a:lnTo>
                  <a:lnTo>
                    <a:pt x="976082" y="620372"/>
                  </a:lnTo>
                  <a:lnTo>
                    <a:pt x="985842" y="618772"/>
                  </a:lnTo>
                  <a:lnTo>
                    <a:pt x="995603" y="616562"/>
                  </a:lnTo>
                  <a:lnTo>
                    <a:pt x="1005364" y="614928"/>
                  </a:lnTo>
                  <a:lnTo>
                    <a:pt x="1015125" y="614018"/>
                  </a:lnTo>
                  <a:lnTo>
                    <a:pt x="1024886" y="612793"/>
                  </a:lnTo>
                  <a:lnTo>
                    <a:pt x="1034647" y="611080"/>
                  </a:lnTo>
                  <a:lnTo>
                    <a:pt x="1044407" y="608880"/>
                  </a:lnTo>
                  <a:lnTo>
                    <a:pt x="1054168" y="606667"/>
                  </a:lnTo>
                  <a:lnTo>
                    <a:pt x="1063929" y="604427"/>
                  </a:lnTo>
                  <a:lnTo>
                    <a:pt x="1073690" y="602158"/>
                  </a:lnTo>
                  <a:lnTo>
                    <a:pt x="1083451" y="599859"/>
                  </a:lnTo>
                  <a:lnTo>
                    <a:pt x="1093212" y="598717"/>
                  </a:lnTo>
                  <a:lnTo>
                    <a:pt x="1102972" y="597602"/>
                  </a:lnTo>
                  <a:lnTo>
                    <a:pt x="1112733" y="596480"/>
                  </a:lnTo>
                  <a:lnTo>
                    <a:pt x="1122494" y="594353"/>
                  </a:lnTo>
                  <a:lnTo>
                    <a:pt x="1132255" y="592773"/>
                  </a:lnTo>
                  <a:lnTo>
                    <a:pt x="1142016" y="591311"/>
                  </a:lnTo>
                  <a:lnTo>
                    <a:pt x="1151776" y="589837"/>
                  </a:lnTo>
                  <a:lnTo>
                    <a:pt x="1161537" y="587989"/>
                  </a:lnTo>
                  <a:lnTo>
                    <a:pt x="1171298" y="585511"/>
                  </a:lnTo>
                  <a:lnTo>
                    <a:pt x="1181059" y="583001"/>
                  </a:lnTo>
                  <a:lnTo>
                    <a:pt x="1190820" y="580459"/>
                  </a:lnTo>
                  <a:lnTo>
                    <a:pt x="1200581" y="577897"/>
                  </a:lnTo>
                  <a:lnTo>
                    <a:pt x="1210341" y="575304"/>
                  </a:lnTo>
                  <a:lnTo>
                    <a:pt x="1220102" y="572677"/>
                  </a:lnTo>
                  <a:lnTo>
                    <a:pt x="1229863" y="570435"/>
                  </a:lnTo>
                  <a:lnTo>
                    <a:pt x="1239624" y="568455"/>
                  </a:lnTo>
                  <a:lnTo>
                    <a:pt x="1249385" y="566457"/>
                  </a:lnTo>
                  <a:lnTo>
                    <a:pt x="1259145" y="564442"/>
                  </a:lnTo>
                  <a:lnTo>
                    <a:pt x="1268906" y="562409"/>
                  </a:lnTo>
                  <a:lnTo>
                    <a:pt x="1278667" y="560363"/>
                  </a:lnTo>
                  <a:lnTo>
                    <a:pt x="1288428" y="558547"/>
                  </a:lnTo>
                  <a:lnTo>
                    <a:pt x="1298189" y="556920"/>
                  </a:lnTo>
                  <a:lnTo>
                    <a:pt x="1307950" y="555286"/>
                  </a:lnTo>
                  <a:lnTo>
                    <a:pt x="1317710" y="553640"/>
                  </a:lnTo>
                  <a:lnTo>
                    <a:pt x="1327471" y="551982"/>
                  </a:lnTo>
                  <a:lnTo>
                    <a:pt x="1337232" y="550312"/>
                  </a:lnTo>
                  <a:lnTo>
                    <a:pt x="1346993" y="548416"/>
                  </a:lnTo>
                  <a:lnTo>
                    <a:pt x="1356754" y="545996"/>
                  </a:lnTo>
                  <a:lnTo>
                    <a:pt x="1366515" y="543551"/>
                  </a:lnTo>
                  <a:lnTo>
                    <a:pt x="1376275" y="541081"/>
                  </a:lnTo>
                  <a:lnTo>
                    <a:pt x="1386036" y="538587"/>
                  </a:lnTo>
                  <a:lnTo>
                    <a:pt x="1395797" y="536121"/>
                  </a:lnTo>
                  <a:lnTo>
                    <a:pt x="1405558" y="534006"/>
                  </a:lnTo>
                  <a:lnTo>
                    <a:pt x="1415319" y="531873"/>
                  </a:lnTo>
                  <a:lnTo>
                    <a:pt x="1425079" y="529507"/>
                  </a:lnTo>
                  <a:lnTo>
                    <a:pt x="1434840" y="526808"/>
                  </a:lnTo>
                  <a:lnTo>
                    <a:pt x="1444601" y="524081"/>
                  </a:lnTo>
                  <a:lnTo>
                    <a:pt x="1454362" y="521325"/>
                  </a:lnTo>
                  <a:lnTo>
                    <a:pt x="1464123" y="518540"/>
                  </a:lnTo>
                  <a:lnTo>
                    <a:pt x="1473884" y="515733"/>
                  </a:lnTo>
                  <a:lnTo>
                    <a:pt x="1483644" y="512897"/>
                  </a:lnTo>
                  <a:lnTo>
                    <a:pt x="1493405" y="510108"/>
                  </a:lnTo>
                  <a:lnTo>
                    <a:pt x="1503166" y="507566"/>
                  </a:lnTo>
                  <a:lnTo>
                    <a:pt x="1512927" y="504817"/>
                  </a:lnTo>
                  <a:lnTo>
                    <a:pt x="1522688" y="501635"/>
                  </a:lnTo>
                  <a:lnTo>
                    <a:pt x="1532448" y="499004"/>
                  </a:lnTo>
                  <a:lnTo>
                    <a:pt x="1542209" y="496278"/>
                  </a:lnTo>
                  <a:lnTo>
                    <a:pt x="1551970" y="492896"/>
                  </a:lnTo>
                  <a:lnTo>
                    <a:pt x="1561731" y="489048"/>
                  </a:lnTo>
                  <a:lnTo>
                    <a:pt x="1571492" y="485923"/>
                  </a:lnTo>
                  <a:lnTo>
                    <a:pt x="1581253" y="482769"/>
                  </a:lnTo>
                  <a:lnTo>
                    <a:pt x="1591013" y="479664"/>
                  </a:lnTo>
                  <a:lnTo>
                    <a:pt x="1600774" y="476533"/>
                  </a:lnTo>
                  <a:lnTo>
                    <a:pt x="1610535" y="473370"/>
                  </a:lnTo>
                  <a:lnTo>
                    <a:pt x="1620296" y="470176"/>
                  </a:lnTo>
                  <a:lnTo>
                    <a:pt x="1630057" y="466949"/>
                  </a:lnTo>
                  <a:lnTo>
                    <a:pt x="1639818" y="463690"/>
                  </a:lnTo>
                  <a:lnTo>
                    <a:pt x="1649578" y="460398"/>
                  </a:lnTo>
                  <a:lnTo>
                    <a:pt x="1659339" y="457074"/>
                  </a:lnTo>
                  <a:lnTo>
                    <a:pt x="1669100" y="453716"/>
                  </a:lnTo>
                  <a:lnTo>
                    <a:pt x="1678861" y="450337"/>
                  </a:lnTo>
                  <a:lnTo>
                    <a:pt x="1688622" y="446924"/>
                  </a:lnTo>
                  <a:lnTo>
                    <a:pt x="1698382" y="443774"/>
                  </a:lnTo>
                  <a:lnTo>
                    <a:pt x="1708143" y="440694"/>
                  </a:lnTo>
                  <a:lnTo>
                    <a:pt x="1717904" y="437592"/>
                  </a:lnTo>
                  <a:lnTo>
                    <a:pt x="1727665" y="434462"/>
                  </a:lnTo>
                  <a:lnTo>
                    <a:pt x="1737426" y="431305"/>
                  </a:lnTo>
                  <a:lnTo>
                    <a:pt x="1747187" y="428121"/>
                  </a:lnTo>
                  <a:lnTo>
                    <a:pt x="1756947" y="424908"/>
                  </a:lnTo>
                  <a:lnTo>
                    <a:pt x="1766708" y="421668"/>
                  </a:lnTo>
                  <a:lnTo>
                    <a:pt x="1776469" y="418399"/>
                  </a:lnTo>
                  <a:lnTo>
                    <a:pt x="1786230" y="415102"/>
                  </a:lnTo>
                  <a:lnTo>
                    <a:pt x="1795991" y="411776"/>
                  </a:lnTo>
                  <a:lnTo>
                    <a:pt x="1805752" y="408421"/>
                  </a:lnTo>
                  <a:lnTo>
                    <a:pt x="1815512" y="405037"/>
                  </a:lnTo>
                  <a:lnTo>
                    <a:pt x="1825273" y="401386"/>
                  </a:lnTo>
                  <a:lnTo>
                    <a:pt x="1835034" y="397281"/>
                  </a:lnTo>
                  <a:lnTo>
                    <a:pt x="1844795" y="393133"/>
                  </a:lnTo>
                  <a:lnTo>
                    <a:pt x="1854556" y="388943"/>
                  </a:lnTo>
                  <a:lnTo>
                    <a:pt x="1864316" y="384716"/>
                  </a:lnTo>
                  <a:lnTo>
                    <a:pt x="1874077" y="380831"/>
                  </a:lnTo>
                  <a:lnTo>
                    <a:pt x="1883838" y="377341"/>
                  </a:lnTo>
                  <a:lnTo>
                    <a:pt x="1893599" y="373501"/>
                  </a:lnTo>
                  <a:lnTo>
                    <a:pt x="1903360" y="368901"/>
                  </a:lnTo>
                  <a:lnTo>
                    <a:pt x="1913121" y="364755"/>
                  </a:lnTo>
                  <a:lnTo>
                    <a:pt x="1922881" y="360780"/>
                  </a:lnTo>
                  <a:lnTo>
                    <a:pt x="1932642" y="356223"/>
                  </a:lnTo>
                  <a:lnTo>
                    <a:pt x="1942403" y="351113"/>
                  </a:lnTo>
                  <a:lnTo>
                    <a:pt x="1952164" y="345944"/>
                  </a:lnTo>
                  <a:lnTo>
                    <a:pt x="1961925" y="340741"/>
                  </a:lnTo>
                  <a:lnTo>
                    <a:pt x="1971685" y="336951"/>
                  </a:lnTo>
                  <a:lnTo>
                    <a:pt x="1981446" y="333156"/>
                  </a:lnTo>
                  <a:lnTo>
                    <a:pt x="1991207" y="329333"/>
                  </a:lnTo>
                  <a:lnTo>
                    <a:pt x="2000968" y="325089"/>
                  </a:lnTo>
                  <a:lnTo>
                    <a:pt x="2010729" y="319993"/>
                  </a:lnTo>
                  <a:lnTo>
                    <a:pt x="2020490" y="314844"/>
                  </a:lnTo>
                  <a:lnTo>
                    <a:pt x="2030250" y="309714"/>
                  </a:lnTo>
                  <a:lnTo>
                    <a:pt x="2040011" y="305291"/>
                  </a:lnTo>
                  <a:lnTo>
                    <a:pt x="2049772" y="300829"/>
                  </a:lnTo>
                  <a:lnTo>
                    <a:pt x="2059533" y="295557"/>
                  </a:lnTo>
                  <a:lnTo>
                    <a:pt x="2069294" y="290131"/>
                  </a:lnTo>
                  <a:lnTo>
                    <a:pt x="2079055" y="284647"/>
                  </a:lnTo>
                  <a:lnTo>
                    <a:pt x="2088815" y="279107"/>
                  </a:lnTo>
                  <a:lnTo>
                    <a:pt x="2098576" y="273535"/>
                  </a:lnTo>
                  <a:lnTo>
                    <a:pt x="2108337" y="267902"/>
                  </a:lnTo>
                  <a:lnTo>
                    <a:pt x="2118098" y="262183"/>
                  </a:lnTo>
                  <a:lnTo>
                    <a:pt x="2127859" y="256406"/>
                  </a:lnTo>
                  <a:lnTo>
                    <a:pt x="2137619" y="250568"/>
                  </a:lnTo>
                  <a:lnTo>
                    <a:pt x="2147380" y="244669"/>
                  </a:lnTo>
                  <a:lnTo>
                    <a:pt x="2157141" y="238710"/>
                  </a:lnTo>
                  <a:lnTo>
                    <a:pt x="2166902" y="232689"/>
                  </a:lnTo>
                  <a:lnTo>
                    <a:pt x="2176663" y="226606"/>
                  </a:lnTo>
                  <a:lnTo>
                    <a:pt x="2186424" y="220469"/>
                  </a:lnTo>
                  <a:lnTo>
                    <a:pt x="2196184" y="214277"/>
                  </a:lnTo>
                  <a:lnTo>
                    <a:pt x="2205945" y="208447"/>
                  </a:lnTo>
                  <a:lnTo>
                    <a:pt x="2215706" y="202679"/>
                  </a:lnTo>
                  <a:lnTo>
                    <a:pt x="2225467" y="196857"/>
                  </a:lnTo>
                  <a:lnTo>
                    <a:pt x="2235228" y="190982"/>
                  </a:lnTo>
                  <a:lnTo>
                    <a:pt x="2244988" y="185052"/>
                  </a:lnTo>
                  <a:lnTo>
                    <a:pt x="2254749" y="179067"/>
                  </a:lnTo>
                  <a:lnTo>
                    <a:pt x="2264510" y="173026"/>
                  </a:lnTo>
                  <a:lnTo>
                    <a:pt x="2274271" y="166930"/>
                  </a:lnTo>
                  <a:lnTo>
                    <a:pt x="2284032" y="160778"/>
                  </a:lnTo>
                  <a:lnTo>
                    <a:pt x="2293793" y="154595"/>
                  </a:lnTo>
                  <a:lnTo>
                    <a:pt x="2303553" y="148361"/>
                  </a:lnTo>
                  <a:lnTo>
                    <a:pt x="2313314" y="142071"/>
                  </a:lnTo>
                  <a:lnTo>
                    <a:pt x="2323075" y="135723"/>
                  </a:lnTo>
                  <a:lnTo>
                    <a:pt x="2332836" y="129318"/>
                  </a:lnTo>
                  <a:lnTo>
                    <a:pt x="2342597" y="122854"/>
                  </a:lnTo>
                  <a:lnTo>
                    <a:pt x="2352358" y="116332"/>
                  </a:lnTo>
                  <a:lnTo>
                    <a:pt x="2362118" y="109752"/>
                  </a:lnTo>
                  <a:lnTo>
                    <a:pt x="2371879" y="103175"/>
                  </a:lnTo>
                  <a:lnTo>
                    <a:pt x="2381640" y="97132"/>
                  </a:lnTo>
                  <a:lnTo>
                    <a:pt x="2391401" y="91040"/>
                  </a:lnTo>
                  <a:lnTo>
                    <a:pt x="2401162" y="84899"/>
                  </a:lnTo>
                  <a:lnTo>
                    <a:pt x="2410922" y="78708"/>
                  </a:lnTo>
                  <a:lnTo>
                    <a:pt x="2420683" y="72468"/>
                  </a:lnTo>
                  <a:lnTo>
                    <a:pt x="2430444" y="66177"/>
                  </a:lnTo>
                  <a:lnTo>
                    <a:pt x="2440205" y="59836"/>
                  </a:lnTo>
                  <a:lnTo>
                    <a:pt x="2449966" y="53444"/>
                  </a:lnTo>
                  <a:lnTo>
                    <a:pt x="2459727" y="47001"/>
                  </a:lnTo>
                  <a:lnTo>
                    <a:pt x="2469487" y="40507"/>
                  </a:lnTo>
                  <a:lnTo>
                    <a:pt x="2479248" y="33962"/>
                  </a:lnTo>
                  <a:lnTo>
                    <a:pt x="2489009" y="27364"/>
                  </a:lnTo>
                  <a:lnTo>
                    <a:pt x="2498770" y="20714"/>
                  </a:lnTo>
                  <a:lnTo>
                    <a:pt x="2508531" y="14011"/>
                  </a:lnTo>
                  <a:lnTo>
                    <a:pt x="2518291" y="7256"/>
                  </a:lnTo>
                  <a:lnTo>
                    <a:pt x="2528052" y="0"/>
                  </a:lnTo>
                  <a:lnTo>
                    <a:pt x="2528052" y="771682"/>
                  </a:lnTo>
                  <a:lnTo>
                    <a:pt x="2518291" y="771628"/>
                  </a:lnTo>
                  <a:lnTo>
                    <a:pt x="2508531" y="771573"/>
                  </a:lnTo>
                  <a:lnTo>
                    <a:pt x="2498770" y="771518"/>
                  </a:lnTo>
                  <a:lnTo>
                    <a:pt x="2489009" y="771463"/>
                  </a:lnTo>
                  <a:lnTo>
                    <a:pt x="2479248" y="771407"/>
                  </a:lnTo>
                  <a:lnTo>
                    <a:pt x="2469487" y="771350"/>
                  </a:lnTo>
                  <a:lnTo>
                    <a:pt x="2459727" y="771293"/>
                  </a:lnTo>
                  <a:lnTo>
                    <a:pt x="2449966" y="771236"/>
                  </a:lnTo>
                  <a:lnTo>
                    <a:pt x="2440205" y="771178"/>
                  </a:lnTo>
                  <a:lnTo>
                    <a:pt x="2430444" y="771119"/>
                  </a:lnTo>
                  <a:lnTo>
                    <a:pt x="2420683" y="771061"/>
                  </a:lnTo>
                  <a:lnTo>
                    <a:pt x="2410922" y="771001"/>
                  </a:lnTo>
                  <a:lnTo>
                    <a:pt x="2401162" y="770941"/>
                  </a:lnTo>
                  <a:lnTo>
                    <a:pt x="2391401" y="770881"/>
                  </a:lnTo>
                  <a:lnTo>
                    <a:pt x="2381640" y="770820"/>
                  </a:lnTo>
                  <a:lnTo>
                    <a:pt x="2371879" y="770759"/>
                  </a:lnTo>
                  <a:lnTo>
                    <a:pt x="2362118" y="770696"/>
                  </a:lnTo>
                  <a:lnTo>
                    <a:pt x="2352358" y="770634"/>
                  </a:lnTo>
                  <a:lnTo>
                    <a:pt x="2342597" y="770571"/>
                  </a:lnTo>
                  <a:lnTo>
                    <a:pt x="2332836" y="770508"/>
                  </a:lnTo>
                  <a:lnTo>
                    <a:pt x="2323075" y="770444"/>
                  </a:lnTo>
                  <a:lnTo>
                    <a:pt x="2313314" y="770380"/>
                  </a:lnTo>
                  <a:lnTo>
                    <a:pt x="2303553" y="770315"/>
                  </a:lnTo>
                  <a:lnTo>
                    <a:pt x="2293793" y="770249"/>
                  </a:lnTo>
                  <a:lnTo>
                    <a:pt x="2284032" y="770178"/>
                  </a:lnTo>
                  <a:lnTo>
                    <a:pt x="2274271" y="770101"/>
                  </a:lnTo>
                  <a:lnTo>
                    <a:pt x="2264510" y="770023"/>
                  </a:lnTo>
                  <a:lnTo>
                    <a:pt x="2254749" y="769945"/>
                  </a:lnTo>
                  <a:lnTo>
                    <a:pt x="2244988" y="769866"/>
                  </a:lnTo>
                  <a:lnTo>
                    <a:pt x="2235228" y="769786"/>
                  </a:lnTo>
                  <a:lnTo>
                    <a:pt x="2225467" y="769705"/>
                  </a:lnTo>
                  <a:lnTo>
                    <a:pt x="2215706" y="769624"/>
                  </a:lnTo>
                  <a:lnTo>
                    <a:pt x="2205945" y="769541"/>
                  </a:lnTo>
                  <a:lnTo>
                    <a:pt x="2196184" y="769458"/>
                  </a:lnTo>
                  <a:lnTo>
                    <a:pt x="2186424" y="769374"/>
                  </a:lnTo>
                  <a:lnTo>
                    <a:pt x="2176663" y="769290"/>
                  </a:lnTo>
                  <a:lnTo>
                    <a:pt x="2166902" y="769205"/>
                  </a:lnTo>
                  <a:lnTo>
                    <a:pt x="2157141" y="769118"/>
                  </a:lnTo>
                  <a:lnTo>
                    <a:pt x="2147380" y="769031"/>
                  </a:lnTo>
                  <a:lnTo>
                    <a:pt x="2137619" y="768943"/>
                  </a:lnTo>
                  <a:lnTo>
                    <a:pt x="2127859" y="768854"/>
                  </a:lnTo>
                  <a:lnTo>
                    <a:pt x="2118098" y="768765"/>
                  </a:lnTo>
                  <a:lnTo>
                    <a:pt x="2108337" y="768674"/>
                  </a:lnTo>
                  <a:lnTo>
                    <a:pt x="2098576" y="768583"/>
                  </a:lnTo>
                  <a:lnTo>
                    <a:pt x="2088815" y="768491"/>
                  </a:lnTo>
                  <a:lnTo>
                    <a:pt x="2079055" y="768398"/>
                  </a:lnTo>
                  <a:lnTo>
                    <a:pt x="2069294" y="768303"/>
                  </a:lnTo>
                  <a:lnTo>
                    <a:pt x="2059533" y="768208"/>
                  </a:lnTo>
                  <a:lnTo>
                    <a:pt x="2049772" y="768112"/>
                  </a:lnTo>
                  <a:lnTo>
                    <a:pt x="2040011" y="768015"/>
                  </a:lnTo>
                  <a:lnTo>
                    <a:pt x="2030250" y="767917"/>
                  </a:lnTo>
                  <a:lnTo>
                    <a:pt x="2020490" y="767818"/>
                  </a:lnTo>
                  <a:lnTo>
                    <a:pt x="2010729" y="767718"/>
                  </a:lnTo>
                  <a:lnTo>
                    <a:pt x="2000968" y="767617"/>
                  </a:lnTo>
                  <a:lnTo>
                    <a:pt x="1991207" y="767515"/>
                  </a:lnTo>
                  <a:lnTo>
                    <a:pt x="1981446" y="767412"/>
                  </a:lnTo>
                  <a:lnTo>
                    <a:pt x="1971685" y="767309"/>
                  </a:lnTo>
                  <a:lnTo>
                    <a:pt x="1961925" y="767204"/>
                  </a:lnTo>
                  <a:lnTo>
                    <a:pt x="1952164" y="767098"/>
                  </a:lnTo>
                  <a:lnTo>
                    <a:pt x="1942403" y="766991"/>
                  </a:lnTo>
                  <a:lnTo>
                    <a:pt x="1932642" y="766884"/>
                  </a:lnTo>
                  <a:lnTo>
                    <a:pt x="1922881" y="766775"/>
                  </a:lnTo>
                  <a:lnTo>
                    <a:pt x="1913121" y="766665"/>
                  </a:lnTo>
                  <a:lnTo>
                    <a:pt x="1903360" y="766554"/>
                  </a:lnTo>
                  <a:lnTo>
                    <a:pt x="1893599" y="766442"/>
                  </a:lnTo>
                  <a:lnTo>
                    <a:pt x="1883838" y="766329"/>
                  </a:lnTo>
                  <a:lnTo>
                    <a:pt x="1874077" y="766218"/>
                  </a:lnTo>
                  <a:lnTo>
                    <a:pt x="1864316" y="766106"/>
                  </a:lnTo>
                  <a:lnTo>
                    <a:pt x="1854556" y="765985"/>
                  </a:lnTo>
                  <a:lnTo>
                    <a:pt x="1844795" y="765869"/>
                  </a:lnTo>
                  <a:lnTo>
                    <a:pt x="1835034" y="765752"/>
                  </a:lnTo>
                  <a:lnTo>
                    <a:pt x="1825273" y="765633"/>
                  </a:lnTo>
                  <a:lnTo>
                    <a:pt x="1815512" y="765512"/>
                  </a:lnTo>
                  <a:lnTo>
                    <a:pt x="1805752" y="765391"/>
                  </a:lnTo>
                  <a:lnTo>
                    <a:pt x="1795991" y="765269"/>
                  </a:lnTo>
                  <a:lnTo>
                    <a:pt x="1786230" y="765176"/>
                  </a:lnTo>
                  <a:lnTo>
                    <a:pt x="1776469" y="765082"/>
                  </a:lnTo>
                  <a:lnTo>
                    <a:pt x="1766708" y="764976"/>
                  </a:lnTo>
                  <a:lnTo>
                    <a:pt x="1756947" y="764842"/>
                  </a:lnTo>
                  <a:lnTo>
                    <a:pt x="1747187" y="764707"/>
                  </a:lnTo>
                  <a:lnTo>
                    <a:pt x="1737426" y="764570"/>
                  </a:lnTo>
                  <a:lnTo>
                    <a:pt x="1727665" y="764431"/>
                  </a:lnTo>
                  <a:lnTo>
                    <a:pt x="1717904" y="764292"/>
                  </a:lnTo>
                  <a:lnTo>
                    <a:pt x="1708143" y="764151"/>
                  </a:lnTo>
                  <a:lnTo>
                    <a:pt x="1698382" y="764008"/>
                  </a:lnTo>
                  <a:lnTo>
                    <a:pt x="1688622" y="763863"/>
                  </a:lnTo>
                  <a:lnTo>
                    <a:pt x="1678861" y="763718"/>
                  </a:lnTo>
                  <a:lnTo>
                    <a:pt x="1669100" y="763598"/>
                  </a:lnTo>
                  <a:lnTo>
                    <a:pt x="1659339" y="763477"/>
                  </a:lnTo>
                  <a:lnTo>
                    <a:pt x="1649578" y="763355"/>
                  </a:lnTo>
                  <a:lnTo>
                    <a:pt x="1639818" y="763232"/>
                  </a:lnTo>
                  <a:lnTo>
                    <a:pt x="1630057" y="763108"/>
                  </a:lnTo>
                  <a:lnTo>
                    <a:pt x="1620296" y="762983"/>
                  </a:lnTo>
                  <a:lnTo>
                    <a:pt x="1610535" y="762857"/>
                  </a:lnTo>
                  <a:lnTo>
                    <a:pt x="1600774" y="762730"/>
                  </a:lnTo>
                  <a:lnTo>
                    <a:pt x="1591013" y="762602"/>
                  </a:lnTo>
                  <a:lnTo>
                    <a:pt x="1581253" y="762440"/>
                  </a:lnTo>
                  <a:lnTo>
                    <a:pt x="1571492" y="762275"/>
                  </a:lnTo>
                  <a:lnTo>
                    <a:pt x="1561731" y="762108"/>
                  </a:lnTo>
                  <a:lnTo>
                    <a:pt x="1551970" y="761976"/>
                  </a:lnTo>
                  <a:lnTo>
                    <a:pt x="1542209" y="761844"/>
                  </a:lnTo>
                  <a:lnTo>
                    <a:pt x="1532448" y="761711"/>
                  </a:lnTo>
                  <a:lnTo>
                    <a:pt x="1522688" y="761576"/>
                  </a:lnTo>
                  <a:lnTo>
                    <a:pt x="1512927" y="761440"/>
                  </a:lnTo>
                  <a:lnTo>
                    <a:pt x="1503166" y="761304"/>
                  </a:lnTo>
                  <a:lnTo>
                    <a:pt x="1493405" y="761168"/>
                  </a:lnTo>
                  <a:lnTo>
                    <a:pt x="1483644" y="761030"/>
                  </a:lnTo>
                  <a:lnTo>
                    <a:pt x="1473884" y="760891"/>
                  </a:lnTo>
                  <a:lnTo>
                    <a:pt x="1464123" y="760750"/>
                  </a:lnTo>
                  <a:lnTo>
                    <a:pt x="1454362" y="760608"/>
                  </a:lnTo>
                  <a:lnTo>
                    <a:pt x="1444601" y="760464"/>
                  </a:lnTo>
                  <a:lnTo>
                    <a:pt x="1434840" y="760294"/>
                  </a:lnTo>
                  <a:lnTo>
                    <a:pt x="1425079" y="760116"/>
                  </a:lnTo>
                  <a:lnTo>
                    <a:pt x="1415319" y="759936"/>
                  </a:lnTo>
                  <a:lnTo>
                    <a:pt x="1405558" y="759755"/>
                  </a:lnTo>
                  <a:lnTo>
                    <a:pt x="1395797" y="759572"/>
                  </a:lnTo>
                  <a:lnTo>
                    <a:pt x="1386036" y="759454"/>
                  </a:lnTo>
                  <a:lnTo>
                    <a:pt x="1376275" y="759353"/>
                  </a:lnTo>
                  <a:lnTo>
                    <a:pt x="1366515" y="759219"/>
                  </a:lnTo>
                  <a:lnTo>
                    <a:pt x="1356754" y="759041"/>
                  </a:lnTo>
                  <a:lnTo>
                    <a:pt x="1346993" y="758861"/>
                  </a:lnTo>
                  <a:lnTo>
                    <a:pt x="1337232" y="758678"/>
                  </a:lnTo>
                  <a:lnTo>
                    <a:pt x="1327471" y="758493"/>
                  </a:lnTo>
                  <a:lnTo>
                    <a:pt x="1317710" y="758326"/>
                  </a:lnTo>
                  <a:lnTo>
                    <a:pt x="1307950" y="758119"/>
                  </a:lnTo>
                  <a:lnTo>
                    <a:pt x="1298189" y="757957"/>
                  </a:lnTo>
                  <a:lnTo>
                    <a:pt x="1288428" y="757804"/>
                  </a:lnTo>
                  <a:lnTo>
                    <a:pt x="1278667" y="757627"/>
                  </a:lnTo>
                  <a:lnTo>
                    <a:pt x="1268906" y="757430"/>
                  </a:lnTo>
                  <a:lnTo>
                    <a:pt x="1259145" y="757244"/>
                  </a:lnTo>
                  <a:lnTo>
                    <a:pt x="1249385" y="757109"/>
                  </a:lnTo>
                  <a:lnTo>
                    <a:pt x="1239624" y="756973"/>
                  </a:lnTo>
                  <a:lnTo>
                    <a:pt x="1229863" y="756787"/>
                  </a:lnTo>
                  <a:lnTo>
                    <a:pt x="1220102" y="756570"/>
                  </a:lnTo>
                  <a:lnTo>
                    <a:pt x="1210341" y="756428"/>
                  </a:lnTo>
                  <a:lnTo>
                    <a:pt x="1200581" y="756325"/>
                  </a:lnTo>
                  <a:lnTo>
                    <a:pt x="1190820" y="756203"/>
                  </a:lnTo>
                  <a:lnTo>
                    <a:pt x="1181059" y="756050"/>
                  </a:lnTo>
                  <a:lnTo>
                    <a:pt x="1171298" y="755851"/>
                  </a:lnTo>
                  <a:lnTo>
                    <a:pt x="1161537" y="755586"/>
                  </a:lnTo>
                  <a:lnTo>
                    <a:pt x="1151776" y="755374"/>
                  </a:lnTo>
                  <a:lnTo>
                    <a:pt x="1142016" y="755134"/>
                  </a:lnTo>
                  <a:lnTo>
                    <a:pt x="1132255" y="754932"/>
                  </a:lnTo>
                  <a:lnTo>
                    <a:pt x="1122494" y="754763"/>
                  </a:lnTo>
                  <a:lnTo>
                    <a:pt x="1112733" y="754592"/>
                  </a:lnTo>
                  <a:lnTo>
                    <a:pt x="1102972" y="754420"/>
                  </a:lnTo>
                  <a:lnTo>
                    <a:pt x="1093212" y="754246"/>
                  </a:lnTo>
                  <a:lnTo>
                    <a:pt x="1083451" y="754071"/>
                  </a:lnTo>
                  <a:lnTo>
                    <a:pt x="1073690" y="753894"/>
                  </a:lnTo>
                  <a:lnTo>
                    <a:pt x="1063929" y="753715"/>
                  </a:lnTo>
                  <a:lnTo>
                    <a:pt x="1054168" y="753535"/>
                  </a:lnTo>
                  <a:lnTo>
                    <a:pt x="1044407" y="753353"/>
                  </a:lnTo>
                  <a:lnTo>
                    <a:pt x="1034647" y="753172"/>
                  </a:lnTo>
                  <a:lnTo>
                    <a:pt x="1024886" y="752989"/>
                  </a:lnTo>
                  <a:lnTo>
                    <a:pt x="1015125" y="752805"/>
                  </a:lnTo>
                  <a:lnTo>
                    <a:pt x="1005364" y="752620"/>
                  </a:lnTo>
                  <a:lnTo>
                    <a:pt x="995603" y="752434"/>
                  </a:lnTo>
                  <a:lnTo>
                    <a:pt x="985842" y="752246"/>
                  </a:lnTo>
                  <a:lnTo>
                    <a:pt x="976082" y="752037"/>
                  </a:lnTo>
                  <a:lnTo>
                    <a:pt x="966321" y="751827"/>
                  </a:lnTo>
                  <a:lnTo>
                    <a:pt x="956560" y="751653"/>
                  </a:lnTo>
                  <a:lnTo>
                    <a:pt x="946799" y="751439"/>
                  </a:lnTo>
                  <a:lnTo>
                    <a:pt x="937038" y="751223"/>
                  </a:lnTo>
                  <a:lnTo>
                    <a:pt x="927278" y="751004"/>
                  </a:lnTo>
                  <a:lnTo>
                    <a:pt x="917517" y="750784"/>
                  </a:lnTo>
                  <a:lnTo>
                    <a:pt x="907756" y="750563"/>
                  </a:lnTo>
                  <a:lnTo>
                    <a:pt x="897995" y="750339"/>
                  </a:lnTo>
                  <a:lnTo>
                    <a:pt x="888234" y="750127"/>
                  </a:lnTo>
                  <a:lnTo>
                    <a:pt x="878473" y="749898"/>
                  </a:lnTo>
                  <a:lnTo>
                    <a:pt x="868713" y="749658"/>
                  </a:lnTo>
                  <a:lnTo>
                    <a:pt x="858952" y="749427"/>
                  </a:lnTo>
                  <a:lnTo>
                    <a:pt x="849191" y="749195"/>
                  </a:lnTo>
                  <a:lnTo>
                    <a:pt x="839430" y="748959"/>
                  </a:lnTo>
                  <a:lnTo>
                    <a:pt x="829669" y="748720"/>
                  </a:lnTo>
                  <a:lnTo>
                    <a:pt x="819909" y="748479"/>
                  </a:lnTo>
                  <a:lnTo>
                    <a:pt x="810148" y="748237"/>
                  </a:lnTo>
                  <a:lnTo>
                    <a:pt x="800387" y="747991"/>
                  </a:lnTo>
                  <a:lnTo>
                    <a:pt x="790626" y="747745"/>
                  </a:lnTo>
                  <a:lnTo>
                    <a:pt x="780865" y="747496"/>
                  </a:lnTo>
                  <a:lnTo>
                    <a:pt x="771104" y="747245"/>
                  </a:lnTo>
                  <a:lnTo>
                    <a:pt x="761344" y="747001"/>
                  </a:lnTo>
                  <a:lnTo>
                    <a:pt x="751583" y="746765"/>
                  </a:lnTo>
                  <a:lnTo>
                    <a:pt x="741822" y="746512"/>
                  </a:lnTo>
                  <a:lnTo>
                    <a:pt x="732061" y="746320"/>
                  </a:lnTo>
                  <a:lnTo>
                    <a:pt x="722300" y="746091"/>
                  </a:lnTo>
                  <a:lnTo>
                    <a:pt x="712539" y="745858"/>
                  </a:lnTo>
                  <a:lnTo>
                    <a:pt x="702779" y="745614"/>
                  </a:lnTo>
                  <a:lnTo>
                    <a:pt x="693018" y="745390"/>
                  </a:lnTo>
                  <a:lnTo>
                    <a:pt x="683257" y="745104"/>
                  </a:lnTo>
                  <a:lnTo>
                    <a:pt x="673496" y="744819"/>
                  </a:lnTo>
                  <a:lnTo>
                    <a:pt x="663735" y="744538"/>
                  </a:lnTo>
                  <a:lnTo>
                    <a:pt x="653975" y="744434"/>
                  </a:lnTo>
                  <a:lnTo>
                    <a:pt x="644214" y="744232"/>
                  </a:lnTo>
                  <a:lnTo>
                    <a:pt x="634453" y="743944"/>
                  </a:lnTo>
                  <a:lnTo>
                    <a:pt x="624692" y="743667"/>
                  </a:lnTo>
                  <a:lnTo>
                    <a:pt x="614931" y="743447"/>
                  </a:lnTo>
                  <a:lnTo>
                    <a:pt x="605170" y="743197"/>
                  </a:lnTo>
                  <a:lnTo>
                    <a:pt x="595410" y="742920"/>
                  </a:lnTo>
                  <a:lnTo>
                    <a:pt x="585649" y="742562"/>
                  </a:lnTo>
                  <a:lnTo>
                    <a:pt x="575888" y="742230"/>
                  </a:lnTo>
                  <a:lnTo>
                    <a:pt x="566127" y="741975"/>
                  </a:lnTo>
                  <a:lnTo>
                    <a:pt x="556366" y="741719"/>
                  </a:lnTo>
                  <a:lnTo>
                    <a:pt x="546606" y="741460"/>
                  </a:lnTo>
                  <a:lnTo>
                    <a:pt x="536845" y="741198"/>
                  </a:lnTo>
                  <a:lnTo>
                    <a:pt x="527084" y="741062"/>
                  </a:lnTo>
                  <a:lnTo>
                    <a:pt x="517323" y="740862"/>
                  </a:lnTo>
                  <a:lnTo>
                    <a:pt x="507562" y="740715"/>
                  </a:lnTo>
                  <a:lnTo>
                    <a:pt x="497801" y="740807"/>
                  </a:lnTo>
                  <a:lnTo>
                    <a:pt x="488041" y="740527"/>
                  </a:lnTo>
                  <a:lnTo>
                    <a:pt x="478280" y="740323"/>
                  </a:lnTo>
                  <a:lnTo>
                    <a:pt x="468519" y="740283"/>
                  </a:lnTo>
                  <a:lnTo>
                    <a:pt x="458758" y="740190"/>
                  </a:lnTo>
                  <a:lnTo>
                    <a:pt x="448997" y="739984"/>
                  </a:lnTo>
                  <a:lnTo>
                    <a:pt x="439236" y="739722"/>
                  </a:lnTo>
                  <a:lnTo>
                    <a:pt x="429476" y="739691"/>
                  </a:lnTo>
                  <a:lnTo>
                    <a:pt x="419715" y="739466"/>
                  </a:lnTo>
                  <a:lnTo>
                    <a:pt x="409954" y="739231"/>
                  </a:lnTo>
                  <a:lnTo>
                    <a:pt x="400193" y="739059"/>
                  </a:lnTo>
                  <a:lnTo>
                    <a:pt x="390432" y="738708"/>
                  </a:lnTo>
                  <a:lnTo>
                    <a:pt x="380672" y="738583"/>
                  </a:lnTo>
                  <a:lnTo>
                    <a:pt x="370911" y="738264"/>
                  </a:lnTo>
                  <a:lnTo>
                    <a:pt x="361150" y="738233"/>
                  </a:lnTo>
                  <a:lnTo>
                    <a:pt x="351389" y="738060"/>
                  </a:lnTo>
                  <a:lnTo>
                    <a:pt x="341628" y="738130"/>
                  </a:lnTo>
                  <a:lnTo>
                    <a:pt x="331867" y="738040"/>
                  </a:lnTo>
                  <a:lnTo>
                    <a:pt x="322107" y="737842"/>
                  </a:lnTo>
                  <a:lnTo>
                    <a:pt x="312346" y="737650"/>
                  </a:lnTo>
                  <a:lnTo>
                    <a:pt x="302585" y="737719"/>
                  </a:lnTo>
                  <a:lnTo>
                    <a:pt x="292824" y="737868"/>
                  </a:lnTo>
                  <a:lnTo>
                    <a:pt x="283063" y="737795"/>
                  </a:lnTo>
                  <a:lnTo>
                    <a:pt x="273303" y="737830"/>
                  </a:lnTo>
                  <a:lnTo>
                    <a:pt x="263542" y="737753"/>
                  </a:lnTo>
                  <a:lnTo>
                    <a:pt x="253781" y="737813"/>
                  </a:lnTo>
                  <a:lnTo>
                    <a:pt x="244020" y="737774"/>
                  </a:lnTo>
                  <a:lnTo>
                    <a:pt x="234259" y="737981"/>
                  </a:lnTo>
                  <a:lnTo>
                    <a:pt x="224498" y="737876"/>
                  </a:lnTo>
                  <a:lnTo>
                    <a:pt x="214738" y="737945"/>
                  </a:lnTo>
                  <a:lnTo>
                    <a:pt x="204977" y="738072"/>
                  </a:lnTo>
                  <a:lnTo>
                    <a:pt x="195216" y="738134"/>
                  </a:lnTo>
                  <a:lnTo>
                    <a:pt x="185455" y="738287"/>
                  </a:lnTo>
                  <a:lnTo>
                    <a:pt x="175694" y="738209"/>
                  </a:lnTo>
                  <a:lnTo>
                    <a:pt x="165933" y="738246"/>
                  </a:lnTo>
                  <a:lnTo>
                    <a:pt x="156173" y="738344"/>
                  </a:lnTo>
                  <a:lnTo>
                    <a:pt x="146412" y="738581"/>
                  </a:lnTo>
                  <a:lnTo>
                    <a:pt x="136651" y="738636"/>
                  </a:lnTo>
                  <a:lnTo>
                    <a:pt x="126890" y="738666"/>
                  </a:lnTo>
                  <a:lnTo>
                    <a:pt x="117129" y="738660"/>
                  </a:lnTo>
                  <a:lnTo>
                    <a:pt x="107369" y="738836"/>
                  </a:lnTo>
                  <a:lnTo>
                    <a:pt x="97608" y="738811"/>
                  </a:lnTo>
                  <a:lnTo>
                    <a:pt x="87847" y="738889"/>
                  </a:lnTo>
                  <a:lnTo>
                    <a:pt x="78086" y="738910"/>
                  </a:lnTo>
                  <a:lnTo>
                    <a:pt x="68325" y="739063"/>
                  </a:lnTo>
                  <a:lnTo>
                    <a:pt x="58564" y="739174"/>
                  </a:lnTo>
                  <a:lnTo>
                    <a:pt x="48804" y="739313"/>
                  </a:lnTo>
                  <a:lnTo>
                    <a:pt x="39043" y="739569"/>
                  </a:lnTo>
                  <a:lnTo>
                    <a:pt x="29282" y="739862"/>
                  </a:lnTo>
                  <a:lnTo>
                    <a:pt x="19521" y="740058"/>
                  </a:lnTo>
                  <a:lnTo>
                    <a:pt x="9760" y="740168"/>
                  </a:lnTo>
                  <a:lnTo>
                    <a:pt x="0" y="740350"/>
                  </a:lnTo>
                  <a:close/>
                </a:path>
              </a:pathLst>
            </a:custGeom>
            <a:solidFill>
              <a:srgbClr val="FFC0CB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60" name="pl59"/>
            <p:cNvSpPr/>
            <p:nvPr/>
          </p:nvSpPr>
          <p:spPr>
            <a:xfrm>
              <a:off x="3461961" y="4913312"/>
              <a:ext cx="2528052" cy="690473"/>
            </a:xfrm>
            <a:custGeom>
              <a:avLst/>
              <a:pathLst>
                <a:path w="2528052" h="690473">
                  <a:moveTo>
                    <a:pt x="0" y="689014"/>
                  </a:moveTo>
                  <a:lnTo>
                    <a:pt x="9760" y="689265"/>
                  </a:lnTo>
                  <a:lnTo>
                    <a:pt x="19521" y="689724"/>
                  </a:lnTo>
                  <a:lnTo>
                    <a:pt x="29282" y="689733"/>
                  </a:lnTo>
                  <a:lnTo>
                    <a:pt x="39043" y="689803"/>
                  </a:lnTo>
                  <a:lnTo>
                    <a:pt x="48804" y="690254"/>
                  </a:lnTo>
                  <a:lnTo>
                    <a:pt x="58564" y="690209"/>
                  </a:lnTo>
                  <a:lnTo>
                    <a:pt x="68325" y="690168"/>
                  </a:lnTo>
                  <a:lnTo>
                    <a:pt x="78086" y="690473"/>
                  </a:lnTo>
                  <a:lnTo>
                    <a:pt x="87847" y="690047"/>
                  </a:lnTo>
                  <a:lnTo>
                    <a:pt x="97608" y="689993"/>
                  </a:lnTo>
                  <a:lnTo>
                    <a:pt x="107369" y="689946"/>
                  </a:lnTo>
                  <a:lnTo>
                    <a:pt x="117129" y="690002"/>
                  </a:lnTo>
                  <a:lnTo>
                    <a:pt x="126890" y="690317"/>
                  </a:lnTo>
                  <a:lnTo>
                    <a:pt x="136651" y="690273"/>
                  </a:lnTo>
                  <a:lnTo>
                    <a:pt x="146412" y="690242"/>
                  </a:lnTo>
                  <a:lnTo>
                    <a:pt x="156173" y="690296"/>
                  </a:lnTo>
                  <a:lnTo>
                    <a:pt x="165933" y="689936"/>
                  </a:lnTo>
                  <a:lnTo>
                    <a:pt x="175694" y="690221"/>
                  </a:lnTo>
                  <a:lnTo>
                    <a:pt x="185455" y="690153"/>
                  </a:lnTo>
                  <a:lnTo>
                    <a:pt x="195216" y="690120"/>
                  </a:lnTo>
                  <a:lnTo>
                    <a:pt x="204977" y="689907"/>
                  </a:lnTo>
                  <a:lnTo>
                    <a:pt x="214738" y="689603"/>
                  </a:lnTo>
                  <a:lnTo>
                    <a:pt x="224498" y="689842"/>
                  </a:lnTo>
                  <a:lnTo>
                    <a:pt x="234259" y="689946"/>
                  </a:lnTo>
                  <a:lnTo>
                    <a:pt x="244020" y="689324"/>
                  </a:lnTo>
                  <a:lnTo>
                    <a:pt x="253781" y="689286"/>
                  </a:lnTo>
                  <a:lnTo>
                    <a:pt x="263542" y="689135"/>
                  </a:lnTo>
                  <a:lnTo>
                    <a:pt x="273303" y="688974"/>
                  </a:lnTo>
                  <a:lnTo>
                    <a:pt x="283063" y="688184"/>
                  </a:lnTo>
                  <a:lnTo>
                    <a:pt x="292824" y="687677"/>
                  </a:lnTo>
                  <a:lnTo>
                    <a:pt x="302585" y="687411"/>
                  </a:lnTo>
                  <a:lnTo>
                    <a:pt x="312346" y="687262"/>
                  </a:lnTo>
                  <a:lnTo>
                    <a:pt x="322107" y="686791"/>
                  </a:lnTo>
                  <a:lnTo>
                    <a:pt x="331867" y="686301"/>
                  </a:lnTo>
                  <a:lnTo>
                    <a:pt x="341628" y="685739"/>
                  </a:lnTo>
                  <a:lnTo>
                    <a:pt x="351389" y="685344"/>
                  </a:lnTo>
                  <a:lnTo>
                    <a:pt x="361150" y="684970"/>
                  </a:lnTo>
                  <a:lnTo>
                    <a:pt x="370911" y="684410"/>
                  </a:lnTo>
                  <a:lnTo>
                    <a:pt x="380672" y="683883"/>
                  </a:lnTo>
                  <a:lnTo>
                    <a:pt x="390432" y="683312"/>
                  </a:lnTo>
                  <a:lnTo>
                    <a:pt x="400193" y="682869"/>
                  </a:lnTo>
                  <a:lnTo>
                    <a:pt x="409954" y="682239"/>
                  </a:lnTo>
                  <a:lnTo>
                    <a:pt x="419715" y="681476"/>
                  </a:lnTo>
                  <a:lnTo>
                    <a:pt x="429476" y="680841"/>
                  </a:lnTo>
                  <a:lnTo>
                    <a:pt x="439236" y="680358"/>
                  </a:lnTo>
                  <a:lnTo>
                    <a:pt x="448997" y="679921"/>
                  </a:lnTo>
                  <a:lnTo>
                    <a:pt x="458758" y="679084"/>
                  </a:lnTo>
                  <a:lnTo>
                    <a:pt x="468519" y="678116"/>
                  </a:lnTo>
                  <a:lnTo>
                    <a:pt x="478280" y="677466"/>
                  </a:lnTo>
                  <a:lnTo>
                    <a:pt x="488041" y="676900"/>
                  </a:lnTo>
                  <a:lnTo>
                    <a:pt x="497801" y="676328"/>
                  </a:lnTo>
                  <a:lnTo>
                    <a:pt x="507562" y="675548"/>
                  </a:lnTo>
                  <a:lnTo>
                    <a:pt x="517323" y="674732"/>
                  </a:lnTo>
                  <a:lnTo>
                    <a:pt x="527084" y="673772"/>
                  </a:lnTo>
                  <a:lnTo>
                    <a:pt x="536845" y="673055"/>
                  </a:lnTo>
                  <a:lnTo>
                    <a:pt x="546606" y="672235"/>
                  </a:lnTo>
                  <a:lnTo>
                    <a:pt x="556366" y="671636"/>
                  </a:lnTo>
                  <a:lnTo>
                    <a:pt x="566127" y="670768"/>
                  </a:lnTo>
                  <a:lnTo>
                    <a:pt x="575888" y="669702"/>
                  </a:lnTo>
                  <a:lnTo>
                    <a:pt x="585649" y="668805"/>
                  </a:lnTo>
                  <a:lnTo>
                    <a:pt x="595410" y="667936"/>
                  </a:lnTo>
                  <a:lnTo>
                    <a:pt x="605170" y="667045"/>
                  </a:lnTo>
                  <a:lnTo>
                    <a:pt x="614931" y="666168"/>
                  </a:lnTo>
                  <a:lnTo>
                    <a:pt x="624692" y="665429"/>
                  </a:lnTo>
                  <a:lnTo>
                    <a:pt x="634453" y="665066"/>
                  </a:lnTo>
                  <a:lnTo>
                    <a:pt x="644214" y="663716"/>
                  </a:lnTo>
                  <a:lnTo>
                    <a:pt x="653975" y="662545"/>
                  </a:lnTo>
                  <a:lnTo>
                    <a:pt x="663735" y="661621"/>
                  </a:lnTo>
                  <a:lnTo>
                    <a:pt x="673496" y="660679"/>
                  </a:lnTo>
                  <a:lnTo>
                    <a:pt x="683257" y="659733"/>
                  </a:lnTo>
                  <a:lnTo>
                    <a:pt x="693018" y="658796"/>
                  </a:lnTo>
                  <a:lnTo>
                    <a:pt x="702779" y="657492"/>
                  </a:lnTo>
                  <a:lnTo>
                    <a:pt x="712539" y="655856"/>
                  </a:lnTo>
                  <a:lnTo>
                    <a:pt x="722300" y="654450"/>
                  </a:lnTo>
                  <a:lnTo>
                    <a:pt x="732061" y="653562"/>
                  </a:lnTo>
                  <a:lnTo>
                    <a:pt x="741822" y="652668"/>
                  </a:lnTo>
                  <a:lnTo>
                    <a:pt x="751583" y="651767"/>
                  </a:lnTo>
                  <a:lnTo>
                    <a:pt x="761344" y="650468"/>
                  </a:lnTo>
                  <a:lnTo>
                    <a:pt x="771104" y="648987"/>
                  </a:lnTo>
                  <a:lnTo>
                    <a:pt x="780865" y="647493"/>
                  </a:lnTo>
                  <a:lnTo>
                    <a:pt x="790626" y="646374"/>
                  </a:lnTo>
                  <a:lnTo>
                    <a:pt x="800387" y="645139"/>
                  </a:lnTo>
                  <a:lnTo>
                    <a:pt x="810148" y="643370"/>
                  </a:lnTo>
                  <a:lnTo>
                    <a:pt x="819909" y="641992"/>
                  </a:lnTo>
                  <a:lnTo>
                    <a:pt x="829669" y="640287"/>
                  </a:lnTo>
                  <a:lnTo>
                    <a:pt x="839430" y="638778"/>
                  </a:lnTo>
                  <a:lnTo>
                    <a:pt x="849191" y="637759"/>
                  </a:lnTo>
                  <a:lnTo>
                    <a:pt x="858952" y="636755"/>
                  </a:lnTo>
                  <a:lnTo>
                    <a:pt x="868713" y="635659"/>
                  </a:lnTo>
                  <a:lnTo>
                    <a:pt x="878473" y="634434"/>
                  </a:lnTo>
                  <a:lnTo>
                    <a:pt x="888234" y="633654"/>
                  </a:lnTo>
                  <a:lnTo>
                    <a:pt x="897995" y="632130"/>
                  </a:lnTo>
                  <a:lnTo>
                    <a:pt x="907756" y="630462"/>
                  </a:lnTo>
                  <a:lnTo>
                    <a:pt x="917517" y="628923"/>
                  </a:lnTo>
                  <a:lnTo>
                    <a:pt x="927278" y="627529"/>
                  </a:lnTo>
                  <a:lnTo>
                    <a:pt x="937038" y="625772"/>
                  </a:lnTo>
                  <a:lnTo>
                    <a:pt x="946799" y="624291"/>
                  </a:lnTo>
                  <a:lnTo>
                    <a:pt x="956560" y="623013"/>
                  </a:lnTo>
                  <a:lnTo>
                    <a:pt x="966321" y="621724"/>
                  </a:lnTo>
                  <a:lnTo>
                    <a:pt x="976082" y="620372"/>
                  </a:lnTo>
                  <a:lnTo>
                    <a:pt x="985842" y="618772"/>
                  </a:lnTo>
                  <a:lnTo>
                    <a:pt x="995603" y="616562"/>
                  </a:lnTo>
                  <a:lnTo>
                    <a:pt x="1005364" y="614928"/>
                  </a:lnTo>
                  <a:lnTo>
                    <a:pt x="1015125" y="614018"/>
                  </a:lnTo>
                  <a:lnTo>
                    <a:pt x="1024886" y="612793"/>
                  </a:lnTo>
                  <a:lnTo>
                    <a:pt x="1034647" y="611080"/>
                  </a:lnTo>
                  <a:lnTo>
                    <a:pt x="1044407" y="608880"/>
                  </a:lnTo>
                  <a:lnTo>
                    <a:pt x="1054168" y="606667"/>
                  </a:lnTo>
                  <a:lnTo>
                    <a:pt x="1063929" y="604427"/>
                  </a:lnTo>
                  <a:lnTo>
                    <a:pt x="1073690" y="602158"/>
                  </a:lnTo>
                  <a:lnTo>
                    <a:pt x="1083451" y="599859"/>
                  </a:lnTo>
                  <a:lnTo>
                    <a:pt x="1093212" y="598717"/>
                  </a:lnTo>
                  <a:lnTo>
                    <a:pt x="1102972" y="597602"/>
                  </a:lnTo>
                  <a:lnTo>
                    <a:pt x="1112733" y="596480"/>
                  </a:lnTo>
                  <a:lnTo>
                    <a:pt x="1122494" y="594353"/>
                  </a:lnTo>
                  <a:lnTo>
                    <a:pt x="1132255" y="592773"/>
                  </a:lnTo>
                  <a:lnTo>
                    <a:pt x="1142016" y="591311"/>
                  </a:lnTo>
                  <a:lnTo>
                    <a:pt x="1151776" y="589837"/>
                  </a:lnTo>
                  <a:lnTo>
                    <a:pt x="1161537" y="587989"/>
                  </a:lnTo>
                  <a:lnTo>
                    <a:pt x="1171298" y="585511"/>
                  </a:lnTo>
                  <a:lnTo>
                    <a:pt x="1181059" y="583001"/>
                  </a:lnTo>
                  <a:lnTo>
                    <a:pt x="1190820" y="580459"/>
                  </a:lnTo>
                  <a:lnTo>
                    <a:pt x="1200581" y="577897"/>
                  </a:lnTo>
                  <a:lnTo>
                    <a:pt x="1210341" y="575304"/>
                  </a:lnTo>
                  <a:lnTo>
                    <a:pt x="1220102" y="572677"/>
                  </a:lnTo>
                  <a:lnTo>
                    <a:pt x="1229863" y="570435"/>
                  </a:lnTo>
                  <a:lnTo>
                    <a:pt x="1239624" y="568455"/>
                  </a:lnTo>
                  <a:lnTo>
                    <a:pt x="1249385" y="566457"/>
                  </a:lnTo>
                  <a:lnTo>
                    <a:pt x="1259145" y="564442"/>
                  </a:lnTo>
                  <a:lnTo>
                    <a:pt x="1268906" y="562409"/>
                  </a:lnTo>
                  <a:lnTo>
                    <a:pt x="1278667" y="560363"/>
                  </a:lnTo>
                  <a:lnTo>
                    <a:pt x="1288428" y="558547"/>
                  </a:lnTo>
                  <a:lnTo>
                    <a:pt x="1298189" y="556920"/>
                  </a:lnTo>
                  <a:lnTo>
                    <a:pt x="1307950" y="555286"/>
                  </a:lnTo>
                  <a:lnTo>
                    <a:pt x="1317710" y="553640"/>
                  </a:lnTo>
                  <a:lnTo>
                    <a:pt x="1327471" y="551982"/>
                  </a:lnTo>
                  <a:lnTo>
                    <a:pt x="1337232" y="550312"/>
                  </a:lnTo>
                  <a:lnTo>
                    <a:pt x="1346993" y="548416"/>
                  </a:lnTo>
                  <a:lnTo>
                    <a:pt x="1356754" y="545996"/>
                  </a:lnTo>
                  <a:lnTo>
                    <a:pt x="1366515" y="543551"/>
                  </a:lnTo>
                  <a:lnTo>
                    <a:pt x="1376275" y="541081"/>
                  </a:lnTo>
                  <a:lnTo>
                    <a:pt x="1386036" y="538587"/>
                  </a:lnTo>
                  <a:lnTo>
                    <a:pt x="1395797" y="536121"/>
                  </a:lnTo>
                  <a:lnTo>
                    <a:pt x="1405558" y="534006"/>
                  </a:lnTo>
                  <a:lnTo>
                    <a:pt x="1415319" y="531873"/>
                  </a:lnTo>
                  <a:lnTo>
                    <a:pt x="1425079" y="529507"/>
                  </a:lnTo>
                  <a:lnTo>
                    <a:pt x="1434840" y="526808"/>
                  </a:lnTo>
                  <a:lnTo>
                    <a:pt x="1444601" y="524081"/>
                  </a:lnTo>
                  <a:lnTo>
                    <a:pt x="1454362" y="521325"/>
                  </a:lnTo>
                  <a:lnTo>
                    <a:pt x="1464123" y="518540"/>
                  </a:lnTo>
                  <a:lnTo>
                    <a:pt x="1473884" y="515733"/>
                  </a:lnTo>
                  <a:lnTo>
                    <a:pt x="1483644" y="512897"/>
                  </a:lnTo>
                  <a:lnTo>
                    <a:pt x="1493405" y="510108"/>
                  </a:lnTo>
                  <a:lnTo>
                    <a:pt x="1503166" y="507566"/>
                  </a:lnTo>
                  <a:lnTo>
                    <a:pt x="1512927" y="504817"/>
                  </a:lnTo>
                  <a:lnTo>
                    <a:pt x="1522688" y="501635"/>
                  </a:lnTo>
                  <a:lnTo>
                    <a:pt x="1532448" y="499004"/>
                  </a:lnTo>
                  <a:lnTo>
                    <a:pt x="1542209" y="496278"/>
                  </a:lnTo>
                  <a:lnTo>
                    <a:pt x="1551970" y="492896"/>
                  </a:lnTo>
                  <a:lnTo>
                    <a:pt x="1561731" y="489048"/>
                  </a:lnTo>
                  <a:lnTo>
                    <a:pt x="1571492" y="485923"/>
                  </a:lnTo>
                  <a:lnTo>
                    <a:pt x="1581253" y="482769"/>
                  </a:lnTo>
                  <a:lnTo>
                    <a:pt x="1591013" y="479664"/>
                  </a:lnTo>
                  <a:lnTo>
                    <a:pt x="1600774" y="476533"/>
                  </a:lnTo>
                  <a:lnTo>
                    <a:pt x="1610535" y="473370"/>
                  </a:lnTo>
                  <a:lnTo>
                    <a:pt x="1620296" y="470176"/>
                  </a:lnTo>
                  <a:lnTo>
                    <a:pt x="1630057" y="466949"/>
                  </a:lnTo>
                  <a:lnTo>
                    <a:pt x="1639818" y="463690"/>
                  </a:lnTo>
                  <a:lnTo>
                    <a:pt x="1649578" y="460398"/>
                  </a:lnTo>
                  <a:lnTo>
                    <a:pt x="1659339" y="457074"/>
                  </a:lnTo>
                  <a:lnTo>
                    <a:pt x="1669100" y="453716"/>
                  </a:lnTo>
                  <a:lnTo>
                    <a:pt x="1678861" y="450337"/>
                  </a:lnTo>
                  <a:lnTo>
                    <a:pt x="1688622" y="446924"/>
                  </a:lnTo>
                  <a:lnTo>
                    <a:pt x="1698382" y="443774"/>
                  </a:lnTo>
                  <a:lnTo>
                    <a:pt x="1708143" y="440694"/>
                  </a:lnTo>
                  <a:lnTo>
                    <a:pt x="1717904" y="437592"/>
                  </a:lnTo>
                  <a:lnTo>
                    <a:pt x="1727665" y="434462"/>
                  </a:lnTo>
                  <a:lnTo>
                    <a:pt x="1737426" y="431305"/>
                  </a:lnTo>
                  <a:lnTo>
                    <a:pt x="1747187" y="428121"/>
                  </a:lnTo>
                  <a:lnTo>
                    <a:pt x="1756947" y="424908"/>
                  </a:lnTo>
                  <a:lnTo>
                    <a:pt x="1766708" y="421668"/>
                  </a:lnTo>
                  <a:lnTo>
                    <a:pt x="1776469" y="418399"/>
                  </a:lnTo>
                  <a:lnTo>
                    <a:pt x="1786230" y="415102"/>
                  </a:lnTo>
                  <a:lnTo>
                    <a:pt x="1795991" y="411776"/>
                  </a:lnTo>
                  <a:lnTo>
                    <a:pt x="1805752" y="408421"/>
                  </a:lnTo>
                  <a:lnTo>
                    <a:pt x="1815512" y="405037"/>
                  </a:lnTo>
                  <a:lnTo>
                    <a:pt x="1825273" y="401386"/>
                  </a:lnTo>
                  <a:lnTo>
                    <a:pt x="1835034" y="397281"/>
                  </a:lnTo>
                  <a:lnTo>
                    <a:pt x="1844795" y="393133"/>
                  </a:lnTo>
                  <a:lnTo>
                    <a:pt x="1854556" y="388943"/>
                  </a:lnTo>
                  <a:lnTo>
                    <a:pt x="1864316" y="384716"/>
                  </a:lnTo>
                  <a:lnTo>
                    <a:pt x="1874077" y="380831"/>
                  </a:lnTo>
                  <a:lnTo>
                    <a:pt x="1883838" y="377341"/>
                  </a:lnTo>
                  <a:lnTo>
                    <a:pt x="1893599" y="373501"/>
                  </a:lnTo>
                  <a:lnTo>
                    <a:pt x="1903360" y="368901"/>
                  </a:lnTo>
                  <a:lnTo>
                    <a:pt x="1913121" y="364755"/>
                  </a:lnTo>
                  <a:lnTo>
                    <a:pt x="1922881" y="360780"/>
                  </a:lnTo>
                  <a:lnTo>
                    <a:pt x="1932642" y="356223"/>
                  </a:lnTo>
                  <a:lnTo>
                    <a:pt x="1942403" y="351113"/>
                  </a:lnTo>
                  <a:lnTo>
                    <a:pt x="1952164" y="345944"/>
                  </a:lnTo>
                  <a:lnTo>
                    <a:pt x="1961925" y="340741"/>
                  </a:lnTo>
                  <a:lnTo>
                    <a:pt x="1971685" y="336951"/>
                  </a:lnTo>
                  <a:lnTo>
                    <a:pt x="1981446" y="333156"/>
                  </a:lnTo>
                  <a:lnTo>
                    <a:pt x="1991207" y="329333"/>
                  </a:lnTo>
                  <a:lnTo>
                    <a:pt x="2000968" y="325089"/>
                  </a:lnTo>
                  <a:lnTo>
                    <a:pt x="2010729" y="319993"/>
                  </a:lnTo>
                  <a:lnTo>
                    <a:pt x="2020490" y="314844"/>
                  </a:lnTo>
                  <a:lnTo>
                    <a:pt x="2030250" y="309714"/>
                  </a:lnTo>
                  <a:lnTo>
                    <a:pt x="2040011" y="305291"/>
                  </a:lnTo>
                  <a:lnTo>
                    <a:pt x="2049772" y="300829"/>
                  </a:lnTo>
                  <a:lnTo>
                    <a:pt x="2059533" y="295557"/>
                  </a:lnTo>
                  <a:lnTo>
                    <a:pt x="2069294" y="290131"/>
                  </a:lnTo>
                  <a:lnTo>
                    <a:pt x="2079055" y="284647"/>
                  </a:lnTo>
                  <a:lnTo>
                    <a:pt x="2088815" y="279107"/>
                  </a:lnTo>
                  <a:lnTo>
                    <a:pt x="2098576" y="273535"/>
                  </a:lnTo>
                  <a:lnTo>
                    <a:pt x="2108337" y="267902"/>
                  </a:lnTo>
                  <a:lnTo>
                    <a:pt x="2118098" y="262183"/>
                  </a:lnTo>
                  <a:lnTo>
                    <a:pt x="2127859" y="256406"/>
                  </a:lnTo>
                  <a:lnTo>
                    <a:pt x="2137619" y="250568"/>
                  </a:lnTo>
                  <a:lnTo>
                    <a:pt x="2147380" y="244669"/>
                  </a:lnTo>
                  <a:lnTo>
                    <a:pt x="2157141" y="238710"/>
                  </a:lnTo>
                  <a:lnTo>
                    <a:pt x="2166902" y="232689"/>
                  </a:lnTo>
                  <a:lnTo>
                    <a:pt x="2176663" y="226606"/>
                  </a:lnTo>
                  <a:lnTo>
                    <a:pt x="2186424" y="220469"/>
                  </a:lnTo>
                  <a:lnTo>
                    <a:pt x="2196184" y="214277"/>
                  </a:lnTo>
                  <a:lnTo>
                    <a:pt x="2205945" y="208447"/>
                  </a:lnTo>
                  <a:lnTo>
                    <a:pt x="2215706" y="202679"/>
                  </a:lnTo>
                  <a:lnTo>
                    <a:pt x="2225467" y="196857"/>
                  </a:lnTo>
                  <a:lnTo>
                    <a:pt x="2235228" y="190982"/>
                  </a:lnTo>
                  <a:lnTo>
                    <a:pt x="2244988" y="185052"/>
                  </a:lnTo>
                  <a:lnTo>
                    <a:pt x="2254749" y="179067"/>
                  </a:lnTo>
                  <a:lnTo>
                    <a:pt x="2264510" y="173026"/>
                  </a:lnTo>
                  <a:lnTo>
                    <a:pt x="2274271" y="166930"/>
                  </a:lnTo>
                  <a:lnTo>
                    <a:pt x="2284032" y="160778"/>
                  </a:lnTo>
                  <a:lnTo>
                    <a:pt x="2293793" y="154595"/>
                  </a:lnTo>
                  <a:lnTo>
                    <a:pt x="2303553" y="148361"/>
                  </a:lnTo>
                  <a:lnTo>
                    <a:pt x="2313314" y="142071"/>
                  </a:lnTo>
                  <a:lnTo>
                    <a:pt x="2323075" y="135723"/>
                  </a:lnTo>
                  <a:lnTo>
                    <a:pt x="2332836" y="129318"/>
                  </a:lnTo>
                  <a:lnTo>
                    <a:pt x="2342597" y="122854"/>
                  </a:lnTo>
                  <a:lnTo>
                    <a:pt x="2352358" y="116332"/>
                  </a:lnTo>
                  <a:lnTo>
                    <a:pt x="2362118" y="109752"/>
                  </a:lnTo>
                  <a:lnTo>
                    <a:pt x="2371879" y="103175"/>
                  </a:lnTo>
                  <a:lnTo>
                    <a:pt x="2381640" y="97132"/>
                  </a:lnTo>
                  <a:lnTo>
                    <a:pt x="2391401" y="91040"/>
                  </a:lnTo>
                  <a:lnTo>
                    <a:pt x="2401162" y="84899"/>
                  </a:lnTo>
                  <a:lnTo>
                    <a:pt x="2410922" y="78708"/>
                  </a:lnTo>
                  <a:lnTo>
                    <a:pt x="2420683" y="72468"/>
                  </a:lnTo>
                  <a:lnTo>
                    <a:pt x="2430444" y="66177"/>
                  </a:lnTo>
                  <a:lnTo>
                    <a:pt x="2440205" y="59836"/>
                  </a:lnTo>
                  <a:lnTo>
                    <a:pt x="2449966" y="53444"/>
                  </a:lnTo>
                  <a:lnTo>
                    <a:pt x="2459727" y="47001"/>
                  </a:lnTo>
                  <a:lnTo>
                    <a:pt x="2469487" y="40507"/>
                  </a:lnTo>
                  <a:lnTo>
                    <a:pt x="2479248" y="33962"/>
                  </a:lnTo>
                  <a:lnTo>
                    <a:pt x="2489009" y="27364"/>
                  </a:lnTo>
                  <a:lnTo>
                    <a:pt x="2498770" y="20714"/>
                  </a:lnTo>
                  <a:lnTo>
                    <a:pt x="2508531" y="14011"/>
                  </a:lnTo>
                  <a:lnTo>
                    <a:pt x="2518291" y="7256"/>
                  </a:lnTo>
                  <a:lnTo>
                    <a:pt x="252805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" name="pl60"/>
            <p:cNvSpPr/>
            <p:nvPr/>
          </p:nvSpPr>
          <p:spPr>
            <a:xfrm>
              <a:off x="3461961" y="5650962"/>
              <a:ext cx="2528052" cy="34031"/>
            </a:xfrm>
            <a:custGeom>
              <a:avLst/>
              <a:pathLst>
                <a:path w="2528052" h="34031">
                  <a:moveTo>
                    <a:pt x="2528052" y="34031"/>
                  </a:moveTo>
                  <a:lnTo>
                    <a:pt x="2518291" y="33977"/>
                  </a:lnTo>
                  <a:lnTo>
                    <a:pt x="2508531" y="33922"/>
                  </a:lnTo>
                  <a:lnTo>
                    <a:pt x="2498770" y="33867"/>
                  </a:lnTo>
                  <a:lnTo>
                    <a:pt x="2489009" y="33812"/>
                  </a:lnTo>
                  <a:lnTo>
                    <a:pt x="2479248" y="33756"/>
                  </a:lnTo>
                  <a:lnTo>
                    <a:pt x="2469487" y="33700"/>
                  </a:lnTo>
                  <a:lnTo>
                    <a:pt x="2459727" y="33643"/>
                  </a:lnTo>
                  <a:lnTo>
                    <a:pt x="2449966" y="33585"/>
                  </a:lnTo>
                  <a:lnTo>
                    <a:pt x="2440205" y="33527"/>
                  </a:lnTo>
                  <a:lnTo>
                    <a:pt x="2430444" y="33469"/>
                  </a:lnTo>
                  <a:lnTo>
                    <a:pt x="2420683" y="33410"/>
                  </a:lnTo>
                  <a:lnTo>
                    <a:pt x="2410922" y="33351"/>
                  </a:lnTo>
                  <a:lnTo>
                    <a:pt x="2401162" y="33291"/>
                  </a:lnTo>
                  <a:lnTo>
                    <a:pt x="2391401" y="33230"/>
                  </a:lnTo>
                  <a:lnTo>
                    <a:pt x="2381640" y="33170"/>
                  </a:lnTo>
                  <a:lnTo>
                    <a:pt x="2371879" y="33108"/>
                  </a:lnTo>
                  <a:lnTo>
                    <a:pt x="2362118" y="33045"/>
                  </a:lnTo>
                  <a:lnTo>
                    <a:pt x="2352358" y="32983"/>
                  </a:lnTo>
                  <a:lnTo>
                    <a:pt x="2342597" y="32920"/>
                  </a:lnTo>
                  <a:lnTo>
                    <a:pt x="2332836" y="32857"/>
                  </a:lnTo>
                  <a:lnTo>
                    <a:pt x="2323075" y="32794"/>
                  </a:lnTo>
                  <a:lnTo>
                    <a:pt x="2313314" y="32729"/>
                  </a:lnTo>
                  <a:lnTo>
                    <a:pt x="2303553" y="32664"/>
                  </a:lnTo>
                  <a:lnTo>
                    <a:pt x="2293793" y="32598"/>
                  </a:lnTo>
                  <a:lnTo>
                    <a:pt x="2284032" y="32527"/>
                  </a:lnTo>
                  <a:lnTo>
                    <a:pt x="2274271" y="32450"/>
                  </a:lnTo>
                  <a:lnTo>
                    <a:pt x="2264510" y="32373"/>
                  </a:lnTo>
                  <a:lnTo>
                    <a:pt x="2254749" y="32294"/>
                  </a:lnTo>
                  <a:lnTo>
                    <a:pt x="2244988" y="32215"/>
                  </a:lnTo>
                  <a:lnTo>
                    <a:pt x="2235228" y="32135"/>
                  </a:lnTo>
                  <a:lnTo>
                    <a:pt x="2225467" y="32054"/>
                  </a:lnTo>
                  <a:lnTo>
                    <a:pt x="2215706" y="31973"/>
                  </a:lnTo>
                  <a:lnTo>
                    <a:pt x="2205945" y="31891"/>
                  </a:lnTo>
                  <a:lnTo>
                    <a:pt x="2196184" y="31808"/>
                  </a:lnTo>
                  <a:lnTo>
                    <a:pt x="2186424" y="31724"/>
                  </a:lnTo>
                  <a:lnTo>
                    <a:pt x="2176663" y="31639"/>
                  </a:lnTo>
                  <a:lnTo>
                    <a:pt x="2166902" y="31554"/>
                  </a:lnTo>
                  <a:lnTo>
                    <a:pt x="2157141" y="31468"/>
                  </a:lnTo>
                  <a:lnTo>
                    <a:pt x="2147380" y="31381"/>
                  </a:lnTo>
                  <a:lnTo>
                    <a:pt x="2137619" y="31293"/>
                  </a:lnTo>
                  <a:lnTo>
                    <a:pt x="2127859" y="31204"/>
                  </a:lnTo>
                  <a:lnTo>
                    <a:pt x="2118098" y="31114"/>
                  </a:lnTo>
                  <a:lnTo>
                    <a:pt x="2108337" y="31024"/>
                  </a:lnTo>
                  <a:lnTo>
                    <a:pt x="2098576" y="30932"/>
                  </a:lnTo>
                  <a:lnTo>
                    <a:pt x="2088815" y="30840"/>
                  </a:lnTo>
                  <a:lnTo>
                    <a:pt x="2079055" y="30747"/>
                  </a:lnTo>
                  <a:lnTo>
                    <a:pt x="2069294" y="30653"/>
                  </a:lnTo>
                  <a:lnTo>
                    <a:pt x="2059533" y="30557"/>
                  </a:lnTo>
                  <a:lnTo>
                    <a:pt x="2049772" y="30461"/>
                  </a:lnTo>
                  <a:lnTo>
                    <a:pt x="2040011" y="30364"/>
                  </a:lnTo>
                  <a:lnTo>
                    <a:pt x="2030250" y="30266"/>
                  </a:lnTo>
                  <a:lnTo>
                    <a:pt x="2020490" y="30167"/>
                  </a:lnTo>
                  <a:lnTo>
                    <a:pt x="2010729" y="30067"/>
                  </a:lnTo>
                  <a:lnTo>
                    <a:pt x="2000968" y="29966"/>
                  </a:lnTo>
                  <a:lnTo>
                    <a:pt x="1991207" y="29865"/>
                  </a:lnTo>
                  <a:lnTo>
                    <a:pt x="1981446" y="29762"/>
                  </a:lnTo>
                  <a:lnTo>
                    <a:pt x="1971685" y="29658"/>
                  </a:lnTo>
                  <a:lnTo>
                    <a:pt x="1961925" y="29553"/>
                  </a:lnTo>
                  <a:lnTo>
                    <a:pt x="1952164" y="29447"/>
                  </a:lnTo>
                  <a:lnTo>
                    <a:pt x="1942403" y="29341"/>
                  </a:lnTo>
                  <a:lnTo>
                    <a:pt x="1932642" y="29233"/>
                  </a:lnTo>
                  <a:lnTo>
                    <a:pt x="1922881" y="29124"/>
                  </a:lnTo>
                  <a:lnTo>
                    <a:pt x="1913121" y="29014"/>
                  </a:lnTo>
                  <a:lnTo>
                    <a:pt x="1903360" y="28903"/>
                  </a:lnTo>
                  <a:lnTo>
                    <a:pt x="1893599" y="28792"/>
                  </a:lnTo>
                  <a:lnTo>
                    <a:pt x="1883838" y="28679"/>
                  </a:lnTo>
                  <a:lnTo>
                    <a:pt x="1874077" y="28567"/>
                  </a:lnTo>
                  <a:lnTo>
                    <a:pt x="1864316" y="28456"/>
                  </a:lnTo>
                  <a:lnTo>
                    <a:pt x="1854556" y="28335"/>
                  </a:lnTo>
                  <a:lnTo>
                    <a:pt x="1844795" y="28219"/>
                  </a:lnTo>
                  <a:lnTo>
                    <a:pt x="1835034" y="28101"/>
                  </a:lnTo>
                  <a:lnTo>
                    <a:pt x="1825273" y="27982"/>
                  </a:lnTo>
                  <a:lnTo>
                    <a:pt x="1815512" y="27862"/>
                  </a:lnTo>
                  <a:lnTo>
                    <a:pt x="1805752" y="27740"/>
                  </a:lnTo>
                  <a:lnTo>
                    <a:pt x="1795991" y="27618"/>
                  </a:lnTo>
                  <a:lnTo>
                    <a:pt x="1786230" y="27525"/>
                  </a:lnTo>
                  <a:lnTo>
                    <a:pt x="1776469" y="27431"/>
                  </a:lnTo>
                  <a:lnTo>
                    <a:pt x="1766708" y="27326"/>
                  </a:lnTo>
                  <a:lnTo>
                    <a:pt x="1756947" y="27192"/>
                  </a:lnTo>
                  <a:lnTo>
                    <a:pt x="1747187" y="27056"/>
                  </a:lnTo>
                  <a:lnTo>
                    <a:pt x="1737426" y="26919"/>
                  </a:lnTo>
                  <a:lnTo>
                    <a:pt x="1727665" y="26781"/>
                  </a:lnTo>
                  <a:lnTo>
                    <a:pt x="1717904" y="26641"/>
                  </a:lnTo>
                  <a:lnTo>
                    <a:pt x="1708143" y="26500"/>
                  </a:lnTo>
                  <a:lnTo>
                    <a:pt x="1698382" y="26357"/>
                  </a:lnTo>
                  <a:lnTo>
                    <a:pt x="1688622" y="26212"/>
                  </a:lnTo>
                  <a:lnTo>
                    <a:pt x="1678861" y="26067"/>
                  </a:lnTo>
                  <a:lnTo>
                    <a:pt x="1669100" y="25947"/>
                  </a:lnTo>
                  <a:lnTo>
                    <a:pt x="1659339" y="25826"/>
                  </a:lnTo>
                  <a:lnTo>
                    <a:pt x="1649578" y="25705"/>
                  </a:lnTo>
                  <a:lnTo>
                    <a:pt x="1639818" y="25582"/>
                  </a:lnTo>
                  <a:lnTo>
                    <a:pt x="1630057" y="25458"/>
                  </a:lnTo>
                  <a:lnTo>
                    <a:pt x="1620296" y="25333"/>
                  </a:lnTo>
                  <a:lnTo>
                    <a:pt x="1610535" y="25207"/>
                  </a:lnTo>
                  <a:lnTo>
                    <a:pt x="1600774" y="25080"/>
                  </a:lnTo>
                  <a:lnTo>
                    <a:pt x="1591013" y="24952"/>
                  </a:lnTo>
                  <a:lnTo>
                    <a:pt x="1581253" y="24789"/>
                  </a:lnTo>
                  <a:lnTo>
                    <a:pt x="1571492" y="24624"/>
                  </a:lnTo>
                  <a:lnTo>
                    <a:pt x="1561731" y="24457"/>
                  </a:lnTo>
                  <a:lnTo>
                    <a:pt x="1551970" y="24325"/>
                  </a:lnTo>
                  <a:lnTo>
                    <a:pt x="1542209" y="24194"/>
                  </a:lnTo>
                  <a:lnTo>
                    <a:pt x="1532448" y="24060"/>
                  </a:lnTo>
                  <a:lnTo>
                    <a:pt x="1522688" y="23925"/>
                  </a:lnTo>
                  <a:lnTo>
                    <a:pt x="1512927" y="23789"/>
                  </a:lnTo>
                  <a:lnTo>
                    <a:pt x="1503166" y="23654"/>
                  </a:lnTo>
                  <a:lnTo>
                    <a:pt x="1493405" y="23517"/>
                  </a:lnTo>
                  <a:lnTo>
                    <a:pt x="1483644" y="23380"/>
                  </a:lnTo>
                  <a:lnTo>
                    <a:pt x="1473884" y="23241"/>
                  </a:lnTo>
                  <a:lnTo>
                    <a:pt x="1464123" y="23100"/>
                  </a:lnTo>
                  <a:lnTo>
                    <a:pt x="1454362" y="22957"/>
                  </a:lnTo>
                  <a:lnTo>
                    <a:pt x="1444601" y="22814"/>
                  </a:lnTo>
                  <a:lnTo>
                    <a:pt x="1434840" y="22643"/>
                  </a:lnTo>
                  <a:lnTo>
                    <a:pt x="1425079" y="22465"/>
                  </a:lnTo>
                  <a:lnTo>
                    <a:pt x="1415319" y="22286"/>
                  </a:lnTo>
                  <a:lnTo>
                    <a:pt x="1405558" y="22104"/>
                  </a:lnTo>
                  <a:lnTo>
                    <a:pt x="1395797" y="21921"/>
                  </a:lnTo>
                  <a:lnTo>
                    <a:pt x="1386036" y="21803"/>
                  </a:lnTo>
                  <a:lnTo>
                    <a:pt x="1376275" y="21702"/>
                  </a:lnTo>
                  <a:lnTo>
                    <a:pt x="1366515" y="21569"/>
                  </a:lnTo>
                  <a:lnTo>
                    <a:pt x="1356754" y="21391"/>
                  </a:lnTo>
                  <a:lnTo>
                    <a:pt x="1346993" y="21210"/>
                  </a:lnTo>
                  <a:lnTo>
                    <a:pt x="1337232" y="21027"/>
                  </a:lnTo>
                  <a:lnTo>
                    <a:pt x="1327471" y="20842"/>
                  </a:lnTo>
                  <a:lnTo>
                    <a:pt x="1317710" y="20676"/>
                  </a:lnTo>
                  <a:lnTo>
                    <a:pt x="1307950" y="20468"/>
                  </a:lnTo>
                  <a:lnTo>
                    <a:pt x="1298189" y="20307"/>
                  </a:lnTo>
                  <a:lnTo>
                    <a:pt x="1288428" y="20153"/>
                  </a:lnTo>
                  <a:lnTo>
                    <a:pt x="1278667" y="19976"/>
                  </a:lnTo>
                  <a:lnTo>
                    <a:pt x="1268906" y="19779"/>
                  </a:lnTo>
                  <a:lnTo>
                    <a:pt x="1259145" y="19593"/>
                  </a:lnTo>
                  <a:lnTo>
                    <a:pt x="1249385" y="19458"/>
                  </a:lnTo>
                  <a:lnTo>
                    <a:pt x="1239624" y="19322"/>
                  </a:lnTo>
                  <a:lnTo>
                    <a:pt x="1229863" y="19136"/>
                  </a:lnTo>
                  <a:lnTo>
                    <a:pt x="1220102" y="18920"/>
                  </a:lnTo>
                  <a:lnTo>
                    <a:pt x="1210341" y="18777"/>
                  </a:lnTo>
                  <a:lnTo>
                    <a:pt x="1200581" y="18674"/>
                  </a:lnTo>
                  <a:lnTo>
                    <a:pt x="1190820" y="18552"/>
                  </a:lnTo>
                  <a:lnTo>
                    <a:pt x="1181059" y="18400"/>
                  </a:lnTo>
                  <a:lnTo>
                    <a:pt x="1171298" y="18200"/>
                  </a:lnTo>
                  <a:lnTo>
                    <a:pt x="1161537" y="17935"/>
                  </a:lnTo>
                  <a:lnTo>
                    <a:pt x="1151776" y="17724"/>
                  </a:lnTo>
                  <a:lnTo>
                    <a:pt x="1142016" y="17483"/>
                  </a:lnTo>
                  <a:lnTo>
                    <a:pt x="1132255" y="17282"/>
                  </a:lnTo>
                  <a:lnTo>
                    <a:pt x="1122494" y="17112"/>
                  </a:lnTo>
                  <a:lnTo>
                    <a:pt x="1112733" y="16941"/>
                  </a:lnTo>
                  <a:lnTo>
                    <a:pt x="1102972" y="16769"/>
                  </a:lnTo>
                  <a:lnTo>
                    <a:pt x="1093212" y="16596"/>
                  </a:lnTo>
                  <a:lnTo>
                    <a:pt x="1083451" y="16421"/>
                  </a:lnTo>
                  <a:lnTo>
                    <a:pt x="1073690" y="16244"/>
                  </a:lnTo>
                  <a:lnTo>
                    <a:pt x="1063929" y="16065"/>
                  </a:lnTo>
                  <a:lnTo>
                    <a:pt x="1054168" y="15884"/>
                  </a:lnTo>
                  <a:lnTo>
                    <a:pt x="1044407" y="15703"/>
                  </a:lnTo>
                  <a:lnTo>
                    <a:pt x="1034647" y="15521"/>
                  </a:lnTo>
                  <a:lnTo>
                    <a:pt x="1024886" y="15339"/>
                  </a:lnTo>
                  <a:lnTo>
                    <a:pt x="1015125" y="15155"/>
                  </a:lnTo>
                  <a:lnTo>
                    <a:pt x="1005364" y="14970"/>
                  </a:lnTo>
                  <a:lnTo>
                    <a:pt x="995603" y="14783"/>
                  </a:lnTo>
                  <a:lnTo>
                    <a:pt x="985842" y="14595"/>
                  </a:lnTo>
                  <a:lnTo>
                    <a:pt x="976082" y="14386"/>
                  </a:lnTo>
                  <a:lnTo>
                    <a:pt x="966321" y="14177"/>
                  </a:lnTo>
                  <a:lnTo>
                    <a:pt x="956560" y="14002"/>
                  </a:lnTo>
                  <a:lnTo>
                    <a:pt x="946799" y="13788"/>
                  </a:lnTo>
                  <a:lnTo>
                    <a:pt x="937038" y="13572"/>
                  </a:lnTo>
                  <a:lnTo>
                    <a:pt x="927278" y="13354"/>
                  </a:lnTo>
                  <a:lnTo>
                    <a:pt x="917517" y="13134"/>
                  </a:lnTo>
                  <a:lnTo>
                    <a:pt x="907756" y="12912"/>
                  </a:lnTo>
                  <a:lnTo>
                    <a:pt x="897995" y="12689"/>
                  </a:lnTo>
                  <a:lnTo>
                    <a:pt x="888234" y="12477"/>
                  </a:lnTo>
                  <a:lnTo>
                    <a:pt x="878473" y="12247"/>
                  </a:lnTo>
                  <a:lnTo>
                    <a:pt x="868713" y="12007"/>
                  </a:lnTo>
                  <a:lnTo>
                    <a:pt x="858952" y="11777"/>
                  </a:lnTo>
                  <a:lnTo>
                    <a:pt x="849191" y="11544"/>
                  </a:lnTo>
                  <a:lnTo>
                    <a:pt x="839430" y="11309"/>
                  </a:lnTo>
                  <a:lnTo>
                    <a:pt x="829669" y="11070"/>
                  </a:lnTo>
                  <a:lnTo>
                    <a:pt x="819909" y="10829"/>
                  </a:lnTo>
                  <a:lnTo>
                    <a:pt x="810148" y="10586"/>
                  </a:lnTo>
                  <a:lnTo>
                    <a:pt x="800387" y="10341"/>
                  </a:lnTo>
                  <a:lnTo>
                    <a:pt x="790626" y="10094"/>
                  </a:lnTo>
                  <a:lnTo>
                    <a:pt x="780865" y="9846"/>
                  </a:lnTo>
                  <a:lnTo>
                    <a:pt x="771104" y="9595"/>
                  </a:lnTo>
                  <a:lnTo>
                    <a:pt x="761344" y="9350"/>
                  </a:lnTo>
                  <a:lnTo>
                    <a:pt x="751583" y="9114"/>
                  </a:lnTo>
                  <a:lnTo>
                    <a:pt x="741822" y="8861"/>
                  </a:lnTo>
                  <a:lnTo>
                    <a:pt x="732061" y="8670"/>
                  </a:lnTo>
                  <a:lnTo>
                    <a:pt x="722300" y="8440"/>
                  </a:lnTo>
                  <a:lnTo>
                    <a:pt x="712539" y="8207"/>
                  </a:lnTo>
                  <a:lnTo>
                    <a:pt x="702779" y="7964"/>
                  </a:lnTo>
                  <a:lnTo>
                    <a:pt x="693018" y="7740"/>
                  </a:lnTo>
                  <a:lnTo>
                    <a:pt x="683257" y="7454"/>
                  </a:lnTo>
                  <a:lnTo>
                    <a:pt x="673496" y="7168"/>
                  </a:lnTo>
                  <a:lnTo>
                    <a:pt x="663735" y="6887"/>
                  </a:lnTo>
                  <a:lnTo>
                    <a:pt x="653975" y="6783"/>
                  </a:lnTo>
                  <a:lnTo>
                    <a:pt x="644214" y="6582"/>
                  </a:lnTo>
                  <a:lnTo>
                    <a:pt x="634453" y="6294"/>
                  </a:lnTo>
                  <a:lnTo>
                    <a:pt x="624692" y="6016"/>
                  </a:lnTo>
                  <a:lnTo>
                    <a:pt x="614931" y="5797"/>
                  </a:lnTo>
                  <a:lnTo>
                    <a:pt x="605170" y="5547"/>
                  </a:lnTo>
                  <a:lnTo>
                    <a:pt x="595410" y="5270"/>
                  </a:lnTo>
                  <a:lnTo>
                    <a:pt x="585649" y="4911"/>
                  </a:lnTo>
                  <a:lnTo>
                    <a:pt x="575888" y="4579"/>
                  </a:lnTo>
                  <a:lnTo>
                    <a:pt x="566127" y="4325"/>
                  </a:lnTo>
                  <a:lnTo>
                    <a:pt x="556366" y="4068"/>
                  </a:lnTo>
                  <a:lnTo>
                    <a:pt x="546606" y="3810"/>
                  </a:lnTo>
                  <a:lnTo>
                    <a:pt x="536845" y="3547"/>
                  </a:lnTo>
                  <a:lnTo>
                    <a:pt x="527084" y="3412"/>
                  </a:lnTo>
                  <a:lnTo>
                    <a:pt x="517323" y="3211"/>
                  </a:lnTo>
                  <a:lnTo>
                    <a:pt x="507562" y="3064"/>
                  </a:lnTo>
                  <a:lnTo>
                    <a:pt x="497801" y="3157"/>
                  </a:lnTo>
                  <a:lnTo>
                    <a:pt x="488041" y="2877"/>
                  </a:lnTo>
                  <a:lnTo>
                    <a:pt x="478280" y="2672"/>
                  </a:lnTo>
                  <a:lnTo>
                    <a:pt x="468519" y="2632"/>
                  </a:lnTo>
                  <a:lnTo>
                    <a:pt x="458758" y="2539"/>
                  </a:lnTo>
                  <a:lnTo>
                    <a:pt x="448997" y="2333"/>
                  </a:lnTo>
                  <a:lnTo>
                    <a:pt x="439236" y="2071"/>
                  </a:lnTo>
                  <a:lnTo>
                    <a:pt x="429476" y="2041"/>
                  </a:lnTo>
                  <a:lnTo>
                    <a:pt x="419715" y="1815"/>
                  </a:lnTo>
                  <a:lnTo>
                    <a:pt x="409954" y="1581"/>
                  </a:lnTo>
                  <a:lnTo>
                    <a:pt x="400193" y="1409"/>
                  </a:lnTo>
                  <a:lnTo>
                    <a:pt x="390432" y="1057"/>
                  </a:lnTo>
                  <a:lnTo>
                    <a:pt x="380672" y="933"/>
                  </a:lnTo>
                  <a:lnTo>
                    <a:pt x="370911" y="613"/>
                  </a:lnTo>
                  <a:lnTo>
                    <a:pt x="361150" y="582"/>
                  </a:lnTo>
                  <a:lnTo>
                    <a:pt x="351389" y="409"/>
                  </a:lnTo>
                  <a:lnTo>
                    <a:pt x="341628" y="479"/>
                  </a:lnTo>
                  <a:lnTo>
                    <a:pt x="331867" y="390"/>
                  </a:lnTo>
                  <a:lnTo>
                    <a:pt x="322107" y="191"/>
                  </a:lnTo>
                  <a:lnTo>
                    <a:pt x="312346" y="0"/>
                  </a:lnTo>
                  <a:lnTo>
                    <a:pt x="302585" y="68"/>
                  </a:lnTo>
                  <a:lnTo>
                    <a:pt x="292824" y="217"/>
                  </a:lnTo>
                  <a:lnTo>
                    <a:pt x="283063" y="144"/>
                  </a:lnTo>
                  <a:lnTo>
                    <a:pt x="273303" y="180"/>
                  </a:lnTo>
                  <a:lnTo>
                    <a:pt x="263542" y="102"/>
                  </a:lnTo>
                  <a:lnTo>
                    <a:pt x="253781" y="162"/>
                  </a:lnTo>
                  <a:lnTo>
                    <a:pt x="244020" y="124"/>
                  </a:lnTo>
                  <a:lnTo>
                    <a:pt x="234259" y="330"/>
                  </a:lnTo>
                  <a:lnTo>
                    <a:pt x="224498" y="226"/>
                  </a:lnTo>
                  <a:lnTo>
                    <a:pt x="214738" y="294"/>
                  </a:lnTo>
                  <a:lnTo>
                    <a:pt x="204977" y="421"/>
                  </a:lnTo>
                  <a:lnTo>
                    <a:pt x="195216" y="483"/>
                  </a:lnTo>
                  <a:lnTo>
                    <a:pt x="185455" y="636"/>
                  </a:lnTo>
                  <a:lnTo>
                    <a:pt x="175694" y="558"/>
                  </a:lnTo>
                  <a:lnTo>
                    <a:pt x="165933" y="595"/>
                  </a:lnTo>
                  <a:lnTo>
                    <a:pt x="156173" y="694"/>
                  </a:lnTo>
                  <a:lnTo>
                    <a:pt x="146412" y="930"/>
                  </a:lnTo>
                  <a:lnTo>
                    <a:pt x="136651" y="985"/>
                  </a:lnTo>
                  <a:lnTo>
                    <a:pt x="126890" y="1015"/>
                  </a:lnTo>
                  <a:lnTo>
                    <a:pt x="117129" y="1010"/>
                  </a:lnTo>
                  <a:lnTo>
                    <a:pt x="107369" y="1185"/>
                  </a:lnTo>
                  <a:lnTo>
                    <a:pt x="97608" y="1161"/>
                  </a:lnTo>
                  <a:lnTo>
                    <a:pt x="87847" y="1239"/>
                  </a:lnTo>
                  <a:lnTo>
                    <a:pt x="78086" y="1260"/>
                  </a:lnTo>
                  <a:lnTo>
                    <a:pt x="68325" y="1413"/>
                  </a:lnTo>
                  <a:lnTo>
                    <a:pt x="58564" y="1523"/>
                  </a:lnTo>
                  <a:lnTo>
                    <a:pt x="48804" y="1663"/>
                  </a:lnTo>
                  <a:lnTo>
                    <a:pt x="39043" y="1919"/>
                  </a:lnTo>
                  <a:lnTo>
                    <a:pt x="29282" y="2211"/>
                  </a:lnTo>
                  <a:lnTo>
                    <a:pt x="19521" y="2407"/>
                  </a:lnTo>
                  <a:lnTo>
                    <a:pt x="9760" y="2517"/>
                  </a:lnTo>
                  <a:lnTo>
                    <a:pt x="0" y="27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2" name="pl61"/>
            <p:cNvSpPr/>
            <p:nvPr/>
          </p:nvSpPr>
          <p:spPr>
            <a:xfrm>
              <a:off x="3461961" y="5611476"/>
              <a:ext cx="2528052" cy="24695"/>
            </a:xfrm>
            <a:custGeom>
              <a:avLst/>
              <a:pathLst>
                <a:path w="2528052" h="24695">
                  <a:moveTo>
                    <a:pt x="0" y="0"/>
                  </a:moveTo>
                  <a:lnTo>
                    <a:pt x="9760" y="110"/>
                  </a:lnTo>
                  <a:lnTo>
                    <a:pt x="19521" y="242"/>
                  </a:lnTo>
                  <a:lnTo>
                    <a:pt x="29282" y="371"/>
                  </a:lnTo>
                  <a:lnTo>
                    <a:pt x="39043" y="470"/>
                  </a:lnTo>
                  <a:lnTo>
                    <a:pt x="48804" y="533"/>
                  </a:lnTo>
                  <a:lnTo>
                    <a:pt x="58564" y="617"/>
                  </a:lnTo>
                  <a:lnTo>
                    <a:pt x="68325" y="722"/>
                  </a:lnTo>
                  <a:lnTo>
                    <a:pt x="78086" y="812"/>
                  </a:lnTo>
                  <a:lnTo>
                    <a:pt x="87847" y="925"/>
                  </a:lnTo>
                  <a:lnTo>
                    <a:pt x="97608" y="1092"/>
                  </a:lnTo>
                  <a:lnTo>
                    <a:pt x="107369" y="1268"/>
                  </a:lnTo>
                  <a:lnTo>
                    <a:pt x="117129" y="1392"/>
                  </a:lnTo>
                  <a:lnTo>
                    <a:pt x="126890" y="1477"/>
                  </a:lnTo>
                  <a:lnTo>
                    <a:pt x="136651" y="1625"/>
                  </a:lnTo>
                  <a:lnTo>
                    <a:pt x="146412" y="1695"/>
                  </a:lnTo>
                  <a:lnTo>
                    <a:pt x="156173" y="1816"/>
                  </a:lnTo>
                  <a:lnTo>
                    <a:pt x="165933" y="1921"/>
                  </a:lnTo>
                  <a:lnTo>
                    <a:pt x="175694" y="2016"/>
                  </a:lnTo>
                  <a:lnTo>
                    <a:pt x="185455" y="2111"/>
                  </a:lnTo>
                  <a:lnTo>
                    <a:pt x="195216" y="2164"/>
                  </a:lnTo>
                  <a:lnTo>
                    <a:pt x="204977" y="2257"/>
                  </a:lnTo>
                  <a:lnTo>
                    <a:pt x="214738" y="2398"/>
                  </a:lnTo>
                  <a:lnTo>
                    <a:pt x="224498" y="2482"/>
                  </a:lnTo>
                  <a:lnTo>
                    <a:pt x="234259" y="2584"/>
                  </a:lnTo>
                  <a:lnTo>
                    <a:pt x="244020" y="2710"/>
                  </a:lnTo>
                  <a:lnTo>
                    <a:pt x="253781" y="2838"/>
                  </a:lnTo>
                  <a:lnTo>
                    <a:pt x="263542" y="2948"/>
                  </a:lnTo>
                  <a:lnTo>
                    <a:pt x="273303" y="3084"/>
                  </a:lnTo>
                  <a:lnTo>
                    <a:pt x="283063" y="3191"/>
                  </a:lnTo>
                  <a:lnTo>
                    <a:pt x="292824" y="3341"/>
                  </a:lnTo>
                  <a:lnTo>
                    <a:pt x="302585" y="3429"/>
                  </a:lnTo>
                  <a:lnTo>
                    <a:pt x="312346" y="3551"/>
                  </a:lnTo>
                  <a:lnTo>
                    <a:pt x="322107" y="3651"/>
                  </a:lnTo>
                  <a:lnTo>
                    <a:pt x="331867" y="3749"/>
                  </a:lnTo>
                  <a:lnTo>
                    <a:pt x="341628" y="3897"/>
                  </a:lnTo>
                  <a:lnTo>
                    <a:pt x="351389" y="4026"/>
                  </a:lnTo>
                  <a:lnTo>
                    <a:pt x="361150" y="4112"/>
                  </a:lnTo>
                  <a:lnTo>
                    <a:pt x="370911" y="4237"/>
                  </a:lnTo>
                  <a:lnTo>
                    <a:pt x="380672" y="4351"/>
                  </a:lnTo>
                  <a:lnTo>
                    <a:pt x="390432" y="4461"/>
                  </a:lnTo>
                  <a:lnTo>
                    <a:pt x="400193" y="4571"/>
                  </a:lnTo>
                  <a:lnTo>
                    <a:pt x="409954" y="4647"/>
                  </a:lnTo>
                  <a:lnTo>
                    <a:pt x="419715" y="4754"/>
                  </a:lnTo>
                  <a:lnTo>
                    <a:pt x="429476" y="4900"/>
                  </a:lnTo>
                  <a:lnTo>
                    <a:pt x="439236" y="4984"/>
                  </a:lnTo>
                  <a:lnTo>
                    <a:pt x="448997" y="5069"/>
                  </a:lnTo>
                  <a:lnTo>
                    <a:pt x="458758" y="5214"/>
                  </a:lnTo>
                  <a:lnTo>
                    <a:pt x="468519" y="5317"/>
                  </a:lnTo>
                  <a:lnTo>
                    <a:pt x="478280" y="5383"/>
                  </a:lnTo>
                  <a:lnTo>
                    <a:pt x="488041" y="5492"/>
                  </a:lnTo>
                  <a:lnTo>
                    <a:pt x="497801" y="5604"/>
                  </a:lnTo>
                  <a:lnTo>
                    <a:pt x="507562" y="5697"/>
                  </a:lnTo>
                  <a:lnTo>
                    <a:pt x="517323" y="5780"/>
                  </a:lnTo>
                  <a:lnTo>
                    <a:pt x="527084" y="5890"/>
                  </a:lnTo>
                  <a:lnTo>
                    <a:pt x="536845" y="6007"/>
                  </a:lnTo>
                  <a:lnTo>
                    <a:pt x="546606" y="6080"/>
                  </a:lnTo>
                  <a:lnTo>
                    <a:pt x="556366" y="6145"/>
                  </a:lnTo>
                  <a:lnTo>
                    <a:pt x="566127" y="6288"/>
                  </a:lnTo>
                  <a:lnTo>
                    <a:pt x="575888" y="6398"/>
                  </a:lnTo>
                  <a:lnTo>
                    <a:pt x="585649" y="6518"/>
                  </a:lnTo>
                  <a:lnTo>
                    <a:pt x="595410" y="6639"/>
                  </a:lnTo>
                  <a:lnTo>
                    <a:pt x="605170" y="6763"/>
                  </a:lnTo>
                  <a:lnTo>
                    <a:pt x="614931" y="6885"/>
                  </a:lnTo>
                  <a:lnTo>
                    <a:pt x="624692" y="6989"/>
                  </a:lnTo>
                  <a:lnTo>
                    <a:pt x="634453" y="7095"/>
                  </a:lnTo>
                  <a:lnTo>
                    <a:pt x="644214" y="7225"/>
                  </a:lnTo>
                  <a:lnTo>
                    <a:pt x="653975" y="7326"/>
                  </a:lnTo>
                  <a:lnTo>
                    <a:pt x="663735" y="7421"/>
                  </a:lnTo>
                  <a:lnTo>
                    <a:pt x="673496" y="7493"/>
                  </a:lnTo>
                  <a:lnTo>
                    <a:pt x="683257" y="7591"/>
                  </a:lnTo>
                  <a:lnTo>
                    <a:pt x="693018" y="7663"/>
                  </a:lnTo>
                  <a:lnTo>
                    <a:pt x="702779" y="7723"/>
                  </a:lnTo>
                  <a:lnTo>
                    <a:pt x="712539" y="7800"/>
                  </a:lnTo>
                  <a:lnTo>
                    <a:pt x="722300" y="7876"/>
                  </a:lnTo>
                  <a:lnTo>
                    <a:pt x="732061" y="7955"/>
                  </a:lnTo>
                  <a:lnTo>
                    <a:pt x="741822" y="8089"/>
                  </a:lnTo>
                  <a:lnTo>
                    <a:pt x="751583" y="8244"/>
                  </a:lnTo>
                  <a:lnTo>
                    <a:pt x="761344" y="8345"/>
                  </a:lnTo>
                  <a:lnTo>
                    <a:pt x="771104" y="8452"/>
                  </a:lnTo>
                  <a:lnTo>
                    <a:pt x="780865" y="8551"/>
                  </a:lnTo>
                  <a:lnTo>
                    <a:pt x="790626" y="8640"/>
                  </a:lnTo>
                  <a:lnTo>
                    <a:pt x="800387" y="8762"/>
                  </a:lnTo>
                  <a:lnTo>
                    <a:pt x="810148" y="8874"/>
                  </a:lnTo>
                  <a:lnTo>
                    <a:pt x="819909" y="8940"/>
                  </a:lnTo>
                  <a:lnTo>
                    <a:pt x="829669" y="9063"/>
                  </a:lnTo>
                  <a:lnTo>
                    <a:pt x="839430" y="9158"/>
                  </a:lnTo>
                  <a:lnTo>
                    <a:pt x="849191" y="9217"/>
                  </a:lnTo>
                  <a:lnTo>
                    <a:pt x="858952" y="9320"/>
                  </a:lnTo>
                  <a:lnTo>
                    <a:pt x="868713" y="9423"/>
                  </a:lnTo>
                  <a:lnTo>
                    <a:pt x="878473" y="9504"/>
                  </a:lnTo>
                  <a:lnTo>
                    <a:pt x="888234" y="9569"/>
                  </a:lnTo>
                  <a:lnTo>
                    <a:pt x="897995" y="9674"/>
                  </a:lnTo>
                  <a:lnTo>
                    <a:pt x="907756" y="9825"/>
                  </a:lnTo>
                  <a:lnTo>
                    <a:pt x="917517" y="9926"/>
                  </a:lnTo>
                  <a:lnTo>
                    <a:pt x="927278" y="10013"/>
                  </a:lnTo>
                  <a:lnTo>
                    <a:pt x="937038" y="10079"/>
                  </a:lnTo>
                  <a:lnTo>
                    <a:pt x="946799" y="10167"/>
                  </a:lnTo>
                  <a:lnTo>
                    <a:pt x="956560" y="10246"/>
                  </a:lnTo>
                  <a:lnTo>
                    <a:pt x="966321" y="10335"/>
                  </a:lnTo>
                  <a:lnTo>
                    <a:pt x="976082" y="10412"/>
                  </a:lnTo>
                  <a:lnTo>
                    <a:pt x="985842" y="10504"/>
                  </a:lnTo>
                  <a:lnTo>
                    <a:pt x="995603" y="10599"/>
                  </a:lnTo>
                  <a:lnTo>
                    <a:pt x="1005364" y="10698"/>
                  </a:lnTo>
                  <a:lnTo>
                    <a:pt x="1015125" y="10785"/>
                  </a:lnTo>
                  <a:lnTo>
                    <a:pt x="1024886" y="10904"/>
                  </a:lnTo>
                  <a:lnTo>
                    <a:pt x="1034647" y="10985"/>
                  </a:lnTo>
                  <a:lnTo>
                    <a:pt x="1044407" y="11076"/>
                  </a:lnTo>
                  <a:lnTo>
                    <a:pt x="1054168" y="11182"/>
                  </a:lnTo>
                  <a:lnTo>
                    <a:pt x="1063929" y="11313"/>
                  </a:lnTo>
                  <a:lnTo>
                    <a:pt x="1073690" y="11373"/>
                  </a:lnTo>
                  <a:lnTo>
                    <a:pt x="1083451" y="11478"/>
                  </a:lnTo>
                  <a:lnTo>
                    <a:pt x="1093212" y="11544"/>
                  </a:lnTo>
                  <a:lnTo>
                    <a:pt x="1102972" y="11705"/>
                  </a:lnTo>
                  <a:lnTo>
                    <a:pt x="1112733" y="11818"/>
                  </a:lnTo>
                  <a:lnTo>
                    <a:pt x="1122494" y="11944"/>
                  </a:lnTo>
                  <a:lnTo>
                    <a:pt x="1132255" y="12081"/>
                  </a:lnTo>
                  <a:lnTo>
                    <a:pt x="1142016" y="12151"/>
                  </a:lnTo>
                  <a:lnTo>
                    <a:pt x="1151776" y="12240"/>
                  </a:lnTo>
                  <a:lnTo>
                    <a:pt x="1161537" y="12314"/>
                  </a:lnTo>
                  <a:lnTo>
                    <a:pt x="1171298" y="12409"/>
                  </a:lnTo>
                  <a:lnTo>
                    <a:pt x="1181059" y="12517"/>
                  </a:lnTo>
                  <a:lnTo>
                    <a:pt x="1190820" y="12602"/>
                  </a:lnTo>
                  <a:lnTo>
                    <a:pt x="1200581" y="12696"/>
                  </a:lnTo>
                  <a:lnTo>
                    <a:pt x="1210341" y="12817"/>
                  </a:lnTo>
                  <a:lnTo>
                    <a:pt x="1220102" y="12905"/>
                  </a:lnTo>
                  <a:lnTo>
                    <a:pt x="1229863" y="13004"/>
                  </a:lnTo>
                  <a:lnTo>
                    <a:pt x="1239624" y="13076"/>
                  </a:lnTo>
                  <a:lnTo>
                    <a:pt x="1249385" y="13163"/>
                  </a:lnTo>
                  <a:lnTo>
                    <a:pt x="1259145" y="13237"/>
                  </a:lnTo>
                  <a:lnTo>
                    <a:pt x="1268906" y="13324"/>
                  </a:lnTo>
                  <a:lnTo>
                    <a:pt x="1278667" y="13401"/>
                  </a:lnTo>
                  <a:lnTo>
                    <a:pt x="1288428" y="13533"/>
                  </a:lnTo>
                  <a:lnTo>
                    <a:pt x="1298189" y="13698"/>
                  </a:lnTo>
                  <a:lnTo>
                    <a:pt x="1307950" y="13727"/>
                  </a:lnTo>
                  <a:lnTo>
                    <a:pt x="1317710" y="13821"/>
                  </a:lnTo>
                  <a:lnTo>
                    <a:pt x="1327471" y="13914"/>
                  </a:lnTo>
                  <a:lnTo>
                    <a:pt x="1337232" y="14006"/>
                  </a:lnTo>
                  <a:lnTo>
                    <a:pt x="1346993" y="14069"/>
                  </a:lnTo>
                  <a:lnTo>
                    <a:pt x="1356754" y="14164"/>
                  </a:lnTo>
                  <a:lnTo>
                    <a:pt x="1366515" y="14286"/>
                  </a:lnTo>
                  <a:lnTo>
                    <a:pt x="1376275" y="14411"/>
                  </a:lnTo>
                  <a:lnTo>
                    <a:pt x="1386036" y="14496"/>
                  </a:lnTo>
                  <a:lnTo>
                    <a:pt x="1395797" y="14617"/>
                  </a:lnTo>
                  <a:lnTo>
                    <a:pt x="1405558" y="14695"/>
                  </a:lnTo>
                  <a:lnTo>
                    <a:pt x="1415319" y="14788"/>
                  </a:lnTo>
                  <a:lnTo>
                    <a:pt x="1425079" y="14909"/>
                  </a:lnTo>
                  <a:lnTo>
                    <a:pt x="1434840" y="14981"/>
                  </a:lnTo>
                  <a:lnTo>
                    <a:pt x="1444601" y="15046"/>
                  </a:lnTo>
                  <a:lnTo>
                    <a:pt x="1454362" y="15133"/>
                  </a:lnTo>
                  <a:lnTo>
                    <a:pt x="1464123" y="15238"/>
                  </a:lnTo>
                  <a:lnTo>
                    <a:pt x="1473884" y="15323"/>
                  </a:lnTo>
                  <a:lnTo>
                    <a:pt x="1483644" y="15393"/>
                  </a:lnTo>
                  <a:lnTo>
                    <a:pt x="1493405" y="15483"/>
                  </a:lnTo>
                  <a:lnTo>
                    <a:pt x="1503166" y="15566"/>
                  </a:lnTo>
                  <a:lnTo>
                    <a:pt x="1512927" y="15662"/>
                  </a:lnTo>
                  <a:lnTo>
                    <a:pt x="1522688" y="15788"/>
                  </a:lnTo>
                  <a:lnTo>
                    <a:pt x="1532448" y="15926"/>
                  </a:lnTo>
                  <a:lnTo>
                    <a:pt x="1542209" y="16056"/>
                  </a:lnTo>
                  <a:lnTo>
                    <a:pt x="1551970" y="16154"/>
                  </a:lnTo>
                  <a:lnTo>
                    <a:pt x="1561731" y="16233"/>
                  </a:lnTo>
                  <a:lnTo>
                    <a:pt x="1571492" y="16304"/>
                  </a:lnTo>
                  <a:lnTo>
                    <a:pt x="1581253" y="16372"/>
                  </a:lnTo>
                  <a:lnTo>
                    <a:pt x="1591013" y="16401"/>
                  </a:lnTo>
                  <a:lnTo>
                    <a:pt x="1600774" y="16476"/>
                  </a:lnTo>
                  <a:lnTo>
                    <a:pt x="1610535" y="16560"/>
                  </a:lnTo>
                  <a:lnTo>
                    <a:pt x="1620296" y="16694"/>
                  </a:lnTo>
                  <a:lnTo>
                    <a:pt x="1630057" y="16794"/>
                  </a:lnTo>
                  <a:lnTo>
                    <a:pt x="1639818" y="16857"/>
                  </a:lnTo>
                  <a:lnTo>
                    <a:pt x="1649578" y="16985"/>
                  </a:lnTo>
                  <a:lnTo>
                    <a:pt x="1659339" y="17083"/>
                  </a:lnTo>
                  <a:lnTo>
                    <a:pt x="1669100" y="17178"/>
                  </a:lnTo>
                  <a:lnTo>
                    <a:pt x="1678861" y="17229"/>
                  </a:lnTo>
                  <a:lnTo>
                    <a:pt x="1688622" y="17295"/>
                  </a:lnTo>
                  <a:lnTo>
                    <a:pt x="1698382" y="17352"/>
                  </a:lnTo>
                  <a:lnTo>
                    <a:pt x="1708143" y="17418"/>
                  </a:lnTo>
                  <a:lnTo>
                    <a:pt x="1717904" y="17486"/>
                  </a:lnTo>
                  <a:lnTo>
                    <a:pt x="1727665" y="17590"/>
                  </a:lnTo>
                  <a:lnTo>
                    <a:pt x="1737426" y="17701"/>
                  </a:lnTo>
                  <a:lnTo>
                    <a:pt x="1747187" y="17816"/>
                  </a:lnTo>
                  <a:lnTo>
                    <a:pt x="1756947" y="17929"/>
                  </a:lnTo>
                  <a:lnTo>
                    <a:pt x="1766708" y="18036"/>
                  </a:lnTo>
                  <a:lnTo>
                    <a:pt x="1776469" y="18129"/>
                  </a:lnTo>
                  <a:lnTo>
                    <a:pt x="1786230" y="18196"/>
                  </a:lnTo>
                  <a:lnTo>
                    <a:pt x="1795991" y="18300"/>
                  </a:lnTo>
                  <a:lnTo>
                    <a:pt x="1805752" y="18399"/>
                  </a:lnTo>
                  <a:lnTo>
                    <a:pt x="1815512" y="18496"/>
                  </a:lnTo>
                  <a:lnTo>
                    <a:pt x="1825273" y="18604"/>
                  </a:lnTo>
                  <a:lnTo>
                    <a:pt x="1835034" y="18702"/>
                  </a:lnTo>
                  <a:lnTo>
                    <a:pt x="1844795" y="18798"/>
                  </a:lnTo>
                  <a:lnTo>
                    <a:pt x="1854556" y="18856"/>
                  </a:lnTo>
                  <a:lnTo>
                    <a:pt x="1864316" y="18952"/>
                  </a:lnTo>
                  <a:lnTo>
                    <a:pt x="1874077" y="19037"/>
                  </a:lnTo>
                  <a:lnTo>
                    <a:pt x="1883838" y="19113"/>
                  </a:lnTo>
                  <a:lnTo>
                    <a:pt x="1893599" y="19198"/>
                  </a:lnTo>
                  <a:lnTo>
                    <a:pt x="1903360" y="19284"/>
                  </a:lnTo>
                  <a:lnTo>
                    <a:pt x="1913121" y="19375"/>
                  </a:lnTo>
                  <a:lnTo>
                    <a:pt x="1922881" y="19451"/>
                  </a:lnTo>
                  <a:lnTo>
                    <a:pt x="1932642" y="19473"/>
                  </a:lnTo>
                  <a:lnTo>
                    <a:pt x="1942403" y="19541"/>
                  </a:lnTo>
                  <a:lnTo>
                    <a:pt x="1952164" y="19637"/>
                  </a:lnTo>
                  <a:lnTo>
                    <a:pt x="1961925" y="19722"/>
                  </a:lnTo>
                  <a:lnTo>
                    <a:pt x="1971685" y="19797"/>
                  </a:lnTo>
                  <a:lnTo>
                    <a:pt x="1981446" y="19909"/>
                  </a:lnTo>
                  <a:lnTo>
                    <a:pt x="1991207" y="20018"/>
                  </a:lnTo>
                  <a:lnTo>
                    <a:pt x="2000968" y="20118"/>
                  </a:lnTo>
                  <a:lnTo>
                    <a:pt x="2010729" y="20204"/>
                  </a:lnTo>
                  <a:lnTo>
                    <a:pt x="2020490" y="20264"/>
                  </a:lnTo>
                  <a:lnTo>
                    <a:pt x="2030250" y="20333"/>
                  </a:lnTo>
                  <a:lnTo>
                    <a:pt x="2040011" y="20412"/>
                  </a:lnTo>
                  <a:lnTo>
                    <a:pt x="2049772" y="20499"/>
                  </a:lnTo>
                  <a:lnTo>
                    <a:pt x="2059533" y="20584"/>
                  </a:lnTo>
                  <a:lnTo>
                    <a:pt x="2069294" y="20647"/>
                  </a:lnTo>
                  <a:lnTo>
                    <a:pt x="2079055" y="20742"/>
                  </a:lnTo>
                  <a:lnTo>
                    <a:pt x="2088815" y="20820"/>
                  </a:lnTo>
                  <a:lnTo>
                    <a:pt x="2098576" y="20894"/>
                  </a:lnTo>
                  <a:lnTo>
                    <a:pt x="2108337" y="20979"/>
                  </a:lnTo>
                  <a:lnTo>
                    <a:pt x="2118098" y="21033"/>
                  </a:lnTo>
                  <a:lnTo>
                    <a:pt x="2127859" y="21106"/>
                  </a:lnTo>
                  <a:lnTo>
                    <a:pt x="2137619" y="21213"/>
                  </a:lnTo>
                  <a:lnTo>
                    <a:pt x="2147380" y="21310"/>
                  </a:lnTo>
                  <a:lnTo>
                    <a:pt x="2157141" y="21423"/>
                  </a:lnTo>
                  <a:lnTo>
                    <a:pt x="2166902" y="21543"/>
                  </a:lnTo>
                  <a:lnTo>
                    <a:pt x="2176663" y="21679"/>
                  </a:lnTo>
                  <a:lnTo>
                    <a:pt x="2186424" y="21773"/>
                  </a:lnTo>
                  <a:lnTo>
                    <a:pt x="2196184" y="21830"/>
                  </a:lnTo>
                  <a:lnTo>
                    <a:pt x="2205945" y="21935"/>
                  </a:lnTo>
                  <a:lnTo>
                    <a:pt x="2215706" y="22048"/>
                  </a:lnTo>
                  <a:lnTo>
                    <a:pt x="2225467" y="22135"/>
                  </a:lnTo>
                  <a:lnTo>
                    <a:pt x="2235228" y="22204"/>
                  </a:lnTo>
                  <a:lnTo>
                    <a:pt x="2244988" y="22275"/>
                  </a:lnTo>
                  <a:lnTo>
                    <a:pt x="2254749" y="22369"/>
                  </a:lnTo>
                  <a:lnTo>
                    <a:pt x="2264510" y="22447"/>
                  </a:lnTo>
                  <a:lnTo>
                    <a:pt x="2274271" y="22539"/>
                  </a:lnTo>
                  <a:lnTo>
                    <a:pt x="2284032" y="22633"/>
                  </a:lnTo>
                  <a:lnTo>
                    <a:pt x="2293793" y="22690"/>
                  </a:lnTo>
                  <a:lnTo>
                    <a:pt x="2303553" y="22764"/>
                  </a:lnTo>
                  <a:lnTo>
                    <a:pt x="2313314" y="22860"/>
                  </a:lnTo>
                  <a:lnTo>
                    <a:pt x="2323075" y="22936"/>
                  </a:lnTo>
                  <a:lnTo>
                    <a:pt x="2332836" y="23008"/>
                  </a:lnTo>
                  <a:lnTo>
                    <a:pt x="2342597" y="23098"/>
                  </a:lnTo>
                  <a:lnTo>
                    <a:pt x="2352358" y="23189"/>
                  </a:lnTo>
                  <a:lnTo>
                    <a:pt x="2362118" y="23276"/>
                  </a:lnTo>
                  <a:lnTo>
                    <a:pt x="2371879" y="23374"/>
                  </a:lnTo>
                  <a:lnTo>
                    <a:pt x="2381640" y="23462"/>
                  </a:lnTo>
                  <a:lnTo>
                    <a:pt x="2391401" y="23541"/>
                  </a:lnTo>
                  <a:lnTo>
                    <a:pt x="2401162" y="23621"/>
                  </a:lnTo>
                  <a:lnTo>
                    <a:pt x="2410922" y="23707"/>
                  </a:lnTo>
                  <a:lnTo>
                    <a:pt x="2420683" y="23813"/>
                  </a:lnTo>
                  <a:lnTo>
                    <a:pt x="2430444" y="23927"/>
                  </a:lnTo>
                  <a:lnTo>
                    <a:pt x="2440205" y="24014"/>
                  </a:lnTo>
                  <a:lnTo>
                    <a:pt x="2449966" y="24092"/>
                  </a:lnTo>
                  <a:lnTo>
                    <a:pt x="2459727" y="24174"/>
                  </a:lnTo>
                  <a:lnTo>
                    <a:pt x="2469487" y="24267"/>
                  </a:lnTo>
                  <a:lnTo>
                    <a:pt x="2479248" y="24377"/>
                  </a:lnTo>
                  <a:lnTo>
                    <a:pt x="2489009" y="24410"/>
                  </a:lnTo>
                  <a:lnTo>
                    <a:pt x="2498770" y="24470"/>
                  </a:lnTo>
                  <a:lnTo>
                    <a:pt x="2508531" y="24536"/>
                  </a:lnTo>
                  <a:lnTo>
                    <a:pt x="2518291" y="24617"/>
                  </a:lnTo>
                  <a:lnTo>
                    <a:pt x="2528052" y="24695"/>
                  </a:lnTo>
                </a:path>
              </a:pathLst>
            </a:custGeom>
            <a:ln w="18970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2"/>
            <p:cNvSpPr/>
            <p:nvPr/>
          </p:nvSpPr>
          <p:spPr>
            <a:xfrm>
              <a:off x="3461961" y="5590870"/>
              <a:ext cx="2528052" cy="30664"/>
            </a:xfrm>
            <a:custGeom>
              <a:avLst/>
              <a:pathLst>
                <a:path w="2528052" h="30664">
                  <a:moveTo>
                    <a:pt x="0" y="0"/>
                  </a:moveTo>
                  <a:lnTo>
                    <a:pt x="9760" y="212"/>
                  </a:lnTo>
                  <a:lnTo>
                    <a:pt x="19521" y="416"/>
                  </a:lnTo>
                  <a:lnTo>
                    <a:pt x="29282" y="483"/>
                  </a:lnTo>
                  <a:lnTo>
                    <a:pt x="39043" y="702"/>
                  </a:lnTo>
                  <a:lnTo>
                    <a:pt x="48804" y="806"/>
                  </a:lnTo>
                  <a:lnTo>
                    <a:pt x="58564" y="1008"/>
                  </a:lnTo>
                  <a:lnTo>
                    <a:pt x="68325" y="1100"/>
                  </a:lnTo>
                  <a:lnTo>
                    <a:pt x="78086" y="1218"/>
                  </a:lnTo>
                  <a:lnTo>
                    <a:pt x="87847" y="1350"/>
                  </a:lnTo>
                  <a:lnTo>
                    <a:pt x="97608" y="1587"/>
                  </a:lnTo>
                  <a:lnTo>
                    <a:pt x="107369" y="1768"/>
                  </a:lnTo>
                  <a:lnTo>
                    <a:pt x="117129" y="1968"/>
                  </a:lnTo>
                  <a:lnTo>
                    <a:pt x="126890" y="2060"/>
                  </a:lnTo>
                  <a:lnTo>
                    <a:pt x="136651" y="2090"/>
                  </a:lnTo>
                  <a:lnTo>
                    <a:pt x="146412" y="2326"/>
                  </a:lnTo>
                  <a:lnTo>
                    <a:pt x="156173" y="2479"/>
                  </a:lnTo>
                  <a:lnTo>
                    <a:pt x="165933" y="2534"/>
                  </a:lnTo>
                  <a:lnTo>
                    <a:pt x="175694" y="2616"/>
                  </a:lnTo>
                  <a:lnTo>
                    <a:pt x="185455" y="2791"/>
                  </a:lnTo>
                  <a:lnTo>
                    <a:pt x="195216" y="2917"/>
                  </a:lnTo>
                  <a:lnTo>
                    <a:pt x="204977" y="3035"/>
                  </a:lnTo>
                  <a:lnTo>
                    <a:pt x="214738" y="3170"/>
                  </a:lnTo>
                  <a:lnTo>
                    <a:pt x="224498" y="3361"/>
                  </a:lnTo>
                  <a:lnTo>
                    <a:pt x="234259" y="3497"/>
                  </a:lnTo>
                  <a:lnTo>
                    <a:pt x="244020" y="3598"/>
                  </a:lnTo>
                  <a:lnTo>
                    <a:pt x="253781" y="3663"/>
                  </a:lnTo>
                  <a:lnTo>
                    <a:pt x="263542" y="3694"/>
                  </a:lnTo>
                  <a:lnTo>
                    <a:pt x="273303" y="3845"/>
                  </a:lnTo>
                  <a:lnTo>
                    <a:pt x="283063" y="3908"/>
                  </a:lnTo>
                  <a:lnTo>
                    <a:pt x="292824" y="3956"/>
                  </a:lnTo>
                  <a:lnTo>
                    <a:pt x="302585" y="4100"/>
                  </a:lnTo>
                  <a:lnTo>
                    <a:pt x="312346" y="4241"/>
                  </a:lnTo>
                  <a:lnTo>
                    <a:pt x="322107" y="4318"/>
                  </a:lnTo>
                  <a:lnTo>
                    <a:pt x="331867" y="4497"/>
                  </a:lnTo>
                  <a:lnTo>
                    <a:pt x="341628" y="4590"/>
                  </a:lnTo>
                  <a:lnTo>
                    <a:pt x="351389" y="4748"/>
                  </a:lnTo>
                  <a:lnTo>
                    <a:pt x="361150" y="4831"/>
                  </a:lnTo>
                  <a:lnTo>
                    <a:pt x="370911" y="4975"/>
                  </a:lnTo>
                  <a:lnTo>
                    <a:pt x="380672" y="5082"/>
                  </a:lnTo>
                  <a:lnTo>
                    <a:pt x="390432" y="5193"/>
                  </a:lnTo>
                  <a:lnTo>
                    <a:pt x="400193" y="5302"/>
                  </a:lnTo>
                  <a:lnTo>
                    <a:pt x="409954" y="5426"/>
                  </a:lnTo>
                  <a:lnTo>
                    <a:pt x="419715" y="5596"/>
                  </a:lnTo>
                  <a:lnTo>
                    <a:pt x="429476" y="5822"/>
                  </a:lnTo>
                  <a:lnTo>
                    <a:pt x="439236" y="5952"/>
                  </a:lnTo>
                  <a:lnTo>
                    <a:pt x="448997" y="6021"/>
                  </a:lnTo>
                  <a:lnTo>
                    <a:pt x="458758" y="6204"/>
                  </a:lnTo>
                  <a:lnTo>
                    <a:pt x="468519" y="6362"/>
                  </a:lnTo>
                  <a:lnTo>
                    <a:pt x="478280" y="6464"/>
                  </a:lnTo>
                  <a:lnTo>
                    <a:pt x="488041" y="6602"/>
                  </a:lnTo>
                  <a:lnTo>
                    <a:pt x="497801" y="6685"/>
                  </a:lnTo>
                  <a:lnTo>
                    <a:pt x="507562" y="6812"/>
                  </a:lnTo>
                  <a:lnTo>
                    <a:pt x="517323" y="6941"/>
                  </a:lnTo>
                  <a:lnTo>
                    <a:pt x="527084" y="7054"/>
                  </a:lnTo>
                  <a:lnTo>
                    <a:pt x="536845" y="7224"/>
                  </a:lnTo>
                  <a:lnTo>
                    <a:pt x="546606" y="7344"/>
                  </a:lnTo>
                  <a:lnTo>
                    <a:pt x="556366" y="7407"/>
                  </a:lnTo>
                  <a:lnTo>
                    <a:pt x="566127" y="7464"/>
                  </a:lnTo>
                  <a:lnTo>
                    <a:pt x="575888" y="7564"/>
                  </a:lnTo>
                  <a:lnTo>
                    <a:pt x="585649" y="7771"/>
                  </a:lnTo>
                  <a:lnTo>
                    <a:pt x="595410" y="7926"/>
                  </a:lnTo>
                  <a:lnTo>
                    <a:pt x="605170" y="8028"/>
                  </a:lnTo>
                  <a:lnTo>
                    <a:pt x="614931" y="8043"/>
                  </a:lnTo>
                  <a:lnTo>
                    <a:pt x="624692" y="8119"/>
                  </a:lnTo>
                  <a:lnTo>
                    <a:pt x="634453" y="8258"/>
                  </a:lnTo>
                  <a:lnTo>
                    <a:pt x="644214" y="8427"/>
                  </a:lnTo>
                  <a:lnTo>
                    <a:pt x="653975" y="8553"/>
                  </a:lnTo>
                  <a:lnTo>
                    <a:pt x="663735" y="8678"/>
                  </a:lnTo>
                  <a:lnTo>
                    <a:pt x="673496" y="8791"/>
                  </a:lnTo>
                  <a:lnTo>
                    <a:pt x="683257" y="8965"/>
                  </a:lnTo>
                  <a:lnTo>
                    <a:pt x="693018" y="9072"/>
                  </a:lnTo>
                  <a:lnTo>
                    <a:pt x="702779" y="9163"/>
                  </a:lnTo>
                  <a:lnTo>
                    <a:pt x="712539" y="9277"/>
                  </a:lnTo>
                  <a:lnTo>
                    <a:pt x="722300" y="9400"/>
                  </a:lnTo>
                  <a:lnTo>
                    <a:pt x="732061" y="9498"/>
                  </a:lnTo>
                  <a:lnTo>
                    <a:pt x="741822" y="9681"/>
                  </a:lnTo>
                  <a:lnTo>
                    <a:pt x="751583" y="9836"/>
                  </a:lnTo>
                  <a:lnTo>
                    <a:pt x="761344" y="10013"/>
                  </a:lnTo>
                  <a:lnTo>
                    <a:pt x="771104" y="10039"/>
                  </a:lnTo>
                  <a:lnTo>
                    <a:pt x="780865" y="10185"/>
                  </a:lnTo>
                  <a:lnTo>
                    <a:pt x="790626" y="10327"/>
                  </a:lnTo>
                  <a:lnTo>
                    <a:pt x="800387" y="10438"/>
                  </a:lnTo>
                  <a:lnTo>
                    <a:pt x="810148" y="10539"/>
                  </a:lnTo>
                  <a:lnTo>
                    <a:pt x="819909" y="10597"/>
                  </a:lnTo>
                  <a:lnTo>
                    <a:pt x="829669" y="10769"/>
                  </a:lnTo>
                  <a:lnTo>
                    <a:pt x="839430" y="10849"/>
                  </a:lnTo>
                  <a:lnTo>
                    <a:pt x="849191" y="10932"/>
                  </a:lnTo>
                  <a:lnTo>
                    <a:pt x="858952" y="11086"/>
                  </a:lnTo>
                  <a:lnTo>
                    <a:pt x="868713" y="11237"/>
                  </a:lnTo>
                  <a:lnTo>
                    <a:pt x="878473" y="11318"/>
                  </a:lnTo>
                  <a:lnTo>
                    <a:pt x="888234" y="11520"/>
                  </a:lnTo>
                  <a:lnTo>
                    <a:pt x="897995" y="11634"/>
                  </a:lnTo>
                  <a:lnTo>
                    <a:pt x="907756" y="11744"/>
                  </a:lnTo>
                  <a:lnTo>
                    <a:pt x="917517" y="11860"/>
                  </a:lnTo>
                  <a:lnTo>
                    <a:pt x="927278" y="12028"/>
                  </a:lnTo>
                  <a:lnTo>
                    <a:pt x="937038" y="12242"/>
                  </a:lnTo>
                  <a:lnTo>
                    <a:pt x="946799" y="12304"/>
                  </a:lnTo>
                  <a:lnTo>
                    <a:pt x="956560" y="12474"/>
                  </a:lnTo>
                  <a:lnTo>
                    <a:pt x="966321" y="12650"/>
                  </a:lnTo>
                  <a:lnTo>
                    <a:pt x="976082" y="12891"/>
                  </a:lnTo>
                  <a:lnTo>
                    <a:pt x="985842" y="12998"/>
                  </a:lnTo>
                  <a:lnTo>
                    <a:pt x="995603" y="13162"/>
                  </a:lnTo>
                  <a:lnTo>
                    <a:pt x="1005364" y="13321"/>
                  </a:lnTo>
                  <a:lnTo>
                    <a:pt x="1015125" y="13387"/>
                  </a:lnTo>
                  <a:lnTo>
                    <a:pt x="1024886" y="13532"/>
                  </a:lnTo>
                  <a:lnTo>
                    <a:pt x="1034647" y="13634"/>
                  </a:lnTo>
                  <a:lnTo>
                    <a:pt x="1044407" y="13740"/>
                  </a:lnTo>
                  <a:lnTo>
                    <a:pt x="1054168" y="13865"/>
                  </a:lnTo>
                  <a:lnTo>
                    <a:pt x="1063929" y="13992"/>
                  </a:lnTo>
                  <a:lnTo>
                    <a:pt x="1073690" y="14126"/>
                  </a:lnTo>
                  <a:lnTo>
                    <a:pt x="1083451" y="14298"/>
                  </a:lnTo>
                  <a:lnTo>
                    <a:pt x="1093212" y="14523"/>
                  </a:lnTo>
                  <a:lnTo>
                    <a:pt x="1102972" y="14551"/>
                  </a:lnTo>
                  <a:lnTo>
                    <a:pt x="1112733" y="14663"/>
                  </a:lnTo>
                  <a:lnTo>
                    <a:pt x="1122494" y="14754"/>
                  </a:lnTo>
                  <a:lnTo>
                    <a:pt x="1132255" y="14924"/>
                  </a:lnTo>
                  <a:lnTo>
                    <a:pt x="1142016" y="15033"/>
                  </a:lnTo>
                  <a:lnTo>
                    <a:pt x="1151776" y="15118"/>
                  </a:lnTo>
                  <a:lnTo>
                    <a:pt x="1161537" y="15245"/>
                  </a:lnTo>
                  <a:lnTo>
                    <a:pt x="1171298" y="15350"/>
                  </a:lnTo>
                  <a:lnTo>
                    <a:pt x="1181059" y="15422"/>
                  </a:lnTo>
                  <a:lnTo>
                    <a:pt x="1190820" y="15585"/>
                  </a:lnTo>
                  <a:lnTo>
                    <a:pt x="1200581" y="15715"/>
                  </a:lnTo>
                  <a:lnTo>
                    <a:pt x="1210341" y="15819"/>
                  </a:lnTo>
                  <a:lnTo>
                    <a:pt x="1220102" y="16002"/>
                  </a:lnTo>
                  <a:lnTo>
                    <a:pt x="1229863" y="16103"/>
                  </a:lnTo>
                  <a:lnTo>
                    <a:pt x="1239624" y="16212"/>
                  </a:lnTo>
                  <a:lnTo>
                    <a:pt x="1249385" y="16305"/>
                  </a:lnTo>
                  <a:lnTo>
                    <a:pt x="1259145" y="16425"/>
                  </a:lnTo>
                  <a:lnTo>
                    <a:pt x="1268906" y="16586"/>
                  </a:lnTo>
                  <a:lnTo>
                    <a:pt x="1278667" y="16684"/>
                  </a:lnTo>
                  <a:lnTo>
                    <a:pt x="1288428" y="16780"/>
                  </a:lnTo>
                  <a:lnTo>
                    <a:pt x="1298189" y="16839"/>
                  </a:lnTo>
                  <a:lnTo>
                    <a:pt x="1307950" y="16910"/>
                  </a:lnTo>
                  <a:lnTo>
                    <a:pt x="1317710" y="17060"/>
                  </a:lnTo>
                  <a:lnTo>
                    <a:pt x="1327471" y="17220"/>
                  </a:lnTo>
                  <a:lnTo>
                    <a:pt x="1337232" y="17395"/>
                  </a:lnTo>
                  <a:lnTo>
                    <a:pt x="1346993" y="17549"/>
                  </a:lnTo>
                  <a:lnTo>
                    <a:pt x="1356754" y="17679"/>
                  </a:lnTo>
                  <a:lnTo>
                    <a:pt x="1366515" y="17851"/>
                  </a:lnTo>
                  <a:lnTo>
                    <a:pt x="1376275" y="17943"/>
                  </a:lnTo>
                  <a:lnTo>
                    <a:pt x="1386036" y="18007"/>
                  </a:lnTo>
                  <a:lnTo>
                    <a:pt x="1395797" y="18175"/>
                  </a:lnTo>
                  <a:lnTo>
                    <a:pt x="1405558" y="18253"/>
                  </a:lnTo>
                  <a:lnTo>
                    <a:pt x="1415319" y="18407"/>
                  </a:lnTo>
                  <a:lnTo>
                    <a:pt x="1425079" y="18544"/>
                  </a:lnTo>
                  <a:lnTo>
                    <a:pt x="1434840" y="18662"/>
                  </a:lnTo>
                  <a:lnTo>
                    <a:pt x="1444601" y="18743"/>
                  </a:lnTo>
                  <a:lnTo>
                    <a:pt x="1454362" y="18853"/>
                  </a:lnTo>
                  <a:lnTo>
                    <a:pt x="1464123" y="19000"/>
                  </a:lnTo>
                  <a:lnTo>
                    <a:pt x="1473884" y="19137"/>
                  </a:lnTo>
                  <a:lnTo>
                    <a:pt x="1483644" y="19316"/>
                  </a:lnTo>
                  <a:lnTo>
                    <a:pt x="1493405" y="19413"/>
                  </a:lnTo>
                  <a:lnTo>
                    <a:pt x="1503166" y="19501"/>
                  </a:lnTo>
                  <a:lnTo>
                    <a:pt x="1512927" y="19623"/>
                  </a:lnTo>
                  <a:lnTo>
                    <a:pt x="1522688" y="19696"/>
                  </a:lnTo>
                  <a:lnTo>
                    <a:pt x="1532448" y="19803"/>
                  </a:lnTo>
                  <a:lnTo>
                    <a:pt x="1542209" y="19895"/>
                  </a:lnTo>
                  <a:lnTo>
                    <a:pt x="1551970" y="19976"/>
                  </a:lnTo>
                  <a:lnTo>
                    <a:pt x="1561731" y="20036"/>
                  </a:lnTo>
                  <a:lnTo>
                    <a:pt x="1571492" y="20154"/>
                  </a:lnTo>
                  <a:lnTo>
                    <a:pt x="1581253" y="20324"/>
                  </a:lnTo>
                  <a:lnTo>
                    <a:pt x="1591013" y="20432"/>
                  </a:lnTo>
                  <a:lnTo>
                    <a:pt x="1600774" y="20567"/>
                  </a:lnTo>
                  <a:lnTo>
                    <a:pt x="1610535" y="20663"/>
                  </a:lnTo>
                  <a:lnTo>
                    <a:pt x="1620296" y="20824"/>
                  </a:lnTo>
                  <a:lnTo>
                    <a:pt x="1630057" y="20949"/>
                  </a:lnTo>
                  <a:lnTo>
                    <a:pt x="1639818" y="21067"/>
                  </a:lnTo>
                  <a:lnTo>
                    <a:pt x="1649578" y="21191"/>
                  </a:lnTo>
                  <a:lnTo>
                    <a:pt x="1659339" y="21260"/>
                  </a:lnTo>
                  <a:lnTo>
                    <a:pt x="1669100" y="21369"/>
                  </a:lnTo>
                  <a:lnTo>
                    <a:pt x="1678861" y="21422"/>
                  </a:lnTo>
                  <a:lnTo>
                    <a:pt x="1688622" y="21544"/>
                  </a:lnTo>
                  <a:lnTo>
                    <a:pt x="1698382" y="21611"/>
                  </a:lnTo>
                  <a:lnTo>
                    <a:pt x="1708143" y="21746"/>
                  </a:lnTo>
                  <a:lnTo>
                    <a:pt x="1717904" y="21800"/>
                  </a:lnTo>
                  <a:lnTo>
                    <a:pt x="1727665" y="21863"/>
                  </a:lnTo>
                  <a:lnTo>
                    <a:pt x="1737426" y="21950"/>
                  </a:lnTo>
                  <a:lnTo>
                    <a:pt x="1747187" y="22053"/>
                  </a:lnTo>
                  <a:lnTo>
                    <a:pt x="1756947" y="22161"/>
                  </a:lnTo>
                  <a:lnTo>
                    <a:pt x="1766708" y="22279"/>
                  </a:lnTo>
                  <a:lnTo>
                    <a:pt x="1776469" y="22418"/>
                  </a:lnTo>
                  <a:lnTo>
                    <a:pt x="1786230" y="22518"/>
                  </a:lnTo>
                  <a:lnTo>
                    <a:pt x="1795991" y="22573"/>
                  </a:lnTo>
                  <a:lnTo>
                    <a:pt x="1805752" y="22667"/>
                  </a:lnTo>
                  <a:lnTo>
                    <a:pt x="1815512" y="22784"/>
                  </a:lnTo>
                  <a:lnTo>
                    <a:pt x="1825273" y="22929"/>
                  </a:lnTo>
                  <a:lnTo>
                    <a:pt x="1835034" y="23073"/>
                  </a:lnTo>
                  <a:lnTo>
                    <a:pt x="1844795" y="23186"/>
                  </a:lnTo>
                  <a:lnTo>
                    <a:pt x="1854556" y="23268"/>
                  </a:lnTo>
                  <a:lnTo>
                    <a:pt x="1864316" y="23411"/>
                  </a:lnTo>
                  <a:lnTo>
                    <a:pt x="1874077" y="23518"/>
                  </a:lnTo>
                  <a:lnTo>
                    <a:pt x="1883838" y="23579"/>
                  </a:lnTo>
                  <a:lnTo>
                    <a:pt x="1893599" y="23682"/>
                  </a:lnTo>
                  <a:lnTo>
                    <a:pt x="1903360" y="23811"/>
                  </a:lnTo>
                  <a:lnTo>
                    <a:pt x="1913121" y="23947"/>
                  </a:lnTo>
                  <a:lnTo>
                    <a:pt x="1922881" y="24045"/>
                  </a:lnTo>
                  <a:lnTo>
                    <a:pt x="1932642" y="24143"/>
                  </a:lnTo>
                  <a:lnTo>
                    <a:pt x="1942403" y="24301"/>
                  </a:lnTo>
                  <a:lnTo>
                    <a:pt x="1952164" y="24431"/>
                  </a:lnTo>
                  <a:lnTo>
                    <a:pt x="1961925" y="24505"/>
                  </a:lnTo>
                  <a:lnTo>
                    <a:pt x="1971685" y="24647"/>
                  </a:lnTo>
                  <a:lnTo>
                    <a:pt x="1981446" y="24826"/>
                  </a:lnTo>
                  <a:lnTo>
                    <a:pt x="1991207" y="24973"/>
                  </a:lnTo>
                  <a:lnTo>
                    <a:pt x="2000968" y="25118"/>
                  </a:lnTo>
                  <a:lnTo>
                    <a:pt x="2010729" y="25262"/>
                  </a:lnTo>
                  <a:lnTo>
                    <a:pt x="2020490" y="25400"/>
                  </a:lnTo>
                  <a:lnTo>
                    <a:pt x="2030250" y="25574"/>
                  </a:lnTo>
                  <a:lnTo>
                    <a:pt x="2040011" y="25645"/>
                  </a:lnTo>
                  <a:lnTo>
                    <a:pt x="2049772" y="25756"/>
                  </a:lnTo>
                  <a:lnTo>
                    <a:pt x="2059533" y="25872"/>
                  </a:lnTo>
                  <a:lnTo>
                    <a:pt x="2069294" y="26011"/>
                  </a:lnTo>
                  <a:lnTo>
                    <a:pt x="2079055" y="26120"/>
                  </a:lnTo>
                  <a:lnTo>
                    <a:pt x="2088815" y="26282"/>
                  </a:lnTo>
                  <a:lnTo>
                    <a:pt x="2098576" y="26405"/>
                  </a:lnTo>
                  <a:lnTo>
                    <a:pt x="2108337" y="26514"/>
                  </a:lnTo>
                  <a:lnTo>
                    <a:pt x="2118098" y="26589"/>
                  </a:lnTo>
                  <a:lnTo>
                    <a:pt x="2127859" y="26657"/>
                  </a:lnTo>
                  <a:lnTo>
                    <a:pt x="2137619" y="26738"/>
                  </a:lnTo>
                  <a:lnTo>
                    <a:pt x="2147380" y="26810"/>
                  </a:lnTo>
                  <a:lnTo>
                    <a:pt x="2157141" y="26888"/>
                  </a:lnTo>
                  <a:lnTo>
                    <a:pt x="2166902" y="27013"/>
                  </a:lnTo>
                  <a:lnTo>
                    <a:pt x="2176663" y="27148"/>
                  </a:lnTo>
                  <a:lnTo>
                    <a:pt x="2186424" y="27259"/>
                  </a:lnTo>
                  <a:lnTo>
                    <a:pt x="2196184" y="27355"/>
                  </a:lnTo>
                  <a:lnTo>
                    <a:pt x="2205945" y="27427"/>
                  </a:lnTo>
                  <a:lnTo>
                    <a:pt x="2215706" y="27511"/>
                  </a:lnTo>
                  <a:lnTo>
                    <a:pt x="2225467" y="27596"/>
                  </a:lnTo>
                  <a:lnTo>
                    <a:pt x="2235228" y="27702"/>
                  </a:lnTo>
                  <a:lnTo>
                    <a:pt x="2244988" y="27847"/>
                  </a:lnTo>
                  <a:lnTo>
                    <a:pt x="2254749" y="27962"/>
                  </a:lnTo>
                  <a:lnTo>
                    <a:pt x="2264510" y="28037"/>
                  </a:lnTo>
                  <a:lnTo>
                    <a:pt x="2274271" y="28132"/>
                  </a:lnTo>
                  <a:lnTo>
                    <a:pt x="2284032" y="28227"/>
                  </a:lnTo>
                  <a:lnTo>
                    <a:pt x="2293793" y="28319"/>
                  </a:lnTo>
                  <a:lnTo>
                    <a:pt x="2303553" y="28469"/>
                  </a:lnTo>
                  <a:lnTo>
                    <a:pt x="2313314" y="28578"/>
                  </a:lnTo>
                  <a:lnTo>
                    <a:pt x="2323075" y="28649"/>
                  </a:lnTo>
                  <a:lnTo>
                    <a:pt x="2332836" y="28746"/>
                  </a:lnTo>
                  <a:lnTo>
                    <a:pt x="2342597" y="28848"/>
                  </a:lnTo>
                  <a:lnTo>
                    <a:pt x="2352358" y="28940"/>
                  </a:lnTo>
                  <a:lnTo>
                    <a:pt x="2362118" y="29071"/>
                  </a:lnTo>
                  <a:lnTo>
                    <a:pt x="2371879" y="29211"/>
                  </a:lnTo>
                  <a:lnTo>
                    <a:pt x="2381640" y="29302"/>
                  </a:lnTo>
                  <a:lnTo>
                    <a:pt x="2391401" y="29367"/>
                  </a:lnTo>
                  <a:lnTo>
                    <a:pt x="2401162" y="29469"/>
                  </a:lnTo>
                  <a:lnTo>
                    <a:pt x="2410922" y="29589"/>
                  </a:lnTo>
                  <a:lnTo>
                    <a:pt x="2420683" y="29716"/>
                  </a:lnTo>
                  <a:lnTo>
                    <a:pt x="2430444" y="29805"/>
                  </a:lnTo>
                  <a:lnTo>
                    <a:pt x="2440205" y="29875"/>
                  </a:lnTo>
                  <a:lnTo>
                    <a:pt x="2449966" y="29948"/>
                  </a:lnTo>
                  <a:lnTo>
                    <a:pt x="2459727" y="30036"/>
                  </a:lnTo>
                  <a:lnTo>
                    <a:pt x="2469487" y="30126"/>
                  </a:lnTo>
                  <a:lnTo>
                    <a:pt x="2479248" y="30207"/>
                  </a:lnTo>
                  <a:lnTo>
                    <a:pt x="2489009" y="30331"/>
                  </a:lnTo>
                  <a:lnTo>
                    <a:pt x="2498770" y="30397"/>
                  </a:lnTo>
                  <a:lnTo>
                    <a:pt x="2508531" y="30440"/>
                  </a:lnTo>
                  <a:lnTo>
                    <a:pt x="2518291" y="30579"/>
                  </a:lnTo>
                  <a:lnTo>
                    <a:pt x="2528052" y="30664"/>
                  </a:lnTo>
                </a:path>
              </a:pathLst>
            </a:custGeom>
            <a:ln w="1897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3"/>
            <p:cNvSpPr/>
            <p:nvPr/>
          </p:nvSpPr>
          <p:spPr>
            <a:xfrm>
              <a:off x="3461961" y="5586365"/>
              <a:ext cx="2528052" cy="27674"/>
            </a:xfrm>
            <a:custGeom>
              <a:avLst/>
              <a:pathLst>
                <a:path w="2528052" h="27674">
                  <a:moveTo>
                    <a:pt x="0" y="27674"/>
                  </a:moveTo>
                  <a:lnTo>
                    <a:pt x="9760" y="27533"/>
                  </a:lnTo>
                  <a:lnTo>
                    <a:pt x="19521" y="27446"/>
                  </a:lnTo>
                  <a:lnTo>
                    <a:pt x="29282" y="27385"/>
                  </a:lnTo>
                  <a:lnTo>
                    <a:pt x="39043" y="27306"/>
                  </a:lnTo>
                  <a:lnTo>
                    <a:pt x="48804" y="27177"/>
                  </a:lnTo>
                  <a:lnTo>
                    <a:pt x="58564" y="27107"/>
                  </a:lnTo>
                  <a:lnTo>
                    <a:pt x="68325" y="26999"/>
                  </a:lnTo>
                  <a:lnTo>
                    <a:pt x="78086" y="26991"/>
                  </a:lnTo>
                  <a:lnTo>
                    <a:pt x="87847" y="26888"/>
                  </a:lnTo>
                  <a:lnTo>
                    <a:pt x="97608" y="26778"/>
                  </a:lnTo>
                  <a:lnTo>
                    <a:pt x="107369" y="26658"/>
                  </a:lnTo>
                  <a:lnTo>
                    <a:pt x="117129" y="26545"/>
                  </a:lnTo>
                  <a:lnTo>
                    <a:pt x="126890" y="26443"/>
                  </a:lnTo>
                  <a:lnTo>
                    <a:pt x="136651" y="26361"/>
                  </a:lnTo>
                  <a:lnTo>
                    <a:pt x="146412" y="26321"/>
                  </a:lnTo>
                  <a:lnTo>
                    <a:pt x="156173" y="26233"/>
                  </a:lnTo>
                  <a:lnTo>
                    <a:pt x="165933" y="26167"/>
                  </a:lnTo>
                  <a:lnTo>
                    <a:pt x="175694" y="26079"/>
                  </a:lnTo>
                  <a:lnTo>
                    <a:pt x="185455" y="25969"/>
                  </a:lnTo>
                  <a:lnTo>
                    <a:pt x="195216" y="25839"/>
                  </a:lnTo>
                  <a:lnTo>
                    <a:pt x="204977" y="25733"/>
                  </a:lnTo>
                  <a:lnTo>
                    <a:pt x="214738" y="25667"/>
                  </a:lnTo>
                  <a:lnTo>
                    <a:pt x="224498" y="25544"/>
                  </a:lnTo>
                  <a:lnTo>
                    <a:pt x="234259" y="25483"/>
                  </a:lnTo>
                  <a:lnTo>
                    <a:pt x="244020" y="25408"/>
                  </a:lnTo>
                  <a:lnTo>
                    <a:pt x="253781" y="25338"/>
                  </a:lnTo>
                  <a:lnTo>
                    <a:pt x="263542" y="25265"/>
                  </a:lnTo>
                  <a:lnTo>
                    <a:pt x="273303" y="25185"/>
                  </a:lnTo>
                  <a:lnTo>
                    <a:pt x="283063" y="25096"/>
                  </a:lnTo>
                  <a:lnTo>
                    <a:pt x="292824" y="24977"/>
                  </a:lnTo>
                  <a:lnTo>
                    <a:pt x="302585" y="24919"/>
                  </a:lnTo>
                  <a:lnTo>
                    <a:pt x="312346" y="24865"/>
                  </a:lnTo>
                  <a:lnTo>
                    <a:pt x="322107" y="24789"/>
                  </a:lnTo>
                  <a:lnTo>
                    <a:pt x="331867" y="24688"/>
                  </a:lnTo>
                  <a:lnTo>
                    <a:pt x="341628" y="24602"/>
                  </a:lnTo>
                  <a:lnTo>
                    <a:pt x="351389" y="24482"/>
                  </a:lnTo>
                  <a:lnTo>
                    <a:pt x="361150" y="24357"/>
                  </a:lnTo>
                  <a:lnTo>
                    <a:pt x="370911" y="24257"/>
                  </a:lnTo>
                  <a:lnTo>
                    <a:pt x="380672" y="24171"/>
                  </a:lnTo>
                  <a:lnTo>
                    <a:pt x="390432" y="24133"/>
                  </a:lnTo>
                  <a:lnTo>
                    <a:pt x="400193" y="24028"/>
                  </a:lnTo>
                  <a:lnTo>
                    <a:pt x="409954" y="23896"/>
                  </a:lnTo>
                  <a:lnTo>
                    <a:pt x="419715" y="23789"/>
                  </a:lnTo>
                  <a:lnTo>
                    <a:pt x="429476" y="23699"/>
                  </a:lnTo>
                  <a:lnTo>
                    <a:pt x="439236" y="23631"/>
                  </a:lnTo>
                  <a:lnTo>
                    <a:pt x="448997" y="23579"/>
                  </a:lnTo>
                  <a:lnTo>
                    <a:pt x="458758" y="23490"/>
                  </a:lnTo>
                  <a:lnTo>
                    <a:pt x="468519" y="23390"/>
                  </a:lnTo>
                  <a:lnTo>
                    <a:pt x="478280" y="23283"/>
                  </a:lnTo>
                  <a:lnTo>
                    <a:pt x="488041" y="23210"/>
                  </a:lnTo>
                  <a:lnTo>
                    <a:pt x="497801" y="23145"/>
                  </a:lnTo>
                  <a:lnTo>
                    <a:pt x="507562" y="23000"/>
                  </a:lnTo>
                  <a:lnTo>
                    <a:pt x="517323" y="22879"/>
                  </a:lnTo>
                  <a:lnTo>
                    <a:pt x="527084" y="22802"/>
                  </a:lnTo>
                  <a:lnTo>
                    <a:pt x="536845" y="22698"/>
                  </a:lnTo>
                  <a:lnTo>
                    <a:pt x="546606" y="22616"/>
                  </a:lnTo>
                  <a:lnTo>
                    <a:pt x="556366" y="22448"/>
                  </a:lnTo>
                  <a:lnTo>
                    <a:pt x="566127" y="22278"/>
                  </a:lnTo>
                  <a:lnTo>
                    <a:pt x="575888" y="22169"/>
                  </a:lnTo>
                  <a:lnTo>
                    <a:pt x="585649" y="22058"/>
                  </a:lnTo>
                  <a:lnTo>
                    <a:pt x="595410" y="21986"/>
                  </a:lnTo>
                  <a:lnTo>
                    <a:pt x="605170" y="21865"/>
                  </a:lnTo>
                  <a:lnTo>
                    <a:pt x="614931" y="21714"/>
                  </a:lnTo>
                  <a:lnTo>
                    <a:pt x="624692" y="21671"/>
                  </a:lnTo>
                  <a:lnTo>
                    <a:pt x="634453" y="21583"/>
                  </a:lnTo>
                  <a:lnTo>
                    <a:pt x="644214" y="21451"/>
                  </a:lnTo>
                  <a:lnTo>
                    <a:pt x="653975" y="21360"/>
                  </a:lnTo>
                  <a:lnTo>
                    <a:pt x="663735" y="21252"/>
                  </a:lnTo>
                  <a:lnTo>
                    <a:pt x="673496" y="21208"/>
                  </a:lnTo>
                  <a:lnTo>
                    <a:pt x="683257" y="21110"/>
                  </a:lnTo>
                  <a:lnTo>
                    <a:pt x="693018" y="20974"/>
                  </a:lnTo>
                  <a:lnTo>
                    <a:pt x="702779" y="20843"/>
                  </a:lnTo>
                  <a:lnTo>
                    <a:pt x="712539" y="20767"/>
                  </a:lnTo>
                  <a:lnTo>
                    <a:pt x="722300" y="20622"/>
                  </a:lnTo>
                  <a:lnTo>
                    <a:pt x="732061" y="20481"/>
                  </a:lnTo>
                  <a:lnTo>
                    <a:pt x="741822" y="20394"/>
                  </a:lnTo>
                  <a:lnTo>
                    <a:pt x="751583" y="20330"/>
                  </a:lnTo>
                  <a:lnTo>
                    <a:pt x="761344" y="20227"/>
                  </a:lnTo>
                  <a:lnTo>
                    <a:pt x="771104" y="20099"/>
                  </a:lnTo>
                  <a:lnTo>
                    <a:pt x="780865" y="20005"/>
                  </a:lnTo>
                  <a:lnTo>
                    <a:pt x="790626" y="19877"/>
                  </a:lnTo>
                  <a:lnTo>
                    <a:pt x="800387" y="19771"/>
                  </a:lnTo>
                  <a:lnTo>
                    <a:pt x="810148" y="19670"/>
                  </a:lnTo>
                  <a:lnTo>
                    <a:pt x="819909" y="19447"/>
                  </a:lnTo>
                  <a:lnTo>
                    <a:pt x="829669" y="19324"/>
                  </a:lnTo>
                  <a:lnTo>
                    <a:pt x="839430" y="19193"/>
                  </a:lnTo>
                  <a:lnTo>
                    <a:pt x="849191" y="19071"/>
                  </a:lnTo>
                  <a:lnTo>
                    <a:pt x="858952" y="18922"/>
                  </a:lnTo>
                  <a:lnTo>
                    <a:pt x="868713" y="18849"/>
                  </a:lnTo>
                  <a:lnTo>
                    <a:pt x="878473" y="18759"/>
                  </a:lnTo>
                  <a:lnTo>
                    <a:pt x="888234" y="18629"/>
                  </a:lnTo>
                  <a:lnTo>
                    <a:pt x="897995" y="18566"/>
                  </a:lnTo>
                  <a:lnTo>
                    <a:pt x="907756" y="18484"/>
                  </a:lnTo>
                  <a:lnTo>
                    <a:pt x="917517" y="18370"/>
                  </a:lnTo>
                  <a:lnTo>
                    <a:pt x="927278" y="18252"/>
                  </a:lnTo>
                  <a:lnTo>
                    <a:pt x="937038" y="18152"/>
                  </a:lnTo>
                  <a:lnTo>
                    <a:pt x="946799" y="18043"/>
                  </a:lnTo>
                  <a:lnTo>
                    <a:pt x="956560" y="17965"/>
                  </a:lnTo>
                  <a:lnTo>
                    <a:pt x="966321" y="17882"/>
                  </a:lnTo>
                  <a:lnTo>
                    <a:pt x="976082" y="17776"/>
                  </a:lnTo>
                  <a:lnTo>
                    <a:pt x="985842" y="17658"/>
                  </a:lnTo>
                  <a:lnTo>
                    <a:pt x="995603" y="17581"/>
                  </a:lnTo>
                  <a:lnTo>
                    <a:pt x="1005364" y="17488"/>
                  </a:lnTo>
                  <a:lnTo>
                    <a:pt x="1015125" y="17458"/>
                  </a:lnTo>
                  <a:lnTo>
                    <a:pt x="1024886" y="17378"/>
                  </a:lnTo>
                  <a:lnTo>
                    <a:pt x="1034647" y="17292"/>
                  </a:lnTo>
                  <a:lnTo>
                    <a:pt x="1044407" y="17221"/>
                  </a:lnTo>
                  <a:lnTo>
                    <a:pt x="1054168" y="17121"/>
                  </a:lnTo>
                  <a:lnTo>
                    <a:pt x="1063929" y="17057"/>
                  </a:lnTo>
                  <a:lnTo>
                    <a:pt x="1073690" y="16919"/>
                  </a:lnTo>
                  <a:lnTo>
                    <a:pt x="1083451" y="16831"/>
                  </a:lnTo>
                  <a:lnTo>
                    <a:pt x="1093212" y="16743"/>
                  </a:lnTo>
                  <a:lnTo>
                    <a:pt x="1102972" y="16612"/>
                  </a:lnTo>
                  <a:lnTo>
                    <a:pt x="1112733" y="16457"/>
                  </a:lnTo>
                  <a:lnTo>
                    <a:pt x="1122494" y="16378"/>
                  </a:lnTo>
                  <a:lnTo>
                    <a:pt x="1132255" y="16265"/>
                  </a:lnTo>
                  <a:lnTo>
                    <a:pt x="1142016" y="16112"/>
                  </a:lnTo>
                  <a:lnTo>
                    <a:pt x="1151776" y="15973"/>
                  </a:lnTo>
                  <a:lnTo>
                    <a:pt x="1161537" y="15870"/>
                  </a:lnTo>
                  <a:lnTo>
                    <a:pt x="1171298" y="15747"/>
                  </a:lnTo>
                  <a:lnTo>
                    <a:pt x="1181059" y="15656"/>
                  </a:lnTo>
                  <a:lnTo>
                    <a:pt x="1190820" y="15566"/>
                  </a:lnTo>
                  <a:lnTo>
                    <a:pt x="1200581" y="15518"/>
                  </a:lnTo>
                  <a:lnTo>
                    <a:pt x="1210341" y="15457"/>
                  </a:lnTo>
                  <a:lnTo>
                    <a:pt x="1220102" y="15296"/>
                  </a:lnTo>
                  <a:lnTo>
                    <a:pt x="1229863" y="15139"/>
                  </a:lnTo>
                  <a:lnTo>
                    <a:pt x="1239624" y="15052"/>
                  </a:lnTo>
                  <a:lnTo>
                    <a:pt x="1249385" y="14971"/>
                  </a:lnTo>
                  <a:lnTo>
                    <a:pt x="1259145" y="14884"/>
                  </a:lnTo>
                  <a:lnTo>
                    <a:pt x="1268906" y="14787"/>
                  </a:lnTo>
                  <a:lnTo>
                    <a:pt x="1278667" y="14678"/>
                  </a:lnTo>
                  <a:lnTo>
                    <a:pt x="1288428" y="14554"/>
                  </a:lnTo>
                  <a:lnTo>
                    <a:pt x="1298189" y="14377"/>
                  </a:lnTo>
                  <a:lnTo>
                    <a:pt x="1307950" y="14222"/>
                  </a:lnTo>
                  <a:lnTo>
                    <a:pt x="1317710" y="14066"/>
                  </a:lnTo>
                  <a:lnTo>
                    <a:pt x="1327471" y="13914"/>
                  </a:lnTo>
                  <a:lnTo>
                    <a:pt x="1337232" y="13840"/>
                  </a:lnTo>
                  <a:lnTo>
                    <a:pt x="1346993" y="13763"/>
                  </a:lnTo>
                  <a:lnTo>
                    <a:pt x="1356754" y="13647"/>
                  </a:lnTo>
                  <a:lnTo>
                    <a:pt x="1366515" y="13569"/>
                  </a:lnTo>
                  <a:lnTo>
                    <a:pt x="1376275" y="13423"/>
                  </a:lnTo>
                  <a:lnTo>
                    <a:pt x="1386036" y="13346"/>
                  </a:lnTo>
                  <a:lnTo>
                    <a:pt x="1395797" y="13255"/>
                  </a:lnTo>
                  <a:lnTo>
                    <a:pt x="1405558" y="13133"/>
                  </a:lnTo>
                  <a:lnTo>
                    <a:pt x="1415319" y="12973"/>
                  </a:lnTo>
                  <a:lnTo>
                    <a:pt x="1425079" y="12881"/>
                  </a:lnTo>
                  <a:lnTo>
                    <a:pt x="1434840" y="12773"/>
                  </a:lnTo>
                  <a:lnTo>
                    <a:pt x="1444601" y="12681"/>
                  </a:lnTo>
                  <a:lnTo>
                    <a:pt x="1454362" y="12602"/>
                  </a:lnTo>
                  <a:lnTo>
                    <a:pt x="1464123" y="12435"/>
                  </a:lnTo>
                  <a:lnTo>
                    <a:pt x="1473884" y="12324"/>
                  </a:lnTo>
                  <a:lnTo>
                    <a:pt x="1483644" y="12190"/>
                  </a:lnTo>
                  <a:lnTo>
                    <a:pt x="1493405" y="12109"/>
                  </a:lnTo>
                  <a:lnTo>
                    <a:pt x="1503166" y="11982"/>
                  </a:lnTo>
                  <a:lnTo>
                    <a:pt x="1512927" y="11886"/>
                  </a:lnTo>
                  <a:lnTo>
                    <a:pt x="1522688" y="11781"/>
                  </a:lnTo>
                  <a:lnTo>
                    <a:pt x="1532448" y="11694"/>
                  </a:lnTo>
                  <a:lnTo>
                    <a:pt x="1542209" y="11596"/>
                  </a:lnTo>
                  <a:lnTo>
                    <a:pt x="1551970" y="11426"/>
                  </a:lnTo>
                  <a:lnTo>
                    <a:pt x="1561731" y="11378"/>
                  </a:lnTo>
                  <a:lnTo>
                    <a:pt x="1571492" y="11299"/>
                  </a:lnTo>
                  <a:lnTo>
                    <a:pt x="1581253" y="11213"/>
                  </a:lnTo>
                  <a:lnTo>
                    <a:pt x="1591013" y="11111"/>
                  </a:lnTo>
                  <a:lnTo>
                    <a:pt x="1600774" y="10971"/>
                  </a:lnTo>
                  <a:lnTo>
                    <a:pt x="1610535" y="10865"/>
                  </a:lnTo>
                  <a:lnTo>
                    <a:pt x="1620296" y="10781"/>
                  </a:lnTo>
                  <a:lnTo>
                    <a:pt x="1630057" y="10687"/>
                  </a:lnTo>
                  <a:lnTo>
                    <a:pt x="1639818" y="10563"/>
                  </a:lnTo>
                  <a:lnTo>
                    <a:pt x="1649578" y="10449"/>
                  </a:lnTo>
                  <a:lnTo>
                    <a:pt x="1659339" y="10321"/>
                  </a:lnTo>
                  <a:lnTo>
                    <a:pt x="1669100" y="10159"/>
                  </a:lnTo>
                  <a:lnTo>
                    <a:pt x="1678861" y="10024"/>
                  </a:lnTo>
                  <a:lnTo>
                    <a:pt x="1688622" y="9923"/>
                  </a:lnTo>
                  <a:lnTo>
                    <a:pt x="1698382" y="9810"/>
                  </a:lnTo>
                  <a:lnTo>
                    <a:pt x="1708143" y="9682"/>
                  </a:lnTo>
                  <a:lnTo>
                    <a:pt x="1717904" y="9579"/>
                  </a:lnTo>
                  <a:lnTo>
                    <a:pt x="1727665" y="9523"/>
                  </a:lnTo>
                  <a:lnTo>
                    <a:pt x="1737426" y="9416"/>
                  </a:lnTo>
                  <a:lnTo>
                    <a:pt x="1747187" y="9337"/>
                  </a:lnTo>
                  <a:lnTo>
                    <a:pt x="1756947" y="9210"/>
                  </a:lnTo>
                  <a:lnTo>
                    <a:pt x="1766708" y="9135"/>
                  </a:lnTo>
                  <a:lnTo>
                    <a:pt x="1776469" y="9001"/>
                  </a:lnTo>
                  <a:lnTo>
                    <a:pt x="1786230" y="8894"/>
                  </a:lnTo>
                  <a:lnTo>
                    <a:pt x="1795991" y="8754"/>
                  </a:lnTo>
                  <a:lnTo>
                    <a:pt x="1805752" y="8671"/>
                  </a:lnTo>
                  <a:lnTo>
                    <a:pt x="1815512" y="8550"/>
                  </a:lnTo>
                  <a:lnTo>
                    <a:pt x="1825273" y="8389"/>
                  </a:lnTo>
                  <a:lnTo>
                    <a:pt x="1835034" y="8275"/>
                  </a:lnTo>
                  <a:lnTo>
                    <a:pt x="1844795" y="8151"/>
                  </a:lnTo>
                  <a:lnTo>
                    <a:pt x="1854556" y="8073"/>
                  </a:lnTo>
                  <a:lnTo>
                    <a:pt x="1864316" y="7981"/>
                  </a:lnTo>
                  <a:lnTo>
                    <a:pt x="1874077" y="7859"/>
                  </a:lnTo>
                  <a:lnTo>
                    <a:pt x="1883838" y="7720"/>
                  </a:lnTo>
                  <a:lnTo>
                    <a:pt x="1893599" y="7608"/>
                  </a:lnTo>
                  <a:lnTo>
                    <a:pt x="1903360" y="7569"/>
                  </a:lnTo>
                  <a:lnTo>
                    <a:pt x="1913121" y="7489"/>
                  </a:lnTo>
                  <a:lnTo>
                    <a:pt x="1922881" y="7395"/>
                  </a:lnTo>
                  <a:lnTo>
                    <a:pt x="1932642" y="7284"/>
                  </a:lnTo>
                  <a:lnTo>
                    <a:pt x="1942403" y="7177"/>
                  </a:lnTo>
                  <a:lnTo>
                    <a:pt x="1952164" y="7078"/>
                  </a:lnTo>
                  <a:lnTo>
                    <a:pt x="1961925" y="6969"/>
                  </a:lnTo>
                  <a:lnTo>
                    <a:pt x="1971685" y="6831"/>
                  </a:lnTo>
                  <a:lnTo>
                    <a:pt x="1981446" y="6623"/>
                  </a:lnTo>
                  <a:lnTo>
                    <a:pt x="1991207" y="6558"/>
                  </a:lnTo>
                  <a:lnTo>
                    <a:pt x="2000968" y="6427"/>
                  </a:lnTo>
                  <a:lnTo>
                    <a:pt x="2010729" y="6271"/>
                  </a:lnTo>
                  <a:lnTo>
                    <a:pt x="2020490" y="6088"/>
                  </a:lnTo>
                  <a:lnTo>
                    <a:pt x="2030250" y="6007"/>
                  </a:lnTo>
                  <a:lnTo>
                    <a:pt x="2040011" y="5912"/>
                  </a:lnTo>
                  <a:lnTo>
                    <a:pt x="2049772" y="5759"/>
                  </a:lnTo>
                  <a:lnTo>
                    <a:pt x="2059533" y="5617"/>
                  </a:lnTo>
                  <a:lnTo>
                    <a:pt x="2069294" y="5508"/>
                  </a:lnTo>
                  <a:lnTo>
                    <a:pt x="2079055" y="5396"/>
                  </a:lnTo>
                  <a:lnTo>
                    <a:pt x="2088815" y="5323"/>
                  </a:lnTo>
                  <a:lnTo>
                    <a:pt x="2098576" y="5237"/>
                  </a:lnTo>
                  <a:lnTo>
                    <a:pt x="2108337" y="5090"/>
                  </a:lnTo>
                  <a:lnTo>
                    <a:pt x="2118098" y="4912"/>
                  </a:lnTo>
                  <a:lnTo>
                    <a:pt x="2127859" y="4760"/>
                  </a:lnTo>
                  <a:lnTo>
                    <a:pt x="2137619" y="4602"/>
                  </a:lnTo>
                  <a:lnTo>
                    <a:pt x="2147380" y="4520"/>
                  </a:lnTo>
                  <a:lnTo>
                    <a:pt x="2157141" y="4392"/>
                  </a:lnTo>
                  <a:lnTo>
                    <a:pt x="2166902" y="4296"/>
                  </a:lnTo>
                  <a:lnTo>
                    <a:pt x="2176663" y="4141"/>
                  </a:lnTo>
                  <a:lnTo>
                    <a:pt x="2186424" y="4084"/>
                  </a:lnTo>
                  <a:lnTo>
                    <a:pt x="2196184" y="4026"/>
                  </a:lnTo>
                  <a:lnTo>
                    <a:pt x="2205945" y="3915"/>
                  </a:lnTo>
                  <a:lnTo>
                    <a:pt x="2215706" y="3819"/>
                  </a:lnTo>
                  <a:lnTo>
                    <a:pt x="2225467" y="3665"/>
                  </a:lnTo>
                  <a:lnTo>
                    <a:pt x="2235228" y="3505"/>
                  </a:lnTo>
                  <a:lnTo>
                    <a:pt x="2244988" y="3361"/>
                  </a:lnTo>
                  <a:lnTo>
                    <a:pt x="2254749" y="3257"/>
                  </a:lnTo>
                  <a:lnTo>
                    <a:pt x="2264510" y="3127"/>
                  </a:lnTo>
                  <a:lnTo>
                    <a:pt x="2274271" y="3119"/>
                  </a:lnTo>
                  <a:lnTo>
                    <a:pt x="2284032" y="3090"/>
                  </a:lnTo>
                  <a:lnTo>
                    <a:pt x="2293793" y="2899"/>
                  </a:lnTo>
                  <a:lnTo>
                    <a:pt x="2303553" y="2804"/>
                  </a:lnTo>
                  <a:lnTo>
                    <a:pt x="2313314" y="2676"/>
                  </a:lnTo>
                  <a:lnTo>
                    <a:pt x="2323075" y="2486"/>
                  </a:lnTo>
                  <a:lnTo>
                    <a:pt x="2332836" y="2310"/>
                  </a:lnTo>
                  <a:lnTo>
                    <a:pt x="2342597" y="2198"/>
                  </a:lnTo>
                  <a:lnTo>
                    <a:pt x="2352358" y="2078"/>
                  </a:lnTo>
                  <a:lnTo>
                    <a:pt x="2362118" y="1963"/>
                  </a:lnTo>
                  <a:lnTo>
                    <a:pt x="2371879" y="1873"/>
                  </a:lnTo>
                  <a:lnTo>
                    <a:pt x="2381640" y="1807"/>
                  </a:lnTo>
                  <a:lnTo>
                    <a:pt x="2391401" y="1675"/>
                  </a:lnTo>
                  <a:lnTo>
                    <a:pt x="2401162" y="1562"/>
                  </a:lnTo>
                  <a:lnTo>
                    <a:pt x="2410922" y="1441"/>
                  </a:lnTo>
                  <a:lnTo>
                    <a:pt x="2420683" y="1337"/>
                  </a:lnTo>
                  <a:lnTo>
                    <a:pt x="2430444" y="1224"/>
                  </a:lnTo>
                  <a:lnTo>
                    <a:pt x="2440205" y="1071"/>
                  </a:lnTo>
                  <a:lnTo>
                    <a:pt x="2449966" y="933"/>
                  </a:lnTo>
                  <a:lnTo>
                    <a:pt x="2459727" y="796"/>
                  </a:lnTo>
                  <a:lnTo>
                    <a:pt x="2469487" y="660"/>
                  </a:lnTo>
                  <a:lnTo>
                    <a:pt x="2479248" y="563"/>
                  </a:lnTo>
                  <a:lnTo>
                    <a:pt x="2489009" y="466"/>
                  </a:lnTo>
                  <a:lnTo>
                    <a:pt x="2498770" y="384"/>
                  </a:lnTo>
                  <a:lnTo>
                    <a:pt x="2508531" y="291"/>
                  </a:lnTo>
                  <a:lnTo>
                    <a:pt x="2518291" y="161"/>
                  </a:lnTo>
                  <a:lnTo>
                    <a:pt x="2528052" y="0"/>
                  </a:lnTo>
                </a:path>
              </a:pathLst>
            </a:custGeom>
            <a:ln w="18970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3461961" y="5631846"/>
              <a:ext cx="2528052" cy="1122"/>
            </a:xfrm>
            <a:custGeom>
              <a:avLst/>
              <a:pathLst>
                <a:path w="2528052" h="1122">
                  <a:moveTo>
                    <a:pt x="0" y="1122"/>
                  </a:moveTo>
                  <a:lnTo>
                    <a:pt x="9760" y="1101"/>
                  </a:lnTo>
                  <a:lnTo>
                    <a:pt x="19521" y="1057"/>
                  </a:lnTo>
                  <a:lnTo>
                    <a:pt x="29282" y="1069"/>
                  </a:lnTo>
                  <a:lnTo>
                    <a:pt x="39043" y="1087"/>
                  </a:lnTo>
                  <a:lnTo>
                    <a:pt x="48804" y="1108"/>
                  </a:lnTo>
                  <a:lnTo>
                    <a:pt x="58564" y="1091"/>
                  </a:lnTo>
                  <a:lnTo>
                    <a:pt x="68325" y="1101"/>
                  </a:lnTo>
                  <a:lnTo>
                    <a:pt x="78086" y="1085"/>
                  </a:lnTo>
                  <a:lnTo>
                    <a:pt x="87847" y="1084"/>
                  </a:lnTo>
                  <a:lnTo>
                    <a:pt x="97608" y="1071"/>
                  </a:lnTo>
                  <a:lnTo>
                    <a:pt x="107369" y="1040"/>
                  </a:lnTo>
                  <a:lnTo>
                    <a:pt x="117129" y="1080"/>
                  </a:lnTo>
                  <a:lnTo>
                    <a:pt x="126890" y="1061"/>
                  </a:lnTo>
                  <a:lnTo>
                    <a:pt x="136651" y="1051"/>
                  </a:lnTo>
                  <a:lnTo>
                    <a:pt x="146412" y="1068"/>
                  </a:lnTo>
                  <a:lnTo>
                    <a:pt x="156173" y="1051"/>
                  </a:lnTo>
                  <a:lnTo>
                    <a:pt x="165933" y="1037"/>
                  </a:lnTo>
                  <a:lnTo>
                    <a:pt x="175694" y="1042"/>
                  </a:lnTo>
                  <a:lnTo>
                    <a:pt x="185455" y="1048"/>
                  </a:lnTo>
                  <a:lnTo>
                    <a:pt x="195216" y="1036"/>
                  </a:lnTo>
                  <a:lnTo>
                    <a:pt x="204977" y="1020"/>
                  </a:lnTo>
                  <a:lnTo>
                    <a:pt x="214738" y="1006"/>
                  </a:lnTo>
                  <a:lnTo>
                    <a:pt x="224498" y="986"/>
                  </a:lnTo>
                  <a:lnTo>
                    <a:pt x="234259" y="968"/>
                  </a:lnTo>
                  <a:lnTo>
                    <a:pt x="244020" y="962"/>
                  </a:lnTo>
                  <a:lnTo>
                    <a:pt x="253781" y="931"/>
                  </a:lnTo>
                  <a:lnTo>
                    <a:pt x="263542" y="928"/>
                  </a:lnTo>
                  <a:lnTo>
                    <a:pt x="273303" y="944"/>
                  </a:lnTo>
                  <a:lnTo>
                    <a:pt x="283063" y="946"/>
                  </a:lnTo>
                  <a:lnTo>
                    <a:pt x="292824" y="952"/>
                  </a:lnTo>
                  <a:lnTo>
                    <a:pt x="302585" y="952"/>
                  </a:lnTo>
                  <a:lnTo>
                    <a:pt x="312346" y="971"/>
                  </a:lnTo>
                  <a:lnTo>
                    <a:pt x="322107" y="940"/>
                  </a:lnTo>
                  <a:lnTo>
                    <a:pt x="331867" y="930"/>
                  </a:lnTo>
                  <a:lnTo>
                    <a:pt x="341628" y="923"/>
                  </a:lnTo>
                  <a:lnTo>
                    <a:pt x="351389" y="918"/>
                  </a:lnTo>
                  <a:lnTo>
                    <a:pt x="361150" y="934"/>
                  </a:lnTo>
                  <a:lnTo>
                    <a:pt x="370911" y="926"/>
                  </a:lnTo>
                  <a:lnTo>
                    <a:pt x="380672" y="909"/>
                  </a:lnTo>
                  <a:lnTo>
                    <a:pt x="390432" y="885"/>
                  </a:lnTo>
                  <a:lnTo>
                    <a:pt x="400193" y="863"/>
                  </a:lnTo>
                  <a:lnTo>
                    <a:pt x="409954" y="828"/>
                  </a:lnTo>
                  <a:lnTo>
                    <a:pt x="419715" y="816"/>
                  </a:lnTo>
                  <a:lnTo>
                    <a:pt x="429476" y="789"/>
                  </a:lnTo>
                  <a:lnTo>
                    <a:pt x="439236" y="781"/>
                  </a:lnTo>
                  <a:lnTo>
                    <a:pt x="448997" y="770"/>
                  </a:lnTo>
                  <a:lnTo>
                    <a:pt x="458758" y="794"/>
                  </a:lnTo>
                  <a:lnTo>
                    <a:pt x="468519" y="804"/>
                  </a:lnTo>
                  <a:lnTo>
                    <a:pt x="478280" y="807"/>
                  </a:lnTo>
                  <a:lnTo>
                    <a:pt x="488041" y="814"/>
                  </a:lnTo>
                  <a:lnTo>
                    <a:pt x="497801" y="833"/>
                  </a:lnTo>
                  <a:lnTo>
                    <a:pt x="507562" y="837"/>
                  </a:lnTo>
                  <a:lnTo>
                    <a:pt x="517323" y="845"/>
                  </a:lnTo>
                  <a:lnTo>
                    <a:pt x="527084" y="843"/>
                  </a:lnTo>
                  <a:lnTo>
                    <a:pt x="536845" y="857"/>
                  </a:lnTo>
                  <a:lnTo>
                    <a:pt x="546606" y="878"/>
                  </a:lnTo>
                  <a:lnTo>
                    <a:pt x="556366" y="879"/>
                  </a:lnTo>
                  <a:lnTo>
                    <a:pt x="566127" y="904"/>
                  </a:lnTo>
                  <a:lnTo>
                    <a:pt x="575888" y="904"/>
                  </a:lnTo>
                  <a:lnTo>
                    <a:pt x="585649" y="891"/>
                  </a:lnTo>
                  <a:lnTo>
                    <a:pt x="595410" y="868"/>
                  </a:lnTo>
                  <a:lnTo>
                    <a:pt x="605170" y="852"/>
                  </a:lnTo>
                  <a:lnTo>
                    <a:pt x="614931" y="837"/>
                  </a:lnTo>
                  <a:lnTo>
                    <a:pt x="624692" y="820"/>
                  </a:lnTo>
                  <a:lnTo>
                    <a:pt x="634453" y="779"/>
                  </a:lnTo>
                  <a:lnTo>
                    <a:pt x="644214" y="740"/>
                  </a:lnTo>
                  <a:lnTo>
                    <a:pt x="653975" y="735"/>
                  </a:lnTo>
                  <a:lnTo>
                    <a:pt x="663735" y="700"/>
                  </a:lnTo>
                  <a:lnTo>
                    <a:pt x="673496" y="722"/>
                  </a:lnTo>
                  <a:lnTo>
                    <a:pt x="683257" y="708"/>
                  </a:lnTo>
                  <a:lnTo>
                    <a:pt x="693018" y="725"/>
                  </a:lnTo>
                  <a:lnTo>
                    <a:pt x="702779" y="712"/>
                  </a:lnTo>
                  <a:lnTo>
                    <a:pt x="712539" y="654"/>
                  </a:lnTo>
                  <a:lnTo>
                    <a:pt x="722300" y="675"/>
                  </a:lnTo>
                  <a:lnTo>
                    <a:pt x="732061" y="662"/>
                  </a:lnTo>
                  <a:lnTo>
                    <a:pt x="741822" y="663"/>
                  </a:lnTo>
                  <a:lnTo>
                    <a:pt x="751583" y="654"/>
                  </a:lnTo>
                  <a:lnTo>
                    <a:pt x="761344" y="651"/>
                  </a:lnTo>
                  <a:lnTo>
                    <a:pt x="771104" y="597"/>
                  </a:lnTo>
                  <a:lnTo>
                    <a:pt x="780865" y="562"/>
                  </a:lnTo>
                  <a:lnTo>
                    <a:pt x="790626" y="545"/>
                  </a:lnTo>
                  <a:lnTo>
                    <a:pt x="800387" y="530"/>
                  </a:lnTo>
                  <a:lnTo>
                    <a:pt x="810148" y="509"/>
                  </a:lnTo>
                  <a:lnTo>
                    <a:pt x="819909" y="509"/>
                  </a:lnTo>
                  <a:lnTo>
                    <a:pt x="829669" y="506"/>
                  </a:lnTo>
                  <a:lnTo>
                    <a:pt x="839430" y="485"/>
                  </a:lnTo>
                  <a:lnTo>
                    <a:pt x="849191" y="481"/>
                  </a:lnTo>
                  <a:lnTo>
                    <a:pt x="858952" y="515"/>
                  </a:lnTo>
                  <a:lnTo>
                    <a:pt x="868713" y="493"/>
                  </a:lnTo>
                  <a:lnTo>
                    <a:pt x="878473" y="457"/>
                  </a:lnTo>
                  <a:lnTo>
                    <a:pt x="888234" y="436"/>
                  </a:lnTo>
                  <a:lnTo>
                    <a:pt x="897995" y="417"/>
                  </a:lnTo>
                  <a:lnTo>
                    <a:pt x="907756" y="391"/>
                  </a:lnTo>
                  <a:lnTo>
                    <a:pt x="917517" y="416"/>
                  </a:lnTo>
                  <a:lnTo>
                    <a:pt x="927278" y="403"/>
                  </a:lnTo>
                  <a:lnTo>
                    <a:pt x="937038" y="365"/>
                  </a:lnTo>
                  <a:lnTo>
                    <a:pt x="946799" y="431"/>
                  </a:lnTo>
                  <a:lnTo>
                    <a:pt x="956560" y="418"/>
                  </a:lnTo>
                  <a:lnTo>
                    <a:pt x="966321" y="424"/>
                  </a:lnTo>
                  <a:lnTo>
                    <a:pt x="976082" y="447"/>
                  </a:lnTo>
                  <a:lnTo>
                    <a:pt x="985842" y="436"/>
                  </a:lnTo>
                  <a:lnTo>
                    <a:pt x="995603" y="451"/>
                  </a:lnTo>
                  <a:lnTo>
                    <a:pt x="1005364" y="438"/>
                  </a:lnTo>
                  <a:lnTo>
                    <a:pt x="1015125" y="427"/>
                  </a:lnTo>
                  <a:lnTo>
                    <a:pt x="1024886" y="410"/>
                  </a:lnTo>
                  <a:lnTo>
                    <a:pt x="1034647" y="423"/>
                  </a:lnTo>
                  <a:lnTo>
                    <a:pt x="1044407" y="434"/>
                  </a:lnTo>
                  <a:lnTo>
                    <a:pt x="1054168" y="362"/>
                  </a:lnTo>
                  <a:lnTo>
                    <a:pt x="1063929" y="316"/>
                  </a:lnTo>
                  <a:lnTo>
                    <a:pt x="1073690" y="277"/>
                  </a:lnTo>
                  <a:lnTo>
                    <a:pt x="1083451" y="261"/>
                  </a:lnTo>
                  <a:lnTo>
                    <a:pt x="1093212" y="247"/>
                  </a:lnTo>
                  <a:lnTo>
                    <a:pt x="1102972" y="243"/>
                  </a:lnTo>
                  <a:lnTo>
                    <a:pt x="1112733" y="215"/>
                  </a:lnTo>
                  <a:lnTo>
                    <a:pt x="1122494" y="244"/>
                  </a:lnTo>
                  <a:lnTo>
                    <a:pt x="1132255" y="231"/>
                  </a:lnTo>
                  <a:lnTo>
                    <a:pt x="1142016" y="234"/>
                  </a:lnTo>
                  <a:lnTo>
                    <a:pt x="1151776" y="218"/>
                  </a:lnTo>
                  <a:lnTo>
                    <a:pt x="1161537" y="194"/>
                  </a:lnTo>
                  <a:lnTo>
                    <a:pt x="1171298" y="154"/>
                  </a:lnTo>
                  <a:lnTo>
                    <a:pt x="1181059" y="142"/>
                  </a:lnTo>
                  <a:lnTo>
                    <a:pt x="1190820" y="131"/>
                  </a:lnTo>
                  <a:lnTo>
                    <a:pt x="1200581" y="105"/>
                  </a:lnTo>
                  <a:lnTo>
                    <a:pt x="1210341" y="93"/>
                  </a:lnTo>
                  <a:lnTo>
                    <a:pt x="1220102" y="94"/>
                  </a:lnTo>
                  <a:lnTo>
                    <a:pt x="1229863" y="76"/>
                  </a:lnTo>
                  <a:lnTo>
                    <a:pt x="1239624" y="60"/>
                  </a:lnTo>
                  <a:lnTo>
                    <a:pt x="1249385" y="94"/>
                  </a:lnTo>
                  <a:lnTo>
                    <a:pt x="1259145" y="83"/>
                  </a:lnTo>
                  <a:lnTo>
                    <a:pt x="1268906" y="118"/>
                  </a:lnTo>
                  <a:lnTo>
                    <a:pt x="1278667" y="131"/>
                  </a:lnTo>
                  <a:lnTo>
                    <a:pt x="1288428" y="131"/>
                  </a:lnTo>
                  <a:lnTo>
                    <a:pt x="1298189" y="141"/>
                  </a:lnTo>
                  <a:lnTo>
                    <a:pt x="1307950" y="147"/>
                  </a:lnTo>
                  <a:lnTo>
                    <a:pt x="1317710" y="141"/>
                  </a:lnTo>
                  <a:lnTo>
                    <a:pt x="1327471" y="157"/>
                  </a:lnTo>
                  <a:lnTo>
                    <a:pt x="1337232" y="216"/>
                  </a:lnTo>
                  <a:lnTo>
                    <a:pt x="1346993" y="234"/>
                  </a:lnTo>
                  <a:lnTo>
                    <a:pt x="1356754" y="206"/>
                  </a:lnTo>
                  <a:lnTo>
                    <a:pt x="1366515" y="215"/>
                  </a:lnTo>
                  <a:lnTo>
                    <a:pt x="1376275" y="236"/>
                  </a:lnTo>
                  <a:lnTo>
                    <a:pt x="1386036" y="222"/>
                  </a:lnTo>
                  <a:lnTo>
                    <a:pt x="1395797" y="229"/>
                  </a:lnTo>
                  <a:lnTo>
                    <a:pt x="1405558" y="209"/>
                  </a:lnTo>
                  <a:lnTo>
                    <a:pt x="1415319" y="211"/>
                  </a:lnTo>
                  <a:lnTo>
                    <a:pt x="1425079" y="199"/>
                  </a:lnTo>
                  <a:lnTo>
                    <a:pt x="1434840" y="191"/>
                  </a:lnTo>
                  <a:lnTo>
                    <a:pt x="1444601" y="169"/>
                  </a:lnTo>
                  <a:lnTo>
                    <a:pt x="1454362" y="139"/>
                  </a:lnTo>
                  <a:lnTo>
                    <a:pt x="1464123" y="137"/>
                  </a:lnTo>
                  <a:lnTo>
                    <a:pt x="1473884" y="110"/>
                  </a:lnTo>
                  <a:lnTo>
                    <a:pt x="1483644" y="108"/>
                  </a:lnTo>
                  <a:lnTo>
                    <a:pt x="1493405" y="98"/>
                  </a:lnTo>
                  <a:lnTo>
                    <a:pt x="1503166" y="88"/>
                  </a:lnTo>
                  <a:lnTo>
                    <a:pt x="1512927" y="83"/>
                  </a:lnTo>
                  <a:lnTo>
                    <a:pt x="1522688" y="119"/>
                  </a:lnTo>
                  <a:lnTo>
                    <a:pt x="1532448" y="117"/>
                  </a:lnTo>
                  <a:lnTo>
                    <a:pt x="1542209" y="123"/>
                  </a:lnTo>
                  <a:lnTo>
                    <a:pt x="1551970" y="118"/>
                  </a:lnTo>
                  <a:lnTo>
                    <a:pt x="1561731" y="115"/>
                  </a:lnTo>
                  <a:lnTo>
                    <a:pt x="1571492" y="98"/>
                  </a:lnTo>
                  <a:lnTo>
                    <a:pt x="1581253" y="94"/>
                  </a:lnTo>
                  <a:lnTo>
                    <a:pt x="1591013" y="95"/>
                  </a:lnTo>
                  <a:lnTo>
                    <a:pt x="1600774" y="84"/>
                  </a:lnTo>
                  <a:lnTo>
                    <a:pt x="1610535" y="93"/>
                  </a:lnTo>
                  <a:lnTo>
                    <a:pt x="1620296" y="100"/>
                  </a:lnTo>
                  <a:lnTo>
                    <a:pt x="1630057" y="92"/>
                  </a:lnTo>
                  <a:lnTo>
                    <a:pt x="1639818" y="101"/>
                  </a:lnTo>
                  <a:lnTo>
                    <a:pt x="1649578" y="99"/>
                  </a:lnTo>
                  <a:lnTo>
                    <a:pt x="1659339" y="110"/>
                  </a:lnTo>
                  <a:lnTo>
                    <a:pt x="1669100" y="123"/>
                  </a:lnTo>
                  <a:lnTo>
                    <a:pt x="1678861" y="129"/>
                  </a:lnTo>
                  <a:lnTo>
                    <a:pt x="1688622" y="116"/>
                  </a:lnTo>
                  <a:lnTo>
                    <a:pt x="1698382" y="103"/>
                  </a:lnTo>
                  <a:lnTo>
                    <a:pt x="1708143" y="92"/>
                  </a:lnTo>
                  <a:lnTo>
                    <a:pt x="1717904" y="90"/>
                  </a:lnTo>
                  <a:lnTo>
                    <a:pt x="1727665" y="118"/>
                  </a:lnTo>
                  <a:lnTo>
                    <a:pt x="1737426" y="140"/>
                  </a:lnTo>
                  <a:lnTo>
                    <a:pt x="1747187" y="165"/>
                  </a:lnTo>
                  <a:lnTo>
                    <a:pt x="1756947" y="179"/>
                  </a:lnTo>
                  <a:lnTo>
                    <a:pt x="1766708" y="154"/>
                  </a:lnTo>
                  <a:lnTo>
                    <a:pt x="1776469" y="163"/>
                  </a:lnTo>
                  <a:lnTo>
                    <a:pt x="1786230" y="160"/>
                  </a:lnTo>
                  <a:lnTo>
                    <a:pt x="1795991" y="161"/>
                  </a:lnTo>
                  <a:lnTo>
                    <a:pt x="1805752" y="177"/>
                  </a:lnTo>
                  <a:lnTo>
                    <a:pt x="1815512" y="208"/>
                  </a:lnTo>
                  <a:lnTo>
                    <a:pt x="1825273" y="219"/>
                  </a:lnTo>
                  <a:lnTo>
                    <a:pt x="1835034" y="209"/>
                  </a:lnTo>
                  <a:lnTo>
                    <a:pt x="1844795" y="233"/>
                  </a:lnTo>
                  <a:lnTo>
                    <a:pt x="1854556" y="249"/>
                  </a:lnTo>
                  <a:lnTo>
                    <a:pt x="1864316" y="210"/>
                  </a:lnTo>
                  <a:lnTo>
                    <a:pt x="1874077" y="202"/>
                  </a:lnTo>
                  <a:lnTo>
                    <a:pt x="1883838" y="203"/>
                  </a:lnTo>
                  <a:lnTo>
                    <a:pt x="1893599" y="134"/>
                  </a:lnTo>
                  <a:lnTo>
                    <a:pt x="1903360" y="118"/>
                  </a:lnTo>
                  <a:lnTo>
                    <a:pt x="1913121" y="110"/>
                  </a:lnTo>
                  <a:lnTo>
                    <a:pt x="1922881" y="107"/>
                  </a:lnTo>
                  <a:lnTo>
                    <a:pt x="1932642" y="139"/>
                  </a:lnTo>
                  <a:lnTo>
                    <a:pt x="1942403" y="149"/>
                  </a:lnTo>
                  <a:lnTo>
                    <a:pt x="1952164" y="147"/>
                  </a:lnTo>
                  <a:lnTo>
                    <a:pt x="1961925" y="109"/>
                  </a:lnTo>
                  <a:lnTo>
                    <a:pt x="1971685" y="72"/>
                  </a:lnTo>
                  <a:lnTo>
                    <a:pt x="1981446" y="87"/>
                  </a:lnTo>
                  <a:lnTo>
                    <a:pt x="1991207" y="122"/>
                  </a:lnTo>
                  <a:lnTo>
                    <a:pt x="2000968" y="95"/>
                  </a:lnTo>
                  <a:lnTo>
                    <a:pt x="2010729" y="115"/>
                  </a:lnTo>
                  <a:lnTo>
                    <a:pt x="2020490" y="130"/>
                  </a:lnTo>
                  <a:lnTo>
                    <a:pt x="2030250" y="98"/>
                  </a:lnTo>
                  <a:lnTo>
                    <a:pt x="2040011" y="99"/>
                  </a:lnTo>
                  <a:lnTo>
                    <a:pt x="2049772" y="67"/>
                  </a:lnTo>
                  <a:lnTo>
                    <a:pt x="2059533" y="81"/>
                  </a:lnTo>
                  <a:lnTo>
                    <a:pt x="2069294" y="99"/>
                  </a:lnTo>
                  <a:lnTo>
                    <a:pt x="2079055" y="125"/>
                  </a:lnTo>
                  <a:lnTo>
                    <a:pt x="2088815" y="123"/>
                  </a:lnTo>
                  <a:lnTo>
                    <a:pt x="2098576" y="111"/>
                  </a:lnTo>
                  <a:lnTo>
                    <a:pt x="2108337" y="129"/>
                  </a:lnTo>
                  <a:lnTo>
                    <a:pt x="2118098" y="91"/>
                  </a:lnTo>
                  <a:lnTo>
                    <a:pt x="2127859" y="91"/>
                  </a:lnTo>
                  <a:lnTo>
                    <a:pt x="2137619" y="104"/>
                  </a:lnTo>
                  <a:lnTo>
                    <a:pt x="2147380" y="122"/>
                  </a:lnTo>
                  <a:lnTo>
                    <a:pt x="2157141" y="131"/>
                  </a:lnTo>
                  <a:lnTo>
                    <a:pt x="2166902" y="105"/>
                  </a:lnTo>
                  <a:lnTo>
                    <a:pt x="2176663" y="66"/>
                  </a:lnTo>
                  <a:lnTo>
                    <a:pt x="2186424" y="93"/>
                  </a:lnTo>
                  <a:lnTo>
                    <a:pt x="2196184" y="100"/>
                  </a:lnTo>
                  <a:lnTo>
                    <a:pt x="2205945" y="101"/>
                  </a:lnTo>
                  <a:lnTo>
                    <a:pt x="2215706" y="123"/>
                  </a:lnTo>
                  <a:lnTo>
                    <a:pt x="2225467" y="137"/>
                  </a:lnTo>
                  <a:lnTo>
                    <a:pt x="2235228" y="115"/>
                  </a:lnTo>
                  <a:lnTo>
                    <a:pt x="2244988" y="132"/>
                  </a:lnTo>
                  <a:lnTo>
                    <a:pt x="2254749" y="136"/>
                  </a:lnTo>
                  <a:lnTo>
                    <a:pt x="2264510" y="131"/>
                  </a:lnTo>
                  <a:lnTo>
                    <a:pt x="2274271" y="155"/>
                  </a:lnTo>
                  <a:lnTo>
                    <a:pt x="2284032" y="187"/>
                  </a:lnTo>
                  <a:lnTo>
                    <a:pt x="2293793" y="183"/>
                  </a:lnTo>
                  <a:lnTo>
                    <a:pt x="2303553" y="166"/>
                  </a:lnTo>
                  <a:lnTo>
                    <a:pt x="2313314" y="161"/>
                  </a:lnTo>
                  <a:lnTo>
                    <a:pt x="2323075" y="138"/>
                  </a:lnTo>
                  <a:lnTo>
                    <a:pt x="2332836" y="93"/>
                  </a:lnTo>
                  <a:lnTo>
                    <a:pt x="2342597" y="95"/>
                  </a:lnTo>
                  <a:lnTo>
                    <a:pt x="2352358" y="94"/>
                  </a:lnTo>
                  <a:lnTo>
                    <a:pt x="2362118" y="92"/>
                  </a:lnTo>
                  <a:lnTo>
                    <a:pt x="2371879" y="89"/>
                  </a:lnTo>
                  <a:lnTo>
                    <a:pt x="2381640" y="74"/>
                  </a:lnTo>
                  <a:lnTo>
                    <a:pt x="2391401" y="99"/>
                  </a:lnTo>
                  <a:lnTo>
                    <a:pt x="2401162" y="93"/>
                  </a:lnTo>
                  <a:lnTo>
                    <a:pt x="2410922" y="85"/>
                  </a:lnTo>
                  <a:lnTo>
                    <a:pt x="2420683" y="90"/>
                  </a:lnTo>
                  <a:lnTo>
                    <a:pt x="2430444" y="74"/>
                  </a:lnTo>
                  <a:lnTo>
                    <a:pt x="2440205" y="47"/>
                  </a:lnTo>
                  <a:lnTo>
                    <a:pt x="2449966" y="32"/>
                  </a:lnTo>
                  <a:lnTo>
                    <a:pt x="2459727" y="26"/>
                  </a:lnTo>
                  <a:lnTo>
                    <a:pt x="2469487" y="51"/>
                  </a:lnTo>
                  <a:lnTo>
                    <a:pt x="2479248" y="40"/>
                  </a:lnTo>
                  <a:lnTo>
                    <a:pt x="2489009" y="5"/>
                  </a:lnTo>
                  <a:lnTo>
                    <a:pt x="2498770" y="0"/>
                  </a:lnTo>
                  <a:lnTo>
                    <a:pt x="2508531" y="6"/>
                  </a:lnTo>
                  <a:lnTo>
                    <a:pt x="2518291" y="9"/>
                  </a:lnTo>
                  <a:lnTo>
                    <a:pt x="2528052" y="30"/>
                  </a:lnTo>
                </a:path>
              </a:pathLst>
            </a:custGeom>
            <a:ln w="18970" cap="flat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3461961" y="5612241"/>
              <a:ext cx="2528052" cy="21224"/>
            </a:xfrm>
            <a:custGeom>
              <a:avLst/>
              <a:pathLst>
                <a:path w="2528052" h="21224">
                  <a:moveTo>
                    <a:pt x="0" y="21224"/>
                  </a:moveTo>
                  <a:lnTo>
                    <a:pt x="9760" y="21210"/>
                  </a:lnTo>
                  <a:lnTo>
                    <a:pt x="19521" y="21174"/>
                  </a:lnTo>
                  <a:lnTo>
                    <a:pt x="29282" y="21026"/>
                  </a:lnTo>
                  <a:lnTo>
                    <a:pt x="39043" y="21063"/>
                  </a:lnTo>
                  <a:lnTo>
                    <a:pt x="48804" y="20914"/>
                  </a:lnTo>
                  <a:lnTo>
                    <a:pt x="58564" y="20812"/>
                  </a:lnTo>
                  <a:lnTo>
                    <a:pt x="68325" y="20591"/>
                  </a:lnTo>
                  <a:lnTo>
                    <a:pt x="78086" y="20540"/>
                  </a:lnTo>
                  <a:lnTo>
                    <a:pt x="87847" y="20405"/>
                  </a:lnTo>
                  <a:lnTo>
                    <a:pt x="97608" y="20338"/>
                  </a:lnTo>
                  <a:lnTo>
                    <a:pt x="107369" y="20122"/>
                  </a:lnTo>
                  <a:lnTo>
                    <a:pt x="117129" y="20022"/>
                  </a:lnTo>
                  <a:lnTo>
                    <a:pt x="126890" y="19973"/>
                  </a:lnTo>
                  <a:lnTo>
                    <a:pt x="136651" y="19888"/>
                  </a:lnTo>
                  <a:lnTo>
                    <a:pt x="146412" y="19771"/>
                  </a:lnTo>
                  <a:lnTo>
                    <a:pt x="156173" y="19742"/>
                  </a:lnTo>
                  <a:lnTo>
                    <a:pt x="165933" y="19706"/>
                  </a:lnTo>
                  <a:lnTo>
                    <a:pt x="175694" y="19646"/>
                  </a:lnTo>
                  <a:lnTo>
                    <a:pt x="185455" y="19487"/>
                  </a:lnTo>
                  <a:lnTo>
                    <a:pt x="195216" y="19482"/>
                  </a:lnTo>
                  <a:lnTo>
                    <a:pt x="204977" y="19413"/>
                  </a:lnTo>
                  <a:lnTo>
                    <a:pt x="214738" y="19405"/>
                  </a:lnTo>
                  <a:lnTo>
                    <a:pt x="224498" y="19324"/>
                  </a:lnTo>
                  <a:lnTo>
                    <a:pt x="234259" y="19285"/>
                  </a:lnTo>
                  <a:lnTo>
                    <a:pt x="244020" y="19271"/>
                  </a:lnTo>
                  <a:lnTo>
                    <a:pt x="253781" y="19218"/>
                  </a:lnTo>
                  <a:lnTo>
                    <a:pt x="263542" y="19091"/>
                  </a:lnTo>
                  <a:lnTo>
                    <a:pt x="273303" y="19061"/>
                  </a:lnTo>
                  <a:lnTo>
                    <a:pt x="283063" y="18983"/>
                  </a:lnTo>
                  <a:lnTo>
                    <a:pt x="292824" y="18829"/>
                  </a:lnTo>
                  <a:lnTo>
                    <a:pt x="302585" y="18763"/>
                  </a:lnTo>
                  <a:lnTo>
                    <a:pt x="312346" y="18643"/>
                  </a:lnTo>
                  <a:lnTo>
                    <a:pt x="322107" y="18549"/>
                  </a:lnTo>
                  <a:lnTo>
                    <a:pt x="331867" y="18423"/>
                  </a:lnTo>
                  <a:lnTo>
                    <a:pt x="341628" y="18314"/>
                  </a:lnTo>
                  <a:lnTo>
                    <a:pt x="351389" y="18313"/>
                  </a:lnTo>
                  <a:lnTo>
                    <a:pt x="361150" y="18150"/>
                  </a:lnTo>
                  <a:lnTo>
                    <a:pt x="370911" y="18189"/>
                  </a:lnTo>
                  <a:lnTo>
                    <a:pt x="380672" y="18176"/>
                  </a:lnTo>
                  <a:lnTo>
                    <a:pt x="390432" y="18136"/>
                  </a:lnTo>
                  <a:lnTo>
                    <a:pt x="400193" y="18117"/>
                  </a:lnTo>
                  <a:lnTo>
                    <a:pt x="409954" y="18120"/>
                  </a:lnTo>
                  <a:lnTo>
                    <a:pt x="419715" y="18051"/>
                  </a:lnTo>
                  <a:lnTo>
                    <a:pt x="429476" y="17979"/>
                  </a:lnTo>
                  <a:lnTo>
                    <a:pt x="439236" y="17836"/>
                  </a:lnTo>
                  <a:lnTo>
                    <a:pt x="448997" y="17707"/>
                  </a:lnTo>
                  <a:lnTo>
                    <a:pt x="458758" y="17733"/>
                  </a:lnTo>
                  <a:lnTo>
                    <a:pt x="468519" y="17589"/>
                  </a:lnTo>
                  <a:lnTo>
                    <a:pt x="478280" y="17571"/>
                  </a:lnTo>
                  <a:lnTo>
                    <a:pt x="488041" y="17517"/>
                  </a:lnTo>
                  <a:lnTo>
                    <a:pt x="497801" y="17486"/>
                  </a:lnTo>
                  <a:lnTo>
                    <a:pt x="507562" y="17424"/>
                  </a:lnTo>
                  <a:lnTo>
                    <a:pt x="517323" y="17424"/>
                  </a:lnTo>
                  <a:lnTo>
                    <a:pt x="527084" y="17474"/>
                  </a:lnTo>
                  <a:lnTo>
                    <a:pt x="536845" y="17497"/>
                  </a:lnTo>
                  <a:lnTo>
                    <a:pt x="546606" y="17419"/>
                  </a:lnTo>
                  <a:lnTo>
                    <a:pt x="556366" y="17171"/>
                  </a:lnTo>
                  <a:lnTo>
                    <a:pt x="566127" y="17075"/>
                  </a:lnTo>
                  <a:lnTo>
                    <a:pt x="575888" y="16951"/>
                  </a:lnTo>
                  <a:lnTo>
                    <a:pt x="585649" y="16948"/>
                  </a:lnTo>
                  <a:lnTo>
                    <a:pt x="595410" y="16886"/>
                  </a:lnTo>
                  <a:lnTo>
                    <a:pt x="605170" y="16772"/>
                  </a:lnTo>
                  <a:lnTo>
                    <a:pt x="614931" y="16704"/>
                  </a:lnTo>
                  <a:lnTo>
                    <a:pt x="624692" y="16579"/>
                  </a:lnTo>
                  <a:lnTo>
                    <a:pt x="634453" y="16519"/>
                  </a:lnTo>
                  <a:lnTo>
                    <a:pt x="644214" y="16529"/>
                  </a:lnTo>
                  <a:lnTo>
                    <a:pt x="653975" y="16385"/>
                  </a:lnTo>
                  <a:lnTo>
                    <a:pt x="663735" y="16242"/>
                  </a:lnTo>
                  <a:lnTo>
                    <a:pt x="673496" y="16173"/>
                  </a:lnTo>
                  <a:lnTo>
                    <a:pt x="683257" y="16059"/>
                  </a:lnTo>
                  <a:lnTo>
                    <a:pt x="693018" y="16061"/>
                  </a:lnTo>
                  <a:lnTo>
                    <a:pt x="702779" y="15876"/>
                  </a:lnTo>
                  <a:lnTo>
                    <a:pt x="712539" y="15842"/>
                  </a:lnTo>
                  <a:lnTo>
                    <a:pt x="722300" y="15799"/>
                  </a:lnTo>
                  <a:lnTo>
                    <a:pt x="732061" y="15799"/>
                  </a:lnTo>
                  <a:lnTo>
                    <a:pt x="741822" y="15695"/>
                  </a:lnTo>
                  <a:lnTo>
                    <a:pt x="751583" y="15688"/>
                  </a:lnTo>
                  <a:lnTo>
                    <a:pt x="761344" y="15653"/>
                  </a:lnTo>
                  <a:lnTo>
                    <a:pt x="771104" y="15548"/>
                  </a:lnTo>
                  <a:lnTo>
                    <a:pt x="780865" y="15410"/>
                  </a:lnTo>
                  <a:lnTo>
                    <a:pt x="790626" y="15311"/>
                  </a:lnTo>
                  <a:lnTo>
                    <a:pt x="800387" y="15270"/>
                  </a:lnTo>
                  <a:lnTo>
                    <a:pt x="810148" y="15231"/>
                  </a:lnTo>
                  <a:lnTo>
                    <a:pt x="819909" y="15168"/>
                  </a:lnTo>
                  <a:lnTo>
                    <a:pt x="829669" y="15050"/>
                  </a:lnTo>
                  <a:lnTo>
                    <a:pt x="839430" y="14781"/>
                  </a:lnTo>
                  <a:lnTo>
                    <a:pt x="849191" y="14668"/>
                  </a:lnTo>
                  <a:lnTo>
                    <a:pt x="858952" y="14560"/>
                  </a:lnTo>
                  <a:lnTo>
                    <a:pt x="868713" y="14439"/>
                  </a:lnTo>
                  <a:lnTo>
                    <a:pt x="878473" y="14385"/>
                  </a:lnTo>
                  <a:lnTo>
                    <a:pt x="888234" y="14423"/>
                  </a:lnTo>
                  <a:lnTo>
                    <a:pt x="897995" y="14358"/>
                  </a:lnTo>
                  <a:lnTo>
                    <a:pt x="907756" y="14234"/>
                  </a:lnTo>
                  <a:lnTo>
                    <a:pt x="917517" y="14255"/>
                  </a:lnTo>
                  <a:lnTo>
                    <a:pt x="927278" y="14150"/>
                  </a:lnTo>
                  <a:lnTo>
                    <a:pt x="937038" y="14069"/>
                  </a:lnTo>
                  <a:lnTo>
                    <a:pt x="946799" y="13962"/>
                  </a:lnTo>
                  <a:lnTo>
                    <a:pt x="956560" y="13789"/>
                  </a:lnTo>
                  <a:lnTo>
                    <a:pt x="966321" y="13676"/>
                  </a:lnTo>
                  <a:lnTo>
                    <a:pt x="976082" y="13568"/>
                  </a:lnTo>
                  <a:lnTo>
                    <a:pt x="985842" y="13532"/>
                  </a:lnTo>
                  <a:lnTo>
                    <a:pt x="995603" y="13420"/>
                  </a:lnTo>
                  <a:lnTo>
                    <a:pt x="1005364" y="13316"/>
                  </a:lnTo>
                  <a:lnTo>
                    <a:pt x="1015125" y="13242"/>
                  </a:lnTo>
                  <a:lnTo>
                    <a:pt x="1024886" y="13181"/>
                  </a:lnTo>
                  <a:lnTo>
                    <a:pt x="1034647" y="13166"/>
                  </a:lnTo>
                  <a:lnTo>
                    <a:pt x="1044407" y="13112"/>
                  </a:lnTo>
                  <a:lnTo>
                    <a:pt x="1054168" y="13022"/>
                  </a:lnTo>
                  <a:lnTo>
                    <a:pt x="1063929" y="12922"/>
                  </a:lnTo>
                  <a:lnTo>
                    <a:pt x="1073690" y="12896"/>
                  </a:lnTo>
                  <a:lnTo>
                    <a:pt x="1083451" y="12785"/>
                  </a:lnTo>
                  <a:lnTo>
                    <a:pt x="1093212" y="12655"/>
                  </a:lnTo>
                  <a:lnTo>
                    <a:pt x="1102972" y="12605"/>
                  </a:lnTo>
                  <a:lnTo>
                    <a:pt x="1112733" y="12588"/>
                  </a:lnTo>
                  <a:lnTo>
                    <a:pt x="1122494" y="12499"/>
                  </a:lnTo>
                  <a:lnTo>
                    <a:pt x="1132255" y="12338"/>
                  </a:lnTo>
                  <a:lnTo>
                    <a:pt x="1142016" y="12202"/>
                  </a:lnTo>
                  <a:lnTo>
                    <a:pt x="1151776" y="12134"/>
                  </a:lnTo>
                  <a:lnTo>
                    <a:pt x="1161537" y="12043"/>
                  </a:lnTo>
                  <a:lnTo>
                    <a:pt x="1171298" y="11954"/>
                  </a:lnTo>
                  <a:lnTo>
                    <a:pt x="1181059" y="11938"/>
                  </a:lnTo>
                  <a:lnTo>
                    <a:pt x="1190820" y="11893"/>
                  </a:lnTo>
                  <a:lnTo>
                    <a:pt x="1200581" y="11892"/>
                  </a:lnTo>
                  <a:lnTo>
                    <a:pt x="1210341" y="11859"/>
                  </a:lnTo>
                  <a:lnTo>
                    <a:pt x="1220102" y="11867"/>
                  </a:lnTo>
                  <a:lnTo>
                    <a:pt x="1229863" y="11831"/>
                  </a:lnTo>
                  <a:lnTo>
                    <a:pt x="1239624" y="11721"/>
                  </a:lnTo>
                  <a:lnTo>
                    <a:pt x="1249385" y="11638"/>
                  </a:lnTo>
                  <a:lnTo>
                    <a:pt x="1259145" y="11636"/>
                  </a:lnTo>
                  <a:lnTo>
                    <a:pt x="1268906" y="11619"/>
                  </a:lnTo>
                  <a:lnTo>
                    <a:pt x="1278667" y="11509"/>
                  </a:lnTo>
                  <a:lnTo>
                    <a:pt x="1288428" y="11355"/>
                  </a:lnTo>
                  <a:lnTo>
                    <a:pt x="1298189" y="11279"/>
                  </a:lnTo>
                  <a:lnTo>
                    <a:pt x="1307950" y="11220"/>
                  </a:lnTo>
                  <a:lnTo>
                    <a:pt x="1317710" y="11159"/>
                  </a:lnTo>
                  <a:lnTo>
                    <a:pt x="1327471" y="11114"/>
                  </a:lnTo>
                  <a:lnTo>
                    <a:pt x="1337232" y="11071"/>
                  </a:lnTo>
                  <a:lnTo>
                    <a:pt x="1346993" y="11002"/>
                  </a:lnTo>
                  <a:lnTo>
                    <a:pt x="1356754" y="10941"/>
                  </a:lnTo>
                  <a:lnTo>
                    <a:pt x="1366515" y="10860"/>
                  </a:lnTo>
                  <a:lnTo>
                    <a:pt x="1376275" y="10757"/>
                  </a:lnTo>
                  <a:lnTo>
                    <a:pt x="1386036" y="10746"/>
                  </a:lnTo>
                  <a:lnTo>
                    <a:pt x="1395797" y="10640"/>
                  </a:lnTo>
                  <a:lnTo>
                    <a:pt x="1405558" y="10502"/>
                  </a:lnTo>
                  <a:lnTo>
                    <a:pt x="1415319" y="10430"/>
                  </a:lnTo>
                  <a:lnTo>
                    <a:pt x="1425079" y="10368"/>
                  </a:lnTo>
                  <a:lnTo>
                    <a:pt x="1434840" y="10275"/>
                  </a:lnTo>
                  <a:lnTo>
                    <a:pt x="1444601" y="10100"/>
                  </a:lnTo>
                  <a:lnTo>
                    <a:pt x="1454362" y="9990"/>
                  </a:lnTo>
                  <a:lnTo>
                    <a:pt x="1464123" y="9889"/>
                  </a:lnTo>
                  <a:lnTo>
                    <a:pt x="1473884" y="9905"/>
                  </a:lnTo>
                  <a:lnTo>
                    <a:pt x="1483644" y="9857"/>
                  </a:lnTo>
                  <a:lnTo>
                    <a:pt x="1493405" y="9730"/>
                  </a:lnTo>
                  <a:lnTo>
                    <a:pt x="1503166" y="9638"/>
                  </a:lnTo>
                  <a:lnTo>
                    <a:pt x="1512927" y="9575"/>
                  </a:lnTo>
                  <a:lnTo>
                    <a:pt x="1522688" y="9504"/>
                  </a:lnTo>
                  <a:lnTo>
                    <a:pt x="1532448" y="9421"/>
                  </a:lnTo>
                  <a:lnTo>
                    <a:pt x="1542209" y="9270"/>
                  </a:lnTo>
                  <a:lnTo>
                    <a:pt x="1551970" y="9151"/>
                  </a:lnTo>
                  <a:lnTo>
                    <a:pt x="1561731" y="9098"/>
                  </a:lnTo>
                  <a:lnTo>
                    <a:pt x="1571492" y="8965"/>
                  </a:lnTo>
                  <a:lnTo>
                    <a:pt x="1581253" y="8851"/>
                  </a:lnTo>
                  <a:lnTo>
                    <a:pt x="1591013" y="8704"/>
                  </a:lnTo>
                  <a:lnTo>
                    <a:pt x="1600774" y="8651"/>
                  </a:lnTo>
                  <a:lnTo>
                    <a:pt x="1610535" y="8597"/>
                  </a:lnTo>
                  <a:lnTo>
                    <a:pt x="1620296" y="8572"/>
                  </a:lnTo>
                  <a:lnTo>
                    <a:pt x="1630057" y="8462"/>
                  </a:lnTo>
                  <a:lnTo>
                    <a:pt x="1639818" y="8365"/>
                  </a:lnTo>
                  <a:lnTo>
                    <a:pt x="1649578" y="8276"/>
                  </a:lnTo>
                  <a:lnTo>
                    <a:pt x="1659339" y="8305"/>
                  </a:lnTo>
                  <a:lnTo>
                    <a:pt x="1669100" y="8172"/>
                  </a:lnTo>
                  <a:lnTo>
                    <a:pt x="1678861" y="8140"/>
                  </a:lnTo>
                  <a:lnTo>
                    <a:pt x="1688622" y="8065"/>
                  </a:lnTo>
                  <a:lnTo>
                    <a:pt x="1698382" y="7988"/>
                  </a:lnTo>
                  <a:lnTo>
                    <a:pt x="1708143" y="7911"/>
                  </a:lnTo>
                  <a:lnTo>
                    <a:pt x="1717904" y="7855"/>
                  </a:lnTo>
                  <a:lnTo>
                    <a:pt x="1727665" y="7758"/>
                  </a:lnTo>
                  <a:lnTo>
                    <a:pt x="1737426" y="7652"/>
                  </a:lnTo>
                  <a:lnTo>
                    <a:pt x="1747187" y="7600"/>
                  </a:lnTo>
                  <a:lnTo>
                    <a:pt x="1756947" y="7604"/>
                  </a:lnTo>
                  <a:lnTo>
                    <a:pt x="1766708" y="7504"/>
                  </a:lnTo>
                  <a:lnTo>
                    <a:pt x="1776469" y="7453"/>
                  </a:lnTo>
                  <a:lnTo>
                    <a:pt x="1786230" y="7357"/>
                  </a:lnTo>
                  <a:lnTo>
                    <a:pt x="1795991" y="7213"/>
                  </a:lnTo>
                  <a:lnTo>
                    <a:pt x="1805752" y="7145"/>
                  </a:lnTo>
                  <a:lnTo>
                    <a:pt x="1815512" y="7086"/>
                  </a:lnTo>
                  <a:lnTo>
                    <a:pt x="1825273" y="6999"/>
                  </a:lnTo>
                  <a:lnTo>
                    <a:pt x="1835034" y="6911"/>
                  </a:lnTo>
                  <a:lnTo>
                    <a:pt x="1844795" y="6830"/>
                  </a:lnTo>
                  <a:lnTo>
                    <a:pt x="1854556" y="6735"/>
                  </a:lnTo>
                  <a:lnTo>
                    <a:pt x="1864316" y="6636"/>
                  </a:lnTo>
                  <a:lnTo>
                    <a:pt x="1874077" y="6538"/>
                  </a:lnTo>
                  <a:lnTo>
                    <a:pt x="1883838" y="6476"/>
                  </a:lnTo>
                  <a:lnTo>
                    <a:pt x="1893599" y="6333"/>
                  </a:lnTo>
                  <a:lnTo>
                    <a:pt x="1903360" y="6254"/>
                  </a:lnTo>
                  <a:lnTo>
                    <a:pt x="1913121" y="6217"/>
                  </a:lnTo>
                  <a:lnTo>
                    <a:pt x="1922881" y="6181"/>
                  </a:lnTo>
                  <a:lnTo>
                    <a:pt x="1932642" y="6069"/>
                  </a:lnTo>
                  <a:lnTo>
                    <a:pt x="1942403" y="6005"/>
                  </a:lnTo>
                  <a:lnTo>
                    <a:pt x="1952164" y="5969"/>
                  </a:lnTo>
                  <a:lnTo>
                    <a:pt x="1961925" y="5951"/>
                  </a:lnTo>
                  <a:lnTo>
                    <a:pt x="1971685" y="5887"/>
                  </a:lnTo>
                  <a:lnTo>
                    <a:pt x="1981446" y="5784"/>
                  </a:lnTo>
                  <a:lnTo>
                    <a:pt x="1991207" y="5682"/>
                  </a:lnTo>
                  <a:lnTo>
                    <a:pt x="2000968" y="5603"/>
                  </a:lnTo>
                  <a:lnTo>
                    <a:pt x="2010729" y="5508"/>
                  </a:lnTo>
                  <a:lnTo>
                    <a:pt x="2020490" y="5453"/>
                  </a:lnTo>
                  <a:lnTo>
                    <a:pt x="2030250" y="5379"/>
                  </a:lnTo>
                  <a:lnTo>
                    <a:pt x="2040011" y="5322"/>
                  </a:lnTo>
                  <a:lnTo>
                    <a:pt x="2049772" y="5287"/>
                  </a:lnTo>
                  <a:lnTo>
                    <a:pt x="2059533" y="5210"/>
                  </a:lnTo>
                  <a:lnTo>
                    <a:pt x="2069294" y="5131"/>
                  </a:lnTo>
                  <a:lnTo>
                    <a:pt x="2079055" y="5004"/>
                  </a:lnTo>
                  <a:lnTo>
                    <a:pt x="2088815" y="4928"/>
                  </a:lnTo>
                  <a:lnTo>
                    <a:pt x="2098576" y="4853"/>
                  </a:lnTo>
                  <a:lnTo>
                    <a:pt x="2108337" y="4749"/>
                  </a:lnTo>
                  <a:lnTo>
                    <a:pt x="2118098" y="4634"/>
                  </a:lnTo>
                  <a:lnTo>
                    <a:pt x="2127859" y="4527"/>
                  </a:lnTo>
                  <a:lnTo>
                    <a:pt x="2137619" y="4447"/>
                  </a:lnTo>
                  <a:lnTo>
                    <a:pt x="2147380" y="4367"/>
                  </a:lnTo>
                  <a:lnTo>
                    <a:pt x="2157141" y="4256"/>
                  </a:lnTo>
                  <a:lnTo>
                    <a:pt x="2166902" y="4133"/>
                  </a:lnTo>
                  <a:lnTo>
                    <a:pt x="2176663" y="4010"/>
                  </a:lnTo>
                  <a:lnTo>
                    <a:pt x="2186424" y="3886"/>
                  </a:lnTo>
                  <a:lnTo>
                    <a:pt x="2196184" y="3775"/>
                  </a:lnTo>
                  <a:lnTo>
                    <a:pt x="2205945" y="3703"/>
                  </a:lnTo>
                  <a:lnTo>
                    <a:pt x="2215706" y="3632"/>
                  </a:lnTo>
                  <a:lnTo>
                    <a:pt x="2225467" y="3560"/>
                  </a:lnTo>
                  <a:lnTo>
                    <a:pt x="2235228" y="3489"/>
                  </a:lnTo>
                  <a:lnTo>
                    <a:pt x="2244988" y="3346"/>
                  </a:lnTo>
                  <a:lnTo>
                    <a:pt x="2254749" y="3174"/>
                  </a:lnTo>
                  <a:lnTo>
                    <a:pt x="2264510" y="3004"/>
                  </a:lnTo>
                  <a:lnTo>
                    <a:pt x="2274271" y="3006"/>
                  </a:lnTo>
                  <a:lnTo>
                    <a:pt x="2284032" y="2900"/>
                  </a:lnTo>
                  <a:lnTo>
                    <a:pt x="2293793" y="2737"/>
                  </a:lnTo>
                  <a:lnTo>
                    <a:pt x="2303553" y="2574"/>
                  </a:lnTo>
                  <a:lnTo>
                    <a:pt x="2313314" y="2427"/>
                  </a:lnTo>
                  <a:lnTo>
                    <a:pt x="2323075" y="2284"/>
                  </a:lnTo>
                  <a:lnTo>
                    <a:pt x="2332836" y="2145"/>
                  </a:lnTo>
                  <a:lnTo>
                    <a:pt x="2342597" y="2061"/>
                  </a:lnTo>
                  <a:lnTo>
                    <a:pt x="2352358" y="1917"/>
                  </a:lnTo>
                  <a:lnTo>
                    <a:pt x="2362118" y="1789"/>
                  </a:lnTo>
                  <a:lnTo>
                    <a:pt x="2371879" y="1679"/>
                  </a:lnTo>
                  <a:lnTo>
                    <a:pt x="2381640" y="1569"/>
                  </a:lnTo>
                  <a:lnTo>
                    <a:pt x="2391401" y="1455"/>
                  </a:lnTo>
                  <a:lnTo>
                    <a:pt x="2401162" y="1314"/>
                  </a:lnTo>
                  <a:lnTo>
                    <a:pt x="2410922" y="1247"/>
                  </a:lnTo>
                  <a:lnTo>
                    <a:pt x="2420683" y="1249"/>
                  </a:lnTo>
                  <a:lnTo>
                    <a:pt x="2430444" y="1223"/>
                  </a:lnTo>
                  <a:lnTo>
                    <a:pt x="2440205" y="1158"/>
                  </a:lnTo>
                  <a:lnTo>
                    <a:pt x="2449966" y="1041"/>
                  </a:lnTo>
                  <a:lnTo>
                    <a:pt x="2459727" y="887"/>
                  </a:lnTo>
                  <a:lnTo>
                    <a:pt x="2469487" y="712"/>
                  </a:lnTo>
                  <a:lnTo>
                    <a:pt x="2479248" y="565"/>
                  </a:lnTo>
                  <a:lnTo>
                    <a:pt x="2489009" y="462"/>
                  </a:lnTo>
                  <a:lnTo>
                    <a:pt x="2498770" y="347"/>
                  </a:lnTo>
                  <a:lnTo>
                    <a:pt x="2508531" y="231"/>
                  </a:lnTo>
                  <a:lnTo>
                    <a:pt x="2518291" y="116"/>
                  </a:lnTo>
                  <a:lnTo>
                    <a:pt x="2528052" y="0"/>
                  </a:lnTo>
                </a:path>
              </a:pathLst>
            </a:custGeom>
            <a:ln w="18970" cap="flat">
              <a:solidFill>
                <a:srgbClr val="FFC0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rc66"/>
            <p:cNvSpPr/>
            <p:nvPr/>
          </p:nvSpPr>
          <p:spPr>
            <a:xfrm>
              <a:off x="3335559" y="745738"/>
              <a:ext cx="2780858" cy="5179814"/>
            </a:xfrm>
            <a:prstGeom prst="rect">
              <a:avLst/>
            </a:prstGeom>
            <a:ln w="1084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rc67"/>
            <p:cNvSpPr/>
            <p:nvPr/>
          </p:nvSpPr>
          <p:spPr>
            <a:xfrm>
              <a:off x="6186006" y="745738"/>
              <a:ext cx="2780858" cy="517981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6186006" y="5691630"/>
              <a:ext cx="2780858" cy="0"/>
            </a:xfrm>
            <a:custGeom>
              <a:avLst/>
              <a:pathLst>
                <a:path w="2780858" h="0">
                  <a:moveTo>
                    <a:pt x="0" y="0"/>
                  </a:moveTo>
                  <a:lnTo>
                    <a:pt x="2780858" y="0"/>
                  </a:lnTo>
                  <a:lnTo>
                    <a:pt x="2780858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6186006" y="4125030"/>
              <a:ext cx="2780858" cy="0"/>
            </a:xfrm>
            <a:custGeom>
              <a:avLst/>
              <a:pathLst>
                <a:path w="2780858" h="0">
                  <a:moveTo>
                    <a:pt x="0" y="0"/>
                  </a:moveTo>
                  <a:lnTo>
                    <a:pt x="2780858" y="0"/>
                  </a:lnTo>
                  <a:lnTo>
                    <a:pt x="2780858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6186006" y="2558429"/>
              <a:ext cx="2780858" cy="0"/>
            </a:xfrm>
            <a:custGeom>
              <a:avLst/>
              <a:pathLst>
                <a:path w="2780858" h="0">
                  <a:moveTo>
                    <a:pt x="0" y="0"/>
                  </a:moveTo>
                  <a:lnTo>
                    <a:pt x="2780858" y="0"/>
                  </a:lnTo>
                  <a:lnTo>
                    <a:pt x="2780858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6186006" y="991829"/>
              <a:ext cx="2780858" cy="0"/>
            </a:xfrm>
            <a:custGeom>
              <a:avLst/>
              <a:pathLst>
                <a:path w="2780858" h="0">
                  <a:moveTo>
                    <a:pt x="0" y="0"/>
                  </a:moveTo>
                  <a:lnTo>
                    <a:pt x="2780858" y="0"/>
                  </a:lnTo>
                  <a:lnTo>
                    <a:pt x="2780858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6208775" y="745738"/>
              <a:ext cx="0" cy="5179814"/>
            </a:xfrm>
            <a:custGeom>
              <a:avLst/>
              <a:pathLst>
                <a:path w="0" h="5179814">
                  <a:moveTo>
                    <a:pt x="0" y="51798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3"/>
            <p:cNvSpPr/>
            <p:nvPr/>
          </p:nvSpPr>
          <p:spPr>
            <a:xfrm>
              <a:off x="6854500" y="745738"/>
              <a:ext cx="0" cy="5179814"/>
            </a:xfrm>
            <a:custGeom>
              <a:avLst/>
              <a:pathLst>
                <a:path w="0" h="5179814">
                  <a:moveTo>
                    <a:pt x="0" y="51798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4"/>
            <p:cNvSpPr/>
            <p:nvPr/>
          </p:nvSpPr>
          <p:spPr>
            <a:xfrm>
              <a:off x="7500225" y="745738"/>
              <a:ext cx="0" cy="5179814"/>
            </a:xfrm>
            <a:custGeom>
              <a:avLst/>
              <a:pathLst>
                <a:path w="0" h="5179814">
                  <a:moveTo>
                    <a:pt x="0" y="51798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l75"/>
            <p:cNvSpPr/>
            <p:nvPr/>
          </p:nvSpPr>
          <p:spPr>
            <a:xfrm>
              <a:off x="8145951" y="745738"/>
              <a:ext cx="0" cy="5179814"/>
            </a:xfrm>
            <a:custGeom>
              <a:avLst/>
              <a:pathLst>
                <a:path w="0" h="5179814">
                  <a:moveTo>
                    <a:pt x="0" y="51798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6"/>
            <p:cNvSpPr/>
            <p:nvPr/>
          </p:nvSpPr>
          <p:spPr>
            <a:xfrm>
              <a:off x="8791676" y="745738"/>
              <a:ext cx="0" cy="5179814"/>
            </a:xfrm>
            <a:custGeom>
              <a:avLst/>
              <a:pathLst>
                <a:path w="0" h="5179814">
                  <a:moveTo>
                    <a:pt x="0" y="51798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6312408" y="2998472"/>
              <a:ext cx="2528052" cy="2584730"/>
            </a:xfrm>
            <a:custGeom>
              <a:avLst/>
              <a:pathLst>
                <a:path w="2528052" h="2584730">
                  <a:moveTo>
                    <a:pt x="0" y="2354279"/>
                  </a:moveTo>
                  <a:lnTo>
                    <a:pt x="9760" y="2352524"/>
                  </a:lnTo>
                  <a:lnTo>
                    <a:pt x="19521" y="2351760"/>
                  </a:lnTo>
                  <a:lnTo>
                    <a:pt x="29282" y="2351003"/>
                  </a:lnTo>
                  <a:lnTo>
                    <a:pt x="39043" y="2348341"/>
                  </a:lnTo>
                  <a:lnTo>
                    <a:pt x="48804" y="2346751"/>
                  </a:lnTo>
                  <a:lnTo>
                    <a:pt x="58564" y="2345654"/>
                  </a:lnTo>
                  <a:lnTo>
                    <a:pt x="68325" y="2344153"/>
                  </a:lnTo>
                  <a:lnTo>
                    <a:pt x="78086" y="2341912"/>
                  </a:lnTo>
                  <a:lnTo>
                    <a:pt x="87847" y="2341138"/>
                  </a:lnTo>
                  <a:lnTo>
                    <a:pt x="97608" y="2340680"/>
                  </a:lnTo>
                  <a:lnTo>
                    <a:pt x="107369" y="2339524"/>
                  </a:lnTo>
                  <a:lnTo>
                    <a:pt x="117129" y="2338118"/>
                  </a:lnTo>
                  <a:lnTo>
                    <a:pt x="126890" y="2336818"/>
                  </a:lnTo>
                  <a:lnTo>
                    <a:pt x="136651" y="2335522"/>
                  </a:lnTo>
                  <a:lnTo>
                    <a:pt x="146412" y="2333375"/>
                  </a:lnTo>
                  <a:lnTo>
                    <a:pt x="156173" y="2332784"/>
                  </a:lnTo>
                  <a:lnTo>
                    <a:pt x="165933" y="2330818"/>
                  </a:lnTo>
                  <a:lnTo>
                    <a:pt x="175694" y="2329569"/>
                  </a:lnTo>
                  <a:lnTo>
                    <a:pt x="185455" y="2327921"/>
                  </a:lnTo>
                  <a:lnTo>
                    <a:pt x="195216" y="2325664"/>
                  </a:lnTo>
                  <a:lnTo>
                    <a:pt x="204977" y="2323393"/>
                  </a:lnTo>
                  <a:lnTo>
                    <a:pt x="214738" y="2321121"/>
                  </a:lnTo>
                  <a:lnTo>
                    <a:pt x="224498" y="2318845"/>
                  </a:lnTo>
                  <a:lnTo>
                    <a:pt x="234259" y="2317139"/>
                  </a:lnTo>
                  <a:lnTo>
                    <a:pt x="244020" y="2314654"/>
                  </a:lnTo>
                  <a:lnTo>
                    <a:pt x="253781" y="2312183"/>
                  </a:lnTo>
                  <a:lnTo>
                    <a:pt x="263542" y="2310447"/>
                  </a:lnTo>
                  <a:lnTo>
                    <a:pt x="273303" y="2309891"/>
                  </a:lnTo>
                  <a:lnTo>
                    <a:pt x="283063" y="2308479"/>
                  </a:lnTo>
                  <a:lnTo>
                    <a:pt x="292824" y="2306383"/>
                  </a:lnTo>
                  <a:lnTo>
                    <a:pt x="302585" y="2304562"/>
                  </a:lnTo>
                  <a:lnTo>
                    <a:pt x="312346" y="2303219"/>
                  </a:lnTo>
                  <a:lnTo>
                    <a:pt x="322107" y="2301016"/>
                  </a:lnTo>
                  <a:lnTo>
                    <a:pt x="331867" y="2299151"/>
                  </a:lnTo>
                  <a:lnTo>
                    <a:pt x="341628" y="2296849"/>
                  </a:lnTo>
                  <a:lnTo>
                    <a:pt x="351389" y="2295008"/>
                  </a:lnTo>
                  <a:lnTo>
                    <a:pt x="361150" y="2292921"/>
                  </a:lnTo>
                  <a:lnTo>
                    <a:pt x="370911" y="2290824"/>
                  </a:lnTo>
                  <a:lnTo>
                    <a:pt x="380672" y="2287878"/>
                  </a:lnTo>
                  <a:lnTo>
                    <a:pt x="390432" y="2285748"/>
                  </a:lnTo>
                  <a:lnTo>
                    <a:pt x="400193" y="2282918"/>
                  </a:lnTo>
                  <a:lnTo>
                    <a:pt x="409954" y="2280809"/>
                  </a:lnTo>
                  <a:lnTo>
                    <a:pt x="419715" y="2278745"/>
                  </a:lnTo>
                  <a:lnTo>
                    <a:pt x="429476" y="2275318"/>
                  </a:lnTo>
                  <a:lnTo>
                    <a:pt x="439236" y="2271339"/>
                  </a:lnTo>
                  <a:lnTo>
                    <a:pt x="448997" y="2268320"/>
                  </a:lnTo>
                  <a:lnTo>
                    <a:pt x="458758" y="2264809"/>
                  </a:lnTo>
                  <a:lnTo>
                    <a:pt x="468519" y="2262205"/>
                  </a:lnTo>
                  <a:lnTo>
                    <a:pt x="478280" y="2259275"/>
                  </a:lnTo>
                  <a:lnTo>
                    <a:pt x="488041" y="2256474"/>
                  </a:lnTo>
                  <a:lnTo>
                    <a:pt x="497801" y="2253655"/>
                  </a:lnTo>
                  <a:lnTo>
                    <a:pt x="507562" y="2250839"/>
                  </a:lnTo>
                  <a:lnTo>
                    <a:pt x="517323" y="2248748"/>
                  </a:lnTo>
                  <a:lnTo>
                    <a:pt x="527084" y="2246478"/>
                  </a:lnTo>
                  <a:lnTo>
                    <a:pt x="536845" y="2243644"/>
                  </a:lnTo>
                  <a:lnTo>
                    <a:pt x="546606" y="2241308"/>
                  </a:lnTo>
                  <a:lnTo>
                    <a:pt x="556366" y="2240681"/>
                  </a:lnTo>
                  <a:lnTo>
                    <a:pt x="566127" y="2236811"/>
                  </a:lnTo>
                  <a:lnTo>
                    <a:pt x="575888" y="2231927"/>
                  </a:lnTo>
                  <a:lnTo>
                    <a:pt x="585649" y="2227577"/>
                  </a:lnTo>
                  <a:lnTo>
                    <a:pt x="595410" y="2224582"/>
                  </a:lnTo>
                  <a:lnTo>
                    <a:pt x="605170" y="2220635"/>
                  </a:lnTo>
                  <a:lnTo>
                    <a:pt x="614931" y="2216853"/>
                  </a:lnTo>
                  <a:lnTo>
                    <a:pt x="624692" y="2213987"/>
                  </a:lnTo>
                  <a:lnTo>
                    <a:pt x="634453" y="2211433"/>
                  </a:lnTo>
                  <a:lnTo>
                    <a:pt x="644214" y="2207661"/>
                  </a:lnTo>
                  <a:lnTo>
                    <a:pt x="653975" y="2203530"/>
                  </a:lnTo>
                  <a:lnTo>
                    <a:pt x="663735" y="2200043"/>
                  </a:lnTo>
                  <a:lnTo>
                    <a:pt x="673496" y="2197547"/>
                  </a:lnTo>
                  <a:lnTo>
                    <a:pt x="683257" y="2193679"/>
                  </a:lnTo>
                  <a:lnTo>
                    <a:pt x="693018" y="2189732"/>
                  </a:lnTo>
                  <a:lnTo>
                    <a:pt x="702779" y="2185783"/>
                  </a:lnTo>
                  <a:lnTo>
                    <a:pt x="712539" y="2181749"/>
                  </a:lnTo>
                  <a:lnTo>
                    <a:pt x="722300" y="2177652"/>
                  </a:lnTo>
                  <a:lnTo>
                    <a:pt x="732061" y="2173704"/>
                  </a:lnTo>
                  <a:lnTo>
                    <a:pt x="741822" y="2169578"/>
                  </a:lnTo>
                  <a:lnTo>
                    <a:pt x="751583" y="2164668"/>
                  </a:lnTo>
                  <a:lnTo>
                    <a:pt x="761344" y="2161028"/>
                  </a:lnTo>
                  <a:lnTo>
                    <a:pt x="771104" y="2156970"/>
                  </a:lnTo>
                  <a:lnTo>
                    <a:pt x="780865" y="2151370"/>
                  </a:lnTo>
                  <a:lnTo>
                    <a:pt x="790626" y="2148221"/>
                  </a:lnTo>
                  <a:lnTo>
                    <a:pt x="800387" y="2145087"/>
                  </a:lnTo>
                  <a:lnTo>
                    <a:pt x="810148" y="2141893"/>
                  </a:lnTo>
                  <a:lnTo>
                    <a:pt x="819909" y="2136578"/>
                  </a:lnTo>
                  <a:lnTo>
                    <a:pt x="829669" y="2134298"/>
                  </a:lnTo>
                  <a:lnTo>
                    <a:pt x="839430" y="2130401"/>
                  </a:lnTo>
                  <a:lnTo>
                    <a:pt x="849191" y="2126479"/>
                  </a:lnTo>
                  <a:lnTo>
                    <a:pt x="858952" y="2122532"/>
                  </a:lnTo>
                  <a:lnTo>
                    <a:pt x="868713" y="2118178"/>
                  </a:lnTo>
                  <a:lnTo>
                    <a:pt x="878473" y="2114562"/>
                  </a:lnTo>
                  <a:lnTo>
                    <a:pt x="888234" y="2110718"/>
                  </a:lnTo>
                  <a:lnTo>
                    <a:pt x="897995" y="2106472"/>
                  </a:lnTo>
                  <a:lnTo>
                    <a:pt x="907756" y="2099856"/>
                  </a:lnTo>
                  <a:lnTo>
                    <a:pt x="917517" y="2094400"/>
                  </a:lnTo>
                  <a:lnTo>
                    <a:pt x="927278" y="2089725"/>
                  </a:lnTo>
                  <a:lnTo>
                    <a:pt x="937038" y="2084621"/>
                  </a:lnTo>
                  <a:lnTo>
                    <a:pt x="946799" y="2077921"/>
                  </a:lnTo>
                  <a:lnTo>
                    <a:pt x="956560" y="2072161"/>
                  </a:lnTo>
                  <a:lnTo>
                    <a:pt x="966321" y="2067329"/>
                  </a:lnTo>
                  <a:lnTo>
                    <a:pt x="976082" y="2062504"/>
                  </a:lnTo>
                  <a:lnTo>
                    <a:pt x="985842" y="2057645"/>
                  </a:lnTo>
                  <a:lnTo>
                    <a:pt x="995603" y="2052752"/>
                  </a:lnTo>
                  <a:lnTo>
                    <a:pt x="1005364" y="2047675"/>
                  </a:lnTo>
                  <a:lnTo>
                    <a:pt x="1015125" y="2042747"/>
                  </a:lnTo>
                  <a:lnTo>
                    <a:pt x="1024886" y="2037711"/>
                  </a:lnTo>
                  <a:lnTo>
                    <a:pt x="1034647" y="2032679"/>
                  </a:lnTo>
                  <a:lnTo>
                    <a:pt x="1044407" y="2027613"/>
                  </a:lnTo>
                  <a:lnTo>
                    <a:pt x="1054168" y="2021096"/>
                  </a:lnTo>
                  <a:lnTo>
                    <a:pt x="1063929" y="2016000"/>
                  </a:lnTo>
                  <a:lnTo>
                    <a:pt x="1073690" y="2009802"/>
                  </a:lnTo>
                  <a:lnTo>
                    <a:pt x="1083451" y="2003912"/>
                  </a:lnTo>
                  <a:lnTo>
                    <a:pt x="1093212" y="1996421"/>
                  </a:lnTo>
                  <a:lnTo>
                    <a:pt x="1102972" y="1988869"/>
                  </a:lnTo>
                  <a:lnTo>
                    <a:pt x="1112733" y="1981282"/>
                  </a:lnTo>
                  <a:lnTo>
                    <a:pt x="1122494" y="1974061"/>
                  </a:lnTo>
                  <a:lnTo>
                    <a:pt x="1132255" y="1965927"/>
                  </a:lnTo>
                  <a:lnTo>
                    <a:pt x="1142016" y="1959719"/>
                  </a:lnTo>
                  <a:lnTo>
                    <a:pt x="1151776" y="1954177"/>
                  </a:lnTo>
                  <a:lnTo>
                    <a:pt x="1161537" y="1948596"/>
                  </a:lnTo>
                  <a:lnTo>
                    <a:pt x="1171298" y="1939201"/>
                  </a:lnTo>
                  <a:lnTo>
                    <a:pt x="1181059" y="1929050"/>
                  </a:lnTo>
                  <a:lnTo>
                    <a:pt x="1190820" y="1918787"/>
                  </a:lnTo>
                  <a:lnTo>
                    <a:pt x="1200581" y="1912436"/>
                  </a:lnTo>
                  <a:lnTo>
                    <a:pt x="1210341" y="1906992"/>
                  </a:lnTo>
                  <a:lnTo>
                    <a:pt x="1220102" y="1902334"/>
                  </a:lnTo>
                  <a:lnTo>
                    <a:pt x="1229863" y="1896111"/>
                  </a:lnTo>
                  <a:lnTo>
                    <a:pt x="1239624" y="1890336"/>
                  </a:lnTo>
                  <a:lnTo>
                    <a:pt x="1249385" y="1884729"/>
                  </a:lnTo>
                  <a:lnTo>
                    <a:pt x="1259145" y="1876917"/>
                  </a:lnTo>
                  <a:lnTo>
                    <a:pt x="1268906" y="1868457"/>
                  </a:lnTo>
                  <a:lnTo>
                    <a:pt x="1278667" y="1861929"/>
                  </a:lnTo>
                  <a:lnTo>
                    <a:pt x="1288428" y="1854634"/>
                  </a:lnTo>
                  <a:lnTo>
                    <a:pt x="1298189" y="1846394"/>
                  </a:lnTo>
                  <a:lnTo>
                    <a:pt x="1307950" y="1838988"/>
                  </a:lnTo>
                  <a:lnTo>
                    <a:pt x="1317710" y="1832846"/>
                  </a:lnTo>
                  <a:lnTo>
                    <a:pt x="1327471" y="1826696"/>
                  </a:lnTo>
                  <a:lnTo>
                    <a:pt x="1337232" y="1819944"/>
                  </a:lnTo>
                  <a:lnTo>
                    <a:pt x="1346993" y="1811666"/>
                  </a:lnTo>
                  <a:lnTo>
                    <a:pt x="1356754" y="1803174"/>
                  </a:lnTo>
                  <a:lnTo>
                    <a:pt x="1366515" y="1793307"/>
                  </a:lnTo>
                  <a:lnTo>
                    <a:pt x="1376275" y="1784218"/>
                  </a:lnTo>
                  <a:lnTo>
                    <a:pt x="1386036" y="1775109"/>
                  </a:lnTo>
                  <a:lnTo>
                    <a:pt x="1395797" y="1767975"/>
                  </a:lnTo>
                  <a:lnTo>
                    <a:pt x="1405558" y="1757965"/>
                  </a:lnTo>
                  <a:lnTo>
                    <a:pt x="1415319" y="1747680"/>
                  </a:lnTo>
                  <a:lnTo>
                    <a:pt x="1425079" y="1737772"/>
                  </a:lnTo>
                  <a:lnTo>
                    <a:pt x="1434840" y="1728214"/>
                  </a:lnTo>
                  <a:lnTo>
                    <a:pt x="1444601" y="1718573"/>
                  </a:lnTo>
                  <a:lnTo>
                    <a:pt x="1454362" y="1706724"/>
                  </a:lnTo>
                  <a:lnTo>
                    <a:pt x="1464123" y="1695794"/>
                  </a:lnTo>
                  <a:lnTo>
                    <a:pt x="1473884" y="1685123"/>
                  </a:lnTo>
                  <a:lnTo>
                    <a:pt x="1483644" y="1674788"/>
                  </a:lnTo>
                  <a:lnTo>
                    <a:pt x="1493405" y="1664954"/>
                  </a:lnTo>
                  <a:lnTo>
                    <a:pt x="1503166" y="1653191"/>
                  </a:lnTo>
                  <a:lnTo>
                    <a:pt x="1512927" y="1645111"/>
                  </a:lnTo>
                  <a:lnTo>
                    <a:pt x="1522688" y="1636610"/>
                  </a:lnTo>
                  <a:lnTo>
                    <a:pt x="1532448" y="1626860"/>
                  </a:lnTo>
                  <a:lnTo>
                    <a:pt x="1542209" y="1615056"/>
                  </a:lnTo>
                  <a:lnTo>
                    <a:pt x="1551970" y="1607202"/>
                  </a:lnTo>
                  <a:lnTo>
                    <a:pt x="1561731" y="1596588"/>
                  </a:lnTo>
                  <a:lnTo>
                    <a:pt x="1571492" y="1586016"/>
                  </a:lnTo>
                  <a:lnTo>
                    <a:pt x="1581253" y="1577261"/>
                  </a:lnTo>
                  <a:lnTo>
                    <a:pt x="1591013" y="1565207"/>
                  </a:lnTo>
                  <a:lnTo>
                    <a:pt x="1600774" y="1552654"/>
                  </a:lnTo>
                  <a:lnTo>
                    <a:pt x="1610535" y="1540949"/>
                  </a:lnTo>
                  <a:lnTo>
                    <a:pt x="1620296" y="1530026"/>
                  </a:lnTo>
                  <a:lnTo>
                    <a:pt x="1630057" y="1517601"/>
                  </a:lnTo>
                  <a:lnTo>
                    <a:pt x="1639818" y="1504842"/>
                  </a:lnTo>
                  <a:lnTo>
                    <a:pt x="1649578" y="1492009"/>
                  </a:lnTo>
                  <a:lnTo>
                    <a:pt x="1659339" y="1481886"/>
                  </a:lnTo>
                  <a:lnTo>
                    <a:pt x="1669100" y="1473653"/>
                  </a:lnTo>
                  <a:lnTo>
                    <a:pt x="1678861" y="1462000"/>
                  </a:lnTo>
                  <a:lnTo>
                    <a:pt x="1688622" y="1450255"/>
                  </a:lnTo>
                  <a:lnTo>
                    <a:pt x="1698382" y="1438437"/>
                  </a:lnTo>
                  <a:lnTo>
                    <a:pt x="1708143" y="1428018"/>
                  </a:lnTo>
                  <a:lnTo>
                    <a:pt x="1717904" y="1416230"/>
                  </a:lnTo>
                  <a:lnTo>
                    <a:pt x="1727665" y="1402784"/>
                  </a:lnTo>
                  <a:lnTo>
                    <a:pt x="1737426" y="1389956"/>
                  </a:lnTo>
                  <a:lnTo>
                    <a:pt x="1747187" y="1377592"/>
                  </a:lnTo>
                  <a:lnTo>
                    <a:pt x="1756947" y="1364921"/>
                  </a:lnTo>
                  <a:lnTo>
                    <a:pt x="1766708" y="1351621"/>
                  </a:lnTo>
                  <a:lnTo>
                    <a:pt x="1776469" y="1338149"/>
                  </a:lnTo>
                  <a:lnTo>
                    <a:pt x="1786230" y="1324869"/>
                  </a:lnTo>
                  <a:lnTo>
                    <a:pt x="1795991" y="1310908"/>
                  </a:lnTo>
                  <a:lnTo>
                    <a:pt x="1805752" y="1297194"/>
                  </a:lnTo>
                  <a:lnTo>
                    <a:pt x="1815512" y="1283281"/>
                  </a:lnTo>
                  <a:lnTo>
                    <a:pt x="1825273" y="1269323"/>
                  </a:lnTo>
                  <a:lnTo>
                    <a:pt x="1835034" y="1255219"/>
                  </a:lnTo>
                  <a:lnTo>
                    <a:pt x="1844795" y="1241006"/>
                  </a:lnTo>
                  <a:lnTo>
                    <a:pt x="1854556" y="1226700"/>
                  </a:lnTo>
                  <a:lnTo>
                    <a:pt x="1864316" y="1212288"/>
                  </a:lnTo>
                  <a:lnTo>
                    <a:pt x="1874077" y="1197768"/>
                  </a:lnTo>
                  <a:lnTo>
                    <a:pt x="1883838" y="1183717"/>
                  </a:lnTo>
                  <a:lnTo>
                    <a:pt x="1893599" y="1170135"/>
                  </a:lnTo>
                  <a:lnTo>
                    <a:pt x="1903360" y="1157407"/>
                  </a:lnTo>
                  <a:lnTo>
                    <a:pt x="1913121" y="1145181"/>
                  </a:lnTo>
                  <a:lnTo>
                    <a:pt x="1922881" y="1129313"/>
                  </a:lnTo>
                  <a:lnTo>
                    <a:pt x="1932642" y="1114435"/>
                  </a:lnTo>
                  <a:lnTo>
                    <a:pt x="1942403" y="1097151"/>
                  </a:lnTo>
                  <a:lnTo>
                    <a:pt x="1952164" y="1080473"/>
                  </a:lnTo>
                  <a:lnTo>
                    <a:pt x="1961925" y="1063907"/>
                  </a:lnTo>
                  <a:lnTo>
                    <a:pt x="1971685" y="1047266"/>
                  </a:lnTo>
                  <a:lnTo>
                    <a:pt x="1981446" y="1030855"/>
                  </a:lnTo>
                  <a:lnTo>
                    <a:pt x="1991207" y="1015135"/>
                  </a:lnTo>
                  <a:lnTo>
                    <a:pt x="2000968" y="996812"/>
                  </a:lnTo>
                  <a:lnTo>
                    <a:pt x="2010729" y="979307"/>
                  </a:lnTo>
                  <a:lnTo>
                    <a:pt x="2020490" y="960797"/>
                  </a:lnTo>
                  <a:lnTo>
                    <a:pt x="2030250" y="944742"/>
                  </a:lnTo>
                  <a:lnTo>
                    <a:pt x="2040011" y="927098"/>
                  </a:lnTo>
                  <a:lnTo>
                    <a:pt x="2049772" y="910165"/>
                  </a:lnTo>
                  <a:lnTo>
                    <a:pt x="2059533" y="894263"/>
                  </a:lnTo>
                  <a:lnTo>
                    <a:pt x="2069294" y="878262"/>
                  </a:lnTo>
                  <a:lnTo>
                    <a:pt x="2079055" y="861690"/>
                  </a:lnTo>
                  <a:lnTo>
                    <a:pt x="2088815" y="841179"/>
                  </a:lnTo>
                  <a:lnTo>
                    <a:pt x="2098576" y="821025"/>
                  </a:lnTo>
                  <a:lnTo>
                    <a:pt x="2108337" y="805629"/>
                  </a:lnTo>
                  <a:lnTo>
                    <a:pt x="2118098" y="791554"/>
                  </a:lnTo>
                  <a:lnTo>
                    <a:pt x="2127859" y="777407"/>
                  </a:lnTo>
                  <a:lnTo>
                    <a:pt x="2137619" y="763189"/>
                  </a:lnTo>
                  <a:lnTo>
                    <a:pt x="2147380" y="746763"/>
                  </a:lnTo>
                  <a:lnTo>
                    <a:pt x="2157141" y="729128"/>
                  </a:lnTo>
                  <a:lnTo>
                    <a:pt x="2166902" y="711386"/>
                  </a:lnTo>
                  <a:lnTo>
                    <a:pt x="2176663" y="693832"/>
                  </a:lnTo>
                  <a:lnTo>
                    <a:pt x="2186424" y="677496"/>
                  </a:lnTo>
                  <a:lnTo>
                    <a:pt x="2196184" y="660719"/>
                  </a:lnTo>
                  <a:lnTo>
                    <a:pt x="2205945" y="642684"/>
                  </a:lnTo>
                  <a:lnTo>
                    <a:pt x="2215706" y="624545"/>
                  </a:lnTo>
                  <a:lnTo>
                    <a:pt x="2225467" y="606304"/>
                  </a:lnTo>
                  <a:lnTo>
                    <a:pt x="2235228" y="587961"/>
                  </a:lnTo>
                  <a:lnTo>
                    <a:pt x="2244988" y="569516"/>
                  </a:lnTo>
                  <a:lnTo>
                    <a:pt x="2254749" y="551020"/>
                  </a:lnTo>
                  <a:lnTo>
                    <a:pt x="2264510" y="532425"/>
                  </a:lnTo>
                  <a:lnTo>
                    <a:pt x="2274271" y="514975"/>
                  </a:lnTo>
                  <a:lnTo>
                    <a:pt x="2284032" y="496610"/>
                  </a:lnTo>
                  <a:lnTo>
                    <a:pt x="2293793" y="475852"/>
                  </a:lnTo>
                  <a:lnTo>
                    <a:pt x="2303553" y="456741"/>
                  </a:lnTo>
                  <a:lnTo>
                    <a:pt x="2313314" y="437599"/>
                  </a:lnTo>
                  <a:lnTo>
                    <a:pt x="2323075" y="418360"/>
                  </a:lnTo>
                  <a:lnTo>
                    <a:pt x="2332836" y="399024"/>
                  </a:lnTo>
                  <a:lnTo>
                    <a:pt x="2342597" y="379592"/>
                  </a:lnTo>
                  <a:lnTo>
                    <a:pt x="2352358" y="360066"/>
                  </a:lnTo>
                  <a:lnTo>
                    <a:pt x="2362118" y="340482"/>
                  </a:lnTo>
                  <a:lnTo>
                    <a:pt x="2371879" y="320820"/>
                  </a:lnTo>
                  <a:lnTo>
                    <a:pt x="2381640" y="301066"/>
                  </a:lnTo>
                  <a:lnTo>
                    <a:pt x="2391401" y="282020"/>
                  </a:lnTo>
                  <a:lnTo>
                    <a:pt x="2401162" y="263982"/>
                  </a:lnTo>
                  <a:lnTo>
                    <a:pt x="2410922" y="245870"/>
                  </a:lnTo>
                  <a:lnTo>
                    <a:pt x="2420683" y="227685"/>
                  </a:lnTo>
                  <a:lnTo>
                    <a:pt x="2430444" y="209427"/>
                  </a:lnTo>
                  <a:lnTo>
                    <a:pt x="2440205" y="191097"/>
                  </a:lnTo>
                  <a:lnTo>
                    <a:pt x="2449966" y="172695"/>
                  </a:lnTo>
                  <a:lnTo>
                    <a:pt x="2459727" y="153604"/>
                  </a:lnTo>
                  <a:lnTo>
                    <a:pt x="2469487" y="131319"/>
                  </a:lnTo>
                  <a:lnTo>
                    <a:pt x="2479248" y="108940"/>
                  </a:lnTo>
                  <a:lnTo>
                    <a:pt x="2489009" y="86461"/>
                  </a:lnTo>
                  <a:lnTo>
                    <a:pt x="2498770" y="63885"/>
                  </a:lnTo>
                  <a:lnTo>
                    <a:pt x="2508531" y="41213"/>
                  </a:lnTo>
                  <a:lnTo>
                    <a:pt x="2518291" y="20161"/>
                  </a:lnTo>
                  <a:lnTo>
                    <a:pt x="2528052" y="0"/>
                  </a:lnTo>
                  <a:lnTo>
                    <a:pt x="2528052" y="2280083"/>
                  </a:lnTo>
                  <a:lnTo>
                    <a:pt x="2518291" y="2281568"/>
                  </a:lnTo>
                  <a:lnTo>
                    <a:pt x="2508531" y="2282620"/>
                  </a:lnTo>
                  <a:lnTo>
                    <a:pt x="2498770" y="2283176"/>
                  </a:lnTo>
                  <a:lnTo>
                    <a:pt x="2489009" y="2283779"/>
                  </a:lnTo>
                  <a:lnTo>
                    <a:pt x="2479248" y="2285313"/>
                  </a:lnTo>
                  <a:lnTo>
                    <a:pt x="2469487" y="2286841"/>
                  </a:lnTo>
                  <a:lnTo>
                    <a:pt x="2459727" y="2288365"/>
                  </a:lnTo>
                  <a:lnTo>
                    <a:pt x="2449966" y="2289883"/>
                  </a:lnTo>
                  <a:lnTo>
                    <a:pt x="2440205" y="2291380"/>
                  </a:lnTo>
                  <a:lnTo>
                    <a:pt x="2430444" y="2292866"/>
                  </a:lnTo>
                  <a:lnTo>
                    <a:pt x="2420683" y="2294066"/>
                  </a:lnTo>
                  <a:lnTo>
                    <a:pt x="2410922" y="2294701"/>
                  </a:lnTo>
                  <a:lnTo>
                    <a:pt x="2401162" y="2295335"/>
                  </a:lnTo>
                  <a:lnTo>
                    <a:pt x="2391401" y="2295968"/>
                  </a:lnTo>
                  <a:lnTo>
                    <a:pt x="2381640" y="2296588"/>
                  </a:lnTo>
                  <a:lnTo>
                    <a:pt x="2371879" y="2297191"/>
                  </a:lnTo>
                  <a:lnTo>
                    <a:pt x="2362118" y="2297793"/>
                  </a:lnTo>
                  <a:lnTo>
                    <a:pt x="2352358" y="2298394"/>
                  </a:lnTo>
                  <a:lnTo>
                    <a:pt x="2342597" y="2298994"/>
                  </a:lnTo>
                  <a:lnTo>
                    <a:pt x="2332836" y="2299860"/>
                  </a:lnTo>
                  <a:lnTo>
                    <a:pt x="2323075" y="2300867"/>
                  </a:lnTo>
                  <a:lnTo>
                    <a:pt x="2313314" y="2301871"/>
                  </a:lnTo>
                  <a:lnTo>
                    <a:pt x="2303553" y="2302654"/>
                  </a:lnTo>
                  <a:lnTo>
                    <a:pt x="2293793" y="2303021"/>
                  </a:lnTo>
                  <a:lnTo>
                    <a:pt x="2284032" y="2303388"/>
                  </a:lnTo>
                  <a:lnTo>
                    <a:pt x="2274271" y="2304093"/>
                  </a:lnTo>
                  <a:lnTo>
                    <a:pt x="2264510" y="2305190"/>
                  </a:lnTo>
                  <a:lnTo>
                    <a:pt x="2254749" y="2306284"/>
                  </a:lnTo>
                  <a:lnTo>
                    <a:pt x="2244988" y="2307374"/>
                  </a:lnTo>
                  <a:lnTo>
                    <a:pt x="2235228" y="2308462"/>
                  </a:lnTo>
                  <a:lnTo>
                    <a:pt x="2225467" y="2309547"/>
                  </a:lnTo>
                  <a:lnTo>
                    <a:pt x="2215706" y="2310629"/>
                  </a:lnTo>
                  <a:lnTo>
                    <a:pt x="2205945" y="2311706"/>
                  </a:lnTo>
                  <a:lnTo>
                    <a:pt x="2196184" y="2312774"/>
                  </a:lnTo>
                  <a:lnTo>
                    <a:pt x="2186424" y="2313839"/>
                  </a:lnTo>
                  <a:lnTo>
                    <a:pt x="2176663" y="2314821"/>
                  </a:lnTo>
                  <a:lnTo>
                    <a:pt x="2166902" y="2315965"/>
                  </a:lnTo>
                  <a:lnTo>
                    <a:pt x="2157141" y="2317110"/>
                  </a:lnTo>
                  <a:lnTo>
                    <a:pt x="2147380" y="2318255"/>
                  </a:lnTo>
                  <a:lnTo>
                    <a:pt x="2137619" y="2319394"/>
                  </a:lnTo>
                  <a:lnTo>
                    <a:pt x="2127859" y="2320523"/>
                  </a:lnTo>
                  <a:lnTo>
                    <a:pt x="2118098" y="2321462"/>
                  </a:lnTo>
                  <a:lnTo>
                    <a:pt x="2108337" y="2322336"/>
                  </a:lnTo>
                  <a:lnTo>
                    <a:pt x="2098576" y="2323438"/>
                  </a:lnTo>
                  <a:lnTo>
                    <a:pt x="2088815" y="2324566"/>
                  </a:lnTo>
                  <a:lnTo>
                    <a:pt x="2079055" y="2325688"/>
                  </a:lnTo>
                  <a:lnTo>
                    <a:pt x="2069294" y="2326885"/>
                  </a:lnTo>
                  <a:lnTo>
                    <a:pt x="2059533" y="2328361"/>
                  </a:lnTo>
                  <a:lnTo>
                    <a:pt x="2049772" y="2329465"/>
                  </a:lnTo>
                  <a:lnTo>
                    <a:pt x="2040011" y="2330131"/>
                  </a:lnTo>
                  <a:lnTo>
                    <a:pt x="2030250" y="2331232"/>
                  </a:lnTo>
                  <a:lnTo>
                    <a:pt x="2020490" y="2332331"/>
                  </a:lnTo>
                  <a:lnTo>
                    <a:pt x="2010729" y="2333426"/>
                  </a:lnTo>
                  <a:lnTo>
                    <a:pt x="2000968" y="2334510"/>
                  </a:lnTo>
                  <a:lnTo>
                    <a:pt x="1991207" y="2335420"/>
                  </a:lnTo>
                  <a:lnTo>
                    <a:pt x="1981446" y="2336358"/>
                  </a:lnTo>
                  <a:lnTo>
                    <a:pt x="1971685" y="2337525"/>
                  </a:lnTo>
                  <a:lnTo>
                    <a:pt x="1961925" y="2338329"/>
                  </a:lnTo>
                  <a:lnTo>
                    <a:pt x="1952164" y="2338821"/>
                  </a:lnTo>
                  <a:lnTo>
                    <a:pt x="1942403" y="2339830"/>
                  </a:lnTo>
                  <a:lnTo>
                    <a:pt x="1932642" y="2340997"/>
                  </a:lnTo>
                  <a:lnTo>
                    <a:pt x="1922881" y="2342463"/>
                  </a:lnTo>
                  <a:lnTo>
                    <a:pt x="1913121" y="2343057"/>
                  </a:lnTo>
                  <a:lnTo>
                    <a:pt x="1903360" y="2343832"/>
                  </a:lnTo>
                  <a:lnTo>
                    <a:pt x="1893599" y="2344825"/>
                  </a:lnTo>
                  <a:lnTo>
                    <a:pt x="1883838" y="2345816"/>
                  </a:lnTo>
                  <a:lnTo>
                    <a:pt x="1874077" y="2346804"/>
                  </a:lnTo>
                  <a:lnTo>
                    <a:pt x="1864316" y="2347790"/>
                  </a:lnTo>
                  <a:lnTo>
                    <a:pt x="1854556" y="2348773"/>
                  </a:lnTo>
                  <a:lnTo>
                    <a:pt x="1844795" y="2349753"/>
                  </a:lnTo>
                  <a:lnTo>
                    <a:pt x="1835034" y="2350730"/>
                  </a:lnTo>
                  <a:lnTo>
                    <a:pt x="1825273" y="2351705"/>
                  </a:lnTo>
                  <a:lnTo>
                    <a:pt x="1815512" y="2352677"/>
                  </a:lnTo>
                  <a:lnTo>
                    <a:pt x="1805752" y="2353647"/>
                  </a:lnTo>
                  <a:lnTo>
                    <a:pt x="1795991" y="2354658"/>
                  </a:lnTo>
                  <a:lnTo>
                    <a:pt x="1786230" y="2356416"/>
                  </a:lnTo>
                  <a:lnTo>
                    <a:pt x="1776469" y="2358161"/>
                  </a:lnTo>
                  <a:lnTo>
                    <a:pt x="1766708" y="2359297"/>
                  </a:lnTo>
                  <a:lnTo>
                    <a:pt x="1756947" y="2359974"/>
                  </a:lnTo>
                  <a:lnTo>
                    <a:pt x="1747187" y="2360424"/>
                  </a:lnTo>
                  <a:lnTo>
                    <a:pt x="1737426" y="2361355"/>
                  </a:lnTo>
                  <a:lnTo>
                    <a:pt x="1727665" y="2362063"/>
                  </a:lnTo>
                  <a:lnTo>
                    <a:pt x="1717904" y="2362750"/>
                  </a:lnTo>
                  <a:lnTo>
                    <a:pt x="1708143" y="2363436"/>
                  </a:lnTo>
                  <a:lnTo>
                    <a:pt x="1698382" y="2364139"/>
                  </a:lnTo>
                  <a:lnTo>
                    <a:pt x="1688622" y="2365133"/>
                  </a:lnTo>
                  <a:lnTo>
                    <a:pt x="1678861" y="2366165"/>
                  </a:lnTo>
                  <a:lnTo>
                    <a:pt x="1669100" y="2367194"/>
                  </a:lnTo>
                  <a:lnTo>
                    <a:pt x="1659339" y="2368220"/>
                  </a:lnTo>
                  <a:lnTo>
                    <a:pt x="1649578" y="2369243"/>
                  </a:lnTo>
                  <a:lnTo>
                    <a:pt x="1639818" y="2370263"/>
                  </a:lnTo>
                  <a:lnTo>
                    <a:pt x="1630057" y="2371274"/>
                  </a:lnTo>
                  <a:lnTo>
                    <a:pt x="1620296" y="2372280"/>
                  </a:lnTo>
                  <a:lnTo>
                    <a:pt x="1610535" y="2373283"/>
                  </a:lnTo>
                  <a:lnTo>
                    <a:pt x="1600774" y="2374275"/>
                  </a:lnTo>
                  <a:lnTo>
                    <a:pt x="1591013" y="2375170"/>
                  </a:lnTo>
                  <a:lnTo>
                    <a:pt x="1581253" y="2375182"/>
                  </a:lnTo>
                  <a:lnTo>
                    <a:pt x="1571492" y="2376303"/>
                  </a:lnTo>
                  <a:lnTo>
                    <a:pt x="1561731" y="2377492"/>
                  </a:lnTo>
                  <a:lnTo>
                    <a:pt x="1551970" y="2378672"/>
                  </a:lnTo>
                  <a:lnTo>
                    <a:pt x="1542209" y="2379448"/>
                  </a:lnTo>
                  <a:lnTo>
                    <a:pt x="1532448" y="2380104"/>
                  </a:lnTo>
                  <a:lnTo>
                    <a:pt x="1522688" y="2380751"/>
                  </a:lnTo>
                  <a:lnTo>
                    <a:pt x="1512927" y="2381441"/>
                  </a:lnTo>
                  <a:lnTo>
                    <a:pt x="1503166" y="2382493"/>
                  </a:lnTo>
                  <a:lnTo>
                    <a:pt x="1493405" y="2383982"/>
                  </a:lnTo>
                  <a:lnTo>
                    <a:pt x="1483644" y="2384137"/>
                  </a:lnTo>
                  <a:lnTo>
                    <a:pt x="1473884" y="2385034"/>
                  </a:lnTo>
                  <a:lnTo>
                    <a:pt x="1464123" y="2385905"/>
                  </a:lnTo>
                  <a:lnTo>
                    <a:pt x="1454362" y="2386765"/>
                  </a:lnTo>
                  <a:lnTo>
                    <a:pt x="1444601" y="2387622"/>
                  </a:lnTo>
                  <a:lnTo>
                    <a:pt x="1434840" y="2388040"/>
                  </a:lnTo>
                  <a:lnTo>
                    <a:pt x="1425079" y="2389381"/>
                  </a:lnTo>
                  <a:lnTo>
                    <a:pt x="1415319" y="2390326"/>
                  </a:lnTo>
                  <a:lnTo>
                    <a:pt x="1405558" y="2391291"/>
                  </a:lnTo>
                  <a:lnTo>
                    <a:pt x="1395797" y="2392902"/>
                  </a:lnTo>
                  <a:lnTo>
                    <a:pt x="1386036" y="2394493"/>
                  </a:lnTo>
                  <a:lnTo>
                    <a:pt x="1376275" y="2396068"/>
                  </a:lnTo>
                  <a:lnTo>
                    <a:pt x="1366515" y="2397566"/>
                  </a:lnTo>
                  <a:lnTo>
                    <a:pt x="1356754" y="2398517"/>
                  </a:lnTo>
                  <a:lnTo>
                    <a:pt x="1346993" y="2399463"/>
                  </a:lnTo>
                  <a:lnTo>
                    <a:pt x="1337232" y="2400375"/>
                  </a:lnTo>
                  <a:lnTo>
                    <a:pt x="1327471" y="2401149"/>
                  </a:lnTo>
                  <a:lnTo>
                    <a:pt x="1317710" y="2402218"/>
                  </a:lnTo>
                  <a:lnTo>
                    <a:pt x="1307950" y="2403137"/>
                  </a:lnTo>
                  <a:lnTo>
                    <a:pt x="1298189" y="2404074"/>
                  </a:lnTo>
                  <a:lnTo>
                    <a:pt x="1288428" y="2404996"/>
                  </a:lnTo>
                  <a:lnTo>
                    <a:pt x="1278667" y="2406384"/>
                  </a:lnTo>
                  <a:lnTo>
                    <a:pt x="1268906" y="2407974"/>
                  </a:lnTo>
                  <a:lnTo>
                    <a:pt x="1259145" y="2409236"/>
                  </a:lnTo>
                  <a:lnTo>
                    <a:pt x="1249385" y="2410944"/>
                  </a:lnTo>
                  <a:lnTo>
                    <a:pt x="1239624" y="2413061"/>
                  </a:lnTo>
                  <a:lnTo>
                    <a:pt x="1229863" y="2414377"/>
                  </a:lnTo>
                  <a:lnTo>
                    <a:pt x="1220102" y="2415655"/>
                  </a:lnTo>
                  <a:lnTo>
                    <a:pt x="1210341" y="2416267"/>
                  </a:lnTo>
                  <a:lnTo>
                    <a:pt x="1200581" y="2418217"/>
                  </a:lnTo>
                  <a:lnTo>
                    <a:pt x="1190820" y="2419483"/>
                  </a:lnTo>
                  <a:lnTo>
                    <a:pt x="1181059" y="2420742"/>
                  </a:lnTo>
                  <a:lnTo>
                    <a:pt x="1171298" y="2421966"/>
                  </a:lnTo>
                  <a:lnTo>
                    <a:pt x="1161537" y="2423256"/>
                  </a:lnTo>
                  <a:lnTo>
                    <a:pt x="1151776" y="2424759"/>
                  </a:lnTo>
                  <a:lnTo>
                    <a:pt x="1142016" y="2426254"/>
                  </a:lnTo>
                  <a:lnTo>
                    <a:pt x="1132255" y="2427727"/>
                  </a:lnTo>
                  <a:lnTo>
                    <a:pt x="1122494" y="2428401"/>
                  </a:lnTo>
                  <a:lnTo>
                    <a:pt x="1112733" y="2429472"/>
                  </a:lnTo>
                  <a:lnTo>
                    <a:pt x="1102972" y="2430827"/>
                  </a:lnTo>
                  <a:lnTo>
                    <a:pt x="1093212" y="2432360"/>
                  </a:lnTo>
                  <a:lnTo>
                    <a:pt x="1083451" y="2434110"/>
                  </a:lnTo>
                  <a:lnTo>
                    <a:pt x="1073690" y="2435847"/>
                  </a:lnTo>
                  <a:lnTo>
                    <a:pt x="1063929" y="2437573"/>
                  </a:lnTo>
                  <a:lnTo>
                    <a:pt x="1054168" y="2438981"/>
                  </a:lnTo>
                  <a:lnTo>
                    <a:pt x="1044407" y="2440668"/>
                  </a:lnTo>
                  <a:lnTo>
                    <a:pt x="1034647" y="2442087"/>
                  </a:lnTo>
                  <a:lnTo>
                    <a:pt x="1024886" y="2443487"/>
                  </a:lnTo>
                  <a:lnTo>
                    <a:pt x="1015125" y="2444685"/>
                  </a:lnTo>
                  <a:lnTo>
                    <a:pt x="1005364" y="2445530"/>
                  </a:lnTo>
                  <a:lnTo>
                    <a:pt x="995603" y="2447618"/>
                  </a:lnTo>
                  <a:lnTo>
                    <a:pt x="985842" y="2448986"/>
                  </a:lnTo>
                  <a:lnTo>
                    <a:pt x="976082" y="2450673"/>
                  </a:lnTo>
                  <a:lnTo>
                    <a:pt x="966321" y="2452062"/>
                  </a:lnTo>
                  <a:lnTo>
                    <a:pt x="956560" y="2453031"/>
                  </a:lnTo>
                  <a:lnTo>
                    <a:pt x="946799" y="2454815"/>
                  </a:lnTo>
                  <a:lnTo>
                    <a:pt x="937038" y="2455824"/>
                  </a:lnTo>
                  <a:lnTo>
                    <a:pt x="927278" y="2457033"/>
                  </a:lnTo>
                  <a:lnTo>
                    <a:pt x="917517" y="2458090"/>
                  </a:lnTo>
                  <a:lnTo>
                    <a:pt x="907756" y="2459339"/>
                  </a:lnTo>
                  <a:lnTo>
                    <a:pt x="897995" y="2459992"/>
                  </a:lnTo>
                  <a:lnTo>
                    <a:pt x="888234" y="2461212"/>
                  </a:lnTo>
                  <a:lnTo>
                    <a:pt x="878473" y="2462240"/>
                  </a:lnTo>
                  <a:lnTo>
                    <a:pt x="868713" y="2463870"/>
                  </a:lnTo>
                  <a:lnTo>
                    <a:pt x="858952" y="2465469"/>
                  </a:lnTo>
                  <a:lnTo>
                    <a:pt x="849191" y="2467086"/>
                  </a:lnTo>
                  <a:lnTo>
                    <a:pt x="839430" y="2468591"/>
                  </a:lnTo>
                  <a:lnTo>
                    <a:pt x="829669" y="2469940"/>
                  </a:lnTo>
                  <a:lnTo>
                    <a:pt x="819909" y="2471446"/>
                  </a:lnTo>
                  <a:lnTo>
                    <a:pt x="810148" y="2472952"/>
                  </a:lnTo>
                  <a:lnTo>
                    <a:pt x="800387" y="2474568"/>
                  </a:lnTo>
                  <a:lnTo>
                    <a:pt x="790626" y="2475920"/>
                  </a:lnTo>
                  <a:lnTo>
                    <a:pt x="780865" y="2477166"/>
                  </a:lnTo>
                  <a:lnTo>
                    <a:pt x="771104" y="2478351"/>
                  </a:lnTo>
                  <a:lnTo>
                    <a:pt x="761344" y="2479730"/>
                  </a:lnTo>
                  <a:lnTo>
                    <a:pt x="751583" y="2481059"/>
                  </a:lnTo>
                  <a:lnTo>
                    <a:pt x="741822" y="2481978"/>
                  </a:lnTo>
                  <a:lnTo>
                    <a:pt x="732061" y="2483449"/>
                  </a:lnTo>
                  <a:lnTo>
                    <a:pt x="722300" y="2484424"/>
                  </a:lnTo>
                  <a:lnTo>
                    <a:pt x="712539" y="2485892"/>
                  </a:lnTo>
                  <a:lnTo>
                    <a:pt x="702779" y="2487065"/>
                  </a:lnTo>
                  <a:lnTo>
                    <a:pt x="693018" y="2488818"/>
                  </a:lnTo>
                  <a:lnTo>
                    <a:pt x="683257" y="2490256"/>
                  </a:lnTo>
                  <a:lnTo>
                    <a:pt x="673496" y="2490863"/>
                  </a:lnTo>
                  <a:lnTo>
                    <a:pt x="663735" y="2492446"/>
                  </a:lnTo>
                  <a:lnTo>
                    <a:pt x="653975" y="2493333"/>
                  </a:lnTo>
                  <a:lnTo>
                    <a:pt x="644214" y="2494727"/>
                  </a:lnTo>
                  <a:lnTo>
                    <a:pt x="634453" y="2496068"/>
                  </a:lnTo>
                  <a:lnTo>
                    <a:pt x="624692" y="2497741"/>
                  </a:lnTo>
                  <a:lnTo>
                    <a:pt x="614931" y="2499449"/>
                  </a:lnTo>
                  <a:lnTo>
                    <a:pt x="605170" y="2501013"/>
                  </a:lnTo>
                  <a:lnTo>
                    <a:pt x="595410" y="2502530"/>
                  </a:lnTo>
                  <a:lnTo>
                    <a:pt x="585649" y="2504081"/>
                  </a:lnTo>
                  <a:lnTo>
                    <a:pt x="575888" y="2505523"/>
                  </a:lnTo>
                  <a:lnTo>
                    <a:pt x="566127" y="2506858"/>
                  </a:lnTo>
                  <a:lnTo>
                    <a:pt x="556366" y="2508184"/>
                  </a:lnTo>
                  <a:lnTo>
                    <a:pt x="546606" y="2509499"/>
                  </a:lnTo>
                  <a:lnTo>
                    <a:pt x="536845" y="2511145"/>
                  </a:lnTo>
                  <a:lnTo>
                    <a:pt x="527084" y="2512094"/>
                  </a:lnTo>
                  <a:lnTo>
                    <a:pt x="517323" y="2513526"/>
                  </a:lnTo>
                  <a:lnTo>
                    <a:pt x="507562" y="2515364"/>
                  </a:lnTo>
                  <a:lnTo>
                    <a:pt x="497801" y="2516677"/>
                  </a:lnTo>
                  <a:lnTo>
                    <a:pt x="488041" y="2518224"/>
                  </a:lnTo>
                  <a:lnTo>
                    <a:pt x="478280" y="2519863"/>
                  </a:lnTo>
                  <a:lnTo>
                    <a:pt x="468519" y="2521174"/>
                  </a:lnTo>
                  <a:lnTo>
                    <a:pt x="458758" y="2522408"/>
                  </a:lnTo>
                  <a:lnTo>
                    <a:pt x="448997" y="2523826"/>
                  </a:lnTo>
                  <a:lnTo>
                    <a:pt x="439236" y="2525298"/>
                  </a:lnTo>
                  <a:lnTo>
                    <a:pt x="429476" y="2526625"/>
                  </a:lnTo>
                  <a:lnTo>
                    <a:pt x="419715" y="2527942"/>
                  </a:lnTo>
                  <a:lnTo>
                    <a:pt x="409954" y="2529252"/>
                  </a:lnTo>
                  <a:lnTo>
                    <a:pt x="400193" y="2530554"/>
                  </a:lnTo>
                  <a:lnTo>
                    <a:pt x="390432" y="2531848"/>
                  </a:lnTo>
                  <a:lnTo>
                    <a:pt x="380672" y="2533079"/>
                  </a:lnTo>
                  <a:lnTo>
                    <a:pt x="370911" y="2534519"/>
                  </a:lnTo>
                  <a:lnTo>
                    <a:pt x="361150" y="2535656"/>
                  </a:lnTo>
                  <a:lnTo>
                    <a:pt x="351389" y="2536905"/>
                  </a:lnTo>
                  <a:lnTo>
                    <a:pt x="341628" y="2538224"/>
                  </a:lnTo>
                  <a:lnTo>
                    <a:pt x="331867" y="2539403"/>
                  </a:lnTo>
                  <a:lnTo>
                    <a:pt x="322107" y="2540600"/>
                  </a:lnTo>
                  <a:lnTo>
                    <a:pt x="312346" y="2541878"/>
                  </a:lnTo>
                  <a:lnTo>
                    <a:pt x="302585" y="2543012"/>
                  </a:lnTo>
                  <a:lnTo>
                    <a:pt x="292824" y="2544204"/>
                  </a:lnTo>
                  <a:lnTo>
                    <a:pt x="283063" y="2545394"/>
                  </a:lnTo>
                  <a:lnTo>
                    <a:pt x="273303" y="2546969"/>
                  </a:lnTo>
                  <a:lnTo>
                    <a:pt x="263542" y="2548733"/>
                  </a:lnTo>
                  <a:lnTo>
                    <a:pt x="253781" y="2550337"/>
                  </a:lnTo>
                  <a:lnTo>
                    <a:pt x="244020" y="2552010"/>
                  </a:lnTo>
                  <a:lnTo>
                    <a:pt x="234259" y="2553583"/>
                  </a:lnTo>
                  <a:lnTo>
                    <a:pt x="224498" y="2555022"/>
                  </a:lnTo>
                  <a:lnTo>
                    <a:pt x="214738" y="2556699"/>
                  </a:lnTo>
                  <a:lnTo>
                    <a:pt x="204977" y="2558013"/>
                  </a:lnTo>
                  <a:lnTo>
                    <a:pt x="195216" y="2559207"/>
                  </a:lnTo>
                  <a:lnTo>
                    <a:pt x="185455" y="2560715"/>
                  </a:lnTo>
                  <a:lnTo>
                    <a:pt x="175694" y="2561939"/>
                  </a:lnTo>
                  <a:lnTo>
                    <a:pt x="165933" y="2563517"/>
                  </a:lnTo>
                  <a:lnTo>
                    <a:pt x="156173" y="2564869"/>
                  </a:lnTo>
                  <a:lnTo>
                    <a:pt x="146412" y="2566338"/>
                  </a:lnTo>
                  <a:lnTo>
                    <a:pt x="136651" y="2567794"/>
                  </a:lnTo>
                  <a:lnTo>
                    <a:pt x="126890" y="2569005"/>
                  </a:lnTo>
                  <a:lnTo>
                    <a:pt x="117129" y="2570166"/>
                  </a:lnTo>
                  <a:lnTo>
                    <a:pt x="107369" y="2571624"/>
                  </a:lnTo>
                  <a:lnTo>
                    <a:pt x="97608" y="2573028"/>
                  </a:lnTo>
                  <a:lnTo>
                    <a:pt x="87847" y="2574441"/>
                  </a:lnTo>
                  <a:lnTo>
                    <a:pt x="78086" y="2575559"/>
                  </a:lnTo>
                  <a:lnTo>
                    <a:pt x="68325" y="2576610"/>
                  </a:lnTo>
                  <a:lnTo>
                    <a:pt x="58564" y="2577782"/>
                  </a:lnTo>
                  <a:lnTo>
                    <a:pt x="48804" y="2579008"/>
                  </a:lnTo>
                  <a:lnTo>
                    <a:pt x="39043" y="2580058"/>
                  </a:lnTo>
                  <a:lnTo>
                    <a:pt x="29282" y="2581157"/>
                  </a:lnTo>
                  <a:lnTo>
                    <a:pt x="19521" y="2582379"/>
                  </a:lnTo>
                  <a:lnTo>
                    <a:pt x="9760" y="2583571"/>
                  </a:lnTo>
                  <a:lnTo>
                    <a:pt x="0" y="2584730"/>
                  </a:lnTo>
                  <a:close/>
                </a:path>
              </a:pathLst>
            </a:custGeom>
            <a:solidFill>
              <a:srgbClr val="009E73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79" name="pl78"/>
            <p:cNvSpPr/>
            <p:nvPr/>
          </p:nvSpPr>
          <p:spPr>
            <a:xfrm>
              <a:off x="6312408" y="2998472"/>
              <a:ext cx="2528052" cy="2354279"/>
            </a:xfrm>
            <a:custGeom>
              <a:avLst/>
              <a:pathLst>
                <a:path w="2528052" h="2354279">
                  <a:moveTo>
                    <a:pt x="0" y="2354279"/>
                  </a:moveTo>
                  <a:lnTo>
                    <a:pt x="9760" y="2352524"/>
                  </a:lnTo>
                  <a:lnTo>
                    <a:pt x="19521" y="2351760"/>
                  </a:lnTo>
                  <a:lnTo>
                    <a:pt x="29282" y="2351003"/>
                  </a:lnTo>
                  <a:lnTo>
                    <a:pt x="39043" y="2348341"/>
                  </a:lnTo>
                  <a:lnTo>
                    <a:pt x="48804" y="2346751"/>
                  </a:lnTo>
                  <a:lnTo>
                    <a:pt x="58564" y="2345654"/>
                  </a:lnTo>
                  <a:lnTo>
                    <a:pt x="68325" y="2344153"/>
                  </a:lnTo>
                  <a:lnTo>
                    <a:pt x="78086" y="2341912"/>
                  </a:lnTo>
                  <a:lnTo>
                    <a:pt x="87847" y="2341138"/>
                  </a:lnTo>
                  <a:lnTo>
                    <a:pt x="97608" y="2340680"/>
                  </a:lnTo>
                  <a:lnTo>
                    <a:pt x="107369" y="2339524"/>
                  </a:lnTo>
                  <a:lnTo>
                    <a:pt x="117129" y="2338118"/>
                  </a:lnTo>
                  <a:lnTo>
                    <a:pt x="126890" y="2336818"/>
                  </a:lnTo>
                  <a:lnTo>
                    <a:pt x="136651" y="2335522"/>
                  </a:lnTo>
                  <a:lnTo>
                    <a:pt x="146412" y="2333375"/>
                  </a:lnTo>
                  <a:lnTo>
                    <a:pt x="156173" y="2332784"/>
                  </a:lnTo>
                  <a:lnTo>
                    <a:pt x="165933" y="2330818"/>
                  </a:lnTo>
                  <a:lnTo>
                    <a:pt x="175694" y="2329569"/>
                  </a:lnTo>
                  <a:lnTo>
                    <a:pt x="185455" y="2327921"/>
                  </a:lnTo>
                  <a:lnTo>
                    <a:pt x="195216" y="2325664"/>
                  </a:lnTo>
                  <a:lnTo>
                    <a:pt x="204977" y="2323393"/>
                  </a:lnTo>
                  <a:lnTo>
                    <a:pt x="214738" y="2321121"/>
                  </a:lnTo>
                  <a:lnTo>
                    <a:pt x="224498" y="2318845"/>
                  </a:lnTo>
                  <a:lnTo>
                    <a:pt x="234259" y="2317139"/>
                  </a:lnTo>
                  <a:lnTo>
                    <a:pt x="244020" y="2314654"/>
                  </a:lnTo>
                  <a:lnTo>
                    <a:pt x="253781" y="2312183"/>
                  </a:lnTo>
                  <a:lnTo>
                    <a:pt x="263542" y="2310447"/>
                  </a:lnTo>
                  <a:lnTo>
                    <a:pt x="273303" y="2309891"/>
                  </a:lnTo>
                  <a:lnTo>
                    <a:pt x="283063" y="2308479"/>
                  </a:lnTo>
                  <a:lnTo>
                    <a:pt x="292824" y="2306383"/>
                  </a:lnTo>
                  <a:lnTo>
                    <a:pt x="302585" y="2304562"/>
                  </a:lnTo>
                  <a:lnTo>
                    <a:pt x="312346" y="2303219"/>
                  </a:lnTo>
                  <a:lnTo>
                    <a:pt x="322107" y="2301016"/>
                  </a:lnTo>
                  <a:lnTo>
                    <a:pt x="331867" y="2299151"/>
                  </a:lnTo>
                  <a:lnTo>
                    <a:pt x="341628" y="2296849"/>
                  </a:lnTo>
                  <a:lnTo>
                    <a:pt x="351389" y="2295008"/>
                  </a:lnTo>
                  <a:lnTo>
                    <a:pt x="361150" y="2292921"/>
                  </a:lnTo>
                  <a:lnTo>
                    <a:pt x="370911" y="2290824"/>
                  </a:lnTo>
                  <a:lnTo>
                    <a:pt x="380672" y="2287878"/>
                  </a:lnTo>
                  <a:lnTo>
                    <a:pt x="390432" y="2285748"/>
                  </a:lnTo>
                  <a:lnTo>
                    <a:pt x="400193" y="2282918"/>
                  </a:lnTo>
                  <a:lnTo>
                    <a:pt x="409954" y="2280809"/>
                  </a:lnTo>
                  <a:lnTo>
                    <a:pt x="419715" y="2278745"/>
                  </a:lnTo>
                  <a:lnTo>
                    <a:pt x="429476" y="2275318"/>
                  </a:lnTo>
                  <a:lnTo>
                    <a:pt x="439236" y="2271339"/>
                  </a:lnTo>
                  <a:lnTo>
                    <a:pt x="448997" y="2268320"/>
                  </a:lnTo>
                  <a:lnTo>
                    <a:pt x="458758" y="2264809"/>
                  </a:lnTo>
                  <a:lnTo>
                    <a:pt x="468519" y="2262205"/>
                  </a:lnTo>
                  <a:lnTo>
                    <a:pt x="478280" y="2259275"/>
                  </a:lnTo>
                  <a:lnTo>
                    <a:pt x="488041" y="2256474"/>
                  </a:lnTo>
                  <a:lnTo>
                    <a:pt x="497801" y="2253655"/>
                  </a:lnTo>
                  <a:lnTo>
                    <a:pt x="507562" y="2250839"/>
                  </a:lnTo>
                  <a:lnTo>
                    <a:pt x="517323" y="2248748"/>
                  </a:lnTo>
                  <a:lnTo>
                    <a:pt x="527084" y="2246478"/>
                  </a:lnTo>
                  <a:lnTo>
                    <a:pt x="536845" y="2243644"/>
                  </a:lnTo>
                  <a:lnTo>
                    <a:pt x="546606" y="2241308"/>
                  </a:lnTo>
                  <a:lnTo>
                    <a:pt x="556366" y="2240681"/>
                  </a:lnTo>
                  <a:lnTo>
                    <a:pt x="566127" y="2236811"/>
                  </a:lnTo>
                  <a:lnTo>
                    <a:pt x="575888" y="2231927"/>
                  </a:lnTo>
                  <a:lnTo>
                    <a:pt x="585649" y="2227577"/>
                  </a:lnTo>
                  <a:lnTo>
                    <a:pt x="595410" y="2224582"/>
                  </a:lnTo>
                  <a:lnTo>
                    <a:pt x="605170" y="2220635"/>
                  </a:lnTo>
                  <a:lnTo>
                    <a:pt x="614931" y="2216853"/>
                  </a:lnTo>
                  <a:lnTo>
                    <a:pt x="624692" y="2213987"/>
                  </a:lnTo>
                  <a:lnTo>
                    <a:pt x="634453" y="2211433"/>
                  </a:lnTo>
                  <a:lnTo>
                    <a:pt x="644214" y="2207661"/>
                  </a:lnTo>
                  <a:lnTo>
                    <a:pt x="653975" y="2203530"/>
                  </a:lnTo>
                  <a:lnTo>
                    <a:pt x="663735" y="2200043"/>
                  </a:lnTo>
                  <a:lnTo>
                    <a:pt x="673496" y="2197547"/>
                  </a:lnTo>
                  <a:lnTo>
                    <a:pt x="683257" y="2193679"/>
                  </a:lnTo>
                  <a:lnTo>
                    <a:pt x="693018" y="2189732"/>
                  </a:lnTo>
                  <a:lnTo>
                    <a:pt x="702779" y="2185783"/>
                  </a:lnTo>
                  <a:lnTo>
                    <a:pt x="712539" y="2181749"/>
                  </a:lnTo>
                  <a:lnTo>
                    <a:pt x="722300" y="2177652"/>
                  </a:lnTo>
                  <a:lnTo>
                    <a:pt x="732061" y="2173704"/>
                  </a:lnTo>
                  <a:lnTo>
                    <a:pt x="741822" y="2169578"/>
                  </a:lnTo>
                  <a:lnTo>
                    <a:pt x="751583" y="2164668"/>
                  </a:lnTo>
                  <a:lnTo>
                    <a:pt x="761344" y="2161028"/>
                  </a:lnTo>
                  <a:lnTo>
                    <a:pt x="771104" y="2156970"/>
                  </a:lnTo>
                  <a:lnTo>
                    <a:pt x="780865" y="2151370"/>
                  </a:lnTo>
                  <a:lnTo>
                    <a:pt x="790626" y="2148221"/>
                  </a:lnTo>
                  <a:lnTo>
                    <a:pt x="800387" y="2145087"/>
                  </a:lnTo>
                  <a:lnTo>
                    <a:pt x="810148" y="2141893"/>
                  </a:lnTo>
                  <a:lnTo>
                    <a:pt x="819909" y="2136578"/>
                  </a:lnTo>
                  <a:lnTo>
                    <a:pt x="829669" y="2134298"/>
                  </a:lnTo>
                  <a:lnTo>
                    <a:pt x="839430" y="2130401"/>
                  </a:lnTo>
                  <a:lnTo>
                    <a:pt x="849191" y="2126479"/>
                  </a:lnTo>
                  <a:lnTo>
                    <a:pt x="858952" y="2122532"/>
                  </a:lnTo>
                  <a:lnTo>
                    <a:pt x="868713" y="2118178"/>
                  </a:lnTo>
                  <a:lnTo>
                    <a:pt x="878473" y="2114562"/>
                  </a:lnTo>
                  <a:lnTo>
                    <a:pt x="888234" y="2110718"/>
                  </a:lnTo>
                  <a:lnTo>
                    <a:pt x="897995" y="2106472"/>
                  </a:lnTo>
                  <a:lnTo>
                    <a:pt x="907756" y="2099856"/>
                  </a:lnTo>
                  <a:lnTo>
                    <a:pt x="917517" y="2094400"/>
                  </a:lnTo>
                  <a:lnTo>
                    <a:pt x="927278" y="2089725"/>
                  </a:lnTo>
                  <a:lnTo>
                    <a:pt x="937038" y="2084621"/>
                  </a:lnTo>
                  <a:lnTo>
                    <a:pt x="946799" y="2077921"/>
                  </a:lnTo>
                  <a:lnTo>
                    <a:pt x="956560" y="2072161"/>
                  </a:lnTo>
                  <a:lnTo>
                    <a:pt x="966321" y="2067329"/>
                  </a:lnTo>
                  <a:lnTo>
                    <a:pt x="976082" y="2062504"/>
                  </a:lnTo>
                  <a:lnTo>
                    <a:pt x="985842" y="2057645"/>
                  </a:lnTo>
                  <a:lnTo>
                    <a:pt x="995603" y="2052752"/>
                  </a:lnTo>
                  <a:lnTo>
                    <a:pt x="1005364" y="2047675"/>
                  </a:lnTo>
                  <a:lnTo>
                    <a:pt x="1015125" y="2042747"/>
                  </a:lnTo>
                  <a:lnTo>
                    <a:pt x="1024886" y="2037711"/>
                  </a:lnTo>
                  <a:lnTo>
                    <a:pt x="1034647" y="2032679"/>
                  </a:lnTo>
                  <a:lnTo>
                    <a:pt x="1044407" y="2027613"/>
                  </a:lnTo>
                  <a:lnTo>
                    <a:pt x="1054168" y="2021096"/>
                  </a:lnTo>
                  <a:lnTo>
                    <a:pt x="1063929" y="2016000"/>
                  </a:lnTo>
                  <a:lnTo>
                    <a:pt x="1073690" y="2009802"/>
                  </a:lnTo>
                  <a:lnTo>
                    <a:pt x="1083451" y="2003912"/>
                  </a:lnTo>
                  <a:lnTo>
                    <a:pt x="1093212" y="1996421"/>
                  </a:lnTo>
                  <a:lnTo>
                    <a:pt x="1102972" y="1988869"/>
                  </a:lnTo>
                  <a:lnTo>
                    <a:pt x="1112733" y="1981282"/>
                  </a:lnTo>
                  <a:lnTo>
                    <a:pt x="1122494" y="1974061"/>
                  </a:lnTo>
                  <a:lnTo>
                    <a:pt x="1132255" y="1965927"/>
                  </a:lnTo>
                  <a:lnTo>
                    <a:pt x="1142016" y="1959719"/>
                  </a:lnTo>
                  <a:lnTo>
                    <a:pt x="1151776" y="1954177"/>
                  </a:lnTo>
                  <a:lnTo>
                    <a:pt x="1161537" y="1948596"/>
                  </a:lnTo>
                  <a:lnTo>
                    <a:pt x="1171298" y="1939201"/>
                  </a:lnTo>
                  <a:lnTo>
                    <a:pt x="1181059" y="1929050"/>
                  </a:lnTo>
                  <a:lnTo>
                    <a:pt x="1190820" y="1918787"/>
                  </a:lnTo>
                  <a:lnTo>
                    <a:pt x="1200581" y="1912436"/>
                  </a:lnTo>
                  <a:lnTo>
                    <a:pt x="1210341" y="1906992"/>
                  </a:lnTo>
                  <a:lnTo>
                    <a:pt x="1220102" y="1902334"/>
                  </a:lnTo>
                  <a:lnTo>
                    <a:pt x="1229863" y="1896111"/>
                  </a:lnTo>
                  <a:lnTo>
                    <a:pt x="1239624" y="1890336"/>
                  </a:lnTo>
                  <a:lnTo>
                    <a:pt x="1249385" y="1884729"/>
                  </a:lnTo>
                  <a:lnTo>
                    <a:pt x="1259145" y="1876917"/>
                  </a:lnTo>
                  <a:lnTo>
                    <a:pt x="1268906" y="1868457"/>
                  </a:lnTo>
                  <a:lnTo>
                    <a:pt x="1278667" y="1861929"/>
                  </a:lnTo>
                  <a:lnTo>
                    <a:pt x="1288428" y="1854634"/>
                  </a:lnTo>
                  <a:lnTo>
                    <a:pt x="1298189" y="1846394"/>
                  </a:lnTo>
                  <a:lnTo>
                    <a:pt x="1307950" y="1838988"/>
                  </a:lnTo>
                  <a:lnTo>
                    <a:pt x="1317710" y="1832846"/>
                  </a:lnTo>
                  <a:lnTo>
                    <a:pt x="1327471" y="1826696"/>
                  </a:lnTo>
                  <a:lnTo>
                    <a:pt x="1337232" y="1819944"/>
                  </a:lnTo>
                  <a:lnTo>
                    <a:pt x="1346993" y="1811666"/>
                  </a:lnTo>
                  <a:lnTo>
                    <a:pt x="1356754" y="1803174"/>
                  </a:lnTo>
                  <a:lnTo>
                    <a:pt x="1366515" y="1793307"/>
                  </a:lnTo>
                  <a:lnTo>
                    <a:pt x="1376275" y="1784218"/>
                  </a:lnTo>
                  <a:lnTo>
                    <a:pt x="1386036" y="1775109"/>
                  </a:lnTo>
                  <a:lnTo>
                    <a:pt x="1395797" y="1767975"/>
                  </a:lnTo>
                  <a:lnTo>
                    <a:pt x="1405558" y="1757965"/>
                  </a:lnTo>
                  <a:lnTo>
                    <a:pt x="1415319" y="1747680"/>
                  </a:lnTo>
                  <a:lnTo>
                    <a:pt x="1425079" y="1737772"/>
                  </a:lnTo>
                  <a:lnTo>
                    <a:pt x="1434840" y="1728214"/>
                  </a:lnTo>
                  <a:lnTo>
                    <a:pt x="1444601" y="1718573"/>
                  </a:lnTo>
                  <a:lnTo>
                    <a:pt x="1454362" y="1706724"/>
                  </a:lnTo>
                  <a:lnTo>
                    <a:pt x="1464123" y="1695794"/>
                  </a:lnTo>
                  <a:lnTo>
                    <a:pt x="1473884" y="1685123"/>
                  </a:lnTo>
                  <a:lnTo>
                    <a:pt x="1483644" y="1674788"/>
                  </a:lnTo>
                  <a:lnTo>
                    <a:pt x="1493405" y="1664954"/>
                  </a:lnTo>
                  <a:lnTo>
                    <a:pt x="1503166" y="1653191"/>
                  </a:lnTo>
                  <a:lnTo>
                    <a:pt x="1512927" y="1645111"/>
                  </a:lnTo>
                  <a:lnTo>
                    <a:pt x="1522688" y="1636610"/>
                  </a:lnTo>
                  <a:lnTo>
                    <a:pt x="1532448" y="1626860"/>
                  </a:lnTo>
                  <a:lnTo>
                    <a:pt x="1542209" y="1615056"/>
                  </a:lnTo>
                  <a:lnTo>
                    <a:pt x="1551970" y="1607202"/>
                  </a:lnTo>
                  <a:lnTo>
                    <a:pt x="1561731" y="1596588"/>
                  </a:lnTo>
                  <a:lnTo>
                    <a:pt x="1571492" y="1586016"/>
                  </a:lnTo>
                  <a:lnTo>
                    <a:pt x="1581253" y="1577261"/>
                  </a:lnTo>
                  <a:lnTo>
                    <a:pt x="1591013" y="1565207"/>
                  </a:lnTo>
                  <a:lnTo>
                    <a:pt x="1600774" y="1552654"/>
                  </a:lnTo>
                  <a:lnTo>
                    <a:pt x="1610535" y="1540949"/>
                  </a:lnTo>
                  <a:lnTo>
                    <a:pt x="1620296" y="1530026"/>
                  </a:lnTo>
                  <a:lnTo>
                    <a:pt x="1630057" y="1517601"/>
                  </a:lnTo>
                  <a:lnTo>
                    <a:pt x="1639818" y="1504842"/>
                  </a:lnTo>
                  <a:lnTo>
                    <a:pt x="1649578" y="1492009"/>
                  </a:lnTo>
                  <a:lnTo>
                    <a:pt x="1659339" y="1481886"/>
                  </a:lnTo>
                  <a:lnTo>
                    <a:pt x="1669100" y="1473653"/>
                  </a:lnTo>
                  <a:lnTo>
                    <a:pt x="1678861" y="1462000"/>
                  </a:lnTo>
                  <a:lnTo>
                    <a:pt x="1688622" y="1450255"/>
                  </a:lnTo>
                  <a:lnTo>
                    <a:pt x="1698382" y="1438437"/>
                  </a:lnTo>
                  <a:lnTo>
                    <a:pt x="1708143" y="1428018"/>
                  </a:lnTo>
                  <a:lnTo>
                    <a:pt x="1717904" y="1416230"/>
                  </a:lnTo>
                  <a:lnTo>
                    <a:pt x="1727665" y="1402784"/>
                  </a:lnTo>
                  <a:lnTo>
                    <a:pt x="1737426" y="1389956"/>
                  </a:lnTo>
                  <a:lnTo>
                    <a:pt x="1747187" y="1377592"/>
                  </a:lnTo>
                  <a:lnTo>
                    <a:pt x="1756947" y="1364921"/>
                  </a:lnTo>
                  <a:lnTo>
                    <a:pt x="1766708" y="1351621"/>
                  </a:lnTo>
                  <a:lnTo>
                    <a:pt x="1776469" y="1338149"/>
                  </a:lnTo>
                  <a:lnTo>
                    <a:pt x="1786230" y="1324869"/>
                  </a:lnTo>
                  <a:lnTo>
                    <a:pt x="1795991" y="1310908"/>
                  </a:lnTo>
                  <a:lnTo>
                    <a:pt x="1805752" y="1297194"/>
                  </a:lnTo>
                  <a:lnTo>
                    <a:pt x="1815512" y="1283281"/>
                  </a:lnTo>
                  <a:lnTo>
                    <a:pt x="1825273" y="1269323"/>
                  </a:lnTo>
                  <a:lnTo>
                    <a:pt x="1835034" y="1255219"/>
                  </a:lnTo>
                  <a:lnTo>
                    <a:pt x="1844795" y="1241006"/>
                  </a:lnTo>
                  <a:lnTo>
                    <a:pt x="1854556" y="1226700"/>
                  </a:lnTo>
                  <a:lnTo>
                    <a:pt x="1864316" y="1212288"/>
                  </a:lnTo>
                  <a:lnTo>
                    <a:pt x="1874077" y="1197768"/>
                  </a:lnTo>
                  <a:lnTo>
                    <a:pt x="1883838" y="1183717"/>
                  </a:lnTo>
                  <a:lnTo>
                    <a:pt x="1893599" y="1170135"/>
                  </a:lnTo>
                  <a:lnTo>
                    <a:pt x="1903360" y="1157407"/>
                  </a:lnTo>
                  <a:lnTo>
                    <a:pt x="1913121" y="1145181"/>
                  </a:lnTo>
                  <a:lnTo>
                    <a:pt x="1922881" y="1129313"/>
                  </a:lnTo>
                  <a:lnTo>
                    <a:pt x="1932642" y="1114435"/>
                  </a:lnTo>
                  <a:lnTo>
                    <a:pt x="1942403" y="1097151"/>
                  </a:lnTo>
                  <a:lnTo>
                    <a:pt x="1952164" y="1080473"/>
                  </a:lnTo>
                  <a:lnTo>
                    <a:pt x="1961925" y="1063907"/>
                  </a:lnTo>
                  <a:lnTo>
                    <a:pt x="1971685" y="1047266"/>
                  </a:lnTo>
                  <a:lnTo>
                    <a:pt x="1981446" y="1030855"/>
                  </a:lnTo>
                  <a:lnTo>
                    <a:pt x="1991207" y="1015135"/>
                  </a:lnTo>
                  <a:lnTo>
                    <a:pt x="2000968" y="996812"/>
                  </a:lnTo>
                  <a:lnTo>
                    <a:pt x="2010729" y="979307"/>
                  </a:lnTo>
                  <a:lnTo>
                    <a:pt x="2020490" y="960797"/>
                  </a:lnTo>
                  <a:lnTo>
                    <a:pt x="2030250" y="944742"/>
                  </a:lnTo>
                  <a:lnTo>
                    <a:pt x="2040011" y="927098"/>
                  </a:lnTo>
                  <a:lnTo>
                    <a:pt x="2049772" y="910165"/>
                  </a:lnTo>
                  <a:lnTo>
                    <a:pt x="2059533" y="894263"/>
                  </a:lnTo>
                  <a:lnTo>
                    <a:pt x="2069294" y="878262"/>
                  </a:lnTo>
                  <a:lnTo>
                    <a:pt x="2079055" y="861690"/>
                  </a:lnTo>
                  <a:lnTo>
                    <a:pt x="2088815" y="841179"/>
                  </a:lnTo>
                  <a:lnTo>
                    <a:pt x="2098576" y="821025"/>
                  </a:lnTo>
                  <a:lnTo>
                    <a:pt x="2108337" y="805629"/>
                  </a:lnTo>
                  <a:lnTo>
                    <a:pt x="2118098" y="791554"/>
                  </a:lnTo>
                  <a:lnTo>
                    <a:pt x="2127859" y="777407"/>
                  </a:lnTo>
                  <a:lnTo>
                    <a:pt x="2137619" y="763189"/>
                  </a:lnTo>
                  <a:lnTo>
                    <a:pt x="2147380" y="746763"/>
                  </a:lnTo>
                  <a:lnTo>
                    <a:pt x="2157141" y="729128"/>
                  </a:lnTo>
                  <a:lnTo>
                    <a:pt x="2166902" y="711386"/>
                  </a:lnTo>
                  <a:lnTo>
                    <a:pt x="2176663" y="693832"/>
                  </a:lnTo>
                  <a:lnTo>
                    <a:pt x="2186424" y="677496"/>
                  </a:lnTo>
                  <a:lnTo>
                    <a:pt x="2196184" y="660719"/>
                  </a:lnTo>
                  <a:lnTo>
                    <a:pt x="2205945" y="642684"/>
                  </a:lnTo>
                  <a:lnTo>
                    <a:pt x="2215706" y="624545"/>
                  </a:lnTo>
                  <a:lnTo>
                    <a:pt x="2225467" y="606304"/>
                  </a:lnTo>
                  <a:lnTo>
                    <a:pt x="2235228" y="587961"/>
                  </a:lnTo>
                  <a:lnTo>
                    <a:pt x="2244988" y="569516"/>
                  </a:lnTo>
                  <a:lnTo>
                    <a:pt x="2254749" y="551020"/>
                  </a:lnTo>
                  <a:lnTo>
                    <a:pt x="2264510" y="532425"/>
                  </a:lnTo>
                  <a:lnTo>
                    <a:pt x="2274271" y="514975"/>
                  </a:lnTo>
                  <a:lnTo>
                    <a:pt x="2284032" y="496610"/>
                  </a:lnTo>
                  <a:lnTo>
                    <a:pt x="2293793" y="475852"/>
                  </a:lnTo>
                  <a:lnTo>
                    <a:pt x="2303553" y="456741"/>
                  </a:lnTo>
                  <a:lnTo>
                    <a:pt x="2313314" y="437599"/>
                  </a:lnTo>
                  <a:lnTo>
                    <a:pt x="2323075" y="418360"/>
                  </a:lnTo>
                  <a:lnTo>
                    <a:pt x="2332836" y="399024"/>
                  </a:lnTo>
                  <a:lnTo>
                    <a:pt x="2342597" y="379592"/>
                  </a:lnTo>
                  <a:lnTo>
                    <a:pt x="2352358" y="360066"/>
                  </a:lnTo>
                  <a:lnTo>
                    <a:pt x="2362118" y="340482"/>
                  </a:lnTo>
                  <a:lnTo>
                    <a:pt x="2371879" y="320820"/>
                  </a:lnTo>
                  <a:lnTo>
                    <a:pt x="2381640" y="301066"/>
                  </a:lnTo>
                  <a:lnTo>
                    <a:pt x="2391401" y="282020"/>
                  </a:lnTo>
                  <a:lnTo>
                    <a:pt x="2401162" y="263982"/>
                  </a:lnTo>
                  <a:lnTo>
                    <a:pt x="2410922" y="245870"/>
                  </a:lnTo>
                  <a:lnTo>
                    <a:pt x="2420683" y="227685"/>
                  </a:lnTo>
                  <a:lnTo>
                    <a:pt x="2430444" y="209427"/>
                  </a:lnTo>
                  <a:lnTo>
                    <a:pt x="2440205" y="191097"/>
                  </a:lnTo>
                  <a:lnTo>
                    <a:pt x="2449966" y="172695"/>
                  </a:lnTo>
                  <a:lnTo>
                    <a:pt x="2459727" y="153604"/>
                  </a:lnTo>
                  <a:lnTo>
                    <a:pt x="2469487" y="131319"/>
                  </a:lnTo>
                  <a:lnTo>
                    <a:pt x="2479248" y="108940"/>
                  </a:lnTo>
                  <a:lnTo>
                    <a:pt x="2489009" y="86461"/>
                  </a:lnTo>
                  <a:lnTo>
                    <a:pt x="2498770" y="63885"/>
                  </a:lnTo>
                  <a:lnTo>
                    <a:pt x="2508531" y="41213"/>
                  </a:lnTo>
                  <a:lnTo>
                    <a:pt x="2518291" y="20161"/>
                  </a:lnTo>
                  <a:lnTo>
                    <a:pt x="252805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0" name="pl79"/>
            <p:cNvSpPr/>
            <p:nvPr/>
          </p:nvSpPr>
          <p:spPr>
            <a:xfrm>
              <a:off x="6312408" y="5278556"/>
              <a:ext cx="2528052" cy="304646"/>
            </a:xfrm>
            <a:custGeom>
              <a:avLst/>
              <a:pathLst>
                <a:path w="2528052" h="304646">
                  <a:moveTo>
                    <a:pt x="2528052" y="0"/>
                  </a:moveTo>
                  <a:lnTo>
                    <a:pt x="2518291" y="1485"/>
                  </a:lnTo>
                  <a:lnTo>
                    <a:pt x="2508531" y="2537"/>
                  </a:lnTo>
                  <a:lnTo>
                    <a:pt x="2498770" y="3093"/>
                  </a:lnTo>
                  <a:lnTo>
                    <a:pt x="2489009" y="3695"/>
                  </a:lnTo>
                  <a:lnTo>
                    <a:pt x="2479248" y="5229"/>
                  </a:lnTo>
                  <a:lnTo>
                    <a:pt x="2469487" y="6758"/>
                  </a:lnTo>
                  <a:lnTo>
                    <a:pt x="2459727" y="8281"/>
                  </a:lnTo>
                  <a:lnTo>
                    <a:pt x="2449966" y="9799"/>
                  </a:lnTo>
                  <a:lnTo>
                    <a:pt x="2440205" y="11296"/>
                  </a:lnTo>
                  <a:lnTo>
                    <a:pt x="2430444" y="12782"/>
                  </a:lnTo>
                  <a:lnTo>
                    <a:pt x="2420683" y="13983"/>
                  </a:lnTo>
                  <a:lnTo>
                    <a:pt x="2410922" y="14618"/>
                  </a:lnTo>
                  <a:lnTo>
                    <a:pt x="2401162" y="15252"/>
                  </a:lnTo>
                  <a:lnTo>
                    <a:pt x="2391401" y="15885"/>
                  </a:lnTo>
                  <a:lnTo>
                    <a:pt x="2381640" y="16505"/>
                  </a:lnTo>
                  <a:lnTo>
                    <a:pt x="2371879" y="17108"/>
                  </a:lnTo>
                  <a:lnTo>
                    <a:pt x="2362118" y="17710"/>
                  </a:lnTo>
                  <a:lnTo>
                    <a:pt x="2352358" y="18311"/>
                  </a:lnTo>
                  <a:lnTo>
                    <a:pt x="2342597" y="18911"/>
                  </a:lnTo>
                  <a:lnTo>
                    <a:pt x="2332836" y="19777"/>
                  </a:lnTo>
                  <a:lnTo>
                    <a:pt x="2323075" y="20784"/>
                  </a:lnTo>
                  <a:lnTo>
                    <a:pt x="2313314" y="21788"/>
                  </a:lnTo>
                  <a:lnTo>
                    <a:pt x="2303553" y="22570"/>
                  </a:lnTo>
                  <a:lnTo>
                    <a:pt x="2293793" y="22938"/>
                  </a:lnTo>
                  <a:lnTo>
                    <a:pt x="2284032" y="23304"/>
                  </a:lnTo>
                  <a:lnTo>
                    <a:pt x="2274271" y="24010"/>
                  </a:lnTo>
                  <a:lnTo>
                    <a:pt x="2264510" y="25106"/>
                  </a:lnTo>
                  <a:lnTo>
                    <a:pt x="2254749" y="26200"/>
                  </a:lnTo>
                  <a:lnTo>
                    <a:pt x="2244988" y="27291"/>
                  </a:lnTo>
                  <a:lnTo>
                    <a:pt x="2235228" y="28379"/>
                  </a:lnTo>
                  <a:lnTo>
                    <a:pt x="2225467" y="29464"/>
                  </a:lnTo>
                  <a:lnTo>
                    <a:pt x="2215706" y="30546"/>
                  </a:lnTo>
                  <a:lnTo>
                    <a:pt x="2205945" y="31622"/>
                  </a:lnTo>
                  <a:lnTo>
                    <a:pt x="2196184" y="32690"/>
                  </a:lnTo>
                  <a:lnTo>
                    <a:pt x="2186424" y="33756"/>
                  </a:lnTo>
                  <a:lnTo>
                    <a:pt x="2176663" y="34738"/>
                  </a:lnTo>
                  <a:lnTo>
                    <a:pt x="2166902" y="35882"/>
                  </a:lnTo>
                  <a:lnTo>
                    <a:pt x="2157141" y="37026"/>
                  </a:lnTo>
                  <a:lnTo>
                    <a:pt x="2147380" y="38172"/>
                  </a:lnTo>
                  <a:lnTo>
                    <a:pt x="2137619" y="39311"/>
                  </a:lnTo>
                  <a:lnTo>
                    <a:pt x="2127859" y="40440"/>
                  </a:lnTo>
                  <a:lnTo>
                    <a:pt x="2118098" y="41379"/>
                  </a:lnTo>
                  <a:lnTo>
                    <a:pt x="2108337" y="42252"/>
                  </a:lnTo>
                  <a:lnTo>
                    <a:pt x="2098576" y="43355"/>
                  </a:lnTo>
                  <a:lnTo>
                    <a:pt x="2088815" y="44483"/>
                  </a:lnTo>
                  <a:lnTo>
                    <a:pt x="2079055" y="45605"/>
                  </a:lnTo>
                  <a:lnTo>
                    <a:pt x="2069294" y="46802"/>
                  </a:lnTo>
                  <a:lnTo>
                    <a:pt x="2059533" y="48277"/>
                  </a:lnTo>
                  <a:lnTo>
                    <a:pt x="2049772" y="49382"/>
                  </a:lnTo>
                  <a:lnTo>
                    <a:pt x="2040011" y="50047"/>
                  </a:lnTo>
                  <a:lnTo>
                    <a:pt x="2030250" y="51149"/>
                  </a:lnTo>
                  <a:lnTo>
                    <a:pt x="2020490" y="52247"/>
                  </a:lnTo>
                  <a:lnTo>
                    <a:pt x="2010729" y="53342"/>
                  </a:lnTo>
                  <a:lnTo>
                    <a:pt x="2000968" y="54427"/>
                  </a:lnTo>
                  <a:lnTo>
                    <a:pt x="1991207" y="55337"/>
                  </a:lnTo>
                  <a:lnTo>
                    <a:pt x="1981446" y="56274"/>
                  </a:lnTo>
                  <a:lnTo>
                    <a:pt x="1971685" y="57442"/>
                  </a:lnTo>
                  <a:lnTo>
                    <a:pt x="1961925" y="58246"/>
                  </a:lnTo>
                  <a:lnTo>
                    <a:pt x="1952164" y="58738"/>
                  </a:lnTo>
                  <a:lnTo>
                    <a:pt x="1942403" y="59747"/>
                  </a:lnTo>
                  <a:lnTo>
                    <a:pt x="1932642" y="60914"/>
                  </a:lnTo>
                  <a:lnTo>
                    <a:pt x="1922881" y="62380"/>
                  </a:lnTo>
                  <a:lnTo>
                    <a:pt x="1913121" y="62973"/>
                  </a:lnTo>
                  <a:lnTo>
                    <a:pt x="1903360" y="63748"/>
                  </a:lnTo>
                  <a:lnTo>
                    <a:pt x="1893599" y="64742"/>
                  </a:lnTo>
                  <a:lnTo>
                    <a:pt x="1883838" y="65733"/>
                  </a:lnTo>
                  <a:lnTo>
                    <a:pt x="1874077" y="66721"/>
                  </a:lnTo>
                  <a:lnTo>
                    <a:pt x="1864316" y="67706"/>
                  </a:lnTo>
                  <a:lnTo>
                    <a:pt x="1854556" y="68689"/>
                  </a:lnTo>
                  <a:lnTo>
                    <a:pt x="1844795" y="69669"/>
                  </a:lnTo>
                  <a:lnTo>
                    <a:pt x="1835034" y="70647"/>
                  </a:lnTo>
                  <a:lnTo>
                    <a:pt x="1825273" y="71622"/>
                  </a:lnTo>
                  <a:lnTo>
                    <a:pt x="1815512" y="72594"/>
                  </a:lnTo>
                  <a:lnTo>
                    <a:pt x="1805752" y="73564"/>
                  </a:lnTo>
                  <a:lnTo>
                    <a:pt x="1795991" y="74575"/>
                  </a:lnTo>
                  <a:lnTo>
                    <a:pt x="1786230" y="76333"/>
                  </a:lnTo>
                  <a:lnTo>
                    <a:pt x="1776469" y="78078"/>
                  </a:lnTo>
                  <a:lnTo>
                    <a:pt x="1766708" y="79214"/>
                  </a:lnTo>
                  <a:lnTo>
                    <a:pt x="1756947" y="79891"/>
                  </a:lnTo>
                  <a:lnTo>
                    <a:pt x="1747187" y="80341"/>
                  </a:lnTo>
                  <a:lnTo>
                    <a:pt x="1737426" y="81271"/>
                  </a:lnTo>
                  <a:lnTo>
                    <a:pt x="1727665" y="81980"/>
                  </a:lnTo>
                  <a:lnTo>
                    <a:pt x="1717904" y="82667"/>
                  </a:lnTo>
                  <a:lnTo>
                    <a:pt x="1708143" y="83353"/>
                  </a:lnTo>
                  <a:lnTo>
                    <a:pt x="1698382" y="84056"/>
                  </a:lnTo>
                  <a:lnTo>
                    <a:pt x="1688622" y="85049"/>
                  </a:lnTo>
                  <a:lnTo>
                    <a:pt x="1678861" y="86082"/>
                  </a:lnTo>
                  <a:lnTo>
                    <a:pt x="1669100" y="87111"/>
                  </a:lnTo>
                  <a:lnTo>
                    <a:pt x="1659339" y="88137"/>
                  </a:lnTo>
                  <a:lnTo>
                    <a:pt x="1649578" y="89160"/>
                  </a:lnTo>
                  <a:lnTo>
                    <a:pt x="1639818" y="90180"/>
                  </a:lnTo>
                  <a:lnTo>
                    <a:pt x="1630057" y="91190"/>
                  </a:lnTo>
                  <a:lnTo>
                    <a:pt x="1620296" y="92196"/>
                  </a:lnTo>
                  <a:lnTo>
                    <a:pt x="1610535" y="93199"/>
                  </a:lnTo>
                  <a:lnTo>
                    <a:pt x="1600774" y="94192"/>
                  </a:lnTo>
                  <a:lnTo>
                    <a:pt x="1591013" y="95087"/>
                  </a:lnTo>
                  <a:lnTo>
                    <a:pt x="1581253" y="95098"/>
                  </a:lnTo>
                  <a:lnTo>
                    <a:pt x="1571492" y="96220"/>
                  </a:lnTo>
                  <a:lnTo>
                    <a:pt x="1561731" y="97409"/>
                  </a:lnTo>
                  <a:lnTo>
                    <a:pt x="1551970" y="98588"/>
                  </a:lnTo>
                  <a:lnTo>
                    <a:pt x="1542209" y="99365"/>
                  </a:lnTo>
                  <a:lnTo>
                    <a:pt x="1532448" y="100020"/>
                  </a:lnTo>
                  <a:lnTo>
                    <a:pt x="1522688" y="100668"/>
                  </a:lnTo>
                  <a:lnTo>
                    <a:pt x="1512927" y="101358"/>
                  </a:lnTo>
                  <a:lnTo>
                    <a:pt x="1503166" y="102410"/>
                  </a:lnTo>
                  <a:lnTo>
                    <a:pt x="1493405" y="103899"/>
                  </a:lnTo>
                  <a:lnTo>
                    <a:pt x="1483644" y="104053"/>
                  </a:lnTo>
                  <a:lnTo>
                    <a:pt x="1473884" y="104951"/>
                  </a:lnTo>
                  <a:lnTo>
                    <a:pt x="1464123" y="105822"/>
                  </a:lnTo>
                  <a:lnTo>
                    <a:pt x="1454362" y="106682"/>
                  </a:lnTo>
                  <a:lnTo>
                    <a:pt x="1444601" y="107539"/>
                  </a:lnTo>
                  <a:lnTo>
                    <a:pt x="1434840" y="107957"/>
                  </a:lnTo>
                  <a:lnTo>
                    <a:pt x="1425079" y="109297"/>
                  </a:lnTo>
                  <a:lnTo>
                    <a:pt x="1415319" y="110243"/>
                  </a:lnTo>
                  <a:lnTo>
                    <a:pt x="1405558" y="111208"/>
                  </a:lnTo>
                  <a:lnTo>
                    <a:pt x="1395797" y="112819"/>
                  </a:lnTo>
                  <a:lnTo>
                    <a:pt x="1386036" y="114409"/>
                  </a:lnTo>
                  <a:lnTo>
                    <a:pt x="1376275" y="115985"/>
                  </a:lnTo>
                  <a:lnTo>
                    <a:pt x="1366515" y="117483"/>
                  </a:lnTo>
                  <a:lnTo>
                    <a:pt x="1356754" y="118434"/>
                  </a:lnTo>
                  <a:lnTo>
                    <a:pt x="1346993" y="119380"/>
                  </a:lnTo>
                  <a:lnTo>
                    <a:pt x="1337232" y="120291"/>
                  </a:lnTo>
                  <a:lnTo>
                    <a:pt x="1327471" y="121066"/>
                  </a:lnTo>
                  <a:lnTo>
                    <a:pt x="1317710" y="122134"/>
                  </a:lnTo>
                  <a:lnTo>
                    <a:pt x="1307950" y="123053"/>
                  </a:lnTo>
                  <a:lnTo>
                    <a:pt x="1298189" y="123990"/>
                  </a:lnTo>
                  <a:lnTo>
                    <a:pt x="1288428" y="124913"/>
                  </a:lnTo>
                  <a:lnTo>
                    <a:pt x="1278667" y="126301"/>
                  </a:lnTo>
                  <a:lnTo>
                    <a:pt x="1268906" y="127890"/>
                  </a:lnTo>
                  <a:lnTo>
                    <a:pt x="1259145" y="129153"/>
                  </a:lnTo>
                  <a:lnTo>
                    <a:pt x="1249385" y="130861"/>
                  </a:lnTo>
                  <a:lnTo>
                    <a:pt x="1239624" y="132977"/>
                  </a:lnTo>
                  <a:lnTo>
                    <a:pt x="1229863" y="134294"/>
                  </a:lnTo>
                  <a:lnTo>
                    <a:pt x="1220102" y="135572"/>
                  </a:lnTo>
                  <a:lnTo>
                    <a:pt x="1210341" y="136183"/>
                  </a:lnTo>
                  <a:lnTo>
                    <a:pt x="1200581" y="138134"/>
                  </a:lnTo>
                  <a:lnTo>
                    <a:pt x="1190820" y="139399"/>
                  </a:lnTo>
                  <a:lnTo>
                    <a:pt x="1181059" y="140659"/>
                  </a:lnTo>
                  <a:lnTo>
                    <a:pt x="1171298" y="141883"/>
                  </a:lnTo>
                  <a:lnTo>
                    <a:pt x="1161537" y="143172"/>
                  </a:lnTo>
                  <a:lnTo>
                    <a:pt x="1151776" y="144676"/>
                  </a:lnTo>
                  <a:lnTo>
                    <a:pt x="1142016" y="146171"/>
                  </a:lnTo>
                  <a:lnTo>
                    <a:pt x="1132255" y="147644"/>
                  </a:lnTo>
                  <a:lnTo>
                    <a:pt x="1122494" y="148318"/>
                  </a:lnTo>
                  <a:lnTo>
                    <a:pt x="1112733" y="149389"/>
                  </a:lnTo>
                  <a:lnTo>
                    <a:pt x="1102972" y="150744"/>
                  </a:lnTo>
                  <a:lnTo>
                    <a:pt x="1093212" y="152277"/>
                  </a:lnTo>
                  <a:lnTo>
                    <a:pt x="1083451" y="154027"/>
                  </a:lnTo>
                  <a:lnTo>
                    <a:pt x="1073690" y="155764"/>
                  </a:lnTo>
                  <a:lnTo>
                    <a:pt x="1063929" y="157490"/>
                  </a:lnTo>
                  <a:lnTo>
                    <a:pt x="1054168" y="158898"/>
                  </a:lnTo>
                  <a:lnTo>
                    <a:pt x="1044407" y="160585"/>
                  </a:lnTo>
                  <a:lnTo>
                    <a:pt x="1034647" y="162004"/>
                  </a:lnTo>
                  <a:lnTo>
                    <a:pt x="1024886" y="163404"/>
                  </a:lnTo>
                  <a:lnTo>
                    <a:pt x="1015125" y="164602"/>
                  </a:lnTo>
                  <a:lnTo>
                    <a:pt x="1005364" y="165446"/>
                  </a:lnTo>
                  <a:lnTo>
                    <a:pt x="995603" y="167535"/>
                  </a:lnTo>
                  <a:lnTo>
                    <a:pt x="985842" y="168903"/>
                  </a:lnTo>
                  <a:lnTo>
                    <a:pt x="976082" y="170590"/>
                  </a:lnTo>
                  <a:lnTo>
                    <a:pt x="966321" y="171978"/>
                  </a:lnTo>
                  <a:lnTo>
                    <a:pt x="956560" y="172948"/>
                  </a:lnTo>
                  <a:lnTo>
                    <a:pt x="946799" y="174732"/>
                  </a:lnTo>
                  <a:lnTo>
                    <a:pt x="937038" y="175740"/>
                  </a:lnTo>
                  <a:lnTo>
                    <a:pt x="927278" y="176950"/>
                  </a:lnTo>
                  <a:lnTo>
                    <a:pt x="917517" y="178007"/>
                  </a:lnTo>
                  <a:lnTo>
                    <a:pt x="907756" y="179256"/>
                  </a:lnTo>
                  <a:lnTo>
                    <a:pt x="897995" y="179909"/>
                  </a:lnTo>
                  <a:lnTo>
                    <a:pt x="888234" y="181129"/>
                  </a:lnTo>
                  <a:lnTo>
                    <a:pt x="878473" y="182156"/>
                  </a:lnTo>
                  <a:lnTo>
                    <a:pt x="868713" y="183786"/>
                  </a:lnTo>
                  <a:lnTo>
                    <a:pt x="858952" y="185385"/>
                  </a:lnTo>
                  <a:lnTo>
                    <a:pt x="849191" y="187003"/>
                  </a:lnTo>
                  <a:lnTo>
                    <a:pt x="839430" y="188508"/>
                  </a:lnTo>
                  <a:lnTo>
                    <a:pt x="829669" y="189857"/>
                  </a:lnTo>
                  <a:lnTo>
                    <a:pt x="819909" y="191363"/>
                  </a:lnTo>
                  <a:lnTo>
                    <a:pt x="810148" y="192869"/>
                  </a:lnTo>
                  <a:lnTo>
                    <a:pt x="800387" y="194485"/>
                  </a:lnTo>
                  <a:lnTo>
                    <a:pt x="790626" y="195837"/>
                  </a:lnTo>
                  <a:lnTo>
                    <a:pt x="780865" y="197083"/>
                  </a:lnTo>
                  <a:lnTo>
                    <a:pt x="771104" y="198268"/>
                  </a:lnTo>
                  <a:lnTo>
                    <a:pt x="761344" y="199647"/>
                  </a:lnTo>
                  <a:lnTo>
                    <a:pt x="751583" y="200975"/>
                  </a:lnTo>
                  <a:lnTo>
                    <a:pt x="741822" y="201895"/>
                  </a:lnTo>
                  <a:lnTo>
                    <a:pt x="732061" y="203365"/>
                  </a:lnTo>
                  <a:lnTo>
                    <a:pt x="722300" y="204341"/>
                  </a:lnTo>
                  <a:lnTo>
                    <a:pt x="712539" y="205808"/>
                  </a:lnTo>
                  <a:lnTo>
                    <a:pt x="702779" y="206982"/>
                  </a:lnTo>
                  <a:lnTo>
                    <a:pt x="693018" y="208735"/>
                  </a:lnTo>
                  <a:lnTo>
                    <a:pt x="683257" y="210173"/>
                  </a:lnTo>
                  <a:lnTo>
                    <a:pt x="673496" y="210779"/>
                  </a:lnTo>
                  <a:lnTo>
                    <a:pt x="663735" y="212363"/>
                  </a:lnTo>
                  <a:lnTo>
                    <a:pt x="653975" y="213250"/>
                  </a:lnTo>
                  <a:lnTo>
                    <a:pt x="644214" y="214643"/>
                  </a:lnTo>
                  <a:lnTo>
                    <a:pt x="634453" y="215985"/>
                  </a:lnTo>
                  <a:lnTo>
                    <a:pt x="624692" y="217658"/>
                  </a:lnTo>
                  <a:lnTo>
                    <a:pt x="614931" y="219366"/>
                  </a:lnTo>
                  <a:lnTo>
                    <a:pt x="605170" y="220929"/>
                  </a:lnTo>
                  <a:lnTo>
                    <a:pt x="595410" y="222447"/>
                  </a:lnTo>
                  <a:lnTo>
                    <a:pt x="585649" y="223997"/>
                  </a:lnTo>
                  <a:lnTo>
                    <a:pt x="575888" y="225440"/>
                  </a:lnTo>
                  <a:lnTo>
                    <a:pt x="566127" y="226775"/>
                  </a:lnTo>
                  <a:lnTo>
                    <a:pt x="556366" y="228100"/>
                  </a:lnTo>
                  <a:lnTo>
                    <a:pt x="546606" y="229416"/>
                  </a:lnTo>
                  <a:lnTo>
                    <a:pt x="536845" y="231062"/>
                  </a:lnTo>
                  <a:lnTo>
                    <a:pt x="527084" y="232011"/>
                  </a:lnTo>
                  <a:lnTo>
                    <a:pt x="517323" y="233443"/>
                  </a:lnTo>
                  <a:lnTo>
                    <a:pt x="507562" y="235280"/>
                  </a:lnTo>
                  <a:lnTo>
                    <a:pt x="497801" y="236594"/>
                  </a:lnTo>
                  <a:lnTo>
                    <a:pt x="488041" y="238140"/>
                  </a:lnTo>
                  <a:lnTo>
                    <a:pt x="478280" y="239779"/>
                  </a:lnTo>
                  <a:lnTo>
                    <a:pt x="468519" y="241091"/>
                  </a:lnTo>
                  <a:lnTo>
                    <a:pt x="458758" y="242324"/>
                  </a:lnTo>
                  <a:lnTo>
                    <a:pt x="448997" y="243742"/>
                  </a:lnTo>
                  <a:lnTo>
                    <a:pt x="439236" y="245214"/>
                  </a:lnTo>
                  <a:lnTo>
                    <a:pt x="429476" y="246542"/>
                  </a:lnTo>
                  <a:lnTo>
                    <a:pt x="419715" y="247859"/>
                  </a:lnTo>
                  <a:lnTo>
                    <a:pt x="409954" y="249169"/>
                  </a:lnTo>
                  <a:lnTo>
                    <a:pt x="400193" y="250471"/>
                  </a:lnTo>
                  <a:lnTo>
                    <a:pt x="390432" y="251765"/>
                  </a:lnTo>
                  <a:lnTo>
                    <a:pt x="380672" y="252996"/>
                  </a:lnTo>
                  <a:lnTo>
                    <a:pt x="370911" y="254436"/>
                  </a:lnTo>
                  <a:lnTo>
                    <a:pt x="361150" y="255573"/>
                  </a:lnTo>
                  <a:lnTo>
                    <a:pt x="351389" y="256822"/>
                  </a:lnTo>
                  <a:lnTo>
                    <a:pt x="341628" y="258141"/>
                  </a:lnTo>
                  <a:lnTo>
                    <a:pt x="331867" y="259320"/>
                  </a:lnTo>
                  <a:lnTo>
                    <a:pt x="322107" y="260517"/>
                  </a:lnTo>
                  <a:lnTo>
                    <a:pt x="312346" y="261795"/>
                  </a:lnTo>
                  <a:lnTo>
                    <a:pt x="302585" y="262929"/>
                  </a:lnTo>
                  <a:lnTo>
                    <a:pt x="292824" y="264121"/>
                  </a:lnTo>
                  <a:lnTo>
                    <a:pt x="283063" y="265310"/>
                  </a:lnTo>
                  <a:lnTo>
                    <a:pt x="273303" y="266886"/>
                  </a:lnTo>
                  <a:lnTo>
                    <a:pt x="263542" y="268649"/>
                  </a:lnTo>
                  <a:lnTo>
                    <a:pt x="253781" y="270253"/>
                  </a:lnTo>
                  <a:lnTo>
                    <a:pt x="244020" y="271926"/>
                  </a:lnTo>
                  <a:lnTo>
                    <a:pt x="234259" y="273499"/>
                  </a:lnTo>
                  <a:lnTo>
                    <a:pt x="224498" y="274939"/>
                  </a:lnTo>
                  <a:lnTo>
                    <a:pt x="214738" y="276616"/>
                  </a:lnTo>
                  <a:lnTo>
                    <a:pt x="204977" y="277929"/>
                  </a:lnTo>
                  <a:lnTo>
                    <a:pt x="195216" y="279124"/>
                  </a:lnTo>
                  <a:lnTo>
                    <a:pt x="185455" y="280631"/>
                  </a:lnTo>
                  <a:lnTo>
                    <a:pt x="175694" y="281856"/>
                  </a:lnTo>
                  <a:lnTo>
                    <a:pt x="165933" y="283434"/>
                  </a:lnTo>
                  <a:lnTo>
                    <a:pt x="156173" y="284786"/>
                  </a:lnTo>
                  <a:lnTo>
                    <a:pt x="146412" y="286255"/>
                  </a:lnTo>
                  <a:lnTo>
                    <a:pt x="136651" y="287711"/>
                  </a:lnTo>
                  <a:lnTo>
                    <a:pt x="126890" y="288922"/>
                  </a:lnTo>
                  <a:lnTo>
                    <a:pt x="117129" y="290082"/>
                  </a:lnTo>
                  <a:lnTo>
                    <a:pt x="107369" y="291541"/>
                  </a:lnTo>
                  <a:lnTo>
                    <a:pt x="97608" y="292945"/>
                  </a:lnTo>
                  <a:lnTo>
                    <a:pt x="87847" y="294358"/>
                  </a:lnTo>
                  <a:lnTo>
                    <a:pt x="78086" y="295476"/>
                  </a:lnTo>
                  <a:lnTo>
                    <a:pt x="68325" y="296527"/>
                  </a:lnTo>
                  <a:lnTo>
                    <a:pt x="58564" y="297699"/>
                  </a:lnTo>
                  <a:lnTo>
                    <a:pt x="48804" y="298925"/>
                  </a:lnTo>
                  <a:lnTo>
                    <a:pt x="39043" y="299974"/>
                  </a:lnTo>
                  <a:lnTo>
                    <a:pt x="29282" y="301073"/>
                  </a:lnTo>
                  <a:lnTo>
                    <a:pt x="19521" y="302296"/>
                  </a:lnTo>
                  <a:lnTo>
                    <a:pt x="9760" y="303488"/>
                  </a:lnTo>
                  <a:lnTo>
                    <a:pt x="0" y="3046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6312408" y="2924469"/>
              <a:ext cx="2528052" cy="2710560"/>
            </a:xfrm>
            <a:custGeom>
              <a:avLst/>
              <a:pathLst>
                <a:path w="2528052" h="2710560">
                  <a:moveTo>
                    <a:pt x="0" y="2571416"/>
                  </a:moveTo>
                  <a:lnTo>
                    <a:pt x="9760" y="2570657"/>
                  </a:lnTo>
                  <a:lnTo>
                    <a:pt x="19521" y="2569642"/>
                  </a:lnTo>
                  <a:lnTo>
                    <a:pt x="29282" y="2568305"/>
                  </a:lnTo>
                  <a:lnTo>
                    <a:pt x="39043" y="2566941"/>
                  </a:lnTo>
                  <a:lnTo>
                    <a:pt x="48804" y="2566576"/>
                  </a:lnTo>
                  <a:lnTo>
                    <a:pt x="58564" y="2565799"/>
                  </a:lnTo>
                  <a:lnTo>
                    <a:pt x="68325" y="2565212"/>
                  </a:lnTo>
                  <a:lnTo>
                    <a:pt x="78086" y="2563633"/>
                  </a:lnTo>
                  <a:lnTo>
                    <a:pt x="87847" y="2563255"/>
                  </a:lnTo>
                  <a:lnTo>
                    <a:pt x="97608" y="2562528"/>
                  </a:lnTo>
                  <a:lnTo>
                    <a:pt x="107369" y="2561232"/>
                  </a:lnTo>
                  <a:lnTo>
                    <a:pt x="117129" y="2559754"/>
                  </a:lnTo>
                  <a:lnTo>
                    <a:pt x="126890" y="2558148"/>
                  </a:lnTo>
                  <a:lnTo>
                    <a:pt x="136651" y="2557051"/>
                  </a:lnTo>
                  <a:lnTo>
                    <a:pt x="146412" y="2555924"/>
                  </a:lnTo>
                  <a:lnTo>
                    <a:pt x="156173" y="2554093"/>
                  </a:lnTo>
                  <a:lnTo>
                    <a:pt x="165933" y="2551999"/>
                  </a:lnTo>
                  <a:lnTo>
                    <a:pt x="175694" y="2550829"/>
                  </a:lnTo>
                  <a:lnTo>
                    <a:pt x="185455" y="2549653"/>
                  </a:lnTo>
                  <a:lnTo>
                    <a:pt x="195216" y="2548583"/>
                  </a:lnTo>
                  <a:lnTo>
                    <a:pt x="204977" y="2547571"/>
                  </a:lnTo>
                  <a:lnTo>
                    <a:pt x="214738" y="2546555"/>
                  </a:lnTo>
                  <a:lnTo>
                    <a:pt x="224498" y="2545005"/>
                  </a:lnTo>
                  <a:lnTo>
                    <a:pt x="234259" y="2543621"/>
                  </a:lnTo>
                  <a:lnTo>
                    <a:pt x="244020" y="2542431"/>
                  </a:lnTo>
                  <a:lnTo>
                    <a:pt x="253781" y="2540951"/>
                  </a:lnTo>
                  <a:lnTo>
                    <a:pt x="263542" y="2539270"/>
                  </a:lnTo>
                  <a:lnTo>
                    <a:pt x="273303" y="2538022"/>
                  </a:lnTo>
                  <a:lnTo>
                    <a:pt x="283063" y="2536375"/>
                  </a:lnTo>
                  <a:lnTo>
                    <a:pt x="292824" y="2534754"/>
                  </a:lnTo>
                  <a:lnTo>
                    <a:pt x="302585" y="2533421"/>
                  </a:lnTo>
                  <a:lnTo>
                    <a:pt x="312346" y="2531914"/>
                  </a:lnTo>
                  <a:lnTo>
                    <a:pt x="322107" y="2529889"/>
                  </a:lnTo>
                  <a:lnTo>
                    <a:pt x="331867" y="2527749"/>
                  </a:lnTo>
                  <a:lnTo>
                    <a:pt x="341628" y="2525573"/>
                  </a:lnTo>
                  <a:lnTo>
                    <a:pt x="351389" y="2525009"/>
                  </a:lnTo>
                  <a:lnTo>
                    <a:pt x="361150" y="2522800"/>
                  </a:lnTo>
                  <a:lnTo>
                    <a:pt x="370911" y="2521493"/>
                  </a:lnTo>
                  <a:lnTo>
                    <a:pt x="380672" y="2520546"/>
                  </a:lnTo>
                  <a:lnTo>
                    <a:pt x="390432" y="2519596"/>
                  </a:lnTo>
                  <a:lnTo>
                    <a:pt x="400193" y="2516657"/>
                  </a:lnTo>
                  <a:lnTo>
                    <a:pt x="409954" y="2513233"/>
                  </a:lnTo>
                  <a:lnTo>
                    <a:pt x="419715" y="2512761"/>
                  </a:lnTo>
                  <a:lnTo>
                    <a:pt x="429476" y="2511516"/>
                  </a:lnTo>
                  <a:lnTo>
                    <a:pt x="439236" y="2508951"/>
                  </a:lnTo>
                  <a:lnTo>
                    <a:pt x="448997" y="2507352"/>
                  </a:lnTo>
                  <a:lnTo>
                    <a:pt x="458758" y="2505724"/>
                  </a:lnTo>
                  <a:lnTo>
                    <a:pt x="468519" y="2504076"/>
                  </a:lnTo>
                  <a:lnTo>
                    <a:pt x="478280" y="2501889"/>
                  </a:lnTo>
                  <a:lnTo>
                    <a:pt x="488041" y="2499679"/>
                  </a:lnTo>
                  <a:lnTo>
                    <a:pt x="497801" y="2497250"/>
                  </a:lnTo>
                  <a:lnTo>
                    <a:pt x="507562" y="2494945"/>
                  </a:lnTo>
                  <a:lnTo>
                    <a:pt x="517323" y="2492955"/>
                  </a:lnTo>
                  <a:lnTo>
                    <a:pt x="527084" y="2490485"/>
                  </a:lnTo>
                  <a:lnTo>
                    <a:pt x="536845" y="2487529"/>
                  </a:lnTo>
                  <a:lnTo>
                    <a:pt x="546606" y="2485452"/>
                  </a:lnTo>
                  <a:lnTo>
                    <a:pt x="556366" y="2482486"/>
                  </a:lnTo>
                  <a:lnTo>
                    <a:pt x="566127" y="2479694"/>
                  </a:lnTo>
                  <a:lnTo>
                    <a:pt x="575888" y="2476751"/>
                  </a:lnTo>
                  <a:lnTo>
                    <a:pt x="585649" y="2475631"/>
                  </a:lnTo>
                  <a:lnTo>
                    <a:pt x="595410" y="2473092"/>
                  </a:lnTo>
                  <a:lnTo>
                    <a:pt x="605170" y="2471585"/>
                  </a:lnTo>
                  <a:lnTo>
                    <a:pt x="614931" y="2469838"/>
                  </a:lnTo>
                  <a:lnTo>
                    <a:pt x="624692" y="2467133"/>
                  </a:lnTo>
                  <a:lnTo>
                    <a:pt x="634453" y="2466202"/>
                  </a:lnTo>
                  <a:lnTo>
                    <a:pt x="644214" y="2463143"/>
                  </a:lnTo>
                  <a:lnTo>
                    <a:pt x="653975" y="2460276"/>
                  </a:lnTo>
                  <a:lnTo>
                    <a:pt x="663735" y="2456890"/>
                  </a:lnTo>
                  <a:lnTo>
                    <a:pt x="673496" y="2454313"/>
                  </a:lnTo>
                  <a:lnTo>
                    <a:pt x="683257" y="2451716"/>
                  </a:lnTo>
                  <a:lnTo>
                    <a:pt x="693018" y="2448393"/>
                  </a:lnTo>
                  <a:lnTo>
                    <a:pt x="702779" y="2444891"/>
                  </a:lnTo>
                  <a:lnTo>
                    <a:pt x="712539" y="2441353"/>
                  </a:lnTo>
                  <a:lnTo>
                    <a:pt x="722300" y="2437289"/>
                  </a:lnTo>
                  <a:lnTo>
                    <a:pt x="732061" y="2432337"/>
                  </a:lnTo>
                  <a:lnTo>
                    <a:pt x="741822" y="2427691"/>
                  </a:lnTo>
                  <a:lnTo>
                    <a:pt x="751583" y="2423023"/>
                  </a:lnTo>
                  <a:lnTo>
                    <a:pt x="761344" y="2419520"/>
                  </a:lnTo>
                  <a:lnTo>
                    <a:pt x="771104" y="2414752"/>
                  </a:lnTo>
                  <a:lnTo>
                    <a:pt x="780865" y="2412178"/>
                  </a:lnTo>
                  <a:lnTo>
                    <a:pt x="790626" y="2409643"/>
                  </a:lnTo>
                  <a:lnTo>
                    <a:pt x="800387" y="2404771"/>
                  </a:lnTo>
                  <a:lnTo>
                    <a:pt x="810148" y="2400711"/>
                  </a:lnTo>
                  <a:lnTo>
                    <a:pt x="819909" y="2397721"/>
                  </a:lnTo>
                  <a:lnTo>
                    <a:pt x="829669" y="2394841"/>
                  </a:lnTo>
                  <a:lnTo>
                    <a:pt x="839430" y="2391714"/>
                  </a:lnTo>
                  <a:lnTo>
                    <a:pt x="849191" y="2387097"/>
                  </a:lnTo>
                  <a:lnTo>
                    <a:pt x="858952" y="2383513"/>
                  </a:lnTo>
                  <a:lnTo>
                    <a:pt x="868713" y="2380295"/>
                  </a:lnTo>
                  <a:lnTo>
                    <a:pt x="878473" y="2377283"/>
                  </a:lnTo>
                  <a:lnTo>
                    <a:pt x="888234" y="2374463"/>
                  </a:lnTo>
                  <a:lnTo>
                    <a:pt x="897995" y="2371227"/>
                  </a:lnTo>
                  <a:lnTo>
                    <a:pt x="907756" y="2366552"/>
                  </a:lnTo>
                  <a:lnTo>
                    <a:pt x="917517" y="2361672"/>
                  </a:lnTo>
                  <a:lnTo>
                    <a:pt x="927278" y="2357634"/>
                  </a:lnTo>
                  <a:lnTo>
                    <a:pt x="937038" y="2354090"/>
                  </a:lnTo>
                  <a:lnTo>
                    <a:pt x="946799" y="2349486"/>
                  </a:lnTo>
                  <a:lnTo>
                    <a:pt x="956560" y="2344801"/>
                  </a:lnTo>
                  <a:lnTo>
                    <a:pt x="966321" y="2339873"/>
                  </a:lnTo>
                  <a:lnTo>
                    <a:pt x="976082" y="2334782"/>
                  </a:lnTo>
                  <a:lnTo>
                    <a:pt x="985842" y="2330436"/>
                  </a:lnTo>
                  <a:lnTo>
                    <a:pt x="995603" y="2326254"/>
                  </a:lnTo>
                  <a:lnTo>
                    <a:pt x="1005364" y="2321653"/>
                  </a:lnTo>
                  <a:lnTo>
                    <a:pt x="1015125" y="2316606"/>
                  </a:lnTo>
                  <a:lnTo>
                    <a:pt x="1024886" y="2311685"/>
                  </a:lnTo>
                  <a:lnTo>
                    <a:pt x="1034647" y="2307377"/>
                  </a:lnTo>
                  <a:lnTo>
                    <a:pt x="1044407" y="2301693"/>
                  </a:lnTo>
                  <a:lnTo>
                    <a:pt x="1054168" y="2296838"/>
                  </a:lnTo>
                  <a:lnTo>
                    <a:pt x="1063929" y="2291540"/>
                  </a:lnTo>
                  <a:lnTo>
                    <a:pt x="1073690" y="2286362"/>
                  </a:lnTo>
                  <a:lnTo>
                    <a:pt x="1083451" y="2281151"/>
                  </a:lnTo>
                  <a:lnTo>
                    <a:pt x="1093212" y="2274460"/>
                  </a:lnTo>
                  <a:lnTo>
                    <a:pt x="1102972" y="2268704"/>
                  </a:lnTo>
                  <a:lnTo>
                    <a:pt x="1112733" y="2262900"/>
                  </a:lnTo>
                  <a:lnTo>
                    <a:pt x="1122494" y="2257034"/>
                  </a:lnTo>
                  <a:lnTo>
                    <a:pt x="1132255" y="2251086"/>
                  </a:lnTo>
                  <a:lnTo>
                    <a:pt x="1142016" y="2245456"/>
                  </a:lnTo>
                  <a:lnTo>
                    <a:pt x="1151776" y="2239827"/>
                  </a:lnTo>
                  <a:lnTo>
                    <a:pt x="1161537" y="2233980"/>
                  </a:lnTo>
                  <a:lnTo>
                    <a:pt x="1171298" y="2228072"/>
                  </a:lnTo>
                  <a:lnTo>
                    <a:pt x="1181059" y="2221934"/>
                  </a:lnTo>
                  <a:lnTo>
                    <a:pt x="1190820" y="2214517"/>
                  </a:lnTo>
                  <a:lnTo>
                    <a:pt x="1200581" y="2208615"/>
                  </a:lnTo>
                  <a:lnTo>
                    <a:pt x="1210341" y="2202370"/>
                  </a:lnTo>
                  <a:lnTo>
                    <a:pt x="1220102" y="2195392"/>
                  </a:lnTo>
                  <a:lnTo>
                    <a:pt x="1229863" y="2189794"/>
                  </a:lnTo>
                  <a:lnTo>
                    <a:pt x="1239624" y="2184146"/>
                  </a:lnTo>
                  <a:lnTo>
                    <a:pt x="1249385" y="2175233"/>
                  </a:lnTo>
                  <a:lnTo>
                    <a:pt x="1259145" y="2169222"/>
                  </a:lnTo>
                  <a:lnTo>
                    <a:pt x="1268906" y="2160976"/>
                  </a:lnTo>
                  <a:lnTo>
                    <a:pt x="1278667" y="2153968"/>
                  </a:lnTo>
                  <a:lnTo>
                    <a:pt x="1288428" y="2145328"/>
                  </a:lnTo>
                  <a:lnTo>
                    <a:pt x="1298189" y="2137691"/>
                  </a:lnTo>
                  <a:lnTo>
                    <a:pt x="1307950" y="2130453"/>
                  </a:lnTo>
                  <a:lnTo>
                    <a:pt x="1317710" y="2122625"/>
                  </a:lnTo>
                  <a:lnTo>
                    <a:pt x="1327471" y="2113575"/>
                  </a:lnTo>
                  <a:lnTo>
                    <a:pt x="1337232" y="2104411"/>
                  </a:lnTo>
                  <a:lnTo>
                    <a:pt x="1346993" y="2095136"/>
                  </a:lnTo>
                  <a:lnTo>
                    <a:pt x="1356754" y="2085803"/>
                  </a:lnTo>
                  <a:lnTo>
                    <a:pt x="1366515" y="2076459"/>
                  </a:lnTo>
                  <a:lnTo>
                    <a:pt x="1376275" y="2067113"/>
                  </a:lnTo>
                  <a:lnTo>
                    <a:pt x="1386036" y="2056951"/>
                  </a:lnTo>
                  <a:lnTo>
                    <a:pt x="1395797" y="2047082"/>
                  </a:lnTo>
                  <a:lnTo>
                    <a:pt x="1405558" y="2037057"/>
                  </a:lnTo>
                  <a:lnTo>
                    <a:pt x="1415319" y="2026906"/>
                  </a:lnTo>
                  <a:lnTo>
                    <a:pt x="1425079" y="2016859"/>
                  </a:lnTo>
                  <a:lnTo>
                    <a:pt x="1434840" y="2009483"/>
                  </a:lnTo>
                  <a:lnTo>
                    <a:pt x="1444601" y="2002187"/>
                  </a:lnTo>
                  <a:lnTo>
                    <a:pt x="1454362" y="1995116"/>
                  </a:lnTo>
                  <a:lnTo>
                    <a:pt x="1464123" y="1986304"/>
                  </a:lnTo>
                  <a:lnTo>
                    <a:pt x="1473884" y="1974741"/>
                  </a:lnTo>
                  <a:lnTo>
                    <a:pt x="1483644" y="1963308"/>
                  </a:lnTo>
                  <a:lnTo>
                    <a:pt x="1493405" y="1952840"/>
                  </a:lnTo>
                  <a:lnTo>
                    <a:pt x="1503166" y="1941628"/>
                  </a:lnTo>
                  <a:lnTo>
                    <a:pt x="1512927" y="1932072"/>
                  </a:lnTo>
                  <a:lnTo>
                    <a:pt x="1522688" y="1922419"/>
                  </a:lnTo>
                  <a:lnTo>
                    <a:pt x="1532448" y="1912343"/>
                  </a:lnTo>
                  <a:lnTo>
                    <a:pt x="1542209" y="1900146"/>
                  </a:lnTo>
                  <a:lnTo>
                    <a:pt x="1551970" y="1888359"/>
                  </a:lnTo>
                  <a:lnTo>
                    <a:pt x="1561731" y="1877937"/>
                  </a:lnTo>
                  <a:lnTo>
                    <a:pt x="1571492" y="1867408"/>
                  </a:lnTo>
                  <a:lnTo>
                    <a:pt x="1581253" y="1856520"/>
                  </a:lnTo>
                  <a:lnTo>
                    <a:pt x="1591013" y="1844236"/>
                  </a:lnTo>
                  <a:lnTo>
                    <a:pt x="1600774" y="1831828"/>
                  </a:lnTo>
                  <a:lnTo>
                    <a:pt x="1610535" y="1818730"/>
                  </a:lnTo>
                  <a:lnTo>
                    <a:pt x="1620296" y="1805462"/>
                  </a:lnTo>
                  <a:lnTo>
                    <a:pt x="1630057" y="1792035"/>
                  </a:lnTo>
                  <a:lnTo>
                    <a:pt x="1639818" y="1778447"/>
                  </a:lnTo>
                  <a:lnTo>
                    <a:pt x="1649578" y="1764698"/>
                  </a:lnTo>
                  <a:lnTo>
                    <a:pt x="1659339" y="1750786"/>
                  </a:lnTo>
                  <a:lnTo>
                    <a:pt x="1669100" y="1736710"/>
                  </a:lnTo>
                  <a:lnTo>
                    <a:pt x="1678861" y="1722856"/>
                  </a:lnTo>
                  <a:lnTo>
                    <a:pt x="1688622" y="1710184"/>
                  </a:lnTo>
                  <a:lnTo>
                    <a:pt x="1698382" y="1695199"/>
                  </a:lnTo>
                  <a:lnTo>
                    <a:pt x="1708143" y="1680041"/>
                  </a:lnTo>
                  <a:lnTo>
                    <a:pt x="1717904" y="1664867"/>
                  </a:lnTo>
                  <a:lnTo>
                    <a:pt x="1727665" y="1650585"/>
                  </a:lnTo>
                  <a:lnTo>
                    <a:pt x="1737426" y="1634993"/>
                  </a:lnTo>
                  <a:lnTo>
                    <a:pt x="1747187" y="1619198"/>
                  </a:lnTo>
                  <a:lnTo>
                    <a:pt x="1756947" y="1603236"/>
                  </a:lnTo>
                  <a:lnTo>
                    <a:pt x="1766708" y="1589615"/>
                  </a:lnTo>
                  <a:lnTo>
                    <a:pt x="1776469" y="1575013"/>
                  </a:lnTo>
                  <a:lnTo>
                    <a:pt x="1786230" y="1559007"/>
                  </a:lnTo>
                  <a:lnTo>
                    <a:pt x="1795991" y="1542829"/>
                  </a:lnTo>
                  <a:lnTo>
                    <a:pt x="1805752" y="1526475"/>
                  </a:lnTo>
                  <a:lnTo>
                    <a:pt x="1815512" y="1508938"/>
                  </a:lnTo>
                  <a:lnTo>
                    <a:pt x="1825273" y="1493254"/>
                  </a:lnTo>
                  <a:lnTo>
                    <a:pt x="1835034" y="1476412"/>
                  </a:lnTo>
                  <a:lnTo>
                    <a:pt x="1844795" y="1459941"/>
                  </a:lnTo>
                  <a:lnTo>
                    <a:pt x="1854556" y="1446175"/>
                  </a:lnTo>
                  <a:lnTo>
                    <a:pt x="1864316" y="1432357"/>
                  </a:lnTo>
                  <a:lnTo>
                    <a:pt x="1874077" y="1416990"/>
                  </a:lnTo>
                  <a:lnTo>
                    <a:pt x="1883838" y="1400550"/>
                  </a:lnTo>
                  <a:lnTo>
                    <a:pt x="1893599" y="1384242"/>
                  </a:lnTo>
                  <a:lnTo>
                    <a:pt x="1903360" y="1367103"/>
                  </a:lnTo>
                  <a:lnTo>
                    <a:pt x="1913121" y="1349798"/>
                  </a:lnTo>
                  <a:lnTo>
                    <a:pt x="1922881" y="1331109"/>
                  </a:lnTo>
                  <a:lnTo>
                    <a:pt x="1932642" y="1311453"/>
                  </a:lnTo>
                  <a:lnTo>
                    <a:pt x="1942403" y="1294388"/>
                  </a:lnTo>
                  <a:lnTo>
                    <a:pt x="1952164" y="1279034"/>
                  </a:lnTo>
                  <a:lnTo>
                    <a:pt x="1961925" y="1260933"/>
                  </a:lnTo>
                  <a:lnTo>
                    <a:pt x="1971685" y="1242665"/>
                  </a:lnTo>
                  <a:lnTo>
                    <a:pt x="1981446" y="1224779"/>
                  </a:lnTo>
                  <a:lnTo>
                    <a:pt x="1991207" y="1206679"/>
                  </a:lnTo>
                  <a:lnTo>
                    <a:pt x="2000968" y="1186756"/>
                  </a:lnTo>
                  <a:lnTo>
                    <a:pt x="2010729" y="1167786"/>
                  </a:lnTo>
                  <a:lnTo>
                    <a:pt x="2020490" y="1149470"/>
                  </a:lnTo>
                  <a:lnTo>
                    <a:pt x="2030250" y="1130645"/>
                  </a:lnTo>
                  <a:lnTo>
                    <a:pt x="2040011" y="1115335"/>
                  </a:lnTo>
                  <a:lnTo>
                    <a:pt x="2049772" y="1096915"/>
                  </a:lnTo>
                  <a:lnTo>
                    <a:pt x="2059533" y="1078098"/>
                  </a:lnTo>
                  <a:lnTo>
                    <a:pt x="2069294" y="1059077"/>
                  </a:lnTo>
                  <a:lnTo>
                    <a:pt x="2079055" y="1039836"/>
                  </a:lnTo>
                  <a:lnTo>
                    <a:pt x="2088815" y="1020440"/>
                  </a:lnTo>
                  <a:lnTo>
                    <a:pt x="2098576" y="1000889"/>
                  </a:lnTo>
                  <a:lnTo>
                    <a:pt x="2108337" y="981183"/>
                  </a:lnTo>
                  <a:lnTo>
                    <a:pt x="2118098" y="961336"/>
                  </a:lnTo>
                  <a:lnTo>
                    <a:pt x="2127859" y="941363"/>
                  </a:lnTo>
                  <a:lnTo>
                    <a:pt x="2137619" y="921236"/>
                  </a:lnTo>
                  <a:lnTo>
                    <a:pt x="2147380" y="900956"/>
                  </a:lnTo>
                  <a:lnTo>
                    <a:pt x="2157141" y="880523"/>
                  </a:lnTo>
                  <a:lnTo>
                    <a:pt x="2166902" y="859969"/>
                  </a:lnTo>
                  <a:lnTo>
                    <a:pt x="2176663" y="839266"/>
                  </a:lnTo>
                  <a:lnTo>
                    <a:pt x="2186424" y="818411"/>
                  </a:lnTo>
                  <a:lnTo>
                    <a:pt x="2196184" y="797406"/>
                  </a:lnTo>
                  <a:lnTo>
                    <a:pt x="2205945" y="776252"/>
                  </a:lnTo>
                  <a:lnTo>
                    <a:pt x="2215706" y="754952"/>
                  </a:lnTo>
                  <a:lnTo>
                    <a:pt x="2225467" y="733510"/>
                  </a:lnTo>
                  <a:lnTo>
                    <a:pt x="2235228" y="711919"/>
                  </a:lnTo>
                  <a:lnTo>
                    <a:pt x="2244988" y="690182"/>
                  </a:lnTo>
                  <a:lnTo>
                    <a:pt x="2254749" y="668298"/>
                  </a:lnTo>
                  <a:lnTo>
                    <a:pt x="2264510" y="646269"/>
                  </a:lnTo>
                  <a:lnTo>
                    <a:pt x="2274271" y="624094"/>
                  </a:lnTo>
                  <a:lnTo>
                    <a:pt x="2284032" y="601776"/>
                  </a:lnTo>
                  <a:lnTo>
                    <a:pt x="2293793" y="579315"/>
                  </a:lnTo>
                  <a:lnTo>
                    <a:pt x="2303553" y="556711"/>
                  </a:lnTo>
                  <a:lnTo>
                    <a:pt x="2313314" y="533967"/>
                  </a:lnTo>
                  <a:lnTo>
                    <a:pt x="2323075" y="511082"/>
                  </a:lnTo>
                  <a:lnTo>
                    <a:pt x="2332836" y="488058"/>
                  </a:lnTo>
                  <a:lnTo>
                    <a:pt x="2342597" y="464896"/>
                  </a:lnTo>
                  <a:lnTo>
                    <a:pt x="2352358" y="441598"/>
                  </a:lnTo>
                  <a:lnTo>
                    <a:pt x="2362118" y="418163"/>
                  </a:lnTo>
                  <a:lnTo>
                    <a:pt x="2371879" y="394595"/>
                  </a:lnTo>
                  <a:lnTo>
                    <a:pt x="2381640" y="370893"/>
                  </a:lnTo>
                  <a:lnTo>
                    <a:pt x="2391401" y="347059"/>
                  </a:lnTo>
                  <a:lnTo>
                    <a:pt x="2401162" y="323095"/>
                  </a:lnTo>
                  <a:lnTo>
                    <a:pt x="2410922" y="299002"/>
                  </a:lnTo>
                  <a:lnTo>
                    <a:pt x="2420683" y="274781"/>
                  </a:lnTo>
                  <a:lnTo>
                    <a:pt x="2430444" y="250434"/>
                  </a:lnTo>
                  <a:lnTo>
                    <a:pt x="2440205" y="226558"/>
                  </a:lnTo>
                  <a:lnTo>
                    <a:pt x="2449966" y="202770"/>
                  </a:lnTo>
                  <a:lnTo>
                    <a:pt x="2459727" y="178868"/>
                  </a:lnTo>
                  <a:lnTo>
                    <a:pt x="2469487" y="154854"/>
                  </a:lnTo>
                  <a:lnTo>
                    <a:pt x="2479248" y="127629"/>
                  </a:lnTo>
                  <a:lnTo>
                    <a:pt x="2489009" y="101626"/>
                  </a:lnTo>
                  <a:lnTo>
                    <a:pt x="2498770" y="76356"/>
                  </a:lnTo>
                  <a:lnTo>
                    <a:pt x="2508531" y="50973"/>
                  </a:lnTo>
                  <a:lnTo>
                    <a:pt x="2518291" y="25531"/>
                  </a:lnTo>
                  <a:lnTo>
                    <a:pt x="2528052" y="0"/>
                  </a:lnTo>
                  <a:lnTo>
                    <a:pt x="2528052" y="2555525"/>
                  </a:lnTo>
                  <a:lnTo>
                    <a:pt x="2518291" y="2555985"/>
                  </a:lnTo>
                  <a:lnTo>
                    <a:pt x="2508531" y="2556445"/>
                  </a:lnTo>
                  <a:lnTo>
                    <a:pt x="2498770" y="2556849"/>
                  </a:lnTo>
                  <a:lnTo>
                    <a:pt x="2489009" y="2557174"/>
                  </a:lnTo>
                  <a:lnTo>
                    <a:pt x="2479248" y="2557498"/>
                  </a:lnTo>
                  <a:lnTo>
                    <a:pt x="2469487" y="2557821"/>
                  </a:lnTo>
                  <a:lnTo>
                    <a:pt x="2459727" y="2558144"/>
                  </a:lnTo>
                  <a:lnTo>
                    <a:pt x="2449966" y="2558467"/>
                  </a:lnTo>
                  <a:lnTo>
                    <a:pt x="2440205" y="2558789"/>
                  </a:lnTo>
                  <a:lnTo>
                    <a:pt x="2430444" y="2559110"/>
                  </a:lnTo>
                  <a:lnTo>
                    <a:pt x="2420683" y="2559434"/>
                  </a:lnTo>
                  <a:lnTo>
                    <a:pt x="2410922" y="2559843"/>
                  </a:lnTo>
                  <a:lnTo>
                    <a:pt x="2401162" y="2560251"/>
                  </a:lnTo>
                  <a:lnTo>
                    <a:pt x="2391401" y="2560658"/>
                  </a:lnTo>
                  <a:lnTo>
                    <a:pt x="2381640" y="2561065"/>
                  </a:lnTo>
                  <a:lnTo>
                    <a:pt x="2371879" y="2561467"/>
                  </a:lnTo>
                  <a:lnTo>
                    <a:pt x="2362118" y="2561868"/>
                  </a:lnTo>
                  <a:lnTo>
                    <a:pt x="2352358" y="2562268"/>
                  </a:lnTo>
                  <a:lnTo>
                    <a:pt x="2342597" y="2562668"/>
                  </a:lnTo>
                  <a:lnTo>
                    <a:pt x="2332836" y="2563067"/>
                  </a:lnTo>
                  <a:lnTo>
                    <a:pt x="2323075" y="2563466"/>
                  </a:lnTo>
                  <a:lnTo>
                    <a:pt x="2313314" y="2563863"/>
                  </a:lnTo>
                  <a:lnTo>
                    <a:pt x="2303553" y="2564260"/>
                  </a:lnTo>
                  <a:lnTo>
                    <a:pt x="2293793" y="2564656"/>
                  </a:lnTo>
                  <a:lnTo>
                    <a:pt x="2284032" y="2565051"/>
                  </a:lnTo>
                  <a:lnTo>
                    <a:pt x="2274271" y="2565443"/>
                  </a:lnTo>
                  <a:lnTo>
                    <a:pt x="2264510" y="2565729"/>
                  </a:lnTo>
                  <a:lnTo>
                    <a:pt x="2254749" y="2565895"/>
                  </a:lnTo>
                  <a:lnTo>
                    <a:pt x="2244988" y="2566058"/>
                  </a:lnTo>
                  <a:lnTo>
                    <a:pt x="2235228" y="2566564"/>
                  </a:lnTo>
                  <a:lnTo>
                    <a:pt x="2225467" y="2567076"/>
                  </a:lnTo>
                  <a:lnTo>
                    <a:pt x="2215706" y="2567437"/>
                  </a:lnTo>
                  <a:lnTo>
                    <a:pt x="2205945" y="2567737"/>
                  </a:lnTo>
                  <a:lnTo>
                    <a:pt x="2196184" y="2568029"/>
                  </a:lnTo>
                  <a:lnTo>
                    <a:pt x="2186424" y="2568228"/>
                  </a:lnTo>
                  <a:lnTo>
                    <a:pt x="2176663" y="2568484"/>
                  </a:lnTo>
                  <a:lnTo>
                    <a:pt x="2166902" y="2568904"/>
                  </a:lnTo>
                  <a:lnTo>
                    <a:pt x="2157141" y="2569203"/>
                  </a:lnTo>
                  <a:lnTo>
                    <a:pt x="2147380" y="2569501"/>
                  </a:lnTo>
                  <a:lnTo>
                    <a:pt x="2137619" y="2569799"/>
                  </a:lnTo>
                  <a:lnTo>
                    <a:pt x="2127859" y="2570097"/>
                  </a:lnTo>
                  <a:lnTo>
                    <a:pt x="2118098" y="2570410"/>
                  </a:lnTo>
                  <a:lnTo>
                    <a:pt x="2108337" y="2571193"/>
                  </a:lnTo>
                  <a:lnTo>
                    <a:pt x="2098576" y="2571974"/>
                  </a:lnTo>
                  <a:lnTo>
                    <a:pt x="2088815" y="2572752"/>
                  </a:lnTo>
                  <a:lnTo>
                    <a:pt x="2079055" y="2573229"/>
                  </a:lnTo>
                  <a:lnTo>
                    <a:pt x="2069294" y="2573621"/>
                  </a:lnTo>
                  <a:lnTo>
                    <a:pt x="2059533" y="2574011"/>
                  </a:lnTo>
                  <a:lnTo>
                    <a:pt x="2049772" y="2574389"/>
                  </a:lnTo>
                  <a:lnTo>
                    <a:pt x="2040011" y="2574757"/>
                  </a:lnTo>
                  <a:lnTo>
                    <a:pt x="2030250" y="2575125"/>
                  </a:lnTo>
                  <a:lnTo>
                    <a:pt x="2020490" y="2575255"/>
                  </a:lnTo>
                  <a:lnTo>
                    <a:pt x="2010729" y="2575458"/>
                  </a:lnTo>
                  <a:lnTo>
                    <a:pt x="2000968" y="2576201"/>
                  </a:lnTo>
                  <a:lnTo>
                    <a:pt x="1991207" y="2576635"/>
                  </a:lnTo>
                  <a:lnTo>
                    <a:pt x="1981446" y="2577266"/>
                  </a:lnTo>
                  <a:lnTo>
                    <a:pt x="1971685" y="2577879"/>
                  </a:lnTo>
                  <a:lnTo>
                    <a:pt x="1961925" y="2578559"/>
                  </a:lnTo>
                  <a:lnTo>
                    <a:pt x="1952164" y="2578136"/>
                  </a:lnTo>
                  <a:lnTo>
                    <a:pt x="1942403" y="2578501"/>
                  </a:lnTo>
                  <a:lnTo>
                    <a:pt x="1932642" y="2578894"/>
                  </a:lnTo>
                  <a:lnTo>
                    <a:pt x="1922881" y="2579249"/>
                  </a:lnTo>
                  <a:lnTo>
                    <a:pt x="1913121" y="2579628"/>
                  </a:lnTo>
                  <a:lnTo>
                    <a:pt x="1903360" y="2579992"/>
                  </a:lnTo>
                  <a:lnTo>
                    <a:pt x="1893599" y="2580349"/>
                  </a:lnTo>
                  <a:lnTo>
                    <a:pt x="1883838" y="2580504"/>
                  </a:lnTo>
                  <a:lnTo>
                    <a:pt x="1874077" y="2580428"/>
                  </a:lnTo>
                  <a:lnTo>
                    <a:pt x="1864316" y="2580351"/>
                  </a:lnTo>
                  <a:lnTo>
                    <a:pt x="1854556" y="2580480"/>
                  </a:lnTo>
                  <a:lnTo>
                    <a:pt x="1844795" y="2581400"/>
                  </a:lnTo>
                  <a:lnTo>
                    <a:pt x="1835034" y="2581702"/>
                  </a:lnTo>
                  <a:lnTo>
                    <a:pt x="1825273" y="2582413"/>
                  </a:lnTo>
                  <a:lnTo>
                    <a:pt x="1815512" y="2583116"/>
                  </a:lnTo>
                  <a:lnTo>
                    <a:pt x="1805752" y="2583462"/>
                  </a:lnTo>
                  <a:lnTo>
                    <a:pt x="1795991" y="2583468"/>
                  </a:lnTo>
                  <a:lnTo>
                    <a:pt x="1786230" y="2583665"/>
                  </a:lnTo>
                  <a:lnTo>
                    <a:pt x="1776469" y="2584219"/>
                  </a:lnTo>
                  <a:lnTo>
                    <a:pt x="1766708" y="2584772"/>
                  </a:lnTo>
                  <a:lnTo>
                    <a:pt x="1756947" y="2585323"/>
                  </a:lnTo>
                  <a:lnTo>
                    <a:pt x="1747187" y="2585866"/>
                  </a:lnTo>
                  <a:lnTo>
                    <a:pt x="1737426" y="2586149"/>
                  </a:lnTo>
                  <a:lnTo>
                    <a:pt x="1727665" y="2586510"/>
                  </a:lnTo>
                  <a:lnTo>
                    <a:pt x="1717904" y="2586871"/>
                  </a:lnTo>
                  <a:lnTo>
                    <a:pt x="1708143" y="2587231"/>
                  </a:lnTo>
                  <a:lnTo>
                    <a:pt x="1698382" y="2587802"/>
                  </a:lnTo>
                  <a:lnTo>
                    <a:pt x="1688622" y="2588433"/>
                  </a:lnTo>
                  <a:lnTo>
                    <a:pt x="1678861" y="2588869"/>
                  </a:lnTo>
                  <a:lnTo>
                    <a:pt x="1669100" y="2589421"/>
                  </a:lnTo>
                  <a:lnTo>
                    <a:pt x="1659339" y="2589962"/>
                  </a:lnTo>
                  <a:lnTo>
                    <a:pt x="1649578" y="2590496"/>
                  </a:lnTo>
                  <a:lnTo>
                    <a:pt x="1639818" y="2590664"/>
                  </a:lnTo>
                  <a:lnTo>
                    <a:pt x="1630057" y="2590808"/>
                  </a:lnTo>
                  <a:lnTo>
                    <a:pt x="1620296" y="2591006"/>
                  </a:lnTo>
                  <a:lnTo>
                    <a:pt x="1610535" y="2592149"/>
                  </a:lnTo>
                  <a:lnTo>
                    <a:pt x="1600774" y="2593194"/>
                  </a:lnTo>
                  <a:lnTo>
                    <a:pt x="1591013" y="2593236"/>
                  </a:lnTo>
                  <a:lnTo>
                    <a:pt x="1581253" y="2593232"/>
                  </a:lnTo>
                  <a:lnTo>
                    <a:pt x="1571492" y="2593225"/>
                  </a:lnTo>
                  <a:lnTo>
                    <a:pt x="1561731" y="2593210"/>
                  </a:lnTo>
                  <a:lnTo>
                    <a:pt x="1551970" y="2593359"/>
                  </a:lnTo>
                  <a:lnTo>
                    <a:pt x="1542209" y="2594169"/>
                  </a:lnTo>
                  <a:lnTo>
                    <a:pt x="1532448" y="2594976"/>
                  </a:lnTo>
                  <a:lnTo>
                    <a:pt x="1522688" y="2595175"/>
                  </a:lnTo>
                  <a:lnTo>
                    <a:pt x="1512927" y="2595276"/>
                  </a:lnTo>
                  <a:lnTo>
                    <a:pt x="1503166" y="2595377"/>
                  </a:lnTo>
                  <a:lnTo>
                    <a:pt x="1493405" y="2595523"/>
                  </a:lnTo>
                  <a:lnTo>
                    <a:pt x="1483644" y="2595867"/>
                  </a:lnTo>
                  <a:lnTo>
                    <a:pt x="1473884" y="2596729"/>
                  </a:lnTo>
                  <a:lnTo>
                    <a:pt x="1464123" y="2597569"/>
                  </a:lnTo>
                  <a:lnTo>
                    <a:pt x="1454362" y="2597988"/>
                  </a:lnTo>
                  <a:lnTo>
                    <a:pt x="1444601" y="2598189"/>
                  </a:lnTo>
                  <a:lnTo>
                    <a:pt x="1434840" y="2598385"/>
                  </a:lnTo>
                  <a:lnTo>
                    <a:pt x="1425079" y="2598736"/>
                  </a:lnTo>
                  <a:lnTo>
                    <a:pt x="1415319" y="2598779"/>
                  </a:lnTo>
                  <a:lnTo>
                    <a:pt x="1405558" y="2599489"/>
                  </a:lnTo>
                  <a:lnTo>
                    <a:pt x="1395797" y="2600052"/>
                  </a:lnTo>
                  <a:lnTo>
                    <a:pt x="1386036" y="2600892"/>
                  </a:lnTo>
                  <a:lnTo>
                    <a:pt x="1376275" y="2601728"/>
                  </a:lnTo>
                  <a:lnTo>
                    <a:pt x="1366515" y="2602477"/>
                  </a:lnTo>
                  <a:lnTo>
                    <a:pt x="1356754" y="2602966"/>
                  </a:lnTo>
                  <a:lnTo>
                    <a:pt x="1346993" y="2603206"/>
                  </a:lnTo>
                  <a:lnTo>
                    <a:pt x="1337232" y="2603440"/>
                  </a:lnTo>
                  <a:lnTo>
                    <a:pt x="1327471" y="2603872"/>
                  </a:lnTo>
                  <a:lnTo>
                    <a:pt x="1317710" y="2604616"/>
                  </a:lnTo>
                  <a:lnTo>
                    <a:pt x="1307950" y="2605026"/>
                  </a:lnTo>
                  <a:lnTo>
                    <a:pt x="1298189" y="2605348"/>
                  </a:lnTo>
                  <a:lnTo>
                    <a:pt x="1288428" y="2605670"/>
                  </a:lnTo>
                  <a:lnTo>
                    <a:pt x="1278667" y="2605991"/>
                  </a:lnTo>
                  <a:lnTo>
                    <a:pt x="1268906" y="2606311"/>
                  </a:lnTo>
                  <a:lnTo>
                    <a:pt x="1259145" y="2606568"/>
                  </a:lnTo>
                  <a:lnTo>
                    <a:pt x="1249385" y="2606821"/>
                  </a:lnTo>
                  <a:lnTo>
                    <a:pt x="1239624" y="2607277"/>
                  </a:lnTo>
                  <a:lnTo>
                    <a:pt x="1229863" y="2607596"/>
                  </a:lnTo>
                  <a:lnTo>
                    <a:pt x="1220102" y="2607915"/>
                  </a:lnTo>
                  <a:lnTo>
                    <a:pt x="1210341" y="2608387"/>
                  </a:lnTo>
                  <a:lnTo>
                    <a:pt x="1200581" y="2608683"/>
                  </a:lnTo>
                  <a:lnTo>
                    <a:pt x="1190820" y="2609027"/>
                  </a:lnTo>
                  <a:lnTo>
                    <a:pt x="1181059" y="2609752"/>
                  </a:lnTo>
                  <a:lnTo>
                    <a:pt x="1171298" y="2610477"/>
                  </a:lnTo>
                  <a:lnTo>
                    <a:pt x="1161537" y="2611187"/>
                  </a:lnTo>
                  <a:lnTo>
                    <a:pt x="1151776" y="2611895"/>
                  </a:lnTo>
                  <a:lnTo>
                    <a:pt x="1142016" y="2612396"/>
                  </a:lnTo>
                  <a:lnTo>
                    <a:pt x="1132255" y="2613318"/>
                  </a:lnTo>
                  <a:lnTo>
                    <a:pt x="1122494" y="2614285"/>
                  </a:lnTo>
                  <a:lnTo>
                    <a:pt x="1112733" y="2615359"/>
                  </a:lnTo>
                  <a:lnTo>
                    <a:pt x="1102972" y="2615630"/>
                  </a:lnTo>
                  <a:lnTo>
                    <a:pt x="1093212" y="2616160"/>
                  </a:lnTo>
                  <a:lnTo>
                    <a:pt x="1083451" y="2616866"/>
                  </a:lnTo>
                  <a:lnTo>
                    <a:pt x="1073690" y="2617845"/>
                  </a:lnTo>
                  <a:lnTo>
                    <a:pt x="1063929" y="2618323"/>
                  </a:lnTo>
                  <a:lnTo>
                    <a:pt x="1054168" y="2618789"/>
                  </a:lnTo>
                  <a:lnTo>
                    <a:pt x="1044407" y="2619538"/>
                  </a:lnTo>
                  <a:lnTo>
                    <a:pt x="1034647" y="2620368"/>
                  </a:lnTo>
                  <a:lnTo>
                    <a:pt x="1024886" y="2621422"/>
                  </a:lnTo>
                  <a:lnTo>
                    <a:pt x="1015125" y="2622124"/>
                  </a:lnTo>
                  <a:lnTo>
                    <a:pt x="1005364" y="2622639"/>
                  </a:lnTo>
                  <a:lnTo>
                    <a:pt x="995603" y="2623470"/>
                  </a:lnTo>
                  <a:lnTo>
                    <a:pt x="985842" y="2623921"/>
                  </a:lnTo>
                  <a:lnTo>
                    <a:pt x="976082" y="2624647"/>
                  </a:lnTo>
                  <a:lnTo>
                    <a:pt x="966321" y="2625445"/>
                  </a:lnTo>
                  <a:lnTo>
                    <a:pt x="956560" y="2626422"/>
                  </a:lnTo>
                  <a:lnTo>
                    <a:pt x="946799" y="2626773"/>
                  </a:lnTo>
                  <a:lnTo>
                    <a:pt x="937038" y="2627068"/>
                  </a:lnTo>
                  <a:lnTo>
                    <a:pt x="927278" y="2627799"/>
                  </a:lnTo>
                  <a:lnTo>
                    <a:pt x="917517" y="2628422"/>
                  </a:lnTo>
                  <a:lnTo>
                    <a:pt x="907756" y="2629268"/>
                  </a:lnTo>
                  <a:lnTo>
                    <a:pt x="897995" y="2630008"/>
                  </a:lnTo>
                  <a:lnTo>
                    <a:pt x="888234" y="2630735"/>
                  </a:lnTo>
                  <a:lnTo>
                    <a:pt x="878473" y="2631681"/>
                  </a:lnTo>
                  <a:lnTo>
                    <a:pt x="868713" y="2632218"/>
                  </a:lnTo>
                  <a:lnTo>
                    <a:pt x="858952" y="2633168"/>
                  </a:lnTo>
                  <a:lnTo>
                    <a:pt x="849191" y="2634126"/>
                  </a:lnTo>
                  <a:lnTo>
                    <a:pt x="839430" y="2635069"/>
                  </a:lnTo>
                  <a:lnTo>
                    <a:pt x="829669" y="2635999"/>
                  </a:lnTo>
                  <a:lnTo>
                    <a:pt x="819909" y="2636785"/>
                  </a:lnTo>
                  <a:lnTo>
                    <a:pt x="810148" y="2637211"/>
                  </a:lnTo>
                  <a:lnTo>
                    <a:pt x="800387" y="2638472"/>
                  </a:lnTo>
                  <a:lnTo>
                    <a:pt x="790626" y="2639539"/>
                  </a:lnTo>
                  <a:lnTo>
                    <a:pt x="780865" y="2640576"/>
                  </a:lnTo>
                  <a:lnTo>
                    <a:pt x="771104" y="2641713"/>
                  </a:lnTo>
                  <a:lnTo>
                    <a:pt x="761344" y="2642712"/>
                  </a:lnTo>
                  <a:lnTo>
                    <a:pt x="751583" y="2643282"/>
                  </a:lnTo>
                  <a:lnTo>
                    <a:pt x="741822" y="2644139"/>
                  </a:lnTo>
                  <a:lnTo>
                    <a:pt x="732061" y="2645016"/>
                  </a:lnTo>
                  <a:lnTo>
                    <a:pt x="722300" y="2645927"/>
                  </a:lnTo>
                  <a:lnTo>
                    <a:pt x="712539" y="2647404"/>
                  </a:lnTo>
                  <a:lnTo>
                    <a:pt x="702779" y="2648591"/>
                  </a:lnTo>
                  <a:lnTo>
                    <a:pt x="693018" y="2649025"/>
                  </a:lnTo>
                  <a:lnTo>
                    <a:pt x="683257" y="2649629"/>
                  </a:lnTo>
                  <a:lnTo>
                    <a:pt x="673496" y="2650286"/>
                  </a:lnTo>
                  <a:lnTo>
                    <a:pt x="663735" y="2650953"/>
                  </a:lnTo>
                  <a:lnTo>
                    <a:pt x="653975" y="2651758"/>
                  </a:lnTo>
                  <a:lnTo>
                    <a:pt x="644214" y="2652785"/>
                  </a:lnTo>
                  <a:lnTo>
                    <a:pt x="634453" y="2653843"/>
                  </a:lnTo>
                  <a:lnTo>
                    <a:pt x="624692" y="2654594"/>
                  </a:lnTo>
                  <a:lnTo>
                    <a:pt x="614931" y="2655481"/>
                  </a:lnTo>
                  <a:lnTo>
                    <a:pt x="605170" y="2656244"/>
                  </a:lnTo>
                  <a:lnTo>
                    <a:pt x="595410" y="2657000"/>
                  </a:lnTo>
                  <a:lnTo>
                    <a:pt x="585649" y="2657732"/>
                  </a:lnTo>
                  <a:lnTo>
                    <a:pt x="575888" y="2658453"/>
                  </a:lnTo>
                  <a:lnTo>
                    <a:pt x="566127" y="2659170"/>
                  </a:lnTo>
                  <a:lnTo>
                    <a:pt x="556366" y="2660153"/>
                  </a:lnTo>
                  <a:lnTo>
                    <a:pt x="546606" y="2661040"/>
                  </a:lnTo>
                  <a:lnTo>
                    <a:pt x="536845" y="2661816"/>
                  </a:lnTo>
                  <a:lnTo>
                    <a:pt x="527084" y="2662765"/>
                  </a:lnTo>
                  <a:lnTo>
                    <a:pt x="517323" y="2663702"/>
                  </a:lnTo>
                  <a:lnTo>
                    <a:pt x="507562" y="2664473"/>
                  </a:lnTo>
                  <a:lnTo>
                    <a:pt x="497801" y="2665425"/>
                  </a:lnTo>
                  <a:lnTo>
                    <a:pt x="488041" y="2666380"/>
                  </a:lnTo>
                  <a:lnTo>
                    <a:pt x="478280" y="2667300"/>
                  </a:lnTo>
                  <a:lnTo>
                    <a:pt x="468519" y="2668225"/>
                  </a:lnTo>
                  <a:lnTo>
                    <a:pt x="458758" y="2668842"/>
                  </a:lnTo>
                  <a:lnTo>
                    <a:pt x="448997" y="2669801"/>
                  </a:lnTo>
                  <a:lnTo>
                    <a:pt x="439236" y="2670821"/>
                  </a:lnTo>
                  <a:lnTo>
                    <a:pt x="429476" y="2671824"/>
                  </a:lnTo>
                  <a:lnTo>
                    <a:pt x="419715" y="2672688"/>
                  </a:lnTo>
                  <a:lnTo>
                    <a:pt x="409954" y="2673574"/>
                  </a:lnTo>
                  <a:lnTo>
                    <a:pt x="400193" y="2674617"/>
                  </a:lnTo>
                  <a:lnTo>
                    <a:pt x="390432" y="2675337"/>
                  </a:lnTo>
                  <a:lnTo>
                    <a:pt x="380672" y="2676316"/>
                  </a:lnTo>
                  <a:lnTo>
                    <a:pt x="370911" y="2677825"/>
                  </a:lnTo>
                  <a:lnTo>
                    <a:pt x="361150" y="2678874"/>
                  </a:lnTo>
                  <a:lnTo>
                    <a:pt x="351389" y="2679901"/>
                  </a:lnTo>
                  <a:lnTo>
                    <a:pt x="341628" y="2680216"/>
                  </a:lnTo>
                  <a:lnTo>
                    <a:pt x="331867" y="2681256"/>
                  </a:lnTo>
                  <a:lnTo>
                    <a:pt x="322107" y="2682263"/>
                  </a:lnTo>
                  <a:lnTo>
                    <a:pt x="312346" y="2682951"/>
                  </a:lnTo>
                  <a:lnTo>
                    <a:pt x="302585" y="2684115"/>
                  </a:lnTo>
                  <a:lnTo>
                    <a:pt x="292824" y="2684751"/>
                  </a:lnTo>
                  <a:lnTo>
                    <a:pt x="283063" y="2685681"/>
                  </a:lnTo>
                  <a:lnTo>
                    <a:pt x="273303" y="2686431"/>
                  </a:lnTo>
                  <a:lnTo>
                    <a:pt x="263542" y="2687337"/>
                  </a:lnTo>
                  <a:lnTo>
                    <a:pt x="253781" y="2688287"/>
                  </a:lnTo>
                  <a:lnTo>
                    <a:pt x="244020" y="2689086"/>
                  </a:lnTo>
                  <a:lnTo>
                    <a:pt x="234259" y="2690080"/>
                  </a:lnTo>
                  <a:lnTo>
                    <a:pt x="224498" y="2691121"/>
                  </a:lnTo>
                  <a:lnTo>
                    <a:pt x="214738" y="2692141"/>
                  </a:lnTo>
                  <a:lnTo>
                    <a:pt x="204977" y="2693139"/>
                  </a:lnTo>
                  <a:lnTo>
                    <a:pt x="195216" y="2694152"/>
                  </a:lnTo>
                  <a:lnTo>
                    <a:pt x="185455" y="2695065"/>
                  </a:lnTo>
                  <a:lnTo>
                    <a:pt x="175694" y="2695910"/>
                  </a:lnTo>
                  <a:lnTo>
                    <a:pt x="165933" y="2696743"/>
                  </a:lnTo>
                  <a:lnTo>
                    <a:pt x="156173" y="2697700"/>
                  </a:lnTo>
                  <a:lnTo>
                    <a:pt x="146412" y="2698536"/>
                  </a:lnTo>
                  <a:lnTo>
                    <a:pt x="136651" y="2699357"/>
                  </a:lnTo>
                  <a:lnTo>
                    <a:pt x="126890" y="2700389"/>
                  </a:lnTo>
                  <a:lnTo>
                    <a:pt x="117129" y="2701292"/>
                  </a:lnTo>
                  <a:lnTo>
                    <a:pt x="107369" y="2702151"/>
                  </a:lnTo>
                  <a:lnTo>
                    <a:pt x="97608" y="2702915"/>
                  </a:lnTo>
                  <a:lnTo>
                    <a:pt x="87847" y="2703811"/>
                  </a:lnTo>
                  <a:lnTo>
                    <a:pt x="78086" y="2704539"/>
                  </a:lnTo>
                  <a:lnTo>
                    <a:pt x="68325" y="2705410"/>
                  </a:lnTo>
                  <a:lnTo>
                    <a:pt x="58564" y="2706334"/>
                  </a:lnTo>
                  <a:lnTo>
                    <a:pt x="48804" y="2706968"/>
                  </a:lnTo>
                  <a:lnTo>
                    <a:pt x="39043" y="2707566"/>
                  </a:lnTo>
                  <a:lnTo>
                    <a:pt x="29282" y="2708159"/>
                  </a:lnTo>
                  <a:lnTo>
                    <a:pt x="19521" y="2708934"/>
                  </a:lnTo>
                  <a:lnTo>
                    <a:pt x="9760" y="2709753"/>
                  </a:lnTo>
                  <a:lnTo>
                    <a:pt x="0" y="2710560"/>
                  </a:lnTo>
                  <a:close/>
                </a:path>
              </a:pathLst>
            </a:custGeom>
            <a:solidFill>
              <a:srgbClr val="0072B2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82" name="pl81"/>
            <p:cNvSpPr/>
            <p:nvPr/>
          </p:nvSpPr>
          <p:spPr>
            <a:xfrm>
              <a:off x="6312408" y="2924469"/>
              <a:ext cx="2528052" cy="2571416"/>
            </a:xfrm>
            <a:custGeom>
              <a:avLst/>
              <a:pathLst>
                <a:path w="2528052" h="2571416">
                  <a:moveTo>
                    <a:pt x="0" y="2571416"/>
                  </a:moveTo>
                  <a:lnTo>
                    <a:pt x="9760" y="2570657"/>
                  </a:lnTo>
                  <a:lnTo>
                    <a:pt x="19521" y="2569642"/>
                  </a:lnTo>
                  <a:lnTo>
                    <a:pt x="29282" y="2568305"/>
                  </a:lnTo>
                  <a:lnTo>
                    <a:pt x="39043" y="2566941"/>
                  </a:lnTo>
                  <a:lnTo>
                    <a:pt x="48804" y="2566576"/>
                  </a:lnTo>
                  <a:lnTo>
                    <a:pt x="58564" y="2565799"/>
                  </a:lnTo>
                  <a:lnTo>
                    <a:pt x="68325" y="2565212"/>
                  </a:lnTo>
                  <a:lnTo>
                    <a:pt x="78086" y="2563633"/>
                  </a:lnTo>
                  <a:lnTo>
                    <a:pt x="87847" y="2563255"/>
                  </a:lnTo>
                  <a:lnTo>
                    <a:pt x="97608" y="2562528"/>
                  </a:lnTo>
                  <a:lnTo>
                    <a:pt x="107369" y="2561232"/>
                  </a:lnTo>
                  <a:lnTo>
                    <a:pt x="117129" y="2559754"/>
                  </a:lnTo>
                  <a:lnTo>
                    <a:pt x="126890" y="2558148"/>
                  </a:lnTo>
                  <a:lnTo>
                    <a:pt x="136651" y="2557051"/>
                  </a:lnTo>
                  <a:lnTo>
                    <a:pt x="146412" y="2555924"/>
                  </a:lnTo>
                  <a:lnTo>
                    <a:pt x="156173" y="2554093"/>
                  </a:lnTo>
                  <a:lnTo>
                    <a:pt x="165933" y="2551999"/>
                  </a:lnTo>
                  <a:lnTo>
                    <a:pt x="175694" y="2550829"/>
                  </a:lnTo>
                  <a:lnTo>
                    <a:pt x="185455" y="2549653"/>
                  </a:lnTo>
                  <a:lnTo>
                    <a:pt x="195216" y="2548583"/>
                  </a:lnTo>
                  <a:lnTo>
                    <a:pt x="204977" y="2547571"/>
                  </a:lnTo>
                  <a:lnTo>
                    <a:pt x="214738" y="2546555"/>
                  </a:lnTo>
                  <a:lnTo>
                    <a:pt x="224498" y="2545005"/>
                  </a:lnTo>
                  <a:lnTo>
                    <a:pt x="234259" y="2543621"/>
                  </a:lnTo>
                  <a:lnTo>
                    <a:pt x="244020" y="2542431"/>
                  </a:lnTo>
                  <a:lnTo>
                    <a:pt x="253781" y="2540951"/>
                  </a:lnTo>
                  <a:lnTo>
                    <a:pt x="263542" y="2539270"/>
                  </a:lnTo>
                  <a:lnTo>
                    <a:pt x="273303" y="2538022"/>
                  </a:lnTo>
                  <a:lnTo>
                    <a:pt x="283063" y="2536375"/>
                  </a:lnTo>
                  <a:lnTo>
                    <a:pt x="292824" y="2534754"/>
                  </a:lnTo>
                  <a:lnTo>
                    <a:pt x="302585" y="2533421"/>
                  </a:lnTo>
                  <a:lnTo>
                    <a:pt x="312346" y="2531914"/>
                  </a:lnTo>
                  <a:lnTo>
                    <a:pt x="322107" y="2529889"/>
                  </a:lnTo>
                  <a:lnTo>
                    <a:pt x="331867" y="2527749"/>
                  </a:lnTo>
                  <a:lnTo>
                    <a:pt x="341628" y="2525573"/>
                  </a:lnTo>
                  <a:lnTo>
                    <a:pt x="351389" y="2525009"/>
                  </a:lnTo>
                  <a:lnTo>
                    <a:pt x="361150" y="2522800"/>
                  </a:lnTo>
                  <a:lnTo>
                    <a:pt x="370911" y="2521493"/>
                  </a:lnTo>
                  <a:lnTo>
                    <a:pt x="380672" y="2520546"/>
                  </a:lnTo>
                  <a:lnTo>
                    <a:pt x="390432" y="2519596"/>
                  </a:lnTo>
                  <a:lnTo>
                    <a:pt x="400193" y="2516657"/>
                  </a:lnTo>
                  <a:lnTo>
                    <a:pt x="409954" y="2513233"/>
                  </a:lnTo>
                  <a:lnTo>
                    <a:pt x="419715" y="2512761"/>
                  </a:lnTo>
                  <a:lnTo>
                    <a:pt x="429476" y="2511516"/>
                  </a:lnTo>
                  <a:lnTo>
                    <a:pt x="439236" y="2508951"/>
                  </a:lnTo>
                  <a:lnTo>
                    <a:pt x="448997" y="2507352"/>
                  </a:lnTo>
                  <a:lnTo>
                    <a:pt x="458758" y="2505724"/>
                  </a:lnTo>
                  <a:lnTo>
                    <a:pt x="468519" y="2504076"/>
                  </a:lnTo>
                  <a:lnTo>
                    <a:pt x="478280" y="2501889"/>
                  </a:lnTo>
                  <a:lnTo>
                    <a:pt x="488041" y="2499679"/>
                  </a:lnTo>
                  <a:lnTo>
                    <a:pt x="497801" y="2497250"/>
                  </a:lnTo>
                  <a:lnTo>
                    <a:pt x="507562" y="2494945"/>
                  </a:lnTo>
                  <a:lnTo>
                    <a:pt x="517323" y="2492955"/>
                  </a:lnTo>
                  <a:lnTo>
                    <a:pt x="527084" y="2490485"/>
                  </a:lnTo>
                  <a:lnTo>
                    <a:pt x="536845" y="2487529"/>
                  </a:lnTo>
                  <a:lnTo>
                    <a:pt x="546606" y="2485452"/>
                  </a:lnTo>
                  <a:lnTo>
                    <a:pt x="556366" y="2482486"/>
                  </a:lnTo>
                  <a:lnTo>
                    <a:pt x="566127" y="2479694"/>
                  </a:lnTo>
                  <a:lnTo>
                    <a:pt x="575888" y="2476751"/>
                  </a:lnTo>
                  <a:lnTo>
                    <a:pt x="585649" y="2475631"/>
                  </a:lnTo>
                  <a:lnTo>
                    <a:pt x="595410" y="2473092"/>
                  </a:lnTo>
                  <a:lnTo>
                    <a:pt x="605170" y="2471585"/>
                  </a:lnTo>
                  <a:lnTo>
                    <a:pt x="614931" y="2469838"/>
                  </a:lnTo>
                  <a:lnTo>
                    <a:pt x="624692" y="2467133"/>
                  </a:lnTo>
                  <a:lnTo>
                    <a:pt x="634453" y="2466202"/>
                  </a:lnTo>
                  <a:lnTo>
                    <a:pt x="644214" y="2463143"/>
                  </a:lnTo>
                  <a:lnTo>
                    <a:pt x="653975" y="2460276"/>
                  </a:lnTo>
                  <a:lnTo>
                    <a:pt x="663735" y="2456890"/>
                  </a:lnTo>
                  <a:lnTo>
                    <a:pt x="673496" y="2454313"/>
                  </a:lnTo>
                  <a:lnTo>
                    <a:pt x="683257" y="2451716"/>
                  </a:lnTo>
                  <a:lnTo>
                    <a:pt x="693018" y="2448393"/>
                  </a:lnTo>
                  <a:lnTo>
                    <a:pt x="702779" y="2444891"/>
                  </a:lnTo>
                  <a:lnTo>
                    <a:pt x="712539" y="2441353"/>
                  </a:lnTo>
                  <a:lnTo>
                    <a:pt x="722300" y="2437289"/>
                  </a:lnTo>
                  <a:lnTo>
                    <a:pt x="732061" y="2432337"/>
                  </a:lnTo>
                  <a:lnTo>
                    <a:pt x="741822" y="2427691"/>
                  </a:lnTo>
                  <a:lnTo>
                    <a:pt x="751583" y="2423023"/>
                  </a:lnTo>
                  <a:lnTo>
                    <a:pt x="761344" y="2419520"/>
                  </a:lnTo>
                  <a:lnTo>
                    <a:pt x="771104" y="2414752"/>
                  </a:lnTo>
                  <a:lnTo>
                    <a:pt x="780865" y="2412178"/>
                  </a:lnTo>
                  <a:lnTo>
                    <a:pt x="790626" y="2409643"/>
                  </a:lnTo>
                  <a:lnTo>
                    <a:pt x="800387" y="2404771"/>
                  </a:lnTo>
                  <a:lnTo>
                    <a:pt x="810148" y="2400711"/>
                  </a:lnTo>
                  <a:lnTo>
                    <a:pt x="819909" y="2397721"/>
                  </a:lnTo>
                  <a:lnTo>
                    <a:pt x="829669" y="2394841"/>
                  </a:lnTo>
                  <a:lnTo>
                    <a:pt x="839430" y="2391714"/>
                  </a:lnTo>
                  <a:lnTo>
                    <a:pt x="849191" y="2387097"/>
                  </a:lnTo>
                  <a:lnTo>
                    <a:pt x="858952" y="2383513"/>
                  </a:lnTo>
                  <a:lnTo>
                    <a:pt x="868713" y="2380295"/>
                  </a:lnTo>
                  <a:lnTo>
                    <a:pt x="878473" y="2377283"/>
                  </a:lnTo>
                  <a:lnTo>
                    <a:pt x="888234" y="2374463"/>
                  </a:lnTo>
                  <a:lnTo>
                    <a:pt x="897995" y="2371227"/>
                  </a:lnTo>
                  <a:lnTo>
                    <a:pt x="907756" y="2366552"/>
                  </a:lnTo>
                  <a:lnTo>
                    <a:pt x="917517" y="2361672"/>
                  </a:lnTo>
                  <a:lnTo>
                    <a:pt x="927278" y="2357634"/>
                  </a:lnTo>
                  <a:lnTo>
                    <a:pt x="937038" y="2354090"/>
                  </a:lnTo>
                  <a:lnTo>
                    <a:pt x="946799" y="2349486"/>
                  </a:lnTo>
                  <a:lnTo>
                    <a:pt x="956560" y="2344801"/>
                  </a:lnTo>
                  <a:lnTo>
                    <a:pt x="966321" y="2339873"/>
                  </a:lnTo>
                  <a:lnTo>
                    <a:pt x="976082" y="2334782"/>
                  </a:lnTo>
                  <a:lnTo>
                    <a:pt x="985842" y="2330436"/>
                  </a:lnTo>
                  <a:lnTo>
                    <a:pt x="995603" y="2326254"/>
                  </a:lnTo>
                  <a:lnTo>
                    <a:pt x="1005364" y="2321653"/>
                  </a:lnTo>
                  <a:lnTo>
                    <a:pt x="1015125" y="2316606"/>
                  </a:lnTo>
                  <a:lnTo>
                    <a:pt x="1024886" y="2311685"/>
                  </a:lnTo>
                  <a:lnTo>
                    <a:pt x="1034647" y="2307377"/>
                  </a:lnTo>
                  <a:lnTo>
                    <a:pt x="1044407" y="2301693"/>
                  </a:lnTo>
                  <a:lnTo>
                    <a:pt x="1054168" y="2296838"/>
                  </a:lnTo>
                  <a:lnTo>
                    <a:pt x="1063929" y="2291540"/>
                  </a:lnTo>
                  <a:lnTo>
                    <a:pt x="1073690" y="2286362"/>
                  </a:lnTo>
                  <a:lnTo>
                    <a:pt x="1083451" y="2281151"/>
                  </a:lnTo>
                  <a:lnTo>
                    <a:pt x="1093212" y="2274460"/>
                  </a:lnTo>
                  <a:lnTo>
                    <a:pt x="1102972" y="2268704"/>
                  </a:lnTo>
                  <a:lnTo>
                    <a:pt x="1112733" y="2262900"/>
                  </a:lnTo>
                  <a:lnTo>
                    <a:pt x="1122494" y="2257034"/>
                  </a:lnTo>
                  <a:lnTo>
                    <a:pt x="1132255" y="2251086"/>
                  </a:lnTo>
                  <a:lnTo>
                    <a:pt x="1142016" y="2245456"/>
                  </a:lnTo>
                  <a:lnTo>
                    <a:pt x="1151776" y="2239827"/>
                  </a:lnTo>
                  <a:lnTo>
                    <a:pt x="1161537" y="2233980"/>
                  </a:lnTo>
                  <a:lnTo>
                    <a:pt x="1171298" y="2228072"/>
                  </a:lnTo>
                  <a:lnTo>
                    <a:pt x="1181059" y="2221934"/>
                  </a:lnTo>
                  <a:lnTo>
                    <a:pt x="1190820" y="2214517"/>
                  </a:lnTo>
                  <a:lnTo>
                    <a:pt x="1200581" y="2208615"/>
                  </a:lnTo>
                  <a:lnTo>
                    <a:pt x="1210341" y="2202370"/>
                  </a:lnTo>
                  <a:lnTo>
                    <a:pt x="1220102" y="2195392"/>
                  </a:lnTo>
                  <a:lnTo>
                    <a:pt x="1229863" y="2189794"/>
                  </a:lnTo>
                  <a:lnTo>
                    <a:pt x="1239624" y="2184146"/>
                  </a:lnTo>
                  <a:lnTo>
                    <a:pt x="1249385" y="2175233"/>
                  </a:lnTo>
                  <a:lnTo>
                    <a:pt x="1259145" y="2169222"/>
                  </a:lnTo>
                  <a:lnTo>
                    <a:pt x="1268906" y="2160976"/>
                  </a:lnTo>
                  <a:lnTo>
                    <a:pt x="1278667" y="2153968"/>
                  </a:lnTo>
                  <a:lnTo>
                    <a:pt x="1288428" y="2145328"/>
                  </a:lnTo>
                  <a:lnTo>
                    <a:pt x="1298189" y="2137691"/>
                  </a:lnTo>
                  <a:lnTo>
                    <a:pt x="1307950" y="2130453"/>
                  </a:lnTo>
                  <a:lnTo>
                    <a:pt x="1317710" y="2122625"/>
                  </a:lnTo>
                  <a:lnTo>
                    <a:pt x="1327471" y="2113575"/>
                  </a:lnTo>
                  <a:lnTo>
                    <a:pt x="1337232" y="2104411"/>
                  </a:lnTo>
                  <a:lnTo>
                    <a:pt x="1346993" y="2095136"/>
                  </a:lnTo>
                  <a:lnTo>
                    <a:pt x="1356754" y="2085803"/>
                  </a:lnTo>
                  <a:lnTo>
                    <a:pt x="1366515" y="2076459"/>
                  </a:lnTo>
                  <a:lnTo>
                    <a:pt x="1376275" y="2067113"/>
                  </a:lnTo>
                  <a:lnTo>
                    <a:pt x="1386036" y="2056951"/>
                  </a:lnTo>
                  <a:lnTo>
                    <a:pt x="1395797" y="2047082"/>
                  </a:lnTo>
                  <a:lnTo>
                    <a:pt x="1405558" y="2037057"/>
                  </a:lnTo>
                  <a:lnTo>
                    <a:pt x="1415319" y="2026906"/>
                  </a:lnTo>
                  <a:lnTo>
                    <a:pt x="1425079" y="2016859"/>
                  </a:lnTo>
                  <a:lnTo>
                    <a:pt x="1434840" y="2009483"/>
                  </a:lnTo>
                  <a:lnTo>
                    <a:pt x="1444601" y="2002187"/>
                  </a:lnTo>
                  <a:lnTo>
                    <a:pt x="1454362" y="1995116"/>
                  </a:lnTo>
                  <a:lnTo>
                    <a:pt x="1464123" y="1986304"/>
                  </a:lnTo>
                  <a:lnTo>
                    <a:pt x="1473884" y="1974741"/>
                  </a:lnTo>
                  <a:lnTo>
                    <a:pt x="1483644" y="1963308"/>
                  </a:lnTo>
                  <a:lnTo>
                    <a:pt x="1493405" y="1952840"/>
                  </a:lnTo>
                  <a:lnTo>
                    <a:pt x="1503166" y="1941628"/>
                  </a:lnTo>
                  <a:lnTo>
                    <a:pt x="1512927" y="1932072"/>
                  </a:lnTo>
                  <a:lnTo>
                    <a:pt x="1522688" y="1922419"/>
                  </a:lnTo>
                  <a:lnTo>
                    <a:pt x="1532448" y="1912343"/>
                  </a:lnTo>
                  <a:lnTo>
                    <a:pt x="1542209" y="1900146"/>
                  </a:lnTo>
                  <a:lnTo>
                    <a:pt x="1551970" y="1888359"/>
                  </a:lnTo>
                  <a:lnTo>
                    <a:pt x="1561731" y="1877937"/>
                  </a:lnTo>
                  <a:lnTo>
                    <a:pt x="1571492" y="1867408"/>
                  </a:lnTo>
                  <a:lnTo>
                    <a:pt x="1581253" y="1856520"/>
                  </a:lnTo>
                  <a:lnTo>
                    <a:pt x="1591013" y="1844236"/>
                  </a:lnTo>
                  <a:lnTo>
                    <a:pt x="1600774" y="1831828"/>
                  </a:lnTo>
                  <a:lnTo>
                    <a:pt x="1610535" y="1818730"/>
                  </a:lnTo>
                  <a:lnTo>
                    <a:pt x="1620296" y="1805462"/>
                  </a:lnTo>
                  <a:lnTo>
                    <a:pt x="1630057" y="1792035"/>
                  </a:lnTo>
                  <a:lnTo>
                    <a:pt x="1639818" y="1778447"/>
                  </a:lnTo>
                  <a:lnTo>
                    <a:pt x="1649578" y="1764698"/>
                  </a:lnTo>
                  <a:lnTo>
                    <a:pt x="1659339" y="1750786"/>
                  </a:lnTo>
                  <a:lnTo>
                    <a:pt x="1669100" y="1736710"/>
                  </a:lnTo>
                  <a:lnTo>
                    <a:pt x="1678861" y="1722856"/>
                  </a:lnTo>
                  <a:lnTo>
                    <a:pt x="1688622" y="1710184"/>
                  </a:lnTo>
                  <a:lnTo>
                    <a:pt x="1698382" y="1695199"/>
                  </a:lnTo>
                  <a:lnTo>
                    <a:pt x="1708143" y="1680041"/>
                  </a:lnTo>
                  <a:lnTo>
                    <a:pt x="1717904" y="1664867"/>
                  </a:lnTo>
                  <a:lnTo>
                    <a:pt x="1727665" y="1650585"/>
                  </a:lnTo>
                  <a:lnTo>
                    <a:pt x="1737426" y="1634993"/>
                  </a:lnTo>
                  <a:lnTo>
                    <a:pt x="1747187" y="1619198"/>
                  </a:lnTo>
                  <a:lnTo>
                    <a:pt x="1756947" y="1603236"/>
                  </a:lnTo>
                  <a:lnTo>
                    <a:pt x="1766708" y="1589615"/>
                  </a:lnTo>
                  <a:lnTo>
                    <a:pt x="1776469" y="1575013"/>
                  </a:lnTo>
                  <a:lnTo>
                    <a:pt x="1786230" y="1559007"/>
                  </a:lnTo>
                  <a:lnTo>
                    <a:pt x="1795991" y="1542829"/>
                  </a:lnTo>
                  <a:lnTo>
                    <a:pt x="1805752" y="1526475"/>
                  </a:lnTo>
                  <a:lnTo>
                    <a:pt x="1815512" y="1508938"/>
                  </a:lnTo>
                  <a:lnTo>
                    <a:pt x="1825273" y="1493254"/>
                  </a:lnTo>
                  <a:lnTo>
                    <a:pt x="1835034" y="1476412"/>
                  </a:lnTo>
                  <a:lnTo>
                    <a:pt x="1844795" y="1459941"/>
                  </a:lnTo>
                  <a:lnTo>
                    <a:pt x="1854556" y="1446175"/>
                  </a:lnTo>
                  <a:lnTo>
                    <a:pt x="1864316" y="1432357"/>
                  </a:lnTo>
                  <a:lnTo>
                    <a:pt x="1874077" y="1416990"/>
                  </a:lnTo>
                  <a:lnTo>
                    <a:pt x="1883838" y="1400550"/>
                  </a:lnTo>
                  <a:lnTo>
                    <a:pt x="1893599" y="1384242"/>
                  </a:lnTo>
                  <a:lnTo>
                    <a:pt x="1903360" y="1367103"/>
                  </a:lnTo>
                  <a:lnTo>
                    <a:pt x="1913121" y="1349798"/>
                  </a:lnTo>
                  <a:lnTo>
                    <a:pt x="1922881" y="1331109"/>
                  </a:lnTo>
                  <a:lnTo>
                    <a:pt x="1932642" y="1311453"/>
                  </a:lnTo>
                  <a:lnTo>
                    <a:pt x="1942403" y="1294388"/>
                  </a:lnTo>
                  <a:lnTo>
                    <a:pt x="1952164" y="1279034"/>
                  </a:lnTo>
                  <a:lnTo>
                    <a:pt x="1961925" y="1260933"/>
                  </a:lnTo>
                  <a:lnTo>
                    <a:pt x="1971685" y="1242665"/>
                  </a:lnTo>
                  <a:lnTo>
                    <a:pt x="1981446" y="1224779"/>
                  </a:lnTo>
                  <a:lnTo>
                    <a:pt x="1991207" y="1206679"/>
                  </a:lnTo>
                  <a:lnTo>
                    <a:pt x="2000968" y="1186756"/>
                  </a:lnTo>
                  <a:lnTo>
                    <a:pt x="2010729" y="1167786"/>
                  </a:lnTo>
                  <a:lnTo>
                    <a:pt x="2020490" y="1149470"/>
                  </a:lnTo>
                  <a:lnTo>
                    <a:pt x="2030250" y="1130645"/>
                  </a:lnTo>
                  <a:lnTo>
                    <a:pt x="2040011" y="1115335"/>
                  </a:lnTo>
                  <a:lnTo>
                    <a:pt x="2049772" y="1096915"/>
                  </a:lnTo>
                  <a:lnTo>
                    <a:pt x="2059533" y="1078098"/>
                  </a:lnTo>
                  <a:lnTo>
                    <a:pt x="2069294" y="1059077"/>
                  </a:lnTo>
                  <a:lnTo>
                    <a:pt x="2079055" y="1039836"/>
                  </a:lnTo>
                  <a:lnTo>
                    <a:pt x="2088815" y="1020440"/>
                  </a:lnTo>
                  <a:lnTo>
                    <a:pt x="2098576" y="1000889"/>
                  </a:lnTo>
                  <a:lnTo>
                    <a:pt x="2108337" y="981183"/>
                  </a:lnTo>
                  <a:lnTo>
                    <a:pt x="2118098" y="961336"/>
                  </a:lnTo>
                  <a:lnTo>
                    <a:pt x="2127859" y="941363"/>
                  </a:lnTo>
                  <a:lnTo>
                    <a:pt x="2137619" y="921236"/>
                  </a:lnTo>
                  <a:lnTo>
                    <a:pt x="2147380" y="900956"/>
                  </a:lnTo>
                  <a:lnTo>
                    <a:pt x="2157141" y="880523"/>
                  </a:lnTo>
                  <a:lnTo>
                    <a:pt x="2166902" y="859969"/>
                  </a:lnTo>
                  <a:lnTo>
                    <a:pt x="2176663" y="839266"/>
                  </a:lnTo>
                  <a:lnTo>
                    <a:pt x="2186424" y="818411"/>
                  </a:lnTo>
                  <a:lnTo>
                    <a:pt x="2196184" y="797406"/>
                  </a:lnTo>
                  <a:lnTo>
                    <a:pt x="2205945" y="776252"/>
                  </a:lnTo>
                  <a:lnTo>
                    <a:pt x="2215706" y="754952"/>
                  </a:lnTo>
                  <a:lnTo>
                    <a:pt x="2225467" y="733510"/>
                  </a:lnTo>
                  <a:lnTo>
                    <a:pt x="2235228" y="711919"/>
                  </a:lnTo>
                  <a:lnTo>
                    <a:pt x="2244988" y="690182"/>
                  </a:lnTo>
                  <a:lnTo>
                    <a:pt x="2254749" y="668298"/>
                  </a:lnTo>
                  <a:lnTo>
                    <a:pt x="2264510" y="646269"/>
                  </a:lnTo>
                  <a:lnTo>
                    <a:pt x="2274271" y="624094"/>
                  </a:lnTo>
                  <a:lnTo>
                    <a:pt x="2284032" y="601776"/>
                  </a:lnTo>
                  <a:lnTo>
                    <a:pt x="2293793" y="579315"/>
                  </a:lnTo>
                  <a:lnTo>
                    <a:pt x="2303553" y="556711"/>
                  </a:lnTo>
                  <a:lnTo>
                    <a:pt x="2313314" y="533967"/>
                  </a:lnTo>
                  <a:lnTo>
                    <a:pt x="2323075" y="511082"/>
                  </a:lnTo>
                  <a:lnTo>
                    <a:pt x="2332836" y="488058"/>
                  </a:lnTo>
                  <a:lnTo>
                    <a:pt x="2342597" y="464896"/>
                  </a:lnTo>
                  <a:lnTo>
                    <a:pt x="2352358" y="441598"/>
                  </a:lnTo>
                  <a:lnTo>
                    <a:pt x="2362118" y="418163"/>
                  </a:lnTo>
                  <a:lnTo>
                    <a:pt x="2371879" y="394595"/>
                  </a:lnTo>
                  <a:lnTo>
                    <a:pt x="2381640" y="370893"/>
                  </a:lnTo>
                  <a:lnTo>
                    <a:pt x="2391401" y="347059"/>
                  </a:lnTo>
                  <a:lnTo>
                    <a:pt x="2401162" y="323095"/>
                  </a:lnTo>
                  <a:lnTo>
                    <a:pt x="2410922" y="299002"/>
                  </a:lnTo>
                  <a:lnTo>
                    <a:pt x="2420683" y="274781"/>
                  </a:lnTo>
                  <a:lnTo>
                    <a:pt x="2430444" y="250434"/>
                  </a:lnTo>
                  <a:lnTo>
                    <a:pt x="2440205" y="226558"/>
                  </a:lnTo>
                  <a:lnTo>
                    <a:pt x="2449966" y="202770"/>
                  </a:lnTo>
                  <a:lnTo>
                    <a:pt x="2459727" y="178868"/>
                  </a:lnTo>
                  <a:lnTo>
                    <a:pt x="2469487" y="154854"/>
                  </a:lnTo>
                  <a:lnTo>
                    <a:pt x="2479248" y="127629"/>
                  </a:lnTo>
                  <a:lnTo>
                    <a:pt x="2489009" y="101626"/>
                  </a:lnTo>
                  <a:lnTo>
                    <a:pt x="2498770" y="76356"/>
                  </a:lnTo>
                  <a:lnTo>
                    <a:pt x="2508531" y="50973"/>
                  </a:lnTo>
                  <a:lnTo>
                    <a:pt x="2518291" y="25531"/>
                  </a:lnTo>
                  <a:lnTo>
                    <a:pt x="252805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3" name="pl82"/>
            <p:cNvSpPr/>
            <p:nvPr/>
          </p:nvSpPr>
          <p:spPr>
            <a:xfrm>
              <a:off x="6312408" y="5479994"/>
              <a:ext cx="2528052" cy="155035"/>
            </a:xfrm>
            <a:custGeom>
              <a:avLst/>
              <a:pathLst>
                <a:path w="2528052" h="155035">
                  <a:moveTo>
                    <a:pt x="2528052" y="0"/>
                  </a:moveTo>
                  <a:lnTo>
                    <a:pt x="2518291" y="460"/>
                  </a:lnTo>
                  <a:lnTo>
                    <a:pt x="2508531" y="920"/>
                  </a:lnTo>
                  <a:lnTo>
                    <a:pt x="2498770" y="1324"/>
                  </a:lnTo>
                  <a:lnTo>
                    <a:pt x="2489009" y="1648"/>
                  </a:lnTo>
                  <a:lnTo>
                    <a:pt x="2479248" y="1972"/>
                  </a:lnTo>
                  <a:lnTo>
                    <a:pt x="2469487" y="2296"/>
                  </a:lnTo>
                  <a:lnTo>
                    <a:pt x="2459727" y="2619"/>
                  </a:lnTo>
                  <a:lnTo>
                    <a:pt x="2449966" y="2942"/>
                  </a:lnTo>
                  <a:lnTo>
                    <a:pt x="2440205" y="3264"/>
                  </a:lnTo>
                  <a:lnTo>
                    <a:pt x="2430444" y="3585"/>
                  </a:lnTo>
                  <a:lnTo>
                    <a:pt x="2420683" y="3909"/>
                  </a:lnTo>
                  <a:lnTo>
                    <a:pt x="2410922" y="4318"/>
                  </a:lnTo>
                  <a:lnTo>
                    <a:pt x="2401162" y="4726"/>
                  </a:lnTo>
                  <a:lnTo>
                    <a:pt x="2391401" y="5133"/>
                  </a:lnTo>
                  <a:lnTo>
                    <a:pt x="2381640" y="5539"/>
                  </a:lnTo>
                  <a:lnTo>
                    <a:pt x="2371879" y="5941"/>
                  </a:lnTo>
                  <a:lnTo>
                    <a:pt x="2362118" y="6343"/>
                  </a:lnTo>
                  <a:lnTo>
                    <a:pt x="2352358" y="6743"/>
                  </a:lnTo>
                  <a:lnTo>
                    <a:pt x="2342597" y="7143"/>
                  </a:lnTo>
                  <a:lnTo>
                    <a:pt x="2332836" y="7542"/>
                  </a:lnTo>
                  <a:lnTo>
                    <a:pt x="2323075" y="7940"/>
                  </a:lnTo>
                  <a:lnTo>
                    <a:pt x="2313314" y="8338"/>
                  </a:lnTo>
                  <a:lnTo>
                    <a:pt x="2303553" y="8734"/>
                  </a:lnTo>
                  <a:lnTo>
                    <a:pt x="2293793" y="9130"/>
                  </a:lnTo>
                  <a:lnTo>
                    <a:pt x="2284032" y="9526"/>
                  </a:lnTo>
                  <a:lnTo>
                    <a:pt x="2274271" y="9918"/>
                  </a:lnTo>
                  <a:lnTo>
                    <a:pt x="2264510" y="10204"/>
                  </a:lnTo>
                  <a:lnTo>
                    <a:pt x="2254749" y="10370"/>
                  </a:lnTo>
                  <a:lnTo>
                    <a:pt x="2244988" y="10533"/>
                  </a:lnTo>
                  <a:lnTo>
                    <a:pt x="2235228" y="11038"/>
                  </a:lnTo>
                  <a:lnTo>
                    <a:pt x="2225467" y="11551"/>
                  </a:lnTo>
                  <a:lnTo>
                    <a:pt x="2215706" y="11912"/>
                  </a:lnTo>
                  <a:lnTo>
                    <a:pt x="2205945" y="12212"/>
                  </a:lnTo>
                  <a:lnTo>
                    <a:pt x="2196184" y="12504"/>
                  </a:lnTo>
                  <a:lnTo>
                    <a:pt x="2186424" y="12702"/>
                  </a:lnTo>
                  <a:lnTo>
                    <a:pt x="2176663" y="12959"/>
                  </a:lnTo>
                  <a:lnTo>
                    <a:pt x="2166902" y="13379"/>
                  </a:lnTo>
                  <a:lnTo>
                    <a:pt x="2157141" y="13678"/>
                  </a:lnTo>
                  <a:lnTo>
                    <a:pt x="2147380" y="13976"/>
                  </a:lnTo>
                  <a:lnTo>
                    <a:pt x="2137619" y="14274"/>
                  </a:lnTo>
                  <a:lnTo>
                    <a:pt x="2127859" y="14571"/>
                  </a:lnTo>
                  <a:lnTo>
                    <a:pt x="2118098" y="14884"/>
                  </a:lnTo>
                  <a:lnTo>
                    <a:pt x="2108337" y="15668"/>
                  </a:lnTo>
                  <a:lnTo>
                    <a:pt x="2098576" y="16449"/>
                  </a:lnTo>
                  <a:lnTo>
                    <a:pt x="2088815" y="17227"/>
                  </a:lnTo>
                  <a:lnTo>
                    <a:pt x="2079055" y="17704"/>
                  </a:lnTo>
                  <a:lnTo>
                    <a:pt x="2069294" y="18096"/>
                  </a:lnTo>
                  <a:lnTo>
                    <a:pt x="2059533" y="18486"/>
                  </a:lnTo>
                  <a:lnTo>
                    <a:pt x="2049772" y="18864"/>
                  </a:lnTo>
                  <a:lnTo>
                    <a:pt x="2040011" y="19232"/>
                  </a:lnTo>
                  <a:lnTo>
                    <a:pt x="2030250" y="19600"/>
                  </a:lnTo>
                  <a:lnTo>
                    <a:pt x="2020490" y="19730"/>
                  </a:lnTo>
                  <a:lnTo>
                    <a:pt x="2010729" y="19933"/>
                  </a:lnTo>
                  <a:lnTo>
                    <a:pt x="2000968" y="20676"/>
                  </a:lnTo>
                  <a:lnTo>
                    <a:pt x="1991207" y="21110"/>
                  </a:lnTo>
                  <a:lnTo>
                    <a:pt x="1981446" y="21741"/>
                  </a:lnTo>
                  <a:lnTo>
                    <a:pt x="1971685" y="22354"/>
                  </a:lnTo>
                  <a:lnTo>
                    <a:pt x="1961925" y="23034"/>
                  </a:lnTo>
                  <a:lnTo>
                    <a:pt x="1952164" y="22611"/>
                  </a:lnTo>
                  <a:lnTo>
                    <a:pt x="1942403" y="22976"/>
                  </a:lnTo>
                  <a:lnTo>
                    <a:pt x="1932642" y="23369"/>
                  </a:lnTo>
                  <a:lnTo>
                    <a:pt x="1922881" y="23724"/>
                  </a:lnTo>
                  <a:lnTo>
                    <a:pt x="1913121" y="24103"/>
                  </a:lnTo>
                  <a:lnTo>
                    <a:pt x="1903360" y="24467"/>
                  </a:lnTo>
                  <a:lnTo>
                    <a:pt x="1893599" y="24824"/>
                  </a:lnTo>
                  <a:lnTo>
                    <a:pt x="1883838" y="24979"/>
                  </a:lnTo>
                  <a:lnTo>
                    <a:pt x="1874077" y="24903"/>
                  </a:lnTo>
                  <a:lnTo>
                    <a:pt x="1864316" y="24826"/>
                  </a:lnTo>
                  <a:lnTo>
                    <a:pt x="1854556" y="24954"/>
                  </a:lnTo>
                  <a:lnTo>
                    <a:pt x="1844795" y="25874"/>
                  </a:lnTo>
                  <a:lnTo>
                    <a:pt x="1835034" y="26176"/>
                  </a:lnTo>
                  <a:lnTo>
                    <a:pt x="1825273" y="26887"/>
                  </a:lnTo>
                  <a:lnTo>
                    <a:pt x="1815512" y="27591"/>
                  </a:lnTo>
                  <a:lnTo>
                    <a:pt x="1805752" y="27937"/>
                  </a:lnTo>
                  <a:lnTo>
                    <a:pt x="1795991" y="27943"/>
                  </a:lnTo>
                  <a:lnTo>
                    <a:pt x="1786230" y="28140"/>
                  </a:lnTo>
                  <a:lnTo>
                    <a:pt x="1776469" y="28694"/>
                  </a:lnTo>
                  <a:lnTo>
                    <a:pt x="1766708" y="29247"/>
                  </a:lnTo>
                  <a:lnTo>
                    <a:pt x="1756947" y="29798"/>
                  </a:lnTo>
                  <a:lnTo>
                    <a:pt x="1747187" y="30340"/>
                  </a:lnTo>
                  <a:lnTo>
                    <a:pt x="1737426" y="30623"/>
                  </a:lnTo>
                  <a:lnTo>
                    <a:pt x="1727665" y="30985"/>
                  </a:lnTo>
                  <a:lnTo>
                    <a:pt x="1717904" y="31345"/>
                  </a:lnTo>
                  <a:lnTo>
                    <a:pt x="1708143" y="31705"/>
                  </a:lnTo>
                  <a:lnTo>
                    <a:pt x="1698382" y="32277"/>
                  </a:lnTo>
                  <a:lnTo>
                    <a:pt x="1688622" y="32907"/>
                  </a:lnTo>
                  <a:lnTo>
                    <a:pt x="1678861" y="33344"/>
                  </a:lnTo>
                  <a:lnTo>
                    <a:pt x="1669100" y="33896"/>
                  </a:lnTo>
                  <a:lnTo>
                    <a:pt x="1659339" y="34437"/>
                  </a:lnTo>
                  <a:lnTo>
                    <a:pt x="1649578" y="34971"/>
                  </a:lnTo>
                  <a:lnTo>
                    <a:pt x="1639818" y="35139"/>
                  </a:lnTo>
                  <a:lnTo>
                    <a:pt x="1630057" y="35283"/>
                  </a:lnTo>
                  <a:lnTo>
                    <a:pt x="1620296" y="35481"/>
                  </a:lnTo>
                  <a:lnTo>
                    <a:pt x="1610535" y="36624"/>
                  </a:lnTo>
                  <a:lnTo>
                    <a:pt x="1600774" y="37669"/>
                  </a:lnTo>
                  <a:lnTo>
                    <a:pt x="1591013" y="37711"/>
                  </a:lnTo>
                  <a:lnTo>
                    <a:pt x="1581253" y="37707"/>
                  </a:lnTo>
                  <a:lnTo>
                    <a:pt x="1571492" y="37699"/>
                  </a:lnTo>
                  <a:lnTo>
                    <a:pt x="1561731" y="37685"/>
                  </a:lnTo>
                  <a:lnTo>
                    <a:pt x="1551970" y="37833"/>
                  </a:lnTo>
                  <a:lnTo>
                    <a:pt x="1542209" y="38644"/>
                  </a:lnTo>
                  <a:lnTo>
                    <a:pt x="1532448" y="39451"/>
                  </a:lnTo>
                  <a:lnTo>
                    <a:pt x="1522688" y="39649"/>
                  </a:lnTo>
                  <a:lnTo>
                    <a:pt x="1512927" y="39751"/>
                  </a:lnTo>
                  <a:lnTo>
                    <a:pt x="1503166" y="39852"/>
                  </a:lnTo>
                  <a:lnTo>
                    <a:pt x="1493405" y="39998"/>
                  </a:lnTo>
                  <a:lnTo>
                    <a:pt x="1483644" y="40342"/>
                  </a:lnTo>
                  <a:lnTo>
                    <a:pt x="1473884" y="41204"/>
                  </a:lnTo>
                  <a:lnTo>
                    <a:pt x="1464123" y="42044"/>
                  </a:lnTo>
                  <a:lnTo>
                    <a:pt x="1454362" y="42462"/>
                  </a:lnTo>
                  <a:lnTo>
                    <a:pt x="1444601" y="42664"/>
                  </a:lnTo>
                  <a:lnTo>
                    <a:pt x="1434840" y="42859"/>
                  </a:lnTo>
                  <a:lnTo>
                    <a:pt x="1425079" y="43211"/>
                  </a:lnTo>
                  <a:lnTo>
                    <a:pt x="1415319" y="43254"/>
                  </a:lnTo>
                  <a:lnTo>
                    <a:pt x="1405558" y="43964"/>
                  </a:lnTo>
                  <a:lnTo>
                    <a:pt x="1395797" y="44527"/>
                  </a:lnTo>
                  <a:lnTo>
                    <a:pt x="1386036" y="45367"/>
                  </a:lnTo>
                  <a:lnTo>
                    <a:pt x="1376275" y="46202"/>
                  </a:lnTo>
                  <a:lnTo>
                    <a:pt x="1366515" y="46951"/>
                  </a:lnTo>
                  <a:lnTo>
                    <a:pt x="1356754" y="47441"/>
                  </a:lnTo>
                  <a:lnTo>
                    <a:pt x="1346993" y="47680"/>
                  </a:lnTo>
                  <a:lnTo>
                    <a:pt x="1337232" y="47915"/>
                  </a:lnTo>
                  <a:lnTo>
                    <a:pt x="1327471" y="48347"/>
                  </a:lnTo>
                  <a:lnTo>
                    <a:pt x="1317710" y="49091"/>
                  </a:lnTo>
                  <a:lnTo>
                    <a:pt x="1307950" y="49501"/>
                  </a:lnTo>
                  <a:lnTo>
                    <a:pt x="1298189" y="49823"/>
                  </a:lnTo>
                  <a:lnTo>
                    <a:pt x="1288428" y="50145"/>
                  </a:lnTo>
                  <a:lnTo>
                    <a:pt x="1278667" y="50465"/>
                  </a:lnTo>
                  <a:lnTo>
                    <a:pt x="1268906" y="50785"/>
                  </a:lnTo>
                  <a:lnTo>
                    <a:pt x="1259145" y="51043"/>
                  </a:lnTo>
                  <a:lnTo>
                    <a:pt x="1249385" y="51296"/>
                  </a:lnTo>
                  <a:lnTo>
                    <a:pt x="1239624" y="51752"/>
                  </a:lnTo>
                  <a:lnTo>
                    <a:pt x="1229863" y="52071"/>
                  </a:lnTo>
                  <a:lnTo>
                    <a:pt x="1220102" y="52389"/>
                  </a:lnTo>
                  <a:lnTo>
                    <a:pt x="1210341" y="52862"/>
                  </a:lnTo>
                  <a:lnTo>
                    <a:pt x="1200581" y="53158"/>
                  </a:lnTo>
                  <a:lnTo>
                    <a:pt x="1190820" y="53501"/>
                  </a:lnTo>
                  <a:lnTo>
                    <a:pt x="1181059" y="54227"/>
                  </a:lnTo>
                  <a:lnTo>
                    <a:pt x="1171298" y="54951"/>
                  </a:lnTo>
                  <a:lnTo>
                    <a:pt x="1161537" y="55662"/>
                  </a:lnTo>
                  <a:lnTo>
                    <a:pt x="1151776" y="56370"/>
                  </a:lnTo>
                  <a:lnTo>
                    <a:pt x="1142016" y="56871"/>
                  </a:lnTo>
                  <a:lnTo>
                    <a:pt x="1132255" y="57793"/>
                  </a:lnTo>
                  <a:lnTo>
                    <a:pt x="1122494" y="58760"/>
                  </a:lnTo>
                  <a:lnTo>
                    <a:pt x="1112733" y="59834"/>
                  </a:lnTo>
                  <a:lnTo>
                    <a:pt x="1102972" y="60104"/>
                  </a:lnTo>
                  <a:lnTo>
                    <a:pt x="1093212" y="60634"/>
                  </a:lnTo>
                  <a:lnTo>
                    <a:pt x="1083451" y="61340"/>
                  </a:lnTo>
                  <a:lnTo>
                    <a:pt x="1073690" y="62320"/>
                  </a:lnTo>
                  <a:lnTo>
                    <a:pt x="1063929" y="62798"/>
                  </a:lnTo>
                  <a:lnTo>
                    <a:pt x="1054168" y="63264"/>
                  </a:lnTo>
                  <a:lnTo>
                    <a:pt x="1044407" y="64013"/>
                  </a:lnTo>
                  <a:lnTo>
                    <a:pt x="1034647" y="64842"/>
                  </a:lnTo>
                  <a:lnTo>
                    <a:pt x="1024886" y="65897"/>
                  </a:lnTo>
                  <a:lnTo>
                    <a:pt x="1015125" y="66598"/>
                  </a:lnTo>
                  <a:lnTo>
                    <a:pt x="1005364" y="67113"/>
                  </a:lnTo>
                  <a:lnTo>
                    <a:pt x="995603" y="67945"/>
                  </a:lnTo>
                  <a:lnTo>
                    <a:pt x="985842" y="68396"/>
                  </a:lnTo>
                  <a:lnTo>
                    <a:pt x="976082" y="69122"/>
                  </a:lnTo>
                  <a:lnTo>
                    <a:pt x="966321" y="69919"/>
                  </a:lnTo>
                  <a:lnTo>
                    <a:pt x="956560" y="70897"/>
                  </a:lnTo>
                  <a:lnTo>
                    <a:pt x="946799" y="71248"/>
                  </a:lnTo>
                  <a:lnTo>
                    <a:pt x="937038" y="71543"/>
                  </a:lnTo>
                  <a:lnTo>
                    <a:pt x="927278" y="72274"/>
                  </a:lnTo>
                  <a:lnTo>
                    <a:pt x="917517" y="72897"/>
                  </a:lnTo>
                  <a:lnTo>
                    <a:pt x="907756" y="73742"/>
                  </a:lnTo>
                  <a:lnTo>
                    <a:pt x="897995" y="74483"/>
                  </a:lnTo>
                  <a:lnTo>
                    <a:pt x="888234" y="75209"/>
                  </a:lnTo>
                  <a:lnTo>
                    <a:pt x="878473" y="76156"/>
                  </a:lnTo>
                  <a:lnTo>
                    <a:pt x="868713" y="76693"/>
                  </a:lnTo>
                  <a:lnTo>
                    <a:pt x="858952" y="77643"/>
                  </a:lnTo>
                  <a:lnTo>
                    <a:pt x="849191" y="78601"/>
                  </a:lnTo>
                  <a:lnTo>
                    <a:pt x="839430" y="79544"/>
                  </a:lnTo>
                  <a:lnTo>
                    <a:pt x="829669" y="80474"/>
                  </a:lnTo>
                  <a:lnTo>
                    <a:pt x="819909" y="81260"/>
                  </a:lnTo>
                  <a:lnTo>
                    <a:pt x="810148" y="81686"/>
                  </a:lnTo>
                  <a:lnTo>
                    <a:pt x="800387" y="82947"/>
                  </a:lnTo>
                  <a:lnTo>
                    <a:pt x="790626" y="84014"/>
                  </a:lnTo>
                  <a:lnTo>
                    <a:pt x="780865" y="85051"/>
                  </a:lnTo>
                  <a:lnTo>
                    <a:pt x="771104" y="86188"/>
                  </a:lnTo>
                  <a:lnTo>
                    <a:pt x="761344" y="87187"/>
                  </a:lnTo>
                  <a:lnTo>
                    <a:pt x="751583" y="87757"/>
                  </a:lnTo>
                  <a:lnTo>
                    <a:pt x="741822" y="88614"/>
                  </a:lnTo>
                  <a:lnTo>
                    <a:pt x="732061" y="89491"/>
                  </a:lnTo>
                  <a:lnTo>
                    <a:pt x="722300" y="90402"/>
                  </a:lnTo>
                  <a:lnTo>
                    <a:pt x="712539" y="91878"/>
                  </a:lnTo>
                  <a:lnTo>
                    <a:pt x="702779" y="93066"/>
                  </a:lnTo>
                  <a:lnTo>
                    <a:pt x="693018" y="93500"/>
                  </a:lnTo>
                  <a:lnTo>
                    <a:pt x="683257" y="94103"/>
                  </a:lnTo>
                  <a:lnTo>
                    <a:pt x="673496" y="94761"/>
                  </a:lnTo>
                  <a:lnTo>
                    <a:pt x="663735" y="95428"/>
                  </a:lnTo>
                  <a:lnTo>
                    <a:pt x="653975" y="96233"/>
                  </a:lnTo>
                  <a:lnTo>
                    <a:pt x="644214" y="97260"/>
                  </a:lnTo>
                  <a:lnTo>
                    <a:pt x="634453" y="98318"/>
                  </a:lnTo>
                  <a:lnTo>
                    <a:pt x="624692" y="99068"/>
                  </a:lnTo>
                  <a:lnTo>
                    <a:pt x="614931" y="99956"/>
                  </a:lnTo>
                  <a:lnTo>
                    <a:pt x="605170" y="100718"/>
                  </a:lnTo>
                  <a:lnTo>
                    <a:pt x="595410" y="101475"/>
                  </a:lnTo>
                  <a:lnTo>
                    <a:pt x="585649" y="102207"/>
                  </a:lnTo>
                  <a:lnTo>
                    <a:pt x="575888" y="102928"/>
                  </a:lnTo>
                  <a:lnTo>
                    <a:pt x="566127" y="103644"/>
                  </a:lnTo>
                  <a:lnTo>
                    <a:pt x="556366" y="104627"/>
                  </a:lnTo>
                  <a:lnTo>
                    <a:pt x="546606" y="105515"/>
                  </a:lnTo>
                  <a:lnTo>
                    <a:pt x="536845" y="106291"/>
                  </a:lnTo>
                  <a:lnTo>
                    <a:pt x="527084" y="107239"/>
                  </a:lnTo>
                  <a:lnTo>
                    <a:pt x="517323" y="108177"/>
                  </a:lnTo>
                  <a:lnTo>
                    <a:pt x="507562" y="108948"/>
                  </a:lnTo>
                  <a:lnTo>
                    <a:pt x="497801" y="109900"/>
                  </a:lnTo>
                  <a:lnTo>
                    <a:pt x="488041" y="110855"/>
                  </a:lnTo>
                  <a:lnTo>
                    <a:pt x="478280" y="111775"/>
                  </a:lnTo>
                  <a:lnTo>
                    <a:pt x="468519" y="112699"/>
                  </a:lnTo>
                  <a:lnTo>
                    <a:pt x="458758" y="113317"/>
                  </a:lnTo>
                  <a:lnTo>
                    <a:pt x="448997" y="114275"/>
                  </a:lnTo>
                  <a:lnTo>
                    <a:pt x="439236" y="115296"/>
                  </a:lnTo>
                  <a:lnTo>
                    <a:pt x="429476" y="116299"/>
                  </a:lnTo>
                  <a:lnTo>
                    <a:pt x="419715" y="117162"/>
                  </a:lnTo>
                  <a:lnTo>
                    <a:pt x="409954" y="118049"/>
                  </a:lnTo>
                  <a:lnTo>
                    <a:pt x="400193" y="119092"/>
                  </a:lnTo>
                  <a:lnTo>
                    <a:pt x="390432" y="119812"/>
                  </a:lnTo>
                  <a:lnTo>
                    <a:pt x="380672" y="120791"/>
                  </a:lnTo>
                  <a:lnTo>
                    <a:pt x="370911" y="122299"/>
                  </a:lnTo>
                  <a:lnTo>
                    <a:pt x="361150" y="123349"/>
                  </a:lnTo>
                  <a:lnTo>
                    <a:pt x="351389" y="124376"/>
                  </a:lnTo>
                  <a:lnTo>
                    <a:pt x="341628" y="124691"/>
                  </a:lnTo>
                  <a:lnTo>
                    <a:pt x="331867" y="125730"/>
                  </a:lnTo>
                  <a:lnTo>
                    <a:pt x="322107" y="126738"/>
                  </a:lnTo>
                  <a:lnTo>
                    <a:pt x="312346" y="127425"/>
                  </a:lnTo>
                  <a:lnTo>
                    <a:pt x="302585" y="128589"/>
                  </a:lnTo>
                  <a:lnTo>
                    <a:pt x="292824" y="129226"/>
                  </a:lnTo>
                  <a:lnTo>
                    <a:pt x="283063" y="130156"/>
                  </a:lnTo>
                  <a:lnTo>
                    <a:pt x="273303" y="130906"/>
                  </a:lnTo>
                  <a:lnTo>
                    <a:pt x="263542" y="131812"/>
                  </a:lnTo>
                  <a:lnTo>
                    <a:pt x="253781" y="132761"/>
                  </a:lnTo>
                  <a:lnTo>
                    <a:pt x="244020" y="133561"/>
                  </a:lnTo>
                  <a:lnTo>
                    <a:pt x="234259" y="134555"/>
                  </a:lnTo>
                  <a:lnTo>
                    <a:pt x="224498" y="135596"/>
                  </a:lnTo>
                  <a:lnTo>
                    <a:pt x="214738" y="136616"/>
                  </a:lnTo>
                  <a:lnTo>
                    <a:pt x="204977" y="137614"/>
                  </a:lnTo>
                  <a:lnTo>
                    <a:pt x="195216" y="138626"/>
                  </a:lnTo>
                  <a:lnTo>
                    <a:pt x="185455" y="139539"/>
                  </a:lnTo>
                  <a:lnTo>
                    <a:pt x="175694" y="140385"/>
                  </a:lnTo>
                  <a:lnTo>
                    <a:pt x="165933" y="141218"/>
                  </a:lnTo>
                  <a:lnTo>
                    <a:pt x="156173" y="142174"/>
                  </a:lnTo>
                  <a:lnTo>
                    <a:pt x="146412" y="143011"/>
                  </a:lnTo>
                  <a:lnTo>
                    <a:pt x="136651" y="143831"/>
                  </a:lnTo>
                  <a:lnTo>
                    <a:pt x="126890" y="144864"/>
                  </a:lnTo>
                  <a:lnTo>
                    <a:pt x="117129" y="145767"/>
                  </a:lnTo>
                  <a:lnTo>
                    <a:pt x="107369" y="146626"/>
                  </a:lnTo>
                  <a:lnTo>
                    <a:pt x="97608" y="147390"/>
                  </a:lnTo>
                  <a:lnTo>
                    <a:pt x="87847" y="148285"/>
                  </a:lnTo>
                  <a:lnTo>
                    <a:pt x="78086" y="149013"/>
                  </a:lnTo>
                  <a:lnTo>
                    <a:pt x="68325" y="149885"/>
                  </a:lnTo>
                  <a:lnTo>
                    <a:pt x="58564" y="150809"/>
                  </a:lnTo>
                  <a:lnTo>
                    <a:pt x="48804" y="151442"/>
                  </a:lnTo>
                  <a:lnTo>
                    <a:pt x="39043" y="152041"/>
                  </a:lnTo>
                  <a:lnTo>
                    <a:pt x="29282" y="152633"/>
                  </a:lnTo>
                  <a:lnTo>
                    <a:pt x="19521" y="153408"/>
                  </a:lnTo>
                  <a:lnTo>
                    <a:pt x="9760" y="154227"/>
                  </a:lnTo>
                  <a:lnTo>
                    <a:pt x="0" y="1550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6312408" y="5347189"/>
              <a:ext cx="2528052" cy="334278"/>
            </a:xfrm>
            <a:custGeom>
              <a:avLst/>
              <a:pathLst>
                <a:path w="2528052" h="334278">
                  <a:moveTo>
                    <a:pt x="0" y="0"/>
                  </a:moveTo>
                  <a:lnTo>
                    <a:pt x="9760" y="3439"/>
                  </a:lnTo>
                  <a:lnTo>
                    <a:pt x="19521" y="6285"/>
                  </a:lnTo>
                  <a:lnTo>
                    <a:pt x="29282" y="9031"/>
                  </a:lnTo>
                  <a:lnTo>
                    <a:pt x="39043" y="11760"/>
                  </a:lnTo>
                  <a:lnTo>
                    <a:pt x="48804" y="14761"/>
                  </a:lnTo>
                  <a:lnTo>
                    <a:pt x="58564" y="17899"/>
                  </a:lnTo>
                  <a:lnTo>
                    <a:pt x="68325" y="21015"/>
                  </a:lnTo>
                  <a:lnTo>
                    <a:pt x="78086" y="24321"/>
                  </a:lnTo>
                  <a:lnTo>
                    <a:pt x="87847" y="27144"/>
                  </a:lnTo>
                  <a:lnTo>
                    <a:pt x="97608" y="30153"/>
                  </a:lnTo>
                  <a:lnTo>
                    <a:pt x="107369" y="33149"/>
                  </a:lnTo>
                  <a:lnTo>
                    <a:pt x="117129" y="35296"/>
                  </a:lnTo>
                  <a:lnTo>
                    <a:pt x="126890" y="38047"/>
                  </a:lnTo>
                  <a:lnTo>
                    <a:pt x="136651" y="40916"/>
                  </a:lnTo>
                  <a:lnTo>
                    <a:pt x="146412" y="43334"/>
                  </a:lnTo>
                  <a:lnTo>
                    <a:pt x="156173" y="45774"/>
                  </a:lnTo>
                  <a:lnTo>
                    <a:pt x="165933" y="48176"/>
                  </a:lnTo>
                  <a:lnTo>
                    <a:pt x="175694" y="50637"/>
                  </a:lnTo>
                  <a:lnTo>
                    <a:pt x="185455" y="53329"/>
                  </a:lnTo>
                  <a:lnTo>
                    <a:pt x="195216" y="55263"/>
                  </a:lnTo>
                  <a:lnTo>
                    <a:pt x="204977" y="58037"/>
                  </a:lnTo>
                  <a:lnTo>
                    <a:pt x="214738" y="62007"/>
                  </a:lnTo>
                  <a:lnTo>
                    <a:pt x="224498" y="64186"/>
                  </a:lnTo>
                  <a:lnTo>
                    <a:pt x="234259" y="67134"/>
                  </a:lnTo>
                  <a:lnTo>
                    <a:pt x="244020" y="69000"/>
                  </a:lnTo>
                  <a:lnTo>
                    <a:pt x="253781" y="71717"/>
                  </a:lnTo>
                  <a:lnTo>
                    <a:pt x="263542" y="73921"/>
                  </a:lnTo>
                  <a:lnTo>
                    <a:pt x="273303" y="75404"/>
                  </a:lnTo>
                  <a:lnTo>
                    <a:pt x="283063" y="76879"/>
                  </a:lnTo>
                  <a:lnTo>
                    <a:pt x="292824" y="78346"/>
                  </a:lnTo>
                  <a:lnTo>
                    <a:pt x="302585" y="79807"/>
                  </a:lnTo>
                  <a:lnTo>
                    <a:pt x="312346" y="81478"/>
                  </a:lnTo>
                  <a:lnTo>
                    <a:pt x="322107" y="83555"/>
                  </a:lnTo>
                  <a:lnTo>
                    <a:pt x="331867" y="86353"/>
                  </a:lnTo>
                  <a:lnTo>
                    <a:pt x="341628" y="89177"/>
                  </a:lnTo>
                  <a:lnTo>
                    <a:pt x="351389" y="91241"/>
                  </a:lnTo>
                  <a:lnTo>
                    <a:pt x="361150" y="92347"/>
                  </a:lnTo>
                  <a:lnTo>
                    <a:pt x="370911" y="94268"/>
                  </a:lnTo>
                  <a:lnTo>
                    <a:pt x="380672" y="95117"/>
                  </a:lnTo>
                  <a:lnTo>
                    <a:pt x="390432" y="97766"/>
                  </a:lnTo>
                  <a:lnTo>
                    <a:pt x="400193" y="99367"/>
                  </a:lnTo>
                  <a:lnTo>
                    <a:pt x="409954" y="101465"/>
                  </a:lnTo>
                  <a:lnTo>
                    <a:pt x="419715" y="103547"/>
                  </a:lnTo>
                  <a:lnTo>
                    <a:pt x="429476" y="105604"/>
                  </a:lnTo>
                  <a:lnTo>
                    <a:pt x="439236" y="107670"/>
                  </a:lnTo>
                  <a:lnTo>
                    <a:pt x="448997" y="110027"/>
                  </a:lnTo>
                  <a:lnTo>
                    <a:pt x="458758" y="111968"/>
                  </a:lnTo>
                  <a:lnTo>
                    <a:pt x="468519" y="113850"/>
                  </a:lnTo>
                  <a:lnTo>
                    <a:pt x="478280" y="115699"/>
                  </a:lnTo>
                  <a:lnTo>
                    <a:pt x="488041" y="117580"/>
                  </a:lnTo>
                  <a:lnTo>
                    <a:pt x="497801" y="119614"/>
                  </a:lnTo>
                  <a:lnTo>
                    <a:pt x="507562" y="121547"/>
                  </a:lnTo>
                  <a:lnTo>
                    <a:pt x="517323" y="123457"/>
                  </a:lnTo>
                  <a:lnTo>
                    <a:pt x="527084" y="125173"/>
                  </a:lnTo>
                  <a:lnTo>
                    <a:pt x="536845" y="126592"/>
                  </a:lnTo>
                  <a:lnTo>
                    <a:pt x="546606" y="128287"/>
                  </a:lnTo>
                  <a:lnTo>
                    <a:pt x="556366" y="129697"/>
                  </a:lnTo>
                  <a:lnTo>
                    <a:pt x="566127" y="131839"/>
                  </a:lnTo>
                  <a:lnTo>
                    <a:pt x="575888" y="133497"/>
                  </a:lnTo>
                  <a:lnTo>
                    <a:pt x="585649" y="135279"/>
                  </a:lnTo>
                  <a:lnTo>
                    <a:pt x="595410" y="136967"/>
                  </a:lnTo>
                  <a:lnTo>
                    <a:pt x="605170" y="138644"/>
                  </a:lnTo>
                  <a:lnTo>
                    <a:pt x="614931" y="140313"/>
                  </a:lnTo>
                  <a:lnTo>
                    <a:pt x="624692" y="141970"/>
                  </a:lnTo>
                  <a:lnTo>
                    <a:pt x="634453" y="143197"/>
                  </a:lnTo>
                  <a:lnTo>
                    <a:pt x="644214" y="144873"/>
                  </a:lnTo>
                  <a:lnTo>
                    <a:pt x="653975" y="146862"/>
                  </a:lnTo>
                  <a:lnTo>
                    <a:pt x="663735" y="148470"/>
                  </a:lnTo>
                  <a:lnTo>
                    <a:pt x="673496" y="150061"/>
                  </a:lnTo>
                  <a:lnTo>
                    <a:pt x="683257" y="151638"/>
                  </a:lnTo>
                  <a:lnTo>
                    <a:pt x="693018" y="153048"/>
                  </a:lnTo>
                  <a:lnTo>
                    <a:pt x="702779" y="153971"/>
                  </a:lnTo>
                  <a:lnTo>
                    <a:pt x="712539" y="154945"/>
                  </a:lnTo>
                  <a:lnTo>
                    <a:pt x="722300" y="155855"/>
                  </a:lnTo>
                  <a:lnTo>
                    <a:pt x="732061" y="157416"/>
                  </a:lnTo>
                  <a:lnTo>
                    <a:pt x="741822" y="158638"/>
                  </a:lnTo>
                  <a:lnTo>
                    <a:pt x="751583" y="159404"/>
                  </a:lnTo>
                  <a:lnTo>
                    <a:pt x="761344" y="160029"/>
                  </a:lnTo>
                  <a:lnTo>
                    <a:pt x="771104" y="161406"/>
                  </a:lnTo>
                  <a:lnTo>
                    <a:pt x="780865" y="162278"/>
                  </a:lnTo>
                  <a:lnTo>
                    <a:pt x="790626" y="163690"/>
                  </a:lnTo>
                  <a:lnTo>
                    <a:pt x="800387" y="164680"/>
                  </a:lnTo>
                  <a:lnTo>
                    <a:pt x="810148" y="166153"/>
                  </a:lnTo>
                  <a:lnTo>
                    <a:pt x="819909" y="167624"/>
                  </a:lnTo>
                  <a:lnTo>
                    <a:pt x="829669" y="169029"/>
                  </a:lnTo>
                  <a:lnTo>
                    <a:pt x="839430" y="169820"/>
                  </a:lnTo>
                  <a:lnTo>
                    <a:pt x="849191" y="170859"/>
                  </a:lnTo>
                  <a:lnTo>
                    <a:pt x="858952" y="171929"/>
                  </a:lnTo>
                  <a:lnTo>
                    <a:pt x="868713" y="173223"/>
                  </a:lnTo>
                  <a:lnTo>
                    <a:pt x="878473" y="174190"/>
                  </a:lnTo>
                  <a:lnTo>
                    <a:pt x="888234" y="175212"/>
                  </a:lnTo>
                  <a:lnTo>
                    <a:pt x="897995" y="176295"/>
                  </a:lnTo>
                  <a:lnTo>
                    <a:pt x="907756" y="177270"/>
                  </a:lnTo>
                  <a:lnTo>
                    <a:pt x="917517" y="178196"/>
                  </a:lnTo>
                  <a:lnTo>
                    <a:pt x="927278" y="179188"/>
                  </a:lnTo>
                  <a:lnTo>
                    <a:pt x="937038" y="180106"/>
                  </a:lnTo>
                  <a:lnTo>
                    <a:pt x="946799" y="181395"/>
                  </a:lnTo>
                  <a:lnTo>
                    <a:pt x="956560" y="182430"/>
                  </a:lnTo>
                  <a:lnTo>
                    <a:pt x="966321" y="182915"/>
                  </a:lnTo>
                  <a:lnTo>
                    <a:pt x="976082" y="183638"/>
                  </a:lnTo>
                  <a:lnTo>
                    <a:pt x="985842" y="184528"/>
                  </a:lnTo>
                  <a:lnTo>
                    <a:pt x="995603" y="185414"/>
                  </a:lnTo>
                  <a:lnTo>
                    <a:pt x="1005364" y="186722"/>
                  </a:lnTo>
                  <a:lnTo>
                    <a:pt x="1015125" y="187171"/>
                  </a:lnTo>
                  <a:lnTo>
                    <a:pt x="1024886" y="188146"/>
                  </a:lnTo>
                  <a:lnTo>
                    <a:pt x="1034647" y="188907"/>
                  </a:lnTo>
                  <a:lnTo>
                    <a:pt x="1044407" y="189793"/>
                  </a:lnTo>
                  <a:lnTo>
                    <a:pt x="1054168" y="190713"/>
                  </a:lnTo>
                  <a:lnTo>
                    <a:pt x="1063929" y="191478"/>
                  </a:lnTo>
                  <a:lnTo>
                    <a:pt x="1073690" y="192205"/>
                  </a:lnTo>
                  <a:lnTo>
                    <a:pt x="1083451" y="192755"/>
                  </a:lnTo>
                  <a:lnTo>
                    <a:pt x="1093212" y="193436"/>
                  </a:lnTo>
                  <a:lnTo>
                    <a:pt x="1102972" y="194060"/>
                  </a:lnTo>
                  <a:lnTo>
                    <a:pt x="1112733" y="194782"/>
                  </a:lnTo>
                  <a:lnTo>
                    <a:pt x="1122494" y="195447"/>
                  </a:lnTo>
                  <a:lnTo>
                    <a:pt x="1132255" y="196110"/>
                  </a:lnTo>
                  <a:lnTo>
                    <a:pt x="1142016" y="196248"/>
                  </a:lnTo>
                  <a:lnTo>
                    <a:pt x="1151776" y="196786"/>
                  </a:lnTo>
                  <a:lnTo>
                    <a:pt x="1161537" y="197364"/>
                  </a:lnTo>
                  <a:lnTo>
                    <a:pt x="1171298" y="198261"/>
                  </a:lnTo>
                  <a:lnTo>
                    <a:pt x="1181059" y="198771"/>
                  </a:lnTo>
                  <a:lnTo>
                    <a:pt x="1190820" y="199280"/>
                  </a:lnTo>
                  <a:lnTo>
                    <a:pt x="1200581" y="199786"/>
                  </a:lnTo>
                  <a:lnTo>
                    <a:pt x="1210341" y="200291"/>
                  </a:lnTo>
                  <a:lnTo>
                    <a:pt x="1220102" y="200788"/>
                  </a:lnTo>
                  <a:lnTo>
                    <a:pt x="1229863" y="201295"/>
                  </a:lnTo>
                  <a:lnTo>
                    <a:pt x="1239624" y="201795"/>
                  </a:lnTo>
                  <a:lnTo>
                    <a:pt x="1249385" y="202293"/>
                  </a:lnTo>
                  <a:lnTo>
                    <a:pt x="1259145" y="203065"/>
                  </a:lnTo>
                  <a:lnTo>
                    <a:pt x="1268906" y="203284"/>
                  </a:lnTo>
                  <a:lnTo>
                    <a:pt x="1278667" y="203954"/>
                  </a:lnTo>
                  <a:lnTo>
                    <a:pt x="1288428" y="204282"/>
                  </a:lnTo>
                  <a:lnTo>
                    <a:pt x="1298189" y="204757"/>
                  </a:lnTo>
                  <a:lnTo>
                    <a:pt x="1307950" y="205708"/>
                  </a:lnTo>
                  <a:lnTo>
                    <a:pt x="1317710" y="206277"/>
                  </a:lnTo>
                  <a:lnTo>
                    <a:pt x="1327471" y="206247"/>
                  </a:lnTo>
                  <a:lnTo>
                    <a:pt x="1337232" y="206754"/>
                  </a:lnTo>
                  <a:lnTo>
                    <a:pt x="1346993" y="207259"/>
                  </a:lnTo>
                  <a:lnTo>
                    <a:pt x="1356754" y="207654"/>
                  </a:lnTo>
                  <a:lnTo>
                    <a:pt x="1366515" y="208124"/>
                  </a:lnTo>
                  <a:lnTo>
                    <a:pt x="1376275" y="208597"/>
                  </a:lnTo>
                  <a:lnTo>
                    <a:pt x="1386036" y="209167"/>
                  </a:lnTo>
                  <a:lnTo>
                    <a:pt x="1395797" y="209756"/>
                  </a:lnTo>
                  <a:lnTo>
                    <a:pt x="1405558" y="210253"/>
                  </a:lnTo>
                  <a:lnTo>
                    <a:pt x="1415319" y="210862"/>
                  </a:lnTo>
                  <a:lnTo>
                    <a:pt x="1425079" y="211244"/>
                  </a:lnTo>
                  <a:lnTo>
                    <a:pt x="1434840" y="211722"/>
                  </a:lnTo>
                  <a:lnTo>
                    <a:pt x="1444601" y="212209"/>
                  </a:lnTo>
                  <a:lnTo>
                    <a:pt x="1454362" y="212694"/>
                  </a:lnTo>
                  <a:lnTo>
                    <a:pt x="1464123" y="213177"/>
                  </a:lnTo>
                  <a:lnTo>
                    <a:pt x="1473884" y="213659"/>
                  </a:lnTo>
                  <a:lnTo>
                    <a:pt x="1483644" y="213869"/>
                  </a:lnTo>
                  <a:lnTo>
                    <a:pt x="1493405" y="214185"/>
                  </a:lnTo>
                  <a:lnTo>
                    <a:pt x="1503166" y="214632"/>
                  </a:lnTo>
                  <a:lnTo>
                    <a:pt x="1512927" y="215048"/>
                  </a:lnTo>
                  <a:lnTo>
                    <a:pt x="1522688" y="215177"/>
                  </a:lnTo>
                  <a:lnTo>
                    <a:pt x="1532448" y="215618"/>
                  </a:lnTo>
                  <a:lnTo>
                    <a:pt x="1542209" y="216031"/>
                  </a:lnTo>
                  <a:lnTo>
                    <a:pt x="1551970" y="216784"/>
                  </a:lnTo>
                  <a:lnTo>
                    <a:pt x="1561731" y="217337"/>
                  </a:lnTo>
                  <a:lnTo>
                    <a:pt x="1571492" y="217806"/>
                  </a:lnTo>
                  <a:lnTo>
                    <a:pt x="1581253" y="218369"/>
                  </a:lnTo>
                  <a:lnTo>
                    <a:pt x="1591013" y="218661"/>
                  </a:lnTo>
                  <a:lnTo>
                    <a:pt x="1600774" y="219096"/>
                  </a:lnTo>
                  <a:lnTo>
                    <a:pt x="1610535" y="219543"/>
                  </a:lnTo>
                  <a:lnTo>
                    <a:pt x="1620296" y="220197"/>
                  </a:lnTo>
                  <a:lnTo>
                    <a:pt x="1630057" y="220484"/>
                  </a:lnTo>
                  <a:lnTo>
                    <a:pt x="1639818" y="220845"/>
                  </a:lnTo>
                  <a:lnTo>
                    <a:pt x="1649578" y="221278"/>
                  </a:lnTo>
                  <a:lnTo>
                    <a:pt x="1659339" y="221811"/>
                  </a:lnTo>
                  <a:lnTo>
                    <a:pt x="1669100" y="222517"/>
                  </a:lnTo>
                  <a:lnTo>
                    <a:pt x="1678861" y="223220"/>
                  </a:lnTo>
                  <a:lnTo>
                    <a:pt x="1688622" y="223773"/>
                  </a:lnTo>
                  <a:lnTo>
                    <a:pt x="1698382" y="223981"/>
                  </a:lnTo>
                  <a:lnTo>
                    <a:pt x="1708143" y="224069"/>
                  </a:lnTo>
                  <a:lnTo>
                    <a:pt x="1717904" y="224262"/>
                  </a:lnTo>
                  <a:lnTo>
                    <a:pt x="1727665" y="224674"/>
                  </a:lnTo>
                  <a:lnTo>
                    <a:pt x="1737426" y="225091"/>
                  </a:lnTo>
                  <a:lnTo>
                    <a:pt x="1747187" y="225508"/>
                  </a:lnTo>
                  <a:lnTo>
                    <a:pt x="1756947" y="225924"/>
                  </a:lnTo>
                  <a:lnTo>
                    <a:pt x="1766708" y="226339"/>
                  </a:lnTo>
                  <a:lnTo>
                    <a:pt x="1776469" y="226752"/>
                  </a:lnTo>
                  <a:lnTo>
                    <a:pt x="1786230" y="227163"/>
                  </a:lnTo>
                  <a:lnTo>
                    <a:pt x="1795991" y="227483"/>
                  </a:lnTo>
                  <a:lnTo>
                    <a:pt x="1805752" y="227522"/>
                  </a:lnTo>
                  <a:lnTo>
                    <a:pt x="1815512" y="227921"/>
                  </a:lnTo>
                  <a:lnTo>
                    <a:pt x="1825273" y="228319"/>
                  </a:lnTo>
                  <a:lnTo>
                    <a:pt x="1835034" y="228715"/>
                  </a:lnTo>
                  <a:lnTo>
                    <a:pt x="1844795" y="229110"/>
                  </a:lnTo>
                  <a:lnTo>
                    <a:pt x="1854556" y="229208"/>
                  </a:lnTo>
                  <a:lnTo>
                    <a:pt x="1864316" y="229255"/>
                  </a:lnTo>
                  <a:lnTo>
                    <a:pt x="1874077" y="229302"/>
                  </a:lnTo>
                  <a:lnTo>
                    <a:pt x="1883838" y="229606"/>
                  </a:lnTo>
                  <a:lnTo>
                    <a:pt x="1893599" y="230220"/>
                  </a:lnTo>
                  <a:lnTo>
                    <a:pt x="1903360" y="230835"/>
                  </a:lnTo>
                  <a:lnTo>
                    <a:pt x="1913121" y="231452"/>
                  </a:lnTo>
                  <a:lnTo>
                    <a:pt x="1922881" y="231832"/>
                  </a:lnTo>
                  <a:lnTo>
                    <a:pt x="1932642" y="231919"/>
                  </a:lnTo>
                  <a:lnTo>
                    <a:pt x="1942403" y="232005"/>
                  </a:lnTo>
                  <a:lnTo>
                    <a:pt x="1952164" y="232091"/>
                  </a:lnTo>
                  <a:lnTo>
                    <a:pt x="1961925" y="232270"/>
                  </a:lnTo>
                  <a:lnTo>
                    <a:pt x="1971685" y="232694"/>
                  </a:lnTo>
                  <a:lnTo>
                    <a:pt x="1981446" y="233116"/>
                  </a:lnTo>
                  <a:lnTo>
                    <a:pt x="1991207" y="233548"/>
                  </a:lnTo>
                  <a:lnTo>
                    <a:pt x="2000968" y="233979"/>
                  </a:lnTo>
                  <a:lnTo>
                    <a:pt x="2010729" y="234408"/>
                  </a:lnTo>
                  <a:lnTo>
                    <a:pt x="2020490" y="234836"/>
                  </a:lnTo>
                  <a:lnTo>
                    <a:pt x="2030250" y="235262"/>
                  </a:lnTo>
                  <a:lnTo>
                    <a:pt x="2040011" y="235499"/>
                  </a:lnTo>
                  <a:lnTo>
                    <a:pt x="2049772" y="236018"/>
                  </a:lnTo>
                  <a:lnTo>
                    <a:pt x="2059533" y="236346"/>
                  </a:lnTo>
                  <a:lnTo>
                    <a:pt x="2069294" y="236523"/>
                  </a:lnTo>
                  <a:lnTo>
                    <a:pt x="2079055" y="236698"/>
                  </a:lnTo>
                  <a:lnTo>
                    <a:pt x="2088815" y="236874"/>
                  </a:lnTo>
                  <a:lnTo>
                    <a:pt x="2098576" y="237050"/>
                  </a:lnTo>
                  <a:lnTo>
                    <a:pt x="2108337" y="237182"/>
                  </a:lnTo>
                  <a:lnTo>
                    <a:pt x="2118098" y="237264"/>
                  </a:lnTo>
                  <a:lnTo>
                    <a:pt x="2127859" y="237345"/>
                  </a:lnTo>
                  <a:lnTo>
                    <a:pt x="2137619" y="237427"/>
                  </a:lnTo>
                  <a:lnTo>
                    <a:pt x="2147380" y="237509"/>
                  </a:lnTo>
                  <a:lnTo>
                    <a:pt x="2157141" y="237590"/>
                  </a:lnTo>
                  <a:lnTo>
                    <a:pt x="2166902" y="237672"/>
                  </a:lnTo>
                  <a:lnTo>
                    <a:pt x="2176663" y="237753"/>
                  </a:lnTo>
                  <a:lnTo>
                    <a:pt x="2186424" y="237839"/>
                  </a:lnTo>
                  <a:lnTo>
                    <a:pt x="2196184" y="238119"/>
                  </a:lnTo>
                  <a:lnTo>
                    <a:pt x="2205945" y="238383"/>
                  </a:lnTo>
                  <a:lnTo>
                    <a:pt x="2215706" y="238354"/>
                  </a:lnTo>
                  <a:lnTo>
                    <a:pt x="2225467" y="238724"/>
                  </a:lnTo>
                  <a:lnTo>
                    <a:pt x="2235228" y="239219"/>
                  </a:lnTo>
                  <a:lnTo>
                    <a:pt x="2244988" y="239646"/>
                  </a:lnTo>
                  <a:lnTo>
                    <a:pt x="2254749" y="239810"/>
                  </a:lnTo>
                  <a:lnTo>
                    <a:pt x="2264510" y="239963"/>
                  </a:lnTo>
                  <a:lnTo>
                    <a:pt x="2274271" y="240116"/>
                  </a:lnTo>
                  <a:lnTo>
                    <a:pt x="2284032" y="240344"/>
                  </a:lnTo>
                  <a:lnTo>
                    <a:pt x="2293793" y="240475"/>
                  </a:lnTo>
                  <a:lnTo>
                    <a:pt x="2303553" y="240606"/>
                  </a:lnTo>
                  <a:lnTo>
                    <a:pt x="2313314" y="240737"/>
                  </a:lnTo>
                  <a:lnTo>
                    <a:pt x="2323075" y="240867"/>
                  </a:lnTo>
                  <a:lnTo>
                    <a:pt x="2332836" y="241062"/>
                  </a:lnTo>
                  <a:lnTo>
                    <a:pt x="2342597" y="241376"/>
                  </a:lnTo>
                  <a:lnTo>
                    <a:pt x="2352358" y="241544"/>
                  </a:lnTo>
                  <a:lnTo>
                    <a:pt x="2362118" y="241712"/>
                  </a:lnTo>
                  <a:lnTo>
                    <a:pt x="2371879" y="241880"/>
                  </a:lnTo>
                  <a:lnTo>
                    <a:pt x="2381640" y="242047"/>
                  </a:lnTo>
                  <a:lnTo>
                    <a:pt x="2391401" y="242158"/>
                  </a:lnTo>
                  <a:lnTo>
                    <a:pt x="2401162" y="242230"/>
                  </a:lnTo>
                  <a:lnTo>
                    <a:pt x="2410922" y="242301"/>
                  </a:lnTo>
                  <a:lnTo>
                    <a:pt x="2420683" y="242372"/>
                  </a:lnTo>
                  <a:lnTo>
                    <a:pt x="2430444" y="242444"/>
                  </a:lnTo>
                  <a:lnTo>
                    <a:pt x="2440205" y="242528"/>
                  </a:lnTo>
                  <a:lnTo>
                    <a:pt x="2449966" y="242667"/>
                  </a:lnTo>
                  <a:lnTo>
                    <a:pt x="2459727" y="242805"/>
                  </a:lnTo>
                  <a:lnTo>
                    <a:pt x="2469487" y="242944"/>
                  </a:lnTo>
                  <a:lnTo>
                    <a:pt x="2479248" y="243083"/>
                  </a:lnTo>
                  <a:lnTo>
                    <a:pt x="2489009" y="243222"/>
                  </a:lnTo>
                  <a:lnTo>
                    <a:pt x="2498770" y="243361"/>
                  </a:lnTo>
                  <a:lnTo>
                    <a:pt x="2508531" y="243510"/>
                  </a:lnTo>
                  <a:lnTo>
                    <a:pt x="2518291" y="243847"/>
                  </a:lnTo>
                  <a:lnTo>
                    <a:pt x="2528052" y="244186"/>
                  </a:lnTo>
                  <a:lnTo>
                    <a:pt x="2528052" y="334278"/>
                  </a:lnTo>
                  <a:lnTo>
                    <a:pt x="2518291" y="334145"/>
                  </a:lnTo>
                  <a:lnTo>
                    <a:pt x="2508531" y="334010"/>
                  </a:lnTo>
                  <a:lnTo>
                    <a:pt x="2498770" y="333873"/>
                  </a:lnTo>
                  <a:lnTo>
                    <a:pt x="2489009" y="333735"/>
                  </a:lnTo>
                  <a:lnTo>
                    <a:pt x="2479248" y="333594"/>
                  </a:lnTo>
                  <a:lnTo>
                    <a:pt x="2469487" y="333452"/>
                  </a:lnTo>
                  <a:lnTo>
                    <a:pt x="2459727" y="333308"/>
                  </a:lnTo>
                  <a:lnTo>
                    <a:pt x="2449966" y="333162"/>
                  </a:lnTo>
                  <a:lnTo>
                    <a:pt x="2440205" y="333016"/>
                  </a:lnTo>
                  <a:lnTo>
                    <a:pt x="2430444" y="332889"/>
                  </a:lnTo>
                  <a:lnTo>
                    <a:pt x="2420683" y="332774"/>
                  </a:lnTo>
                  <a:lnTo>
                    <a:pt x="2410922" y="332626"/>
                  </a:lnTo>
                  <a:lnTo>
                    <a:pt x="2401162" y="332493"/>
                  </a:lnTo>
                  <a:lnTo>
                    <a:pt x="2391401" y="332385"/>
                  </a:lnTo>
                  <a:lnTo>
                    <a:pt x="2381640" y="332276"/>
                  </a:lnTo>
                  <a:lnTo>
                    <a:pt x="2371879" y="332165"/>
                  </a:lnTo>
                  <a:lnTo>
                    <a:pt x="2362118" y="332016"/>
                  </a:lnTo>
                  <a:lnTo>
                    <a:pt x="2352358" y="331866"/>
                  </a:lnTo>
                  <a:lnTo>
                    <a:pt x="2342597" y="331714"/>
                  </a:lnTo>
                  <a:lnTo>
                    <a:pt x="2332836" y="331560"/>
                  </a:lnTo>
                  <a:lnTo>
                    <a:pt x="2323075" y="331403"/>
                  </a:lnTo>
                  <a:lnTo>
                    <a:pt x="2313314" y="331245"/>
                  </a:lnTo>
                  <a:lnTo>
                    <a:pt x="2303553" y="331084"/>
                  </a:lnTo>
                  <a:lnTo>
                    <a:pt x="2293793" y="330921"/>
                  </a:lnTo>
                  <a:lnTo>
                    <a:pt x="2284032" y="330756"/>
                  </a:lnTo>
                  <a:lnTo>
                    <a:pt x="2274271" y="330615"/>
                  </a:lnTo>
                  <a:lnTo>
                    <a:pt x="2264510" y="330484"/>
                  </a:lnTo>
                  <a:lnTo>
                    <a:pt x="2254749" y="330351"/>
                  </a:lnTo>
                  <a:lnTo>
                    <a:pt x="2244988" y="330217"/>
                  </a:lnTo>
                  <a:lnTo>
                    <a:pt x="2235228" y="330074"/>
                  </a:lnTo>
                  <a:lnTo>
                    <a:pt x="2225467" y="329888"/>
                  </a:lnTo>
                  <a:lnTo>
                    <a:pt x="2215706" y="329730"/>
                  </a:lnTo>
                  <a:lnTo>
                    <a:pt x="2205945" y="329555"/>
                  </a:lnTo>
                  <a:lnTo>
                    <a:pt x="2196184" y="329366"/>
                  </a:lnTo>
                  <a:lnTo>
                    <a:pt x="2186424" y="329174"/>
                  </a:lnTo>
                  <a:lnTo>
                    <a:pt x="2176663" y="328980"/>
                  </a:lnTo>
                  <a:lnTo>
                    <a:pt x="2166902" y="328821"/>
                  </a:lnTo>
                  <a:lnTo>
                    <a:pt x="2157141" y="328666"/>
                  </a:lnTo>
                  <a:lnTo>
                    <a:pt x="2147380" y="328477"/>
                  </a:lnTo>
                  <a:lnTo>
                    <a:pt x="2137619" y="328285"/>
                  </a:lnTo>
                  <a:lnTo>
                    <a:pt x="2127859" y="328123"/>
                  </a:lnTo>
                  <a:lnTo>
                    <a:pt x="2118098" y="327963"/>
                  </a:lnTo>
                  <a:lnTo>
                    <a:pt x="2108337" y="327763"/>
                  </a:lnTo>
                  <a:lnTo>
                    <a:pt x="2098576" y="327553"/>
                  </a:lnTo>
                  <a:lnTo>
                    <a:pt x="2088815" y="327356"/>
                  </a:lnTo>
                  <a:lnTo>
                    <a:pt x="2079055" y="327150"/>
                  </a:lnTo>
                  <a:lnTo>
                    <a:pt x="2069294" y="326941"/>
                  </a:lnTo>
                  <a:lnTo>
                    <a:pt x="2059533" y="326729"/>
                  </a:lnTo>
                  <a:lnTo>
                    <a:pt x="2049772" y="326546"/>
                  </a:lnTo>
                  <a:lnTo>
                    <a:pt x="2040011" y="326371"/>
                  </a:lnTo>
                  <a:lnTo>
                    <a:pt x="2030250" y="326194"/>
                  </a:lnTo>
                  <a:lnTo>
                    <a:pt x="2020490" y="326016"/>
                  </a:lnTo>
                  <a:lnTo>
                    <a:pt x="2010729" y="325808"/>
                  </a:lnTo>
                  <a:lnTo>
                    <a:pt x="2000968" y="325565"/>
                  </a:lnTo>
                  <a:lnTo>
                    <a:pt x="1991207" y="325319"/>
                  </a:lnTo>
                  <a:lnTo>
                    <a:pt x="1981446" y="325069"/>
                  </a:lnTo>
                  <a:lnTo>
                    <a:pt x="1971685" y="324814"/>
                  </a:lnTo>
                  <a:lnTo>
                    <a:pt x="1961925" y="324557"/>
                  </a:lnTo>
                  <a:lnTo>
                    <a:pt x="1952164" y="324343"/>
                  </a:lnTo>
                  <a:lnTo>
                    <a:pt x="1942403" y="324144"/>
                  </a:lnTo>
                  <a:lnTo>
                    <a:pt x="1932642" y="323944"/>
                  </a:lnTo>
                  <a:lnTo>
                    <a:pt x="1922881" y="323744"/>
                  </a:lnTo>
                  <a:lnTo>
                    <a:pt x="1913121" y="323542"/>
                  </a:lnTo>
                  <a:lnTo>
                    <a:pt x="1903360" y="323346"/>
                  </a:lnTo>
                  <a:lnTo>
                    <a:pt x="1893599" y="323158"/>
                  </a:lnTo>
                  <a:lnTo>
                    <a:pt x="1883838" y="322968"/>
                  </a:lnTo>
                  <a:lnTo>
                    <a:pt x="1874077" y="322775"/>
                  </a:lnTo>
                  <a:lnTo>
                    <a:pt x="1864316" y="322580"/>
                  </a:lnTo>
                  <a:lnTo>
                    <a:pt x="1854556" y="322384"/>
                  </a:lnTo>
                  <a:lnTo>
                    <a:pt x="1844795" y="322186"/>
                  </a:lnTo>
                  <a:lnTo>
                    <a:pt x="1835034" y="321956"/>
                  </a:lnTo>
                  <a:lnTo>
                    <a:pt x="1825273" y="321702"/>
                  </a:lnTo>
                  <a:lnTo>
                    <a:pt x="1815512" y="321427"/>
                  </a:lnTo>
                  <a:lnTo>
                    <a:pt x="1805752" y="321159"/>
                  </a:lnTo>
                  <a:lnTo>
                    <a:pt x="1795991" y="320860"/>
                  </a:lnTo>
                  <a:lnTo>
                    <a:pt x="1786230" y="320556"/>
                  </a:lnTo>
                  <a:lnTo>
                    <a:pt x="1776469" y="320212"/>
                  </a:lnTo>
                  <a:lnTo>
                    <a:pt x="1766708" y="319922"/>
                  </a:lnTo>
                  <a:lnTo>
                    <a:pt x="1756947" y="319624"/>
                  </a:lnTo>
                  <a:lnTo>
                    <a:pt x="1747187" y="319351"/>
                  </a:lnTo>
                  <a:lnTo>
                    <a:pt x="1737426" y="319016"/>
                  </a:lnTo>
                  <a:lnTo>
                    <a:pt x="1727665" y="318675"/>
                  </a:lnTo>
                  <a:lnTo>
                    <a:pt x="1717904" y="318329"/>
                  </a:lnTo>
                  <a:lnTo>
                    <a:pt x="1708143" y="317991"/>
                  </a:lnTo>
                  <a:lnTo>
                    <a:pt x="1698382" y="317649"/>
                  </a:lnTo>
                  <a:lnTo>
                    <a:pt x="1688622" y="317303"/>
                  </a:lnTo>
                  <a:lnTo>
                    <a:pt x="1678861" y="316942"/>
                  </a:lnTo>
                  <a:lnTo>
                    <a:pt x="1669100" y="316606"/>
                  </a:lnTo>
                  <a:lnTo>
                    <a:pt x="1659339" y="316344"/>
                  </a:lnTo>
                  <a:lnTo>
                    <a:pt x="1649578" y="316041"/>
                  </a:lnTo>
                  <a:lnTo>
                    <a:pt x="1639818" y="315735"/>
                  </a:lnTo>
                  <a:lnTo>
                    <a:pt x="1630057" y="315426"/>
                  </a:lnTo>
                  <a:lnTo>
                    <a:pt x="1620296" y="315114"/>
                  </a:lnTo>
                  <a:lnTo>
                    <a:pt x="1610535" y="314798"/>
                  </a:lnTo>
                  <a:lnTo>
                    <a:pt x="1600774" y="314479"/>
                  </a:lnTo>
                  <a:lnTo>
                    <a:pt x="1591013" y="314182"/>
                  </a:lnTo>
                  <a:lnTo>
                    <a:pt x="1581253" y="313914"/>
                  </a:lnTo>
                  <a:lnTo>
                    <a:pt x="1571492" y="313644"/>
                  </a:lnTo>
                  <a:lnTo>
                    <a:pt x="1561731" y="313278"/>
                  </a:lnTo>
                  <a:lnTo>
                    <a:pt x="1551970" y="312887"/>
                  </a:lnTo>
                  <a:lnTo>
                    <a:pt x="1542209" y="312489"/>
                  </a:lnTo>
                  <a:lnTo>
                    <a:pt x="1532448" y="312089"/>
                  </a:lnTo>
                  <a:lnTo>
                    <a:pt x="1522688" y="311689"/>
                  </a:lnTo>
                  <a:lnTo>
                    <a:pt x="1512927" y="311344"/>
                  </a:lnTo>
                  <a:lnTo>
                    <a:pt x="1503166" y="310995"/>
                  </a:lnTo>
                  <a:lnTo>
                    <a:pt x="1493405" y="310643"/>
                  </a:lnTo>
                  <a:lnTo>
                    <a:pt x="1483644" y="310286"/>
                  </a:lnTo>
                  <a:lnTo>
                    <a:pt x="1473884" y="309897"/>
                  </a:lnTo>
                  <a:lnTo>
                    <a:pt x="1464123" y="309564"/>
                  </a:lnTo>
                  <a:lnTo>
                    <a:pt x="1454362" y="309209"/>
                  </a:lnTo>
                  <a:lnTo>
                    <a:pt x="1444601" y="308851"/>
                  </a:lnTo>
                  <a:lnTo>
                    <a:pt x="1434840" y="308465"/>
                  </a:lnTo>
                  <a:lnTo>
                    <a:pt x="1425079" y="308073"/>
                  </a:lnTo>
                  <a:lnTo>
                    <a:pt x="1415319" y="307683"/>
                  </a:lnTo>
                  <a:lnTo>
                    <a:pt x="1405558" y="307309"/>
                  </a:lnTo>
                  <a:lnTo>
                    <a:pt x="1395797" y="306915"/>
                  </a:lnTo>
                  <a:lnTo>
                    <a:pt x="1386036" y="306520"/>
                  </a:lnTo>
                  <a:lnTo>
                    <a:pt x="1376275" y="306199"/>
                  </a:lnTo>
                  <a:lnTo>
                    <a:pt x="1366515" y="305849"/>
                  </a:lnTo>
                  <a:lnTo>
                    <a:pt x="1356754" y="305488"/>
                  </a:lnTo>
                  <a:lnTo>
                    <a:pt x="1346993" y="304972"/>
                  </a:lnTo>
                  <a:lnTo>
                    <a:pt x="1337232" y="304652"/>
                  </a:lnTo>
                  <a:lnTo>
                    <a:pt x="1327471" y="304324"/>
                  </a:lnTo>
                  <a:lnTo>
                    <a:pt x="1317710" y="303870"/>
                  </a:lnTo>
                  <a:lnTo>
                    <a:pt x="1307950" y="303503"/>
                  </a:lnTo>
                  <a:lnTo>
                    <a:pt x="1298189" y="303012"/>
                  </a:lnTo>
                  <a:lnTo>
                    <a:pt x="1288428" y="302514"/>
                  </a:lnTo>
                  <a:lnTo>
                    <a:pt x="1278667" y="302094"/>
                  </a:lnTo>
                  <a:lnTo>
                    <a:pt x="1268906" y="301760"/>
                  </a:lnTo>
                  <a:lnTo>
                    <a:pt x="1259145" y="301472"/>
                  </a:lnTo>
                  <a:lnTo>
                    <a:pt x="1249385" y="301219"/>
                  </a:lnTo>
                  <a:lnTo>
                    <a:pt x="1239624" y="300929"/>
                  </a:lnTo>
                  <a:lnTo>
                    <a:pt x="1229863" y="300545"/>
                  </a:lnTo>
                  <a:lnTo>
                    <a:pt x="1220102" y="300122"/>
                  </a:lnTo>
                  <a:lnTo>
                    <a:pt x="1210341" y="299581"/>
                  </a:lnTo>
                  <a:lnTo>
                    <a:pt x="1200581" y="299265"/>
                  </a:lnTo>
                  <a:lnTo>
                    <a:pt x="1190820" y="298904"/>
                  </a:lnTo>
                  <a:lnTo>
                    <a:pt x="1181059" y="298526"/>
                  </a:lnTo>
                  <a:lnTo>
                    <a:pt x="1171298" y="298152"/>
                  </a:lnTo>
                  <a:lnTo>
                    <a:pt x="1161537" y="297757"/>
                  </a:lnTo>
                  <a:lnTo>
                    <a:pt x="1151776" y="297336"/>
                  </a:lnTo>
                  <a:lnTo>
                    <a:pt x="1142016" y="296993"/>
                  </a:lnTo>
                  <a:lnTo>
                    <a:pt x="1132255" y="296648"/>
                  </a:lnTo>
                  <a:lnTo>
                    <a:pt x="1122494" y="296299"/>
                  </a:lnTo>
                  <a:lnTo>
                    <a:pt x="1112733" y="295948"/>
                  </a:lnTo>
                  <a:lnTo>
                    <a:pt x="1102972" y="295594"/>
                  </a:lnTo>
                  <a:lnTo>
                    <a:pt x="1093212" y="295238"/>
                  </a:lnTo>
                  <a:lnTo>
                    <a:pt x="1083451" y="294874"/>
                  </a:lnTo>
                  <a:lnTo>
                    <a:pt x="1073690" y="294442"/>
                  </a:lnTo>
                  <a:lnTo>
                    <a:pt x="1063929" y="293863"/>
                  </a:lnTo>
                  <a:lnTo>
                    <a:pt x="1054168" y="293523"/>
                  </a:lnTo>
                  <a:lnTo>
                    <a:pt x="1044407" y="293111"/>
                  </a:lnTo>
                  <a:lnTo>
                    <a:pt x="1034647" y="292466"/>
                  </a:lnTo>
                  <a:lnTo>
                    <a:pt x="1024886" y="292013"/>
                  </a:lnTo>
                  <a:lnTo>
                    <a:pt x="1015125" y="291894"/>
                  </a:lnTo>
                  <a:lnTo>
                    <a:pt x="1005364" y="291312"/>
                  </a:lnTo>
                  <a:lnTo>
                    <a:pt x="995603" y="290629"/>
                  </a:lnTo>
                  <a:lnTo>
                    <a:pt x="985842" y="290317"/>
                  </a:lnTo>
                  <a:lnTo>
                    <a:pt x="976082" y="289742"/>
                  </a:lnTo>
                  <a:lnTo>
                    <a:pt x="966321" y="289143"/>
                  </a:lnTo>
                  <a:lnTo>
                    <a:pt x="956560" y="288885"/>
                  </a:lnTo>
                  <a:lnTo>
                    <a:pt x="946799" y="288620"/>
                  </a:lnTo>
                  <a:lnTo>
                    <a:pt x="937038" y="288037"/>
                  </a:lnTo>
                  <a:lnTo>
                    <a:pt x="927278" y="287403"/>
                  </a:lnTo>
                  <a:lnTo>
                    <a:pt x="917517" y="286757"/>
                  </a:lnTo>
                  <a:lnTo>
                    <a:pt x="907756" y="286464"/>
                  </a:lnTo>
                  <a:lnTo>
                    <a:pt x="897995" y="286199"/>
                  </a:lnTo>
                  <a:lnTo>
                    <a:pt x="888234" y="285884"/>
                  </a:lnTo>
                  <a:lnTo>
                    <a:pt x="878473" y="285381"/>
                  </a:lnTo>
                  <a:lnTo>
                    <a:pt x="868713" y="284705"/>
                  </a:lnTo>
                  <a:lnTo>
                    <a:pt x="858952" y="284496"/>
                  </a:lnTo>
                  <a:lnTo>
                    <a:pt x="849191" y="284125"/>
                  </a:lnTo>
                  <a:lnTo>
                    <a:pt x="839430" y="283537"/>
                  </a:lnTo>
                  <a:lnTo>
                    <a:pt x="829669" y="282942"/>
                  </a:lnTo>
                  <a:lnTo>
                    <a:pt x="819909" y="282256"/>
                  </a:lnTo>
                  <a:lnTo>
                    <a:pt x="810148" y="281673"/>
                  </a:lnTo>
                  <a:lnTo>
                    <a:pt x="800387" y="281129"/>
                  </a:lnTo>
                  <a:lnTo>
                    <a:pt x="790626" y="280513"/>
                  </a:lnTo>
                  <a:lnTo>
                    <a:pt x="780865" y="279888"/>
                  </a:lnTo>
                  <a:lnTo>
                    <a:pt x="771104" y="279446"/>
                  </a:lnTo>
                  <a:lnTo>
                    <a:pt x="761344" y="278834"/>
                  </a:lnTo>
                  <a:lnTo>
                    <a:pt x="751583" y="278330"/>
                  </a:lnTo>
                  <a:lnTo>
                    <a:pt x="741822" y="277968"/>
                  </a:lnTo>
                  <a:lnTo>
                    <a:pt x="732061" y="277618"/>
                  </a:lnTo>
                  <a:lnTo>
                    <a:pt x="722300" y="277262"/>
                  </a:lnTo>
                  <a:lnTo>
                    <a:pt x="712539" y="276792"/>
                  </a:lnTo>
                  <a:lnTo>
                    <a:pt x="702779" y="276179"/>
                  </a:lnTo>
                  <a:lnTo>
                    <a:pt x="693018" y="275559"/>
                  </a:lnTo>
                  <a:lnTo>
                    <a:pt x="683257" y="274932"/>
                  </a:lnTo>
                  <a:lnTo>
                    <a:pt x="673496" y="274322"/>
                  </a:lnTo>
                  <a:lnTo>
                    <a:pt x="663735" y="274080"/>
                  </a:lnTo>
                  <a:lnTo>
                    <a:pt x="653975" y="274112"/>
                  </a:lnTo>
                  <a:lnTo>
                    <a:pt x="644214" y="273992"/>
                  </a:lnTo>
                  <a:lnTo>
                    <a:pt x="634453" y="273439"/>
                  </a:lnTo>
                  <a:lnTo>
                    <a:pt x="624692" y="272891"/>
                  </a:lnTo>
                  <a:lnTo>
                    <a:pt x="614931" y="272323"/>
                  </a:lnTo>
                  <a:lnTo>
                    <a:pt x="605170" y="271759"/>
                  </a:lnTo>
                  <a:lnTo>
                    <a:pt x="595410" y="271186"/>
                  </a:lnTo>
                  <a:lnTo>
                    <a:pt x="585649" y="270560"/>
                  </a:lnTo>
                  <a:lnTo>
                    <a:pt x="575888" y="269966"/>
                  </a:lnTo>
                  <a:lnTo>
                    <a:pt x="566127" y="269454"/>
                  </a:lnTo>
                  <a:lnTo>
                    <a:pt x="556366" y="268914"/>
                  </a:lnTo>
                  <a:lnTo>
                    <a:pt x="546606" y="268643"/>
                  </a:lnTo>
                  <a:lnTo>
                    <a:pt x="536845" y="267920"/>
                  </a:lnTo>
                  <a:lnTo>
                    <a:pt x="527084" y="267312"/>
                  </a:lnTo>
                  <a:lnTo>
                    <a:pt x="517323" y="266651"/>
                  </a:lnTo>
                  <a:lnTo>
                    <a:pt x="507562" y="266139"/>
                  </a:lnTo>
                  <a:lnTo>
                    <a:pt x="497801" y="265623"/>
                  </a:lnTo>
                  <a:lnTo>
                    <a:pt x="488041" y="265111"/>
                  </a:lnTo>
                  <a:lnTo>
                    <a:pt x="478280" y="264597"/>
                  </a:lnTo>
                  <a:lnTo>
                    <a:pt x="468519" y="264411"/>
                  </a:lnTo>
                  <a:lnTo>
                    <a:pt x="458758" y="263784"/>
                  </a:lnTo>
                  <a:lnTo>
                    <a:pt x="448997" y="263019"/>
                  </a:lnTo>
                  <a:lnTo>
                    <a:pt x="439236" y="262487"/>
                  </a:lnTo>
                  <a:lnTo>
                    <a:pt x="429476" y="262005"/>
                  </a:lnTo>
                  <a:lnTo>
                    <a:pt x="419715" y="261412"/>
                  </a:lnTo>
                  <a:lnTo>
                    <a:pt x="409954" y="260802"/>
                  </a:lnTo>
                  <a:lnTo>
                    <a:pt x="400193" y="260328"/>
                  </a:lnTo>
                  <a:lnTo>
                    <a:pt x="390432" y="260076"/>
                  </a:lnTo>
                  <a:lnTo>
                    <a:pt x="380672" y="259439"/>
                  </a:lnTo>
                  <a:lnTo>
                    <a:pt x="370911" y="259168"/>
                  </a:lnTo>
                  <a:lnTo>
                    <a:pt x="361150" y="258796"/>
                  </a:lnTo>
                  <a:lnTo>
                    <a:pt x="351389" y="258644"/>
                  </a:lnTo>
                  <a:lnTo>
                    <a:pt x="341628" y="258180"/>
                  </a:lnTo>
                  <a:lnTo>
                    <a:pt x="331867" y="257629"/>
                  </a:lnTo>
                  <a:lnTo>
                    <a:pt x="322107" y="257261"/>
                  </a:lnTo>
                  <a:lnTo>
                    <a:pt x="312346" y="256617"/>
                  </a:lnTo>
                  <a:lnTo>
                    <a:pt x="302585" y="256077"/>
                  </a:lnTo>
                  <a:lnTo>
                    <a:pt x="292824" y="255811"/>
                  </a:lnTo>
                  <a:lnTo>
                    <a:pt x="283063" y="255518"/>
                  </a:lnTo>
                  <a:lnTo>
                    <a:pt x="273303" y="255151"/>
                  </a:lnTo>
                  <a:lnTo>
                    <a:pt x="263542" y="254781"/>
                  </a:lnTo>
                  <a:lnTo>
                    <a:pt x="253781" y="254407"/>
                  </a:lnTo>
                  <a:lnTo>
                    <a:pt x="244020" y="254031"/>
                  </a:lnTo>
                  <a:lnTo>
                    <a:pt x="234259" y="253558"/>
                  </a:lnTo>
                  <a:lnTo>
                    <a:pt x="224498" y="253269"/>
                  </a:lnTo>
                  <a:lnTo>
                    <a:pt x="214738" y="252839"/>
                  </a:lnTo>
                  <a:lnTo>
                    <a:pt x="204977" y="252379"/>
                  </a:lnTo>
                  <a:lnTo>
                    <a:pt x="195216" y="252000"/>
                  </a:lnTo>
                  <a:lnTo>
                    <a:pt x="185455" y="251754"/>
                  </a:lnTo>
                  <a:lnTo>
                    <a:pt x="175694" y="251372"/>
                  </a:lnTo>
                  <a:lnTo>
                    <a:pt x="165933" y="250989"/>
                  </a:lnTo>
                  <a:lnTo>
                    <a:pt x="156173" y="250590"/>
                  </a:lnTo>
                  <a:lnTo>
                    <a:pt x="146412" y="249771"/>
                  </a:lnTo>
                  <a:lnTo>
                    <a:pt x="136651" y="249553"/>
                  </a:lnTo>
                  <a:lnTo>
                    <a:pt x="126890" y="249417"/>
                  </a:lnTo>
                  <a:lnTo>
                    <a:pt x="117129" y="249027"/>
                  </a:lnTo>
                  <a:lnTo>
                    <a:pt x="107369" y="248626"/>
                  </a:lnTo>
                  <a:lnTo>
                    <a:pt x="97608" y="248228"/>
                  </a:lnTo>
                  <a:lnTo>
                    <a:pt x="87847" y="247830"/>
                  </a:lnTo>
                  <a:lnTo>
                    <a:pt x="78086" y="247428"/>
                  </a:lnTo>
                  <a:lnTo>
                    <a:pt x="68325" y="247088"/>
                  </a:lnTo>
                  <a:lnTo>
                    <a:pt x="58564" y="246672"/>
                  </a:lnTo>
                  <a:lnTo>
                    <a:pt x="48804" y="246236"/>
                  </a:lnTo>
                  <a:lnTo>
                    <a:pt x="39043" y="246111"/>
                  </a:lnTo>
                  <a:lnTo>
                    <a:pt x="29282" y="245864"/>
                  </a:lnTo>
                  <a:lnTo>
                    <a:pt x="19521" y="245541"/>
                  </a:lnTo>
                  <a:lnTo>
                    <a:pt x="9760" y="245277"/>
                  </a:lnTo>
                  <a:lnTo>
                    <a:pt x="0" y="245205"/>
                  </a:lnTo>
                  <a:close/>
                </a:path>
              </a:pathLst>
            </a:custGeom>
            <a:solidFill>
              <a:srgbClr val="E69F00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85" name="pl84"/>
            <p:cNvSpPr/>
            <p:nvPr/>
          </p:nvSpPr>
          <p:spPr>
            <a:xfrm>
              <a:off x="6312408" y="5347189"/>
              <a:ext cx="2528052" cy="244186"/>
            </a:xfrm>
            <a:custGeom>
              <a:avLst/>
              <a:pathLst>
                <a:path w="2528052" h="244186">
                  <a:moveTo>
                    <a:pt x="0" y="0"/>
                  </a:moveTo>
                  <a:lnTo>
                    <a:pt x="9760" y="3439"/>
                  </a:lnTo>
                  <a:lnTo>
                    <a:pt x="19521" y="6285"/>
                  </a:lnTo>
                  <a:lnTo>
                    <a:pt x="29282" y="9031"/>
                  </a:lnTo>
                  <a:lnTo>
                    <a:pt x="39043" y="11760"/>
                  </a:lnTo>
                  <a:lnTo>
                    <a:pt x="48804" y="14761"/>
                  </a:lnTo>
                  <a:lnTo>
                    <a:pt x="58564" y="17899"/>
                  </a:lnTo>
                  <a:lnTo>
                    <a:pt x="68325" y="21015"/>
                  </a:lnTo>
                  <a:lnTo>
                    <a:pt x="78086" y="24321"/>
                  </a:lnTo>
                  <a:lnTo>
                    <a:pt x="87847" y="27144"/>
                  </a:lnTo>
                  <a:lnTo>
                    <a:pt x="97608" y="30153"/>
                  </a:lnTo>
                  <a:lnTo>
                    <a:pt x="107369" y="33149"/>
                  </a:lnTo>
                  <a:lnTo>
                    <a:pt x="117129" y="35296"/>
                  </a:lnTo>
                  <a:lnTo>
                    <a:pt x="126890" y="38047"/>
                  </a:lnTo>
                  <a:lnTo>
                    <a:pt x="136651" y="40916"/>
                  </a:lnTo>
                  <a:lnTo>
                    <a:pt x="146412" y="43334"/>
                  </a:lnTo>
                  <a:lnTo>
                    <a:pt x="156173" y="45774"/>
                  </a:lnTo>
                  <a:lnTo>
                    <a:pt x="165933" y="48176"/>
                  </a:lnTo>
                  <a:lnTo>
                    <a:pt x="175694" y="50637"/>
                  </a:lnTo>
                  <a:lnTo>
                    <a:pt x="185455" y="53329"/>
                  </a:lnTo>
                  <a:lnTo>
                    <a:pt x="195216" y="55263"/>
                  </a:lnTo>
                  <a:lnTo>
                    <a:pt x="204977" y="58037"/>
                  </a:lnTo>
                  <a:lnTo>
                    <a:pt x="214738" y="62007"/>
                  </a:lnTo>
                  <a:lnTo>
                    <a:pt x="224498" y="64186"/>
                  </a:lnTo>
                  <a:lnTo>
                    <a:pt x="234259" y="67134"/>
                  </a:lnTo>
                  <a:lnTo>
                    <a:pt x="244020" y="69000"/>
                  </a:lnTo>
                  <a:lnTo>
                    <a:pt x="253781" y="71717"/>
                  </a:lnTo>
                  <a:lnTo>
                    <a:pt x="263542" y="73921"/>
                  </a:lnTo>
                  <a:lnTo>
                    <a:pt x="273303" y="75404"/>
                  </a:lnTo>
                  <a:lnTo>
                    <a:pt x="283063" y="76879"/>
                  </a:lnTo>
                  <a:lnTo>
                    <a:pt x="292824" y="78346"/>
                  </a:lnTo>
                  <a:lnTo>
                    <a:pt x="302585" y="79807"/>
                  </a:lnTo>
                  <a:lnTo>
                    <a:pt x="312346" y="81478"/>
                  </a:lnTo>
                  <a:lnTo>
                    <a:pt x="322107" y="83555"/>
                  </a:lnTo>
                  <a:lnTo>
                    <a:pt x="331867" y="86353"/>
                  </a:lnTo>
                  <a:lnTo>
                    <a:pt x="341628" y="89177"/>
                  </a:lnTo>
                  <a:lnTo>
                    <a:pt x="351389" y="91241"/>
                  </a:lnTo>
                  <a:lnTo>
                    <a:pt x="361150" y="92347"/>
                  </a:lnTo>
                  <a:lnTo>
                    <a:pt x="370911" y="94268"/>
                  </a:lnTo>
                  <a:lnTo>
                    <a:pt x="380672" y="95117"/>
                  </a:lnTo>
                  <a:lnTo>
                    <a:pt x="390432" y="97766"/>
                  </a:lnTo>
                  <a:lnTo>
                    <a:pt x="400193" y="99367"/>
                  </a:lnTo>
                  <a:lnTo>
                    <a:pt x="409954" y="101465"/>
                  </a:lnTo>
                  <a:lnTo>
                    <a:pt x="419715" y="103547"/>
                  </a:lnTo>
                  <a:lnTo>
                    <a:pt x="429476" y="105604"/>
                  </a:lnTo>
                  <a:lnTo>
                    <a:pt x="439236" y="107670"/>
                  </a:lnTo>
                  <a:lnTo>
                    <a:pt x="448997" y="110027"/>
                  </a:lnTo>
                  <a:lnTo>
                    <a:pt x="458758" y="111968"/>
                  </a:lnTo>
                  <a:lnTo>
                    <a:pt x="468519" y="113850"/>
                  </a:lnTo>
                  <a:lnTo>
                    <a:pt x="478280" y="115699"/>
                  </a:lnTo>
                  <a:lnTo>
                    <a:pt x="488041" y="117580"/>
                  </a:lnTo>
                  <a:lnTo>
                    <a:pt x="497801" y="119614"/>
                  </a:lnTo>
                  <a:lnTo>
                    <a:pt x="507562" y="121547"/>
                  </a:lnTo>
                  <a:lnTo>
                    <a:pt x="517323" y="123457"/>
                  </a:lnTo>
                  <a:lnTo>
                    <a:pt x="527084" y="125173"/>
                  </a:lnTo>
                  <a:lnTo>
                    <a:pt x="536845" y="126592"/>
                  </a:lnTo>
                  <a:lnTo>
                    <a:pt x="546606" y="128287"/>
                  </a:lnTo>
                  <a:lnTo>
                    <a:pt x="556366" y="129697"/>
                  </a:lnTo>
                  <a:lnTo>
                    <a:pt x="566127" y="131839"/>
                  </a:lnTo>
                  <a:lnTo>
                    <a:pt x="575888" y="133497"/>
                  </a:lnTo>
                  <a:lnTo>
                    <a:pt x="585649" y="135279"/>
                  </a:lnTo>
                  <a:lnTo>
                    <a:pt x="595410" y="136967"/>
                  </a:lnTo>
                  <a:lnTo>
                    <a:pt x="605170" y="138644"/>
                  </a:lnTo>
                  <a:lnTo>
                    <a:pt x="614931" y="140313"/>
                  </a:lnTo>
                  <a:lnTo>
                    <a:pt x="624692" y="141970"/>
                  </a:lnTo>
                  <a:lnTo>
                    <a:pt x="634453" y="143197"/>
                  </a:lnTo>
                  <a:lnTo>
                    <a:pt x="644214" y="144873"/>
                  </a:lnTo>
                  <a:lnTo>
                    <a:pt x="653975" y="146862"/>
                  </a:lnTo>
                  <a:lnTo>
                    <a:pt x="663735" y="148470"/>
                  </a:lnTo>
                  <a:lnTo>
                    <a:pt x="673496" y="150061"/>
                  </a:lnTo>
                  <a:lnTo>
                    <a:pt x="683257" y="151638"/>
                  </a:lnTo>
                  <a:lnTo>
                    <a:pt x="693018" y="153048"/>
                  </a:lnTo>
                  <a:lnTo>
                    <a:pt x="702779" y="153971"/>
                  </a:lnTo>
                  <a:lnTo>
                    <a:pt x="712539" y="154945"/>
                  </a:lnTo>
                  <a:lnTo>
                    <a:pt x="722300" y="155855"/>
                  </a:lnTo>
                  <a:lnTo>
                    <a:pt x="732061" y="157416"/>
                  </a:lnTo>
                  <a:lnTo>
                    <a:pt x="741822" y="158638"/>
                  </a:lnTo>
                  <a:lnTo>
                    <a:pt x="751583" y="159404"/>
                  </a:lnTo>
                  <a:lnTo>
                    <a:pt x="761344" y="160029"/>
                  </a:lnTo>
                  <a:lnTo>
                    <a:pt x="771104" y="161406"/>
                  </a:lnTo>
                  <a:lnTo>
                    <a:pt x="780865" y="162278"/>
                  </a:lnTo>
                  <a:lnTo>
                    <a:pt x="790626" y="163690"/>
                  </a:lnTo>
                  <a:lnTo>
                    <a:pt x="800387" y="164680"/>
                  </a:lnTo>
                  <a:lnTo>
                    <a:pt x="810148" y="166153"/>
                  </a:lnTo>
                  <a:lnTo>
                    <a:pt x="819909" y="167624"/>
                  </a:lnTo>
                  <a:lnTo>
                    <a:pt x="829669" y="169029"/>
                  </a:lnTo>
                  <a:lnTo>
                    <a:pt x="839430" y="169820"/>
                  </a:lnTo>
                  <a:lnTo>
                    <a:pt x="849191" y="170859"/>
                  </a:lnTo>
                  <a:lnTo>
                    <a:pt x="858952" y="171929"/>
                  </a:lnTo>
                  <a:lnTo>
                    <a:pt x="868713" y="173223"/>
                  </a:lnTo>
                  <a:lnTo>
                    <a:pt x="878473" y="174190"/>
                  </a:lnTo>
                  <a:lnTo>
                    <a:pt x="888234" y="175212"/>
                  </a:lnTo>
                  <a:lnTo>
                    <a:pt x="897995" y="176295"/>
                  </a:lnTo>
                  <a:lnTo>
                    <a:pt x="907756" y="177270"/>
                  </a:lnTo>
                  <a:lnTo>
                    <a:pt x="917517" y="178196"/>
                  </a:lnTo>
                  <a:lnTo>
                    <a:pt x="927278" y="179188"/>
                  </a:lnTo>
                  <a:lnTo>
                    <a:pt x="937038" y="180106"/>
                  </a:lnTo>
                  <a:lnTo>
                    <a:pt x="946799" y="181395"/>
                  </a:lnTo>
                  <a:lnTo>
                    <a:pt x="956560" y="182430"/>
                  </a:lnTo>
                  <a:lnTo>
                    <a:pt x="966321" y="182915"/>
                  </a:lnTo>
                  <a:lnTo>
                    <a:pt x="976082" y="183638"/>
                  </a:lnTo>
                  <a:lnTo>
                    <a:pt x="985842" y="184528"/>
                  </a:lnTo>
                  <a:lnTo>
                    <a:pt x="995603" y="185414"/>
                  </a:lnTo>
                  <a:lnTo>
                    <a:pt x="1005364" y="186722"/>
                  </a:lnTo>
                  <a:lnTo>
                    <a:pt x="1015125" y="187171"/>
                  </a:lnTo>
                  <a:lnTo>
                    <a:pt x="1024886" y="188146"/>
                  </a:lnTo>
                  <a:lnTo>
                    <a:pt x="1034647" y="188907"/>
                  </a:lnTo>
                  <a:lnTo>
                    <a:pt x="1044407" y="189793"/>
                  </a:lnTo>
                  <a:lnTo>
                    <a:pt x="1054168" y="190713"/>
                  </a:lnTo>
                  <a:lnTo>
                    <a:pt x="1063929" y="191478"/>
                  </a:lnTo>
                  <a:lnTo>
                    <a:pt x="1073690" y="192205"/>
                  </a:lnTo>
                  <a:lnTo>
                    <a:pt x="1083451" y="192755"/>
                  </a:lnTo>
                  <a:lnTo>
                    <a:pt x="1093212" y="193436"/>
                  </a:lnTo>
                  <a:lnTo>
                    <a:pt x="1102972" y="194060"/>
                  </a:lnTo>
                  <a:lnTo>
                    <a:pt x="1112733" y="194782"/>
                  </a:lnTo>
                  <a:lnTo>
                    <a:pt x="1122494" y="195447"/>
                  </a:lnTo>
                  <a:lnTo>
                    <a:pt x="1132255" y="196110"/>
                  </a:lnTo>
                  <a:lnTo>
                    <a:pt x="1142016" y="196248"/>
                  </a:lnTo>
                  <a:lnTo>
                    <a:pt x="1151776" y="196786"/>
                  </a:lnTo>
                  <a:lnTo>
                    <a:pt x="1161537" y="197364"/>
                  </a:lnTo>
                  <a:lnTo>
                    <a:pt x="1171298" y="198261"/>
                  </a:lnTo>
                  <a:lnTo>
                    <a:pt x="1181059" y="198771"/>
                  </a:lnTo>
                  <a:lnTo>
                    <a:pt x="1190820" y="199280"/>
                  </a:lnTo>
                  <a:lnTo>
                    <a:pt x="1200581" y="199786"/>
                  </a:lnTo>
                  <a:lnTo>
                    <a:pt x="1210341" y="200291"/>
                  </a:lnTo>
                  <a:lnTo>
                    <a:pt x="1220102" y="200788"/>
                  </a:lnTo>
                  <a:lnTo>
                    <a:pt x="1229863" y="201295"/>
                  </a:lnTo>
                  <a:lnTo>
                    <a:pt x="1239624" y="201795"/>
                  </a:lnTo>
                  <a:lnTo>
                    <a:pt x="1249385" y="202293"/>
                  </a:lnTo>
                  <a:lnTo>
                    <a:pt x="1259145" y="203065"/>
                  </a:lnTo>
                  <a:lnTo>
                    <a:pt x="1268906" y="203284"/>
                  </a:lnTo>
                  <a:lnTo>
                    <a:pt x="1278667" y="203954"/>
                  </a:lnTo>
                  <a:lnTo>
                    <a:pt x="1288428" y="204282"/>
                  </a:lnTo>
                  <a:lnTo>
                    <a:pt x="1298189" y="204757"/>
                  </a:lnTo>
                  <a:lnTo>
                    <a:pt x="1307950" y="205708"/>
                  </a:lnTo>
                  <a:lnTo>
                    <a:pt x="1317710" y="206277"/>
                  </a:lnTo>
                  <a:lnTo>
                    <a:pt x="1327471" y="206247"/>
                  </a:lnTo>
                  <a:lnTo>
                    <a:pt x="1337232" y="206754"/>
                  </a:lnTo>
                  <a:lnTo>
                    <a:pt x="1346993" y="207259"/>
                  </a:lnTo>
                  <a:lnTo>
                    <a:pt x="1356754" y="207654"/>
                  </a:lnTo>
                  <a:lnTo>
                    <a:pt x="1366515" y="208124"/>
                  </a:lnTo>
                  <a:lnTo>
                    <a:pt x="1376275" y="208597"/>
                  </a:lnTo>
                  <a:lnTo>
                    <a:pt x="1386036" y="209167"/>
                  </a:lnTo>
                  <a:lnTo>
                    <a:pt x="1395797" y="209756"/>
                  </a:lnTo>
                  <a:lnTo>
                    <a:pt x="1405558" y="210253"/>
                  </a:lnTo>
                  <a:lnTo>
                    <a:pt x="1415319" y="210862"/>
                  </a:lnTo>
                  <a:lnTo>
                    <a:pt x="1425079" y="211244"/>
                  </a:lnTo>
                  <a:lnTo>
                    <a:pt x="1434840" y="211722"/>
                  </a:lnTo>
                  <a:lnTo>
                    <a:pt x="1444601" y="212209"/>
                  </a:lnTo>
                  <a:lnTo>
                    <a:pt x="1454362" y="212694"/>
                  </a:lnTo>
                  <a:lnTo>
                    <a:pt x="1464123" y="213177"/>
                  </a:lnTo>
                  <a:lnTo>
                    <a:pt x="1473884" y="213659"/>
                  </a:lnTo>
                  <a:lnTo>
                    <a:pt x="1483644" y="213869"/>
                  </a:lnTo>
                  <a:lnTo>
                    <a:pt x="1493405" y="214185"/>
                  </a:lnTo>
                  <a:lnTo>
                    <a:pt x="1503166" y="214632"/>
                  </a:lnTo>
                  <a:lnTo>
                    <a:pt x="1512927" y="215048"/>
                  </a:lnTo>
                  <a:lnTo>
                    <a:pt x="1522688" y="215177"/>
                  </a:lnTo>
                  <a:lnTo>
                    <a:pt x="1532448" y="215618"/>
                  </a:lnTo>
                  <a:lnTo>
                    <a:pt x="1542209" y="216031"/>
                  </a:lnTo>
                  <a:lnTo>
                    <a:pt x="1551970" y="216784"/>
                  </a:lnTo>
                  <a:lnTo>
                    <a:pt x="1561731" y="217337"/>
                  </a:lnTo>
                  <a:lnTo>
                    <a:pt x="1571492" y="217806"/>
                  </a:lnTo>
                  <a:lnTo>
                    <a:pt x="1581253" y="218369"/>
                  </a:lnTo>
                  <a:lnTo>
                    <a:pt x="1591013" y="218661"/>
                  </a:lnTo>
                  <a:lnTo>
                    <a:pt x="1600774" y="219096"/>
                  </a:lnTo>
                  <a:lnTo>
                    <a:pt x="1610535" y="219543"/>
                  </a:lnTo>
                  <a:lnTo>
                    <a:pt x="1620296" y="220197"/>
                  </a:lnTo>
                  <a:lnTo>
                    <a:pt x="1630057" y="220484"/>
                  </a:lnTo>
                  <a:lnTo>
                    <a:pt x="1639818" y="220845"/>
                  </a:lnTo>
                  <a:lnTo>
                    <a:pt x="1649578" y="221278"/>
                  </a:lnTo>
                  <a:lnTo>
                    <a:pt x="1659339" y="221811"/>
                  </a:lnTo>
                  <a:lnTo>
                    <a:pt x="1669100" y="222517"/>
                  </a:lnTo>
                  <a:lnTo>
                    <a:pt x="1678861" y="223220"/>
                  </a:lnTo>
                  <a:lnTo>
                    <a:pt x="1688622" y="223773"/>
                  </a:lnTo>
                  <a:lnTo>
                    <a:pt x="1698382" y="223981"/>
                  </a:lnTo>
                  <a:lnTo>
                    <a:pt x="1708143" y="224069"/>
                  </a:lnTo>
                  <a:lnTo>
                    <a:pt x="1717904" y="224262"/>
                  </a:lnTo>
                  <a:lnTo>
                    <a:pt x="1727665" y="224674"/>
                  </a:lnTo>
                  <a:lnTo>
                    <a:pt x="1737426" y="225091"/>
                  </a:lnTo>
                  <a:lnTo>
                    <a:pt x="1747187" y="225508"/>
                  </a:lnTo>
                  <a:lnTo>
                    <a:pt x="1756947" y="225924"/>
                  </a:lnTo>
                  <a:lnTo>
                    <a:pt x="1766708" y="226339"/>
                  </a:lnTo>
                  <a:lnTo>
                    <a:pt x="1776469" y="226752"/>
                  </a:lnTo>
                  <a:lnTo>
                    <a:pt x="1786230" y="227163"/>
                  </a:lnTo>
                  <a:lnTo>
                    <a:pt x="1795991" y="227483"/>
                  </a:lnTo>
                  <a:lnTo>
                    <a:pt x="1805752" y="227522"/>
                  </a:lnTo>
                  <a:lnTo>
                    <a:pt x="1815512" y="227921"/>
                  </a:lnTo>
                  <a:lnTo>
                    <a:pt x="1825273" y="228319"/>
                  </a:lnTo>
                  <a:lnTo>
                    <a:pt x="1835034" y="228715"/>
                  </a:lnTo>
                  <a:lnTo>
                    <a:pt x="1844795" y="229110"/>
                  </a:lnTo>
                  <a:lnTo>
                    <a:pt x="1854556" y="229208"/>
                  </a:lnTo>
                  <a:lnTo>
                    <a:pt x="1864316" y="229255"/>
                  </a:lnTo>
                  <a:lnTo>
                    <a:pt x="1874077" y="229302"/>
                  </a:lnTo>
                  <a:lnTo>
                    <a:pt x="1883838" y="229606"/>
                  </a:lnTo>
                  <a:lnTo>
                    <a:pt x="1893599" y="230220"/>
                  </a:lnTo>
                  <a:lnTo>
                    <a:pt x="1903360" y="230835"/>
                  </a:lnTo>
                  <a:lnTo>
                    <a:pt x="1913121" y="231452"/>
                  </a:lnTo>
                  <a:lnTo>
                    <a:pt x="1922881" y="231832"/>
                  </a:lnTo>
                  <a:lnTo>
                    <a:pt x="1932642" y="231919"/>
                  </a:lnTo>
                  <a:lnTo>
                    <a:pt x="1942403" y="232005"/>
                  </a:lnTo>
                  <a:lnTo>
                    <a:pt x="1952164" y="232091"/>
                  </a:lnTo>
                  <a:lnTo>
                    <a:pt x="1961925" y="232270"/>
                  </a:lnTo>
                  <a:lnTo>
                    <a:pt x="1971685" y="232694"/>
                  </a:lnTo>
                  <a:lnTo>
                    <a:pt x="1981446" y="233116"/>
                  </a:lnTo>
                  <a:lnTo>
                    <a:pt x="1991207" y="233548"/>
                  </a:lnTo>
                  <a:lnTo>
                    <a:pt x="2000968" y="233979"/>
                  </a:lnTo>
                  <a:lnTo>
                    <a:pt x="2010729" y="234408"/>
                  </a:lnTo>
                  <a:lnTo>
                    <a:pt x="2020490" y="234836"/>
                  </a:lnTo>
                  <a:lnTo>
                    <a:pt x="2030250" y="235262"/>
                  </a:lnTo>
                  <a:lnTo>
                    <a:pt x="2040011" y="235499"/>
                  </a:lnTo>
                  <a:lnTo>
                    <a:pt x="2049772" y="236018"/>
                  </a:lnTo>
                  <a:lnTo>
                    <a:pt x="2059533" y="236346"/>
                  </a:lnTo>
                  <a:lnTo>
                    <a:pt x="2069294" y="236523"/>
                  </a:lnTo>
                  <a:lnTo>
                    <a:pt x="2079055" y="236698"/>
                  </a:lnTo>
                  <a:lnTo>
                    <a:pt x="2088815" y="236874"/>
                  </a:lnTo>
                  <a:lnTo>
                    <a:pt x="2098576" y="237050"/>
                  </a:lnTo>
                  <a:lnTo>
                    <a:pt x="2108337" y="237182"/>
                  </a:lnTo>
                  <a:lnTo>
                    <a:pt x="2118098" y="237264"/>
                  </a:lnTo>
                  <a:lnTo>
                    <a:pt x="2127859" y="237345"/>
                  </a:lnTo>
                  <a:lnTo>
                    <a:pt x="2137619" y="237427"/>
                  </a:lnTo>
                  <a:lnTo>
                    <a:pt x="2147380" y="237509"/>
                  </a:lnTo>
                  <a:lnTo>
                    <a:pt x="2157141" y="237590"/>
                  </a:lnTo>
                  <a:lnTo>
                    <a:pt x="2166902" y="237672"/>
                  </a:lnTo>
                  <a:lnTo>
                    <a:pt x="2176663" y="237753"/>
                  </a:lnTo>
                  <a:lnTo>
                    <a:pt x="2186424" y="237839"/>
                  </a:lnTo>
                  <a:lnTo>
                    <a:pt x="2196184" y="238119"/>
                  </a:lnTo>
                  <a:lnTo>
                    <a:pt x="2205945" y="238383"/>
                  </a:lnTo>
                  <a:lnTo>
                    <a:pt x="2215706" y="238354"/>
                  </a:lnTo>
                  <a:lnTo>
                    <a:pt x="2225467" y="238724"/>
                  </a:lnTo>
                  <a:lnTo>
                    <a:pt x="2235228" y="239219"/>
                  </a:lnTo>
                  <a:lnTo>
                    <a:pt x="2244988" y="239646"/>
                  </a:lnTo>
                  <a:lnTo>
                    <a:pt x="2254749" y="239810"/>
                  </a:lnTo>
                  <a:lnTo>
                    <a:pt x="2264510" y="239963"/>
                  </a:lnTo>
                  <a:lnTo>
                    <a:pt x="2274271" y="240116"/>
                  </a:lnTo>
                  <a:lnTo>
                    <a:pt x="2284032" y="240344"/>
                  </a:lnTo>
                  <a:lnTo>
                    <a:pt x="2293793" y="240475"/>
                  </a:lnTo>
                  <a:lnTo>
                    <a:pt x="2303553" y="240606"/>
                  </a:lnTo>
                  <a:lnTo>
                    <a:pt x="2313314" y="240737"/>
                  </a:lnTo>
                  <a:lnTo>
                    <a:pt x="2323075" y="240867"/>
                  </a:lnTo>
                  <a:lnTo>
                    <a:pt x="2332836" y="241062"/>
                  </a:lnTo>
                  <a:lnTo>
                    <a:pt x="2342597" y="241376"/>
                  </a:lnTo>
                  <a:lnTo>
                    <a:pt x="2352358" y="241544"/>
                  </a:lnTo>
                  <a:lnTo>
                    <a:pt x="2362118" y="241712"/>
                  </a:lnTo>
                  <a:lnTo>
                    <a:pt x="2371879" y="241880"/>
                  </a:lnTo>
                  <a:lnTo>
                    <a:pt x="2381640" y="242047"/>
                  </a:lnTo>
                  <a:lnTo>
                    <a:pt x="2391401" y="242158"/>
                  </a:lnTo>
                  <a:lnTo>
                    <a:pt x="2401162" y="242230"/>
                  </a:lnTo>
                  <a:lnTo>
                    <a:pt x="2410922" y="242301"/>
                  </a:lnTo>
                  <a:lnTo>
                    <a:pt x="2420683" y="242372"/>
                  </a:lnTo>
                  <a:lnTo>
                    <a:pt x="2430444" y="242444"/>
                  </a:lnTo>
                  <a:lnTo>
                    <a:pt x="2440205" y="242528"/>
                  </a:lnTo>
                  <a:lnTo>
                    <a:pt x="2449966" y="242667"/>
                  </a:lnTo>
                  <a:lnTo>
                    <a:pt x="2459727" y="242805"/>
                  </a:lnTo>
                  <a:lnTo>
                    <a:pt x="2469487" y="242944"/>
                  </a:lnTo>
                  <a:lnTo>
                    <a:pt x="2479248" y="243083"/>
                  </a:lnTo>
                  <a:lnTo>
                    <a:pt x="2489009" y="243222"/>
                  </a:lnTo>
                  <a:lnTo>
                    <a:pt x="2498770" y="243361"/>
                  </a:lnTo>
                  <a:lnTo>
                    <a:pt x="2508531" y="243510"/>
                  </a:lnTo>
                  <a:lnTo>
                    <a:pt x="2518291" y="243847"/>
                  </a:lnTo>
                  <a:lnTo>
                    <a:pt x="2528052" y="2441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6" name="pl85"/>
            <p:cNvSpPr/>
            <p:nvPr/>
          </p:nvSpPr>
          <p:spPr>
            <a:xfrm>
              <a:off x="6312408" y="5592395"/>
              <a:ext cx="2528052" cy="89073"/>
            </a:xfrm>
            <a:custGeom>
              <a:avLst/>
              <a:pathLst>
                <a:path w="2528052" h="89073">
                  <a:moveTo>
                    <a:pt x="2528052" y="89073"/>
                  </a:moveTo>
                  <a:lnTo>
                    <a:pt x="2518291" y="88940"/>
                  </a:lnTo>
                  <a:lnTo>
                    <a:pt x="2508531" y="88805"/>
                  </a:lnTo>
                  <a:lnTo>
                    <a:pt x="2498770" y="88668"/>
                  </a:lnTo>
                  <a:lnTo>
                    <a:pt x="2489009" y="88529"/>
                  </a:lnTo>
                  <a:lnTo>
                    <a:pt x="2479248" y="88389"/>
                  </a:lnTo>
                  <a:lnTo>
                    <a:pt x="2469487" y="88247"/>
                  </a:lnTo>
                  <a:lnTo>
                    <a:pt x="2459727" y="88103"/>
                  </a:lnTo>
                  <a:lnTo>
                    <a:pt x="2449966" y="87957"/>
                  </a:lnTo>
                  <a:lnTo>
                    <a:pt x="2440205" y="87811"/>
                  </a:lnTo>
                  <a:lnTo>
                    <a:pt x="2430444" y="87683"/>
                  </a:lnTo>
                  <a:lnTo>
                    <a:pt x="2420683" y="87569"/>
                  </a:lnTo>
                  <a:lnTo>
                    <a:pt x="2410922" y="87420"/>
                  </a:lnTo>
                  <a:lnTo>
                    <a:pt x="2401162" y="87287"/>
                  </a:lnTo>
                  <a:lnTo>
                    <a:pt x="2391401" y="87179"/>
                  </a:lnTo>
                  <a:lnTo>
                    <a:pt x="2381640" y="87070"/>
                  </a:lnTo>
                  <a:lnTo>
                    <a:pt x="2371879" y="86959"/>
                  </a:lnTo>
                  <a:lnTo>
                    <a:pt x="2362118" y="86811"/>
                  </a:lnTo>
                  <a:lnTo>
                    <a:pt x="2352358" y="86660"/>
                  </a:lnTo>
                  <a:lnTo>
                    <a:pt x="2342597" y="86508"/>
                  </a:lnTo>
                  <a:lnTo>
                    <a:pt x="2332836" y="86354"/>
                  </a:lnTo>
                  <a:lnTo>
                    <a:pt x="2323075" y="86198"/>
                  </a:lnTo>
                  <a:lnTo>
                    <a:pt x="2313314" y="86039"/>
                  </a:lnTo>
                  <a:lnTo>
                    <a:pt x="2303553" y="85878"/>
                  </a:lnTo>
                  <a:lnTo>
                    <a:pt x="2293793" y="85716"/>
                  </a:lnTo>
                  <a:lnTo>
                    <a:pt x="2284032" y="85551"/>
                  </a:lnTo>
                  <a:lnTo>
                    <a:pt x="2274271" y="85409"/>
                  </a:lnTo>
                  <a:lnTo>
                    <a:pt x="2264510" y="85278"/>
                  </a:lnTo>
                  <a:lnTo>
                    <a:pt x="2254749" y="85145"/>
                  </a:lnTo>
                  <a:lnTo>
                    <a:pt x="2244988" y="85011"/>
                  </a:lnTo>
                  <a:lnTo>
                    <a:pt x="2235228" y="84869"/>
                  </a:lnTo>
                  <a:lnTo>
                    <a:pt x="2225467" y="84683"/>
                  </a:lnTo>
                  <a:lnTo>
                    <a:pt x="2215706" y="84524"/>
                  </a:lnTo>
                  <a:lnTo>
                    <a:pt x="2205945" y="84349"/>
                  </a:lnTo>
                  <a:lnTo>
                    <a:pt x="2196184" y="84160"/>
                  </a:lnTo>
                  <a:lnTo>
                    <a:pt x="2186424" y="83968"/>
                  </a:lnTo>
                  <a:lnTo>
                    <a:pt x="2176663" y="83774"/>
                  </a:lnTo>
                  <a:lnTo>
                    <a:pt x="2166902" y="83616"/>
                  </a:lnTo>
                  <a:lnTo>
                    <a:pt x="2157141" y="83461"/>
                  </a:lnTo>
                  <a:lnTo>
                    <a:pt x="2147380" y="83271"/>
                  </a:lnTo>
                  <a:lnTo>
                    <a:pt x="2137619" y="83079"/>
                  </a:lnTo>
                  <a:lnTo>
                    <a:pt x="2127859" y="82917"/>
                  </a:lnTo>
                  <a:lnTo>
                    <a:pt x="2118098" y="82757"/>
                  </a:lnTo>
                  <a:lnTo>
                    <a:pt x="2108337" y="82558"/>
                  </a:lnTo>
                  <a:lnTo>
                    <a:pt x="2098576" y="82347"/>
                  </a:lnTo>
                  <a:lnTo>
                    <a:pt x="2088815" y="82151"/>
                  </a:lnTo>
                  <a:lnTo>
                    <a:pt x="2079055" y="81944"/>
                  </a:lnTo>
                  <a:lnTo>
                    <a:pt x="2069294" y="81735"/>
                  </a:lnTo>
                  <a:lnTo>
                    <a:pt x="2059533" y="81523"/>
                  </a:lnTo>
                  <a:lnTo>
                    <a:pt x="2049772" y="81340"/>
                  </a:lnTo>
                  <a:lnTo>
                    <a:pt x="2040011" y="81165"/>
                  </a:lnTo>
                  <a:lnTo>
                    <a:pt x="2030250" y="80989"/>
                  </a:lnTo>
                  <a:lnTo>
                    <a:pt x="2020490" y="80810"/>
                  </a:lnTo>
                  <a:lnTo>
                    <a:pt x="2010729" y="80602"/>
                  </a:lnTo>
                  <a:lnTo>
                    <a:pt x="2000968" y="80359"/>
                  </a:lnTo>
                  <a:lnTo>
                    <a:pt x="1991207" y="80113"/>
                  </a:lnTo>
                  <a:lnTo>
                    <a:pt x="1981446" y="79863"/>
                  </a:lnTo>
                  <a:lnTo>
                    <a:pt x="1971685" y="79609"/>
                  </a:lnTo>
                  <a:lnTo>
                    <a:pt x="1961925" y="79351"/>
                  </a:lnTo>
                  <a:lnTo>
                    <a:pt x="1952164" y="79137"/>
                  </a:lnTo>
                  <a:lnTo>
                    <a:pt x="1942403" y="78939"/>
                  </a:lnTo>
                  <a:lnTo>
                    <a:pt x="1932642" y="78738"/>
                  </a:lnTo>
                  <a:lnTo>
                    <a:pt x="1922881" y="78538"/>
                  </a:lnTo>
                  <a:lnTo>
                    <a:pt x="1913121" y="78337"/>
                  </a:lnTo>
                  <a:lnTo>
                    <a:pt x="1903360" y="78140"/>
                  </a:lnTo>
                  <a:lnTo>
                    <a:pt x="1893599" y="77952"/>
                  </a:lnTo>
                  <a:lnTo>
                    <a:pt x="1883838" y="77762"/>
                  </a:lnTo>
                  <a:lnTo>
                    <a:pt x="1874077" y="77569"/>
                  </a:lnTo>
                  <a:lnTo>
                    <a:pt x="1864316" y="77375"/>
                  </a:lnTo>
                  <a:lnTo>
                    <a:pt x="1854556" y="77178"/>
                  </a:lnTo>
                  <a:lnTo>
                    <a:pt x="1844795" y="76980"/>
                  </a:lnTo>
                  <a:lnTo>
                    <a:pt x="1835034" y="76750"/>
                  </a:lnTo>
                  <a:lnTo>
                    <a:pt x="1825273" y="76497"/>
                  </a:lnTo>
                  <a:lnTo>
                    <a:pt x="1815512" y="76221"/>
                  </a:lnTo>
                  <a:lnTo>
                    <a:pt x="1805752" y="75953"/>
                  </a:lnTo>
                  <a:lnTo>
                    <a:pt x="1795991" y="75655"/>
                  </a:lnTo>
                  <a:lnTo>
                    <a:pt x="1786230" y="75351"/>
                  </a:lnTo>
                  <a:lnTo>
                    <a:pt x="1776469" y="75006"/>
                  </a:lnTo>
                  <a:lnTo>
                    <a:pt x="1766708" y="74717"/>
                  </a:lnTo>
                  <a:lnTo>
                    <a:pt x="1756947" y="74419"/>
                  </a:lnTo>
                  <a:lnTo>
                    <a:pt x="1747187" y="74145"/>
                  </a:lnTo>
                  <a:lnTo>
                    <a:pt x="1737426" y="73810"/>
                  </a:lnTo>
                  <a:lnTo>
                    <a:pt x="1727665" y="73470"/>
                  </a:lnTo>
                  <a:lnTo>
                    <a:pt x="1717904" y="73124"/>
                  </a:lnTo>
                  <a:lnTo>
                    <a:pt x="1708143" y="72785"/>
                  </a:lnTo>
                  <a:lnTo>
                    <a:pt x="1698382" y="72444"/>
                  </a:lnTo>
                  <a:lnTo>
                    <a:pt x="1688622" y="72097"/>
                  </a:lnTo>
                  <a:lnTo>
                    <a:pt x="1678861" y="71736"/>
                  </a:lnTo>
                  <a:lnTo>
                    <a:pt x="1669100" y="71400"/>
                  </a:lnTo>
                  <a:lnTo>
                    <a:pt x="1659339" y="71138"/>
                  </a:lnTo>
                  <a:lnTo>
                    <a:pt x="1649578" y="70835"/>
                  </a:lnTo>
                  <a:lnTo>
                    <a:pt x="1639818" y="70530"/>
                  </a:lnTo>
                  <a:lnTo>
                    <a:pt x="1630057" y="70221"/>
                  </a:lnTo>
                  <a:lnTo>
                    <a:pt x="1620296" y="69908"/>
                  </a:lnTo>
                  <a:lnTo>
                    <a:pt x="1610535" y="69592"/>
                  </a:lnTo>
                  <a:lnTo>
                    <a:pt x="1600774" y="69273"/>
                  </a:lnTo>
                  <a:lnTo>
                    <a:pt x="1591013" y="68976"/>
                  </a:lnTo>
                  <a:lnTo>
                    <a:pt x="1581253" y="68709"/>
                  </a:lnTo>
                  <a:lnTo>
                    <a:pt x="1571492" y="68439"/>
                  </a:lnTo>
                  <a:lnTo>
                    <a:pt x="1561731" y="68073"/>
                  </a:lnTo>
                  <a:lnTo>
                    <a:pt x="1551970" y="67682"/>
                  </a:lnTo>
                  <a:lnTo>
                    <a:pt x="1542209" y="67283"/>
                  </a:lnTo>
                  <a:lnTo>
                    <a:pt x="1532448" y="66883"/>
                  </a:lnTo>
                  <a:lnTo>
                    <a:pt x="1522688" y="66483"/>
                  </a:lnTo>
                  <a:lnTo>
                    <a:pt x="1512927" y="66138"/>
                  </a:lnTo>
                  <a:lnTo>
                    <a:pt x="1503166" y="65790"/>
                  </a:lnTo>
                  <a:lnTo>
                    <a:pt x="1493405" y="65437"/>
                  </a:lnTo>
                  <a:lnTo>
                    <a:pt x="1483644" y="65081"/>
                  </a:lnTo>
                  <a:lnTo>
                    <a:pt x="1473884" y="64691"/>
                  </a:lnTo>
                  <a:lnTo>
                    <a:pt x="1464123" y="64359"/>
                  </a:lnTo>
                  <a:lnTo>
                    <a:pt x="1454362" y="64003"/>
                  </a:lnTo>
                  <a:lnTo>
                    <a:pt x="1444601" y="63645"/>
                  </a:lnTo>
                  <a:lnTo>
                    <a:pt x="1434840" y="63260"/>
                  </a:lnTo>
                  <a:lnTo>
                    <a:pt x="1425079" y="62867"/>
                  </a:lnTo>
                  <a:lnTo>
                    <a:pt x="1415319" y="62478"/>
                  </a:lnTo>
                  <a:lnTo>
                    <a:pt x="1405558" y="62103"/>
                  </a:lnTo>
                  <a:lnTo>
                    <a:pt x="1395797" y="61709"/>
                  </a:lnTo>
                  <a:lnTo>
                    <a:pt x="1386036" y="61314"/>
                  </a:lnTo>
                  <a:lnTo>
                    <a:pt x="1376275" y="60993"/>
                  </a:lnTo>
                  <a:lnTo>
                    <a:pt x="1366515" y="60643"/>
                  </a:lnTo>
                  <a:lnTo>
                    <a:pt x="1356754" y="60283"/>
                  </a:lnTo>
                  <a:lnTo>
                    <a:pt x="1346993" y="59766"/>
                  </a:lnTo>
                  <a:lnTo>
                    <a:pt x="1337232" y="59446"/>
                  </a:lnTo>
                  <a:lnTo>
                    <a:pt x="1327471" y="59119"/>
                  </a:lnTo>
                  <a:lnTo>
                    <a:pt x="1317710" y="58664"/>
                  </a:lnTo>
                  <a:lnTo>
                    <a:pt x="1307950" y="58297"/>
                  </a:lnTo>
                  <a:lnTo>
                    <a:pt x="1298189" y="57806"/>
                  </a:lnTo>
                  <a:lnTo>
                    <a:pt x="1288428" y="57309"/>
                  </a:lnTo>
                  <a:lnTo>
                    <a:pt x="1278667" y="56888"/>
                  </a:lnTo>
                  <a:lnTo>
                    <a:pt x="1268906" y="56554"/>
                  </a:lnTo>
                  <a:lnTo>
                    <a:pt x="1259145" y="56267"/>
                  </a:lnTo>
                  <a:lnTo>
                    <a:pt x="1249385" y="56014"/>
                  </a:lnTo>
                  <a:lnTo>
                    <a:pt x="1239624" y="55724"/>
                  </a:lnTo>
                  <a:lnTo>
                    <a:pt x="1229863" y="55340"/>
                  </a:lnTo>
                  <a:lnTo>
                    <a:pt x="1220102" y="54916"/>
                  </a:lnTo>
                  <a:lnTo>
                    <a:pt x="1210341" y="54376"/>
                  </a:lnTo>
                  <a:lnTo>
                    <a:pt x="1200581" y="54059"/>
                  </a:lnTo>
                  <a:lnTo>
                    <a:pt x="1190820" y="53699"/>
                  </a:lnTo>
                  <a:lnTo>
                    <a:pt x="1181059" y="53320"/>
                  </a:lnTo>
                  <a:lnTo>
                    <a:pt x="1171298" y="52946"/>
                  </a:lnTo>
                  <a:lnTo>
                    <a:pt x="1161537" y="52551"/>
                  </a:lnTo>
                  <a:lnTo>
                    <a:pt x="1151776" y="52130"/>
                  </a:lnTo>
                  <a:lnTo>
                    <a:pt x="1142016" y="51788"/>
                  </a:lnTo>
                  <a:lnTo>
                    <a:pt x="1132255" y="51442"/>
                  </a:lnTo>
                  <a:lnTo>
                    <a:pt x="1122494" y="51094"/>
                  </a:lnTo>
                  <a:lnTo>
                    <a:pt x="1112733" y="50743"/>
                  </a:lnTo>
                  <a:lnTo>
                    <a:pt x="1102972" y="50389"/>
                  </a:lnTo>
                  <a:lnTo>
                    <a:pt x="1093212" y="50033"/>
                  </a:lnTo>
                  <a:lnTo>
                    <a:pt x="1083451" y="49669"/>
                  </a:lnTo>
                  <a:lnTo>
                    <a:pt x="1073690" y="49236"/>
                  </a:lnTo>
                  <a:lnTo>
                    <a:pt x="1063929" y="48658"/>
                  </a:lnTo>
                  <a:lnTo>
                    <a:pt x="1054168" y="48317"/>
                  </a:lnTo>
                  <a:lnTo>
                    <a:pt x="1044407" y="47906"/>
                  </a:lnTo>
                  <a:lnTo>
                    <a:pt x="1034647" y="47260"/>
                  </a:lnTo>
                  <a:lnTo>
                    <a:pt x="1024886" y="46807"/>
                  </a:lnTo>
                  <a:lnTo>
                    <a:pt x="1015125" y="46688"/>
                  </a:lnTo>
                  <a:lnTo>
                    <a:pt x="1005364" y="46106"/>
                  </a:lnTo>
                  <a:lnTo>
                    <a:pt x="995603" y="45424"/>
                  </a:lnTo>
                  <a:lnTo>
                    <a:pt x="985842" y="45112"/>
                  </a:lnTo>
                  <a:lnTo>
                    <a:pt x="976082" y="44537"/>
                  </a:lnTo>
                  <a:lnTo>
                    <a:pt x="966321" y="43938"/>
                  </a:lnTo>
                  <a:lnTo>
                    <a:pt x="956560" y="43680"/>
                  </a:lnTo>
                  <a:lnTo>
                    <a:pt x="946799" y="43415"/>
                  </a:lnTo>
                  <a:lnTo>
                    <a:pt x="937038" y="42832"/>
                  </a:lnTo>
                  <a:lnTo>
                    <a:pt x="927278" y="42198"/>
                  </a:lnTo>
                  <a:lnTo>
                    <a:pt x="917517" y="41551"/>
                  </a:lnTo>
                  <a:lnTo>
                    <a:pt x="907756" y="41258"/>
                  </a:lnTo>
                  <a:lnTo>
                    <a:pt x="897995" y="40993"/>
                  </a:lnTo>
                  <a:lnTo>
                    <a:pt x="888234" y="40679"/>
                  </a:lnTo>
                  <a:lnTo>
                    <a:pt x="878473" y="40176"/>
                  </a:lnTo>
                  <a:lnTo>
                    <a:pt x="868713" y="39499"/>
                  </a:lnTo>
                  <a:lnTo>
                    <a:pt x="858952" y="39291"/>
                  </a:lnTo>
                  <a:lnTo>
                    <a:pt x="849191" y="38919"/>
                  </a:lnTo>
                  <a:lnTo>
                    <a:pt x="839430" y="38332"/>
                  </a:lnTo>
                  <a:lnTo>
                    <a:pt x="829669" y="37736"/>
                  </a:lnTo>
                  <a:lnTo>
                    <a:pt x="819909" y="37050"/>
                  </a:lnTo>
                  <a:lnTo>
                    <a:pt x="810148" y="36467"/>
                  </a:lnTo>
                  <a:lnTo>
                    <a:pt x="800387" y="35924"/>
                  </a:lnTo>
                  <a:lnTo>
                    <a:pt x="790626" y="35308"/>
                  </a:lnTo>
                  <a:lnTo>
                    <a:pt x="780865" y="34683"/>
                  </a:lnTo>
                  <a:lnTo>
                    <a:pt x="771104" y="34240"/>
                  </a:lnTo>
                  <a:lnTo>
                    <a:pt x="761344" y="33628"/>
                  </a:lnTo>
                  <a:lnTo>
                    <a:pt x="751583" y="33125"/>
                  </a:lnTo>
                  <a:lnTo>
                    <a:pt x="741822" y="32762"/>
                  </a:lnTo>
                  <a:lnTo>
                    <a:pt x="732061" y="32412"/>
                  </a:lnTo>
                  <a:lnTo>
                    <a:pt x="722300" y="32057"/>
                  </a:lnTo>
                  <a:lnTo>
                    <a:pt x="712539" y="31587"/>
                  </a:lnTo>
                  <a:lnTo>
                    <a:pt x="702779" y="30973"/>
                  </a:lnTo>
                  <a:lnTo>
                    <a:pt x="693018" y="30353"/>
                  </a:lnTo>
                  <a:lnTo>
                    <a:pt x="683257" y="29727"/>
                  </a:lnTo>
                  <a:lnTo>
                    <a:pt x="673496" y="29116"/>
                  </a:lnTo>
                  <a:lnTo>
                    <a:pt x="663735" y="28875"/>
                  </a:lnTo>
                  <a:lnTo>
                    <a:pt x="653975" y="28906"/>
                  </a:lnTo>
                  <a:lnTo>
                    <a:pt x="644214" y="28786"/>
                  </a:lnTo>
                  <a:lnTo>
                    <a:pt x="634453" y="28233"/>
                  </a:lnTo>
                  <a:lnTo>
                    <a:pt x="624692" y="27686"/>
                  </a:lnTo>
                  <a:lnTo>
                    <a:pt x="614931" y="27117"/>
                  </a:lnTo>
                  <a:lnTo>
                    <a:pt x="605170" y="26553"/>
                  </a:lnTo>
                  <a:lnTo>
                    <a:pt x="595410" y="25981"/>
                  </a:lnTo>
                  <a:lnTo>
                    <a:pt x="585649" y="25354"/>
                  </a:lnTo>
                  <a:lnTo>
                    <a:pt x="575888" y="24760"/>
                  </a:lnTo>
                  <a:lnTo>
                    <a:pt x="566127" y="24249"/>
                  </a:lnTo>
                  <a:lnTo>
                    <a:pt x="556366" y="23708"/>
                  </a:lnTo>
                  <a:lnTo>
                    <a:pt x="546606" y="23437"/>
                  </a:lnTo>
                  <a:lnTo>
                    <a:pt x="536845" y="22714"/>
                  </a:lnTo>
                  <a:lnTo>
                    <a:pt x="527084" y="22106"/>
                  </a:lnTo>
                  <a:lnTo>
                    <a:pt x="517323" y="21446"/>
                  </a:lnTo>
                  <a:lnTo>
                    <a:pt x="507562" y="20933"/>
                  </a:lnTo>
                  <a:lnTo>
                    <a:pt x="497801" y="20417"/>
                  </a:lnTo>
                  <a:lnTo>
                    <a:pt x="488041" y="19906"/>
                  </a:lnTo>
                  <a:lnTo>
                    <a:pt x="478280" y="19391"/>
                  </a:lnTo>
                  <a:lnTo>
                    <a:pt x="468519" y="19206"/>
                  </a:lnTo>
                  <a:lnTo>
                    <a:pt x="458758" y="18579"/>
                  </a:lnTo>
                  <a:lnTo>
                    <a:pt x="448997" y="17814"/>
                  </a:lnTo>
                  <a:lnTo>
                    <a:pt x="439236" y="17282"/>
                  </a:lnTo>
                  <a:lnTo>
                    <a:pt x="429476" y="16800"/>
                  </a:lnTo>
                  <a:lnTo>
                    <a:pt x="419715" y="16207"/>
                  </a:lnTo>
                  <a:lnTo>
                    <a:pt x="409954" y="15596"/>
                  </a:lnTo>
                  <a:lnTo>
                    <a:pt x="400193" y="15122"/>
                  </a:lnTo>
                  <a:lnTo>
                    <a:pt x="390432" y="14870"/>
                  </a:lnTo>
                  <a:lnTo>
                    <a:pt x="380672" y="14233"/>
                  </a:lnTo>
                  <a:lnTo>
                    <a:pt x="370911" y="13963"/>
                  </a:lnTo>
                  <a:lnTo>
                    <a:pt x="361150" y="13591"/>
                  </a:lnTo>
                  <a:lnTo>
                    <a:pt x="351389" y="13438"/>
                  </a:lnTo>
                  <a:lnTo>
                    <a:pt x="341628" y="12974"/>
                  </a:lnTo>
                  <a:lnTo>
                    <a:pt x="331867" y="12423"/>
                  </a:lnTo>
                  <a:lnTo>
                    <a:pt x="322107" y="12056"/>
                  </a:lnTo>
                  <a:lnTo>
                    <a:pt x="312346" y="11412"/>
                  </a:lnTo>
                  <a:lnTo>
                    <a:pt x="302585" y="10872"/>
                  </a:lnTo>
                  <a:lnTo>
                    <a:pt x="292824" y="10605"/>
                  </a:lnTo>
                  <a:lnTo>
                    <a:pt x="283063" y="10312"/>
                  </a:lnTo>
                  <a:lnTo>
                    <a:pt x="273303" y="9945"/>
                  </a:lnTo>
                  <a:lnTo>
                    <a:pt x="263542" y="9575"/>
                  </a:lnTo>
                  <a:lnTo>
                    <a:pt x="253781" y="9201"/>
                  </a:lnTo>
                  <a:lnTo>
                    <a:pt x="244020" y="8826"/>
                  </a:lnTo>
                  <a:lnTo>
                    <a:pt x="234259" y="8353"/>
                  </a:lnTo>
                  <a:lnTo>
                    <a:pt x="224498" y="8064"/>
                  </a:lnTo>
                  <a:lnTo>
                    <a:pt x="214738" y="7633"/>
                  </a:lnTo>
                  <a:lnTo>
                    <a:pt x="204977" y="7174"/>
                  </a:lnTo>
                  <a:lnTo>
                    <a:pt x="195216" y="6794"/>
                  </a:lnTo>
                  <a:lnTo>
                    <a:pt x="185455" y="6548"/>
                  </a:lnTo>
                  <a:lnTo>
                    <a:pt x="175694" y="6167"/>
                  </a:lnTo>
                  <a:lnTo>
                    <a:pt x="165933" y="5784"/>
                  </a:lnTo>
                  <a:lnTo>
                    <a:pt x="156173" y="5385"/>
                  </a:lnTo>
                  <a:lnTo>
                    <a:pt x="146412" y="4566"/>
                  </a:lnTo>
                  <a:lnTo>
                    <a:pt x="136651" y="4347"/>
                  </a:lnTo>
                  <a:lnTo>
                    <a:pt x="126890" y="4211"/>
                  </a:lnTo>
                  <a:lnTo>
                    <a:pt x="117129" y="3822"/>
                  </a:lnTo>
                  <a:lnTo>
                    <a:pt x="107369" y="3420"/>
                  </a:lnTo>
                  <a:lnTo>
                    <a:pt x="97608" y="3022"/>
                  </a:lnTo>
                  <a:lnTo>
                    <a:pt x="87847" y="2625"/>
                  </a:lnTo>
                  <a:lnTo>
                    <a:pt x="78086" y="2223"/>
                  </a:lnTo>
                  <a:lnTo>
                    <a:pt x="68325" y="1883"/>
                  </a:lnTo>
                  <a:lnTo>
                    <a:pt x="58564" y="1467"/>
                  </a:lnTo>
                  <a:lnTo>
                    <a:pt x="48804" y="1030"/>
                  </a:lnTo>
                  <a:lnTo>
                    <a:pt x="39043" y="905"/>
                  </a:lnTo>
                  <a:lnTo>
                    <a:pt x="29282" y="658"/>
                  </a:lnTo>
                  <a:lnTo>
                    <a:pt x="19521" y="335"/>
                  </a:lnTo>
                  <a:lnTo>
                    <a:pt x="9760" y="7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6312408" y="5185018"/>
              <a:ext cx="2528052" cy="455711"/>
            </a:xfrm>
            <a:custGeom>
              <a:avLst/>
              <a:pathLst>
                <a:path w="2528052" h="455711">
                  <a:moveTo>
                    <a:pt x="0" y="0"/>
                  </a:moveTo>
                  <a:lnTo>
                    <a:pt x="9760" y="1276"/>
                  </a:lnTo>
                  <a:lnTo>
                    <a:pt x="19521" y="3405"/>
                  </a:lnTo>
                  <a:lnTo>
                    <a:pt x="29282" y="5909"/>
                  </a:lnTo>
                  <a:lnTo>
                    <a:pt x="39043" y="10430"/>
                  </a:lnTo>
                  <a:lnTo>
                    <a:pt x="48804" y="12788"/>
                  </a:lnTo>
                  <a:lnTo>
                    <a:pt x="58564" y="15052"/>
                  </a:lnTo>
                  <a:lnTo>
                    <a:pt x="68325" y="17304"/>
                  </a:lnTo>
                  <a:lnTo>
                    <a:pt x="78086" y="19598"/>
                  </a:lnTo>
                  <a:lnTo>
                    <a:pt x="87847" y="22591"/>
                  </a:lnTo>
                  <a:lnTo>
                    <a:pt x="97608" y="24093"/>
                  </a:lnTo>
                  <a:lnTo>
                    <a:pt x="107369" y="25390"/>
                  </a:lnTo>
                  <a:lnTo>
                    <a:pt x="117129" y="26619"/>
                  </a:lnTo>
                  <a:lnTo>
                    <a:pt x="126890" y="29333"/>
                  </a:lnTo>
                  <a:lnTo>
                    <a:pt x="136651" y="32072"/>
                  </a:lnTo>
                  <a:lnTo>
                    <a:pt x="146412" y="34797"/>
                  </a:lnTo>
                  <a:lnTo>
                    <a:pt x="156173" y="37333"/>
                  </a:lnTo>
                  <a:lnTo>
                    <a:pt x="165933" y="39525"/>
                  </a:lnTo>
                  <a:lnTo>
                    <a:pt x="175694" y="42122"/>
                  </a:lnTo>
                  <a:lnTo>
                    <a:pt x="185455" y="44495"/>
                  </a:lnTo>
                  <a:lnTo>
                    <a:pt x="195216" y="47675"/>
                  </a:lnTo>
                  <a:lnTo>
                    <a:pt x="204977" y="50494"/>
                  </a:lnTo>
                  <a:lnTo>
                    <a:pt x="214738" y="53360"/>
                  </a:lnTo>
                  <a:lnTo>
                    <a:pt x="224498" y="56073"/>
                  </a:lnTo>
                  <a:lnTo>
                    <a:pt x="234259" y="58753"/>
                  </a:lnTo>
                  <a:lnTo>
                    <a:pt x="244020" y="61466"/>
                  </a:lnTo>
                  <a:lnTo>
                    <a:pt x="253781" y="63794"/>
                  </a:lnTo>
                  <a:lnTo>
                    <a:pt x="263542" y="66324"/>
                  </a:lnTo>
                  <a:lnTo>
                    <a:pt x="273303" y="68848"/>
                  </a:lnTo>
                  <a:lnTo>
                    <a:pt x="283063" y="71358"/>
                  </a:lnTo>
                  <a:lnTo>
                    <a:pt x="292824" y="73854"/>
                  </a:lnTo>
                  <a:lnTo>
                    <a:pt x="302585" y="76337"/>
                  </a:lnTo>
                  <a:lnTo>
                    <a:pt x="312346" y="77924"/>
                  </a:lnTo>
                  <a:lnTo>
                    <a:pt x="322107" y="78879"/>
                  </a:lnTo>
                  <a:lnTo>
                    <a:pt x="331867" y="80461"/>
                  </a:lnTo>
                  <a:lnTo>
                    <a:pt x="341628" y="83411"/>
                  </a:lnTo>
                  <a:lnTo>
                    <a:pt x="351389" y="85726"/>
                  </a:lnTo>
                  <a:lnTo>
                    <a:pt x="361150" y="87235"/>
                  </a:lnTo>
                  <a:lnTo>
                    <a:pt x="370911" y="88779"/>
                  </a:lnTo>
                  <a:lnTo>
                    <a:pt x="380672" y="91112"/>
                  </a:lnTo>
                  <a:lnTo>
                    <a:pt x="390432" y="94198"/>
                  </a:lnTo>
                  <a:lnTo>
                    <a:pt x="400193" y="95386"/>
                  </a:lnTo>
                  <a:lnTo>
                    <a:pt x="409954" y="96570"/>
                  </a:lnTo>
                  <a:lnTo>
                    <a:pt x="419715" y="97755"/>
                  </a:lnTo>
                  <a:lnTo>
                    <a:pt x="429476" y="99386"/>
                  </a:lnTo>
                  <a:lnTo>
                    <a:pt x="439236" y="102324"/>
                  </a:lnTo>
                  <a:lnTo>
                    <a:pt x="448997" y="102481"/>
                  </a:lnTo>
                  <a:lnTo>
                    <a:pt x="458758" y="104087"/>
                  </a:lnTo>
                  <a:lnTo>
                    <a:pt x="468519" y="105682"/>
                  </a:lnTo>
                  <a:lnTo>
                    <a:pt x="478280" y="107900"/>
                  </a:lnTo>
                  <a:lnTo>
                    <a:pt x="488041" y="109023"/>
                  </a:lnTo>
                  <a:lnTo>
                    <a:pt x="497801" y="110066"/>
                  </a:lnTo>
                  <a:lnTo>
                    <a:pt x="507562" y="112152"/>
                  </a:lnTo>
                  <a:lnTo>
                    <a:pt x="517323" y="113519"/>
                  </a:lnTo>
                  <a:lnTo>
                    <a:pt x="527084" y="115846"/>
                  </a:lnTo>
                  <a:lnTo>
                    <a:pt x="536845" y="118153"/>
                  </a:lnTo>
                  <a:lnTo>
                    <a:pt x="546606" y="119373"/>
                  </a:lnTo>
                  <a:lnTo>
                    <a:pt x="556366" y="120615"/>
                  </a:lnTo>
                  <a:lnTo>
                    <a:pt x="566127" y="122545"/>
                  </a:lnTo>
                  <a:lnTo>
                    <a:pt x="575888" y="123402"/>
                  </a:lnTo>
                  <a:lnTo>
                    <a:pt x="585649" y="124563"/>
                  </a:lnTo>
                  <a:lnTo>
                    <a:pt x="595410" y="126666"/>
                  </a:lnTo>
                  <a:lnTo>
                    <a:pt x="605170" y="128129"/>
                  </a:lnTo>
                  <a:lnTo>
                    <a:pt x="614931" y="129868"/>
                  </a:lnTo>
                  <a:lnTo>
                    <a:pt x="624692" y="129540"/>
                  </a:lnTo>
                  <a:lnTo>
                    <a:pt x="634453" y="130075"/>
                  </a:lnTo>
                  <a:lnTo>
                    <a:pt x="644214" y="131239"/>
                  </a:lnTo>
                  <a:lnTo>
                    <a:pt x="653975" y="132410"/>
                  </a:lnTo>
                  <a:lnTo>
                    <a:pt x="663735" y="133337"/>
                  </a:lnTo>
                  <a:lnTo>
                    <a:pt x="673496" y="134046"/>
                  </a:lnTo>
                  <a:lnTo>
                    <a:pt x="683257" y="135903"/>
                  </a:lnTo>
                  <a:lnTo>
                    <a:pt x="693018" y="137061"/>
                  </a:lnTo>
                  <a:lnTo>
                    <a:pt x="702779" y="138356"/>
                  </a:lnTo>
                  <a:lnTo>
                    <a:pt x="712539" y="139529"/>
                  </a:lnTo>
                  <a:lnTo>
                    <a:pt x="722300" y="141584"/>
                  </a:lnTo>
                  <a:lnTo>
                    <a:pt x="732061" y="143730"/>
                  </a:lnTo>
                  <a:lnTo>
                    <a:pt x="741822" y="145393"/>
                  </a:lnTo>
                  <a:lnTo>
                    <a:pt x="751583" y="145914"/>
                  </a:lnTo>
                  <a:lnTo>
                    <a:pt x="761344" y="147445"/>
                  </a:lnTo>
                  <a:lnTo>
                    <a:pt x="771104" y="147612"/>
                  </a:lnTo>
                  <a:lnTo>
                    <a:pt x="780865" y="149562"/>
                  </a:lnTo>
                  <a:lnTo>
                    <a:pt x="790626" y="150598"/>
                  </a:lnTo>
                  <a:lnTo>
                    <a:pt x="800387" y="151587"/>
                  </a:lnTo>
                  <a:lnTo>
                    <a:pt x="810148" y="152196"/>
                  </a:lnTo>
                  <a:lnTo>
                    <a:pt x="819909" y="153111"/>
                  </a:lnTo>
                  <a:lnTo>
                    <a:pt x="829669" y="153508"/>
                  </a:lnTo>
                  <a:lnTo>
                    <a:pt x="839430" y="154868"/>
                  </a:lnTo>
                  <a:lnTo>
                    <a:pt x="849191" y="155638"/>
                  </a:lnTo>
                  <a:lnTo>
                    <a:pt x="858952" y="156004"/>
                  </a:lnTo>
                  <a:lnTo>
                    <a:pt x="868713" y="156831"/>
                  </a:lnTo>
                  <a:lnTo>
                    <a:pt x="878473" y="158288"/>
                  </a:lnTo>
                  <a:lnTo>
                    <a:pt x="888234" y="159224"/>
                  </a:lnTo>
                  <a:lnTo>
                    <a:pt x="897995" y="159797"/>
                  </a:lnTo>
                  <a:lnTo>
                    <a:pt x="907756" y="160122"/>
                  </a:lnTo>
                  <a:lnTo>
                    <a:pt x="917517" y="160710"/>
                  </a:lnTo>
                  <a:lnTo>
                    <a:pt x="927278" y="162646"/>
                  </a:lnTo>
                  <a:lnTo>
                    <a:pt x="937038" y="163587"/>
                  </a:lnTo>
                  <a:lnTo>
                    <a:pt x="946799" y="164152"/>
                  </a:lnTo>
                  <a:lnTo>
                    <a:pt x="956560" y="164679"/>
                  </a:lnTo>
                  <a:lnTo>
                    <a:pt x="966321" y="163692"/>
                  </a:lnTo>
                  <a:lnTo>
                    <a:pt x="976082" y="163225"/>
                  </a:lnTo>
                  <a:lnTo>
                    <a:pt x="985842" y="163859"/>
                  </a:lnTo>
                  <a:lnTo>
                    <a:pt x="995603" y="164519"/>
                  </a:lnTo>
                  <a:lnTo>
                    <a:pt x="1005364" y="165177"/>
                  </a:lnTo>
                  <a:lnTo>
                    <a:pt x="1015125" y="165828"/>
                  </a:lnTo>
                  <a:lnTo>
                    <a:pt x="1024886" y="166433"/>
                  </a:lnTo>
                  <a:lnTo>
                    <a:pt x="1034647" y="167089"/>
                  </a:lnTo>
                  <a:lnTo>
                    <a:pt x="1044407" y="167743"/>
                  </a:lnTo>
                  <a:lnTo>
                    <a:pt x="1054168" y="168367"/>
                  </a:lnTo>
                  <a:lnTo>
                    <a:pt x="1063929" y="168743"/>
                  </a:lnTo>
                  <a:lnTo>
                    <a:pt x="1073690" y="168868"/>
                  </a:lnTo>
                  <a:lnTo>
                    <a:pt x="1083451" y="168434"/>
                  </a:lnTo>
                  <a:lnTo>
                    <a:pt x="1093212" y="168169"/>
                  </a:lnTo>
                  <a:lnTo>
                    <a:pt x="1102972" y="167903"/>
                  </a:lnTo>
                  <a:lnTo>
                    <a:pt x="1112733" y="167647"/>
                  </a:lnTo>
                  <a:lnTo>
                    <a:pt x="1122494" y="168156"/>
                  </a:lnTo>
                  <a:lnTo>
                    <a:pt x="1132255" y="168228"/>
                  </a:lnTo>
                  <a:lnTo>
                    <a:pt x="1142016" y="167771"/>
                  </a:lnTo>
                  <a:lnTo>
                    <a:pt x="1151776" y="167829"/>
                  </a:lnTo>
                  <a:lnTo>
                    <a:pt x="1161537" y="168615"/>
                  </a:lnTo>
                  <a:lnTo>
                    <a:pt x="1171298" y="169398"/>
                  </a:lnTo>
                  <a:lnTo>
                    <a:pt x="1181059" y="170199"/>
                  </a:lnTo>
                  <a:lnTo>
                    <a:pt x="1190820" y="170075"/>
                  </a:lnTo>
                  <a:lnTo>
                    <a:pt x="1200581" y="168926"/>
                  </a:lnTo>
                  <a:lnTo>
                    <a:pt x="1210341" y="168394"/>
                  </a:lnTo>
                  <a:lnTo>
                    <a:pt x="1220102" y="168986"/>
                  </a:lnTo>
                  <a:lnTo>
                    <a:pt x="1229863" y="169579"/>
                  </a:lnTo>
                  <a:lnTo>
                    <a:pt x="1239624" y="170186"/>
                  </a:lnTo>
                  <a:lnTo>
                    <a:pt x="1249385" y="170758"/>
                  </a:lnTo>
                  <a:lnTo>
                    <a:pt x="1259145" y="170610"/>
                  </a:lnTo>
                  <a:lnTo>
                    <a:pt x="1268906" y="170762"/>
                  </a:lnTo>
                  <a:lnTo>
                    <a:pt x="1278667" y="170355"/>
                  </a:lnTo>
                  <a:lnTo>
                    <a:pt x="1288428" y="170722"/>
                  </a:lnTo>
                  <a:lnTo>
                    <a:pt x="1298189" y="170879"/>
                  </a:lnTo>
                  <a:lnTo>
                    <a:pt x="1307950" y="169502"/>
                  </a:lnTo>
                  <a:lnTo>
                    <a:pt x="1317710" y="169530"/>
                  </a:lnTo>
                  <a:lnTo>
                    <a:pt x="1327471" y="170987"/>
                  </a:lnTo>
                  <a:lnTo>
                    <a:pt x="1337232" y="172386"/>
                  </a:lnTo>
                  <a:lnTo>
                    <a:pt x="1346993" y="173425"/>
                  </a:lnTo>
                  <a:lnTo>
                    <a:pt x="1356754" y="172505"/>
                  </a:lnTo>
                  <a:lnTo>
                    <a:pt x="1366515" y="171050"/>
                  </a:lnTo>
                  <a:lnTo>
                    <a:pt x="1376275" y="171034"/>
                  </a:lnTo>
                  <a:lnTo>
                    <a:pt x="1386036" y="170432"/>
                  </a:lnTo>
                  <a:lnTo>
                    <a:pt x="1395797" y="169703"/>
                  </a:lnTo>
                  <a:lnTo>
                    <a:pt x="1405558" y="169853"/>
                  </a:lnTo>
                  <a:lnTo>
                    <a:pt x="1415319" y="169521"/>
                  </a:lnTo>
                  <a:lnTo>
                    <a:pt x="1425079" y="169714"/>
                  </a:lnTo>
                  <a:lnTo>
                    <a:pt x="1434840" y="169476"/>
                  </a:lnTo>
                  <a:lnTo>
                    <a:pt x="1444601" y="168897"/>
                  </a:lnTo>
                  <a:lnTo>
                    <a:pt x="1454362" y="168347"/>
                  </a:lnTo>
                  <a:lnTo>
                    <a:pt x="1464123" y="167825"/>
                  </a:lnTo>
                  <a:lnTo>
                    <a:pt x="1473884" y="168715"/>
                  </a:lnTo>
                  <a:lnTo>
                    <a:pt x="1483644" y="168588"/>
                  </a:lnTo>
                  <a:lnTo>
                    <a:pt x="1493405" y="168432"/>
                  </a:lnTo>
                  <a:lnTo>
                    <a:pt x="1503166" y="167888"/>
                  </a:lnTo>
                  <a:lnTo>
                    <a:pt x="1512927" y="167671"/>
                  </a:lnTo>
                  <a:lnTo>
                    <a:pt x="1522688" y="166940"/>
                  </a:lnTo>
                  <a:lnTo>
                    <a:pt x="1532448" y="166414"/>
                  </a:lnTo>
                  <a:lnTo>
                    <a:pt x="1542209" y="166227"/>
                  </a:lnTo>
                  <a:lnTo>
                    <a:pt x="1551970" y="167001"/>
                  </a:lnTo>
                  <a:lnTo>
                    <a:pt x="1561731" y="167774"/>
                  </a:lnTo>
                  <a:lnTo>
                    <a:pt x="1571492" y="167862"/>
                  </a:lnTo>
                  <a:lnTo>
                    <a:pt x="1581253" y="166560"/>
                  </a:lnTo>
                  <a:lnTo>
                    <a:pt x="1591013" y="167114"/>
                  </a:lnTo>
                  <a:lnTo>
                    <a:pt x="1600774" y="167788"/>
                  </a:lnTo>
                  <a:lnTo>
                    <a:pt x="1610535" y="167886"/>
                  </a:lnTo>
                  <a:lnTo>
                    <a:pt x="1620296" y="167558"/>
                  </a:lnTo>
                  <a:lnTo>
                    <a:pt x="1630057" y="167252"/>
                  </a:lnTo>
                  <a:lnTo>
                    <a:pt x="1639818" y="166924"/>
                  </a:lnTo>
                  <a:lnTo>
                    <a:pt x="1649578" y="166567"/>
                  </a:lnTo>
                  <a:lnTo>
                    <a:pt x="1659339" y="166236"/>
                  </a:lnTo>
                  <a:lnTo>
                    <a:pt x="1669100" y="165905"/>
                  </a:lnTo>
                  <a:lnTo>
                    <a:pt x="1678861" y="166010"/>
                  </a:lnTo>
                  <a:lnTo>
                    <a:pt x="1688622" y="166150"/>
                  </a:lnTo>
                  <a:lnTo>
                    <a:pt x="1698382" y="166290"/>
                  </a:lnTo>
                  <a:lnTo>
                    <a:pt x="1708143" y="166285"/>
                  </a:lnTo>
                  <a:lnTo>
                    <a:pt x="1717904" y="165379"/>
                  </a:lnTo>
                  <a:lnTo>
                    <a:pt x="1727665" y="164471"/>
                  </a:lnTo>
                  <a:lnTo>
                    <a:pt x="1737426" y="163560"/>
                  </a:lnTo>
                  <a:lnTo>
                    <a:pt x="1747187" y="163133"/>
                  </a:lnTo>
                  <a:lnTo>
                    <a:pt x="1756947" y="162276"/>
                  </a:lnTo>
                  <a:lnTo>
                    <a:pt x="1766708" y="161388"/>
                  </a:lnTo>
                  <a:lnTo>
                    <a:pt x="1776469" y="161291"/>
                  </a:lnTo>
                  <a:lnTo>
                    <a:pt x="1786230" y="159997"/>
                  </a:lnTo>
                  <a:lnTo>
                    <a:pt x="1795991" y="158699"/>
                  </a:lnTo>
                  <a:lnTo>
                    <a:pt x="1805752" y="157715"/>
                  </a:lnTo>
                  <a:lnTo>
                    <a:pt x="1815512" y="158419"/>
                  </a:lnTo>
                  <a:lnTo>
                    <a:pt x="1825273" y="157372"/>
                  </a:lnTo>
                  <a:lnTo>
                    <a:pt x="1835034" y="156340"/>
                  </a:lnTo>
                  <a:lnTo>
                    <a:pt x="1844795" y="155328"/>
                  </a:lnTo>
                  <a:lnTo>
                    <a:pt x="1854556" y="154582"/>
                  </a:lnTo>
                  <a:lnTo>
                    <a:pt x="1864316" y="154486"/>
                  </a:lnTo>
                  <a:lnTo>
                    <a:pt x="1874077" y="153935"/>
                  </a:lnTo>
                  <a:lnTo>
                    <a:pt x="1883838" y="154310"/>
                  </a:lnTo>
                  <a:lnTo>
                    <a:pt x="1893599" y="154084"/>
                  </a:lnTo>
                  <a:lnTo>
                    <a:pt x="1903360" y="153858"/>
                  </a:lnTo>
                  <a:lnTo>
                    <a:pt x="1913121" y="153859"/>
                  </a:lnTo>
                  <a:lnTo>
                    <a:pt x="1922881" y="153956"/>
                  </a:lnTo>
                  <a:lnTo>
                    <a:pt x="1932642" y="153867"/>
                  </a:lnTo>
                  <a:lnTo>
                    <a:pt x="1942403" y="153815"/>
                  </a:lnTo>
                  <a:lnTo>
                    <a:pt x="1952164" y="153795"/>
                  </a:lnTo>
                  <a:lnTo>
                    <a:pt x="1961925" y="153508"/>
                  </a:lnTo>
                  <a:lnTo>
                    <a:pt x="1971685" y="152977"/>
                  </a:lnTo>
                  <a:lnTo>
                    <a:pt x="1981446" y="152457"/>
                  </a:lnTo>
                  <a:lnTo>
                    <a:pt x="1991207" y="151936"/>
                  </a:lnTo>
                  <a:lnTo>
                    <a:pt x="2000968" y="151408"/>
                  </a:lnTo>
                  <a:lnTo>
                    <a:pt x="2010729" y="150989"/>
                  </a:lnTo>
                  <a:lnTo>
                    <a:pt x="2020490" y="150483"/>
                  </a:lnTo>
                  <a:lnTo>
                    <a:pt x="2030250" y="149975"/>
                  </a:lnTo>
                  <a:lnTo>
                    <a:pt x="2040011" y="149467"/>
                  </a:lnTo>
                  <a:lnTo>
                    <a:pt x="2049772" y="148959"/>
                  </a:lnTo>
                  <a:lnTo>
                    <a:pt x="2059533" y="148449"/>
                  </a:lnTo>
                  <a:lnTo>
                    <a:pt x="2069294" y="147947"/>
                  </a:lnTo>
                  <a:lnTo>
                    <a:pt x="2079055" y="148403"/>
                  </a:lnTo>
                  <a:lnTo>
                    <a:pt x="2088815" y="148936"/>
                  </a:lnTo>
                  <a:lnTo>
                    <a:pt x="2098576" y="149468"/>
                  </a:lnTo>
                  <a:lnTo>
                    <a:pt x="2108337" y="150008"/>
                  </a:lnTo>
                  <a:lnTo>
                    <a:pt x="2118098" y="149671"/>
                  </a:lnTo>
                  <a:lnTo>
                    <a:pt x="2127859" y="149085"/>
                  </a:lnTo>
                  <a:lnTo>
                    <a:pt x="2137619" y="148351"/>
                  </a:lnTo>
                  <a:lnTo>
                    <a:pt x="2147380" y="148610"/>
                  </a:lnTo>
                  <a:lnTo>
                    <a:pt x="2157141" y="147754"/>
                  </a:lnTo>
                  <a:lnTo>
                    <a:pt x="2166902" y="146483"/>
                  </a:lnTo>
                  <a:lnTo>
                    <a:pt x="2176663" y="145276"/>
                  </a:lnTo>
                  <a:lnTo>
                    <a:pt x="2186424" y="144489"/>
                  </a:lnTo>
                  <a:lnTo>
                    <a:pt x="2196184" y="143700"/>
                  </a:lnTo>
                  <a:lnTo>
                    <a:pt x="2205945" y="142910"/>
                  </a:lnTo>
                  <a:lnTo>
                    <a:pt x="2215706" y="142124"/>
                  </a:lnTo>
                  <a:lnTo>
                    <a:pt x="2225467" y="141354"/>
                  </a:lnTo>
                  <a:lnTo>
                    <a:pt x="2235228" y="139928"/>
                  </a:lnTo>
                  <a:lnTo>
                    <a:pt x="2244988" y="139759"/>
                  </a:lnTo>
                  <a:lnTo>
                    <a:pt x="2254749" y="139019"/>
                  </a:lnTo>
                  <a:lnTo>
                    <a:pt x="2264510" y="138239"/>
                  </a:lnTo>
                  <a:lnTo>
                    <a:pt x="2274271" y="137457"/>
                  </a:lnTo>
                  <a:lnTo>
                    <a:pt x="2284032" y="136674"/>
                  </a:lnTo>
                  <a:lnTo>
                    <a:pt x="2293793" y="136046"/>
                  </a:lnTo>
                  <a:lnTo>
                    <a:pt x="2303553" y="135514"/>
                  </a:lnTo>
                  <a:lnTo>
                    <a:pt x="2313314" y="134981"/>
                  </a:lnTo>
                  <a:lnTo>
                    <a:pt x="2323075" y="134454"/>
                  </a:lnTo>
                  <a:lnTo>
                    <a:pt x="2332836" y="133721"/>
                  </a:lnTo>
                  <a:lnTo>
                    <a:pt x="2342597" y="133175"/>
                  </a:lnTo>
                  <a:lnTo>
                    <a:pt x="2352358" y="132845"/>
                  </a:lnTo>
                  <a:lnTo>
                    <a:pt x="2362118" y="132310"/>
                  </a:lnTo>
                  <a:lnTo>
                    <a:pt x="2371879" y="131778"/>
                  </a:lnTo>
                  <a:lnTo>
                    <a:pt x="2381640" y="131246"/>
                  </a:lnTo>
                  <a:lnTo>
                    <a:pt x="2391401" y="130457"/>
                  </a:lnTo>
                  <a:lnTo>
                    <a:pt x="2401162" y="128990"/>
                  </a:lnTo>
                  <a:lnTo>
                    <a:pt x="2410922" y="127643"/>
                  </a:lnTo>
                  <a:lnTo>
                    <a:pt x="2420683" y="127036"/>
                  </a:lnTo>
                  <a:lnTo>
                    <a:pt x="2430444" y="126432"/>
                  </a:lnTo>
                  <a:lnTo>
                    <a:pt x="2440205" y="125864"/>
                  </a:lnTo>
                  <a:lnTo>
                    <a:pt x="2449966" y="125295"/>
                  </a:lnTo>
                  <a:lnTo>
                    <a:pt x="2459727" y="124974"/>
                  </a:lnTo>
                  <a:lnTo>
                    <a:pt x="2469487" y="124336"/>
                  </a:lnTo>
                  <a:lnTo>
                    <a:pt x="2479248" y="123516"/>
                  </a:lnTo>
                  <a:lnTo>
                    <a:pt x="2489009" y="122895"/>
                  </a:lnTo>
                  <a:lnTo>
                    <a:pt x="2498770" y="122319"/>
                  </a:lnTo>
                  <a:lnTo>
                    <a:pt x="2508531" y="121751"/>
                  </a:lnTo>
                  <a:lnTo>
                    <a:pt x="2518291" y="121421"/>
                  </a:lnTo>
                  <a:lnTo>
                    <a:pt x="2528052" y="121751"/>
                  </a:lnTo>
                  <a:lnTo>
                    <a:pt x="2528052" y="455711"/>
                  </a:lnTo>
                  <a:lnTo>
                    <a:pt x="2518291" y="455286"/>
                  </a:lnTo>
                  <a:lnTo>
                    <a:pt x="2508531" y="454857"/>
                  </a:lnTo>
                  <a:lnTo>
                    <a:pt x="2498770" y="454463"/>
                  </a:lnTo>
                  <a:lnTo>
                    <a:pt x="2489009" y="454095"/>
                  </a:lnTo>
                  <a:lnTo>
                    <a:pt x="2479248" y="453728"/>
                  </a:lnTo>
                  <a:lnTo>
                    <a:pt x="2469487" y="453365"/>
                  </a:lnTo>
                  <a:lnTo>
                    <a:pt x="2459727" y="453011"/>
                  </a:lnTo>
                  <a:lnTo>
                    <a:pt x="2449966" y="452817"/>
                  </a:lnTo>
                  <a:lnTo>
                    <a:pt x="2440205" y="452582"/>
                  </a:lnTo>
                  <a:lnTo>
                    <a:pt x="2430444" y="452275"/>
                  </a:lnTo>
                  <a:lnTo>
                    <a:pt x="2420683" y="451964"/>
                  </a:lnTo>
                  <a:lnTo>
                    <a:pt x="2410922" y="451648"/>
                  </a:lnTo>
                  <a:lnTo>
                    <a:pt x="2401162" y="451300"/>
                  </a:lnTo>
                  <a:lnTo>
                    <a:pt x="2391401" y="450895"/>
                  </a:lnTo>
                  <a:lnTo>
                    <a:pt x="2381640" y="450487"/>
                  </a:lnTo>
                  <a:lnTo>
                    <a:pt x="2371879" y="450076"/>
                  </a:lnTo>
                  <a:lnTo>
                    <a:pt x="2362118" y="449662"/>
                  </a:lnTo>
                  <a:lnTo>
                    <a:pt x="2352358" y="449245"/>
                  </a:lnTo>
                  <a:lnTo>
                    <a:pt x="2342597" y="448912"/>
                  </a:lnTo>
                  <a:lnTo>
                    <a:pt x="2332836" y="448578"/>
                  </a:lnTo>
                  <a:lnTo>
                    <a:pt x="2323075" y="448242"/>
                  </a:lnTo>
                  <a:lnTo>
                    <a:pt x="2313314" y="447904"/>
                  </a:lnTo>
                  <a:lnTo>
                    <a:pt x="2303553" y="447565"/>
                  </a:lnTo>
                  <a:lnTo>
                    <a:pt x="2293793" y="447235"/>
                  </a:lnTo>
                  <a:lnTo>
                    <a:pt x="2284032" y="446984"/>
                  </a:lnTo>
                  <a:lnTo>
                    <a:pt x="2274271" y="446808"/>
                  </a:lnTo>
                  <a:lnTo>
                    <a:pt x="2264510" y="446632"/>
                  </a:lnTo>
                  <a:lnTo>
                    <a:pt x="2254749" y="446393"/>
                  </a:lnTo>
                  <a:lnTo>
                    <a:pt x="2244988" y="446046"/>
                  </a:lnTo>
                  <a:lnTo>
                    <a:pt x="2235228" y="445635"/>
                  </a:lnTo>
                  <a:lnTo>
                    <a:pt x="2225467" y="445210"/>
                  </a:lnTo>
                  <a:lnTo>
                    <a:pt x="2215706" y="444726"/>
                  </a:lnTo>
                  <a:lnTo>
                    <a:pt x="2205945" y="444226"/>
                  </a:lnTo>
                  <a:lnTo>
                    <a:pt x="2196184" y="443852"/>
                  </a:lnTo>
                  <a:lnTo>
                    <a:pt x="2186424" y="443489"/>
                  </a:lnTo>
                  <a:lnTo>
                    <a:pt x="2176663" y="443053"/>
                  </a:lnTo>
                  <a:lnTo>
                    <a:pt x="2166902" y="442613"/>
                  </a:lnTo>
                  <a:lnTo>
                    <a:pt x="2157141" y="442213"/>
                  </a:lnTo>
                  <a:lnTo>
                    <a:pt x="2147380" y="441778"/>
                  </a:lnTo>
                  <a:lnTo>
                    <a:pt x="2137619" y="441301"/>
                  </a:lnTo>
                  <a:lnTo>
                    <a:pt x="2127859" y="440823"/>
                  </a:lnTo>
                  <a:lnTo>
                    <a:pt x="2118098" y="440369"/>
                  </a:lnTo>
                  <a:lnTo>
                    <a:pt x="2108337" y="440069"/>
                  </a:lnTo>
                  <a:lnTo>
                    <a:pt x="2098576" y="439693"/>
                  </a:lnTo>
                  <a:lnTo>
                    <a:pt x="2088815" y="439162"/>
                  </a:lnTo>
                  <a:lnTo>
                    <a:pt x="2079055" y="438936"/>
                  </a:lnTo>
                  <a:lnTo>
                    <a:pt x="2069294" y="438617"/>
                  </a:lnTo>
                  <a:lnTo>
                    <a:pt x="2059533" y="438023"/>
                  </a:lnTo>
                  <a:lnTo>
                    <a:pt x="2049772" y="437478"/>
                  </a:lnTo>
                  <a:lnTo>
                    <a:pt x="2040011" y="436900"/>
                  </a:lnTo>
                  <a:lnTo>
                    <a:pt x="2030250" y="436317"/>
                  </a:lnTo>
                  <a:lnTo>
                    <a:pt x="2020490" y="435778"/>
                  </a:lnTo>
                  <a:lnTo>
                    <a:pt x="2010729" y="435394"/>
                  </a:lnTo>
                  <a:lnTo>
                    <a:pt x="2000968" y="435009"/>
                  </a:lnTo>
                  <a:lnTo>
                    <a:pt x="1991207" y="434621"/>
                  </a:lnTo>
                  <a:lnTo>
                    <a:pt x="1981446" y="434116"/>
                  </a:lnTo>
                  <a:lnTo>
                    <a:pt x="1971685" y="433579"/>
                  </a:lnTo>
                  <a:lnTo>
                    <a:pt x="1961925" y="433037"/>
                  </a:lnTo>
                  <a:lnTo>
                    <a:pt x="1952164" y="432485"/>
                  </a:lnTo>
                  <a:lnTo>
                    <a:pt x="1942403" y="431928"/>
                  </a:lnTo>
                  <a:lnTo>
                    <a:pt x="1932642" y="431359"/>
                  </a:lnTo>
                  <a:lnTo>
                    <a:pt x="1922881" y="430811"/>
                  </a:lnTo>
                  <a:lnTo>
                    <a:pt x="1913121" y="430454"/>
                  </a:lnTo>
                  <a:lnTo>
                    <a:pt x="1903360" y="430096"/>
                  </a:lnTo>
                  <a:lnTo>
                    <a:pt x="1893599" y="429673"/>
                  </a:lnTo>
                  <a:lnTo>
                    <a:pt x="1883838" y="429247"/>
                  </a:lnTo>
                  <a:lnTo>
                    <a:pt x="1874077" y="428818"/>
                  </a:lnTo>
                  <a:lnTo>
                    <a:pt x="1864316" y="428387"/>
                  </a:lnTo>
                  <a:lnTo>
                    <a:pt x="1854556" y="427956"/>
                  </a:lnTo>
                  <a:lnTo>
                    <a:pt x="1844795" y="427509"/>
                  </a:lnTo>
                  <a:lnTo>
                    <a:pt x="1835034" y="427118"/>
                  </a:lnTo>
                  <a:lnTo>
                    <a:pt x="1825273" y="426700"/>
                  </a:lnTo>
                  <a:lnTo>
                    <a:pt x="1815512" y="426275"/>
                  </a:lnTo>
                  <a:lnTo>
                    <a:pt x="1805752" y="425695"/>
                  </a:lnTo>
                  <a:lnTo>
                    <a:pt x="1795991" y="425019"/>
                  </a:lnTo>
                  <a:lnTo>
                    <a:pt x="1786230" y="424408"/>
                  </a:lnTo>
                  <a:lnTo>
                    <a:pt x="1776469" y="424018"/>
                  </a:lnTo>
                  <a:lnTo>
                    <a:pt x="1766708" y="423672"/>
                  </a:lnTo>
                  <a:lnTo>
                    <a:pt x="1756947" y="423096"/>
                  </a:lnTo>
                  <a:lnTo>
                    <a:pt x="1747187" y="422546"/>
                  </a:lnTo>
                  <a:lnTo>
                    <a:pt x="1737426" y="421977"/>
                  </a:lnTo>
                  <a:lnTo>
                    <a:pt x="1727665" y="421566"/>
                  </a:lnTo>
                  <a:lnTo>
                    <a:pt x="1717904" y="421128"/>
                  </a:lnTo>
                  <a:lnTo>
                    <a:pt x="1708143" y="420652"/>
                  </a:lnTo>
                  <a:lnTo>
                    <a:pt x="1698382" y="420171"/>
                  </a:lnTo>
                  <a:lnTo>
                    <a:pt x="1688622" y="419615"/>
                  </a:lnTo>
                  <a:lnTo>
                    <a:pt x="1678861" y="419009"/>
                  </a:lnTo>
                  <a:lnTo>
                    <a:pt x="1669100" y="418398"/>
                  </a:lnTo>
                  <a:lnTo>
                    <a:pt x="1659339" y="417775"/>
                  </a:lnTo>
                  <a:lnTo>
                    <a:pt x="1649578" y="417077"/>
                  </a:lnTo>
                  <a:lnTo>
                    <a:pt x="1639818" y="416529"/>
                  </a:lnTo>
                  <a:lnTo>
                    <a:pt x="1630057" y="415906"/>
                  </a:lnTo>
                  <a:lnTo>
                    <a:pt x="1620296" y="415267"/>
                  </a:lnTo>
                  <a:lnTo>
                    <a:pt x="1610535" y="414621"/>
                  </a:lnTo>
                  <a:lnTo>
                    <a:pt x="1600774" y="413980"/>
                  </a:lnTo>
                  <a:lnTo>
                    <a:pt x="1591013" y="413336"/>
                  </a:lnTo>
                  <a:lnTo>
                    <a:pt x="1581253" y="412884"/>
                  </a:lnTo>
                  <a:lnTo>
                    <a:pt x="1571492" y="412517"/>
                  </a:lnTo>
                  <a:lnTo>
                    <a:pt x="1561731" y="411728"/>
                  </a:lnTo>
                  <a:lnTo>
                    <a:pt x="1551970" y="410716"/>
                  </a:lnTo>
                  <a:lnTo>
                    <a:pt x="1542209" y="410167"/>
                  </a:lnTo>
                  <a:lnTo>
                    <a:pt x="1532448" y="409666"/>
                  </a:lnTo>
                  <a:lnTo>
                    <a:pt x="1522688" y="409158"/>
                  </a:lnTo>
                  <a:lnTo>
                    <a:pt x="1512927" y="408647"/>
                  </a:lnTo>
                  <a:lnTo>
                    <a:pt x="1503166" y="408134"/>
                  </a:lnTo>
                  <a:lnTo>
                    <a:pt x="1493405" y="407618"/>
                  </a:lnTo>
                  <a:lnTo>
                    <a:pt x="1483644" y="407096"/>
                  </a:lnTo>
                  <a:lnTo>
                    <a:pt x="1473884" y="406371"/>
                  </a:lnTo>
                  <a:lnTo>
                    <a:pt x="1464123" y="405888"/>
                  </a:lnTo>
                  <a:lnTo>
                    <a:pt x="1454362" y="405218"/>
                  </a:lnTo>
                  <a:lnTo>
                    <a:pt x="1444601" y="404630"/>
                  </a:lnTo>
                  <a:lnTo>
                    <a:pt x="1434840" y="404168"/>
                  </a:lnTo>
                  <a:lnTo>
                    <a:pt x="1425079" y="403705"/>
                  </a:lnTo>
                  <a:lnTo>
                    <a:pt x="1415319" y="403235"/>
                  </a:lnTo>
                  <a:lnTo>
                    <a:pt x="1405558" y="402511"/>
                  </a:lnTo>
                  <a:lnTo>
                    <a:pt x="1395797" y="401756"/>
                  </a:lnTo>
                  <a:lnTo>
                    <a:pt x="1386036" y="400995"/>
                  </a:lnTo>
                  <a:lnTo>
                    <a:pt x="1376275" y="400535"/>
                  </a:lnTo>
                  <a:lnTo>
                    <a:pt x="1366515" y="400142"/>
                  </a:lnTo>
                  <a:lnTo>
                    <a:pt x="1356754" y="399527"/>
                  </a:lnTo>
                  <a:lnTo>
                    <a:pt x="1346993" y="399106"/>
                  </a:lnTo>
                  <a:lnTo>
                    <a:pt x="1337232" y="398701"/>
                  </a:lnTo>
                  <a:lnTo>
                    <a:pt x="1327471" y="398303"/>
                  </a:lnTo>
                  <a:lnTo>
                    <a:pt x="1317710" y="397898"/>
                  </a:lnTo>
                  <a:lnTo>
                    <a:pt x="1307950" y="397379"/>
                  </a:lnTo>
                  <a:lnTo>
                    <a:pt x="1298189" y="396831"/>
                  </a:lnTo>
                  <a:lnTo>
                    <a:pt x="1288428" y="396254"/>
                  </a:lnTo>
                  <a:lnTo>
                    <a:pt x="1278667" y="395670"/>
                  </a:lnTo>
                  <a:lnTo>
                    <a:pt x="1268906" y="395272"/>
                  </a:lnTo>
                  <a:lnTo>
                    <a:pt x="1259145" y="394850"/>
                  </a:lnTo>
                  <a:lnTo>
                    <a:pt x="1249385" y="394446"/>
                  </a:lnTo>
                  <a:lnTo>
                    <a:pt x="1239624" y="393955"/>
                  </a:lnTo>
                  <a:lnTo>
                    <a:pt x="1229863" y="393375"/>
                  </a:lnTo>
                  <a:lnTo>
                    <a:pt x="1220102" y="392888"/>
                  </a:lnTo>
                  <a:lnTo>
                    <a:pt x="1210341" y="392396"/>
                  </a:lnTo>
                  <a:lnTo>
                    <a:pt x="1200581" y="392040"/>
                  </a:lnTo>
                  <a:lnTo>
                    <a:pt x="1190820" y="391808"/>
                  </a:lnTo>
                  <a:lnTo>
                    <a:pt x="1181059" y="391383"/>
                  </a:lnTo>
                  <a:lnTo>
                    <a:pt x="1171298" y="390912"/>
                  </a:lnTo>
                  <a:lnTo>
                    <a:pt x="1161537" y="390420"/>
                  </a:lnTo>
                  <a:lnTo>
                    <a:pt x="1151776" y="389853"/>
                  </a:lnTo>
                  <a:lnTo>
                    <a:pt x="1142016" y="389413"/>
                  </a:lnTo>
                  <a:lnTo>
                    <a:pt x="1132255" y="389082"/>
                  </a:lnTo>
                  <a:lnTo>
                    <a:pt x="1122494" y="388371"/>
                  </a:lnTo>
                  <a:lnTo>
                    <a:pt x="1112733" y="387784"/>
                  </a:lnTo>
                  <a:lnTo>
                    <a:pt x="1102972" y="387619"/>
                  </a:lnTo>
                  <a:lnTo>
                    <a:pt x="1093212" y="387445"/>
                  </a:lnTo>
                  <a:lnTo>
                    <a:pt x="1083451" y="386699"/>
                  </a:lnTo>
                  <a:lnTo>
                    <a:pt x="1073690" y="386473"/>
                  </a:lnTo>
                  <a:lnTo>
                    <a:pt x="1063929" y="385901"/>
                  </a:lnTo>
                  <a:lnTo>
                    <a:pt x="1054168" y="385553"/>
                  </a:lnTo>
                  <a:lnTo>
                    <a:pt x="1044407" y="385218"/>
                  </a:lnTo>
                  <a:lnTo>
                    <a:pt x="1034647" y="384869"/>
                  </a:lnTo>
                  <a:lnTo>
                    <a:pt x="1024886" y="384515"/>
                  </a:lnTo>
                  <a:lnTo>
                    <a:pt x="1015125" y="383944"/>
                  </a:lnTo>
                  <a:lnTo>
                    <a:pt x="1005364" y="383299"/>
                  </a:lnTo>
                  <a:lnTo>
                    <a:pt x="995603" y="382731"/>
                  </a:lnTo>
                  <a:lnTo>
                    <a:pt x="985842" y="382468"/>
                  </a:lnTo>
                  <a:lnTo>
                    <a:pt x="976082" y="381792"/>
                  </a:lnTo>
                  <a:lnTo>
                    <a:pt x="966321" y="381740"/>
                  </a:lnTo>
                  <a:lnTo>
                    <a:pt x="956560" y="381680"/>
                  </a:lnTo>
                  <a:lnTo>
                    <a:pt x="946799" y="381329"/>
                  </a:lnTo>
                  <a:lnTo>
                    <a:pt x="937038" y="381016"/>
                  </a:lnTo>
                  <a:lnTo>
                    <a:pt x="927278" y="380416"/>
                  </a:lnTo>
                  <a:lnTo>
                    <a:pt x="917517" y="380098"/>
                  </a:lnTo>
                  <a:lnTo>
                    <a:pt x="907756" y="379423"/>
                  </a:lnTo>
                  <a:lnTo>
                    <a:pt x="897995" y="378965"/>
                  </a:lnTo>
                  <a:lnTo>
                    <a:pt x="888234" y="378648"/>
                  </a:lnTo>
                  <a:lnTo>
                    <a:pt x="878473" y="378045"/>
                  </a:lnTo>
                  <a:lnTo>
                    <a:pt x="868713" y="377582"/>
                  </a:lnTo>
                  <a:lnTo>
                    <a:pt x="858952" y="377118"/>
                  </a:lnTo>
                  <a:lnTo>
                    <a:pt x="849191" y="376837"/>
                  </a:lnTo>
                  <a:lnTo>
                    <a:pt x="839430" y="376370"/>
                  </a:lnTo>
                  <a:lnTo>
                    <a:pt x="829669" y="375885"/>
                  </a:lnTo>
                  <a:lnTo>
                    <a:pt x="819909" y="375467"/>
                  </a:lnTo>
                  <a:lnTo>
                    <a:pt x="810148" y="375112"/>
                  </a:lnTo>
                  <a:lnTo>
                    <a:pt x="800387" y="374430"/>
                  </a:lnTo>
                  <a:lnTo>
                    <a:pt x="790626" y="374354"/>
                  </a:lnTo>
                  <a:lnTo>
                    <a:pt x="780865" y="374026"/>
                  </a:lnTo>
                  <a:lnTo>
                    <a:pt x="771104" y="373675"/>
                  </a:lnTo>
                  <a:lnTo>
                    <a:pt x="761344" y="373324"/>
                  </a:lnTo>
                  <a:lnTo>
                    <a:pt x="751583" y="372956"/>
                  </a:lnTo>
                  <a:lnTo>
                    <a:pt x="741822" y="372777"/>
                  </a:lnTo>
                  <a:lnTo>
                    <a:pt x="732061" y="372427"/>
                  </a:lnTo>
                  <a:lnTo>
                    <a:pt x="722300" y="371856"/>
                  </a:lnTo>
                  <a:lnTo>
                    <a:pt x="712539" y="372048"/>
                  </a:lnTo>
                  <a:lnTo>
                    <a:pt x="702779" y="371832"/>
                  </a:lnTo>
                  <a:lnTo>
                    <a:pt x="693018" y="371328"/>
                  </a:lnTo>
                  <a:lnTo>
                    <a:pt x="683257" y="370951"/>
                  </a:lnTo>
                  <a:lnTo>
                    <a:pt x="673496" y="371130"/>
                  </a:lnTo>
                  <a:lnTo>
                    <a:pt x="663735" y="370549"/>
                  </a:lnTo>
                  <a:lnTo>
                    <a:pt x="653975" y="370162"/>
                  </a:lnTo>
                  <a:lnTo>
                    <a:pt x="644214" y="369326"/>
                  </a:lnTo>
                  <a:lnTo>
                    <a:pt x="634453" y="369163"/>
                  </a:lnTo>
                  <a:lnTo>
                    <a:pt x="624692" y="369082"/>
                  </a:lnTo>
                  <a:lnTo>
                    <a:pt x="614931" y="368994"/>
                  </a:lnTo>
                  <a:lnTo>
                    <a:pt x="605170" y="368667"/>
                  </a:lnTo>
                  <a:lnTo>
                    <a:pt x="595410" y="368509"/>
                  </a:lnTo>
                  <a:lnTo>
                    <a:pt x="585649" y="368432"/>
                  </a:lnTo>
                  <a:lnTo>
                    <a:pt x="575888" y="368120"/>
                  </a:lnTo>
                  <a:lnTo>
                    <a:pt x="566127" y="367576"/>
                  </a:lnTo>
                  <a:lnTo>
                    <a:pt x="556366" y="367029"/>
                  </a:lnTo>
                  <a:lnTo>
                    <a:pt x="546606" y="367106"/>
                  </a:lnTo>
                  <a:lnTo>
                    <a:pt x="536845" y="367246"/>
                  </a:lnTo>
                  <a:lnTo>
                    <a:pt x="527084" y="367236"/>
                  </a:lnTo>
                  <a:lnTo>
                    <a:pt x="517323" y="366761"/>
                  </a:lnTo>
                  <a:lnTo>
                    <a:pt x="507562" y="366471"/>
                  </a:lnTo>
                  <a:lnTo>
                    <a:pt x="497801" y="366527"/>
                  </a:lnTo>
                  <a:lnTo>
                    <a:pt x="488041" y="366578"/>
                  </a:lnTo>
                  <a:lnTo>
                    <a:pt x="478280" y="366628"/>
                  </a:lnTo>
                  <a:lnTo>
                    <a:pt x="468519" y="366679"/>
                  </a:lnTo>
                  <a:lnTo>
                    <a:pt x="458758" y="366722"/>
                  </a:lnTo>
                  <a:lnTo>
                    <a:pt x="448997" y="366694"/>
                  </a:lnTo>
                  <a:lnTo>
                    <a:pt x="439236" y="366820"/>
                  </a:lnTo>
                  <a:lnTo>
                    <a:pt x="429476" y="366875"/>
                  </a:lnTo>
                  <a:lnTo>
                    <a:pt x="419715" y="367039"/>
                  </a:lnTo>
                  <a:lnTo>
                    <a:pt x="409954" y="366991"/>
                  </a:lnTo>
                  <a:lnTo>
                    <a:pt x="400193" y="366896"/>
                  </a:lnTo>
                  <a:lnTo>
                    <a:pt x="390432" y="366692"/>
                  </a:lnTo>
                  <a:lnTo>
                    <a:pt x="380672" y="366647"/>
                  </a:lnTo>
                  <a:lnTo>
                    <a:pt x="370911" y="366479"/>
                  </a:lnTo>
                  <a:lnTo>
                    <a:pt x="361150" y="366077"/>
                  </a:lnTo>
                  <a:lnTo>
                    <a:pt x="351389" y="365871"/>
                  </a:lnTo>
                  <a:lnTo>
                    <a:pt x="341628" y="365665"/>
                  </a:lnTo>
                  <a:lnTo>
                    <a:pt x="331867" y="365459"/>
                  </a:lnTo>
                  <a:lnTo>
                    <a:pt x="322107" y="365428"/>
                  </a:lnTo>
                  <a:lnTo>
                    <a:pt x="312346" y="365894"/>
                  </a:lnTo>
                  <a:lnTo>
                    <a:pt x="302585" y="366108"/>
                  </a:lnTo>
                  <a:lnTo>
                    <a:pt x="292824" y="366027"/>
                  </a:lnTo>
                  <a:lnTo>
                    <a:pt x="283063" y="366075"/>
                  </a:lnTo>
                  <a:lnTo>
                    <a:pt x="273303" y="365865"/>
                  </a:lnTo>
                  <a:lnTo>
                    <a:pt x="263542" y="365783"/>
                  </a:lnTo>
                  <a:lnTo>
                    <a:pt x="253781" y="365993"/>
                  </a:lnTo>
                  <a:lnTo>
                    <a:pt x="244020" y="365908"/>
                  </a:lnTo>
                  <a:lnTo>
                    <a:pt x="234259" y="365715"/>
                  </a:lnTo>
                  <a:lnTo>
                    <a:pt x="224498" y="366018"/>
                  </a:lnTo>
                  <a:lnTo>
                    <a:pt x="214738" y="365710"/>
                  </a:lnTo>
                  <a:lnTo>
                    <a:pt x="204977" y="365474"/>
                  </a:lnTo>
                  <a:lnTo>
                    <a:pt x="195216" y="365908"/>
                  </a:lnTo>
                  <a:lnTo>
                    <a:pt x="185455" y="365989"/>
                  </a:lnTo>
                  <a:lnTo>
                    <a:pt x="175694" y="366390"/>
                  </a:lnTo>
                  <a:lnTo>
                    <a:pt x="165933" y="366205"/>
                  </a:lnTo>
                  <a:lnTo>
                    <a:pt x="156173" y="366460"/>
                  </a:lnTo>
                  <a:lnTo>
                    <a:pt x="146412" y="366517"/>
                  </a:lnTo>
                  <a:lnTo>
                    <a:pt x="136651" y="366900"/>
                  </a:lnTo>
                  <a:lnTo>
                    <a:pt x="126890" y="367069"/>
                  </a:lnTo>
                  <a:lnTo>
                    <a:pt x="117129" y="366973"/>
                  </a:lnTo>
                  <a:lnTo>
                    <a:pt x="107369" y="367235"/>
                  </a:lnTo>
                  <a:lnTo>
                    <a:pt x="97608" y="367326"/>
                  </a:lnTo>
                  <a:lnTo>
                    <a:pt x="87847" y="367417"/>
                  </a:lnTo>
                  <a:lnTo>
                    <a:pt x="78086" y="367502"/>
                  </a:lnTo>
                  <a:lnTo>
                    <a:pt x="68325" y="367582"/>
                  </a:lnTo>
                  <a:lnTo>
                    <a:pt x="58564" y="367662"/>
                  </a:lnTo>
                  <a:lnTo>
                    <a:pt x="48804" y="367741"/>
                  </a:lnTo>
                  <a:lnTo>
                    <a:pt x="39043" y="367821"/>
                  </a:lnTo>
                  <a:lnTo>
                    <a:pt x="29282" y="367901"/>
                  </a:lnTo>
                  <a:lnTo>
                    <a:pt x="19521" y="367980"/>
                  </a:lnTo>
                  <a:lnTo>
                    <a:pt x="9760" y="368309"/>
                  </a:lnTo>
                  <a:lnTo>
                    <a:pt x="0" y="368309"/>
                  </a:lnTo>
                  <a:close/>
                </a:path>
              </a:pathLst>
            </a:custGeom>
            <a:solidFill>
              <a:srgbClr val="D55E00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88" name="pl87"/>
            <p:cNvSpPr/>
            <p:nvPr/>
          </p:nvSpPr>
          <p:spPr>
            <a:xfrm>
              <a:off x="6312408" y="5185018"/>
              <a:ext cx="2528052" cy="173425"/>
            </a:xfrm>
            <a:custGeom>
              <a:avLst/>
              <a:pathLst>
                <a:path w="2528052" h="173425">
                  <a:moveTo>
                    <a:pt x="0" y="0"/>
                  </a:moveTo>
                  <a:lnTo>
                    <a:pt x="9760" y="1276"/>
                  </a:lnTo>
                  <a:lnTo>
                    <a:pt x="19521" y="3405"/>
                  </a:lnTo>
                  <a:lnTo>
                    <a:pt x="29282" y="5909"/>
                  </a:lnTo>
                  <a:lnTo>
                    <a:pt x="39043" y="10430"/>
                  </a:lnTo>
                  <a:lnTo>
                    <a:pt x="48804" y="12788"/>
                  </a:lnTo>
                  <a:lnTo>
                    <a:pt x="58564" y="15052"/>
                  </a:lnTo>
                  <a:lnTo>
                    <a:pt x="68325" y="17304"/>
                  </a:lnTo>
                  <a:lnTo>
                    <a:pt x="78086" y="19598"/>
                  </a:lnTo>
                  <a:lnTo>
                    <a:pt x="87847" y="22591"/>
                  </a:lnTo>
                  <a:lnTo>
                    <a:pt x="97608" y="24093"/>
                  </a:lnTo>
                  <a:lnTo>
                    <a:pt x="107369" y="25390"/>
                  </a:lnTo>
                  <a:lnTo>
                    <a:pt x="117129" y="26619"/>
                  </a:lnTo>
                  <a:lnTo>
                    <a:pt x="126890" y="29333"/>
                  </a:lnTo>
                  <a:lnTo>
                    <a:pt x="136651" y="32072"/>
                  </a:lnTo>
                  <a:lnTo>
                    <a:pt x="146412" y="34797"/>
                  </a:lnTo>
                  <a:lnTo>
                    <a:pt x="156173" y="37333"/>
                  </a:lnTo>
                  <a:lnTo>
                    <a:pt x="165933" y="39525"/>
                  </a:lnTo>
                  <a:lnTo>
                    <a:pt x="175694" y="42122"/>
                  </a:lnTo>
                  <a:lnTo>
                    <a:pt x="185455" y="44495"/>
                  </a:lnTo>
                  <a:lnTo>
                    <a:pt x="195216" y="47675"/>
                  </a:lnTo>
                  <a:lnTo>
                    <a:pt x="204977" y="50494"/>
                  </a:lnTo>
                  <a:lnTo>
                    <a:pt x="214738" y="53360"/>
                  </a:lnTo>
                  <a:lnTo>
                    <a:pt x="224498" y="56073"/>
                  </a:lnTo>
                  <a:lnTo>
                    <a:pt x="234259" y="58753"/>
                  </a:lnTo>
                  <a:lnTo>
                    <a:pt x="244020" y="61466"/>
                  </a:lnTo>
                  <a:lnTo>
                    <a:pt x="253781" y="63794"/>
                  </a:lnTo>
                  <a:lnTo>
                    <a:pt x="263542" y="66324"/>
                  </a:lnTo>
                  <a:lnTo>
                    <a:pt x="273303" y="68848"/>
                  </a:lnTo>
                  <a:lnTo>
                    <a:pt x="283063" y="71358"/>
                  </a:lnTo>
                  <a:lnTo>
                    <a:pt x="292824" y="73854"/>
                  </a:lnTo>
                  <a:lnTo>
                    <a:pt x="302585" y="76337"/>
                  </a:lnTo>
                  <a:lnTo>
                    <a:pt x="312346" y="77924"/>
                  </a:lnTo>
                  <a:lnTo>
                    <a:pt x="322107" y="78879"/>
                  </a:lnTo>
                  <a:lnTo>
                    <a:pt x="331867" y="80461"/>
                  </a:lnTo>
                  <a:lnTo>
                    <a:pt x="341628" y="83411"/>
                  </a:lnTo>
                  <a:lnTo>
                    <a:pt x="351389" y="85726"/>
                  </a:lnTo>
                  <a:lnTo>
                    <a:pt x="361150" y="87235"/>
                  </a:lnTo>
                  <a:lnTo>
                    <a:pt x="370911" y="88779"/>
                  </a:lnTo>
                  <a:lnTo>
                    <a:pt x="380672" y="91112"/>
                  </a:lnTo>
                  <a:lnTo>
                    <a:pt x="390432" y="94198"/>
                  </a:lnTo>
                  <a:lnTo>
                    <a:pt x="400193" y="95386"/>
                  </a:lnTo>
                  <a:lnTo>
                    <a:pt x="409954" y="96570"/>
                  </a:lnTo>
                  <a:lnTo>
                    <a:pt x="419715" y="97755"/>
                  </a:lnTo>
                  <a:lnTo>
                    <a:pt x="429476" y="99386"/>
                  </a:lnTo>
                  <a:lnTo>
                    <a:pt x="439236" y="102324"/>
                  </a:lnTo>
                  <a:lnTo>
                    <a:pt x="448997" y="102481"/>
                  </a:lnTo>
                  <a:lnTo>
                    <a:pt x="458758" y="104087"/>
                  </a:lnTo>
                  <a:lnTo>
                    <a:pt x="468519" y="105682"/>
                  </a:lnTo>
                  <a:lnTo>
                    <a:pt x="478280" y="107900"/>
                  </a:lnTo>
                  <a:lnTo>
                    <a:pt x="488041" y="109023"/>
                  </a:lnTo>
                  <a:lnTo>
                    <a:pt x="497801" y="110066"/>
                  </a:lnTo>
                  <a:lnTo>
                    <a:pt x="507562" y="112152"/>
                  </a:lnTo>
                  <a:lnTo>
                    <a:pt x="517323" y="113519"/>
                  </a:lnTo>
                  <a:lnTo>
                    <a:pt x="527084" y="115846"/>
                  </a:lnTo>
                  <a:lnTo>
                    <a:pt x="536845" y="118153"/>
                  </a:lnTo>
                  <a:lnTo>
                    <a:pt x="546606" y="119373"/>
                  </a:lnTo>
                  <a:lnTo>
                    <a:pt x="556366" y="120615"/>
                  </a:lnTo>
                  <a:lnTo>
                    <a:pt x="566127" y="122545"/>
                  </a:lnTo>
                  <a:lnTo>
                    <a:pt x="575888" y="123402"/>
                  </a:lnTo>
                  <a:lnTo>
                    <a:pt x="585649" y="124563"/>
                  </a:lnTo>
                  <a:lnTo>
                    <a:pt x="595410" y="126666"/>
                  </a:lnTo>
                  <a:lnTo>
                    <a:pt x="605170" y="128129"/>
                  </a:lnTo>
                  <a:lnTo>
                    <a:pt x="614931" y="129868"/>
                  </a:lnTo>
                  <a:lnTo>
                    <a:pt x="624692" y="129540"/>
                  </a:lnTo>
                  <a:lnTo>
                    <a:pt x="634453" y="130075"/>
                  </a:lnTo>
                  <a:lnTo>
                    <a:pt x="644214" y="131239"/>
                  </a:lnTo>
                  <a:lnTo>
                    <a:pt x="653975" y="132410"/>
                  </a:lnTo>
                  <a:lnTo>
                    <a:pt x="663735" y="133337"/>
                  </a:lnTo>
                  <a:lnTo>
                    <a:pt x="673496" y="134046"/>
                  </a:lnTo>
                  <a:lnTo>
                    <a:pt x="683257" y="135903"/>
                  </a:lnTo>
                  <a:lnTo>
                    <a:pt x="693018" y="137061"/>
                  </a:lnTo>
                  <a:lnTo>
                    <a:pt x="702779" y="138356"/>
                  </a:lnTo>
                  <a:lnTo>
                    <a:pt x="712539" y="139529"/>
                  </a:lnTo>
                  <a:lnTo>
                    <a:pt x="722300" y="141584"/>
                  </a:lnTo>
                  <a:lnTo>
                    <a:pt x="732061" y="143730"/>
                  </a:lnTo>
                  <a:lnTo>
                    <a:pt x="741822" y="145393"/>
                  </a:lnTo>
                  <a:lnTo>
                    <a:pt x="751583" y="145914"/>
                  </a:lnTo>
                  <a:lnTo>
                    <a:pt x="761344" y="147445"/>
                  </a:lnTo>
                  <a:lnTo>
                    <a:pt x="771104" y="147612"/>
                  </a:lnTo>
                  <a:lnTo>
                    <a:pt x="780865" y="149562"/>
                  </a:lnTo>
                  <a:lnTo>
                    <a:pt x="790626" y="150598"/>
                  </a:lnTo>
                  <a:lnTo>
                    <a:pt x="800387" y="151587"/>
                  </a:lnTo>
                  <a:lnTo>
                    <a:pt x="810148" y="152196"/>
                  </a:lnTo>
                  <a:lnTo>
                    <a:pt x="819909" y="153111"/>
                  </a:lnTo>
                  <a:lnTo>
                    <a:pt x="829669" y="153508"/>
                  </a:lnTo>
                  <a:lnTo>
                    <a:pt x="839430" y="154868"/>
                  </a:lnTo>
                  <a:lnTo>
                    <a:pt x="849191" y="155638"/>
                  </a:lnTo>
                  <a:lnTo>
                    <a:pt x="858952" y="156004"/>
                  </a:lnTo>
                  <a:lnTo>
                    <a:pt x="868713" y="156831"/>
                  </a:lnTo>
                  <a:lnTo>
                    <a:pt x="878473" y="158288"/>
                  </a:lnTo>
                  <a:lnTo>
                    <a:pt x="888234" y="159224"/>
                  </a:lnTo>
                  <a:lnTo>
                    <a:pt x="897995" y="159797"/>
                  </a:lnTo>
                  <a:lnTo>
                    <a:pt x="907756" y="160122"/>
                  </a:lnTo>
                  <a:lnTo>
                    <a:pt x="917517" y="160710"/>
                  </a:lnTo>
                  <a:lnTo>
                    <a:pt x="927278" y="162646"/>
                  </a:lnTo>
                  <a:lnTo>
                    <a:pt x="937038" y="163587"/>
                  </a:lnTo>
                  <a:lnTo>
                    <a:pt x="946799" y="164152"/>
                  </a:lnTo>
                  <a:lnTo>
                    <a:pt x="956560" y="164679"/>
                  </a:lnTo>
                  <a:lnTo>
                    <a:pt x="966321" y="163692"/>
                  </a:lnTo>
                  <a:lnTo>
                    <a:pt x="976082" y="163225"/>
                  </a:lnTo>
                  <a:lnTo>
                    <a:pt x="985842" y="163859"/>
                  </a:lnTo>
                  <a:lnTo>
                    <a:pt x="995603" y="164519"/>
                  </a:lnTo>
                  <a:lnTo>
                    <a:pt x="1005364" y="165177"/>
                  </a:lnTo>
                  <a:lnTo>
                    <a:pt x="1015125" y="165828"/>
                  </a:lnTo>
                  <a:lnTo>
                    <a:pt x="1024886" y="166433"/>
                  </a:lnTo>
                  <a:lnTo>
                    <a:pt x="1034647" y="167089"/>
                  </a:lnTo>
                  <a:lnTo>
                    <a:pt x="1044407" y="167743"/>
                  </a:lnTo>
                  <a:lnTo>
                    <a:pt x="1054168" y="168367"/>
                  </a:lnTo>
                  <a:lnTo>
                    <a:pt x="1063929" y="168743"/>
                  </a:lnTo>
                  <a:lnTo>
                    <a:pt x="1073690" y="168868"/>
                  </a:lnTo>
                  <a:lnTo>
                    <a:pt x="1083451" y="168434"/>
                  </a:lnTo>
                  <a:lnTo>
                    <a:pt x="1093212" y="168169"/>
                  </a:lnTo>
                  <a:lnTo>
                    <a:pt x="1102972" y="167903"/>
                  </a:lnTo>
                  <a:lnTo>
                    <a:pt x="1112733" y="167647"/>
                  </a:lnTo>
                  <a:lnTo>
                    <a:pt x="1122494" y="168156"/>
                  </a:lnTo>
                  <a:lnTo>
                    <a:pt x="1132255" y="168228"/>
                  </a:lnTo>
                  <a:lnTo>
                    <a:pt x="1142016" y="167771"/>
                  </a:lnTo>
                  <a:lnTo>
                    <a:pt x="1151776" y="167829"/>
                  </a:lnTo>
                  <a:lnTo>
                    <a:pt x="1161537" y="168615"/>
                  </a:lnTo>
                  <a:lnTo>
                    <a:pt x="1171298" y="169398"/>
                  </a:lnTo>
                  <a:lnTo>
                    <a:pt x="1181059" y="170199"/>
                  </a:lnTo>
                  <a:lnTo>
                    <a:pt x="1190820" y="170075"/>
                  </a:lnTo>
                  <a:lnTo>
                    <a:pt x="1200581" y="168926"/>
                  </a:lnTo>
                  <a:lnTo>
                    <a:pt x="1210341" y="168394"/>
                  </a:lnTo>
                  <a:lnTo>
                    <a:pt x="1220102" y="168986"/>
                  </a:lnTo>
                  <a:lnTo>
                    <a:pt x="1229863" y="169579"/>
                  </a:lnTo>
                  <a:lnTo>
                    <a:pt x="1239624" y="170186"/>
                  </a:lnTo>
                  <a:lnTo>
                    <a:pt x="1249385" y="170758"/>
                  </a:lnTo>
                  <a:lnTo>
                    <a:pt x="1259145" y="170610"/>
                  </a:lnTo>
                  <a:lnTo>
                    <a:pt x="1268906" y="170762"/>
                  </a:lnTo>
                  <a:lnTo>
                    <a:pt x="1278667" y="170355"/>
                  </a:lnTo>
                  <a:lnTo>
                    <a:pt x="1288428" y="170722"/>
                  </a:lnTo>
                  <a:lnTo>
                    <a:pt x="1298189" y="170879"/>
                  </a:lnTo>
                  <a:lnTo>
                    <a:pt x="1307950" y="169502"/>
                  </a:lnTo>
                  <a:lnTo>
                    <a:pt x="1317710" y="169530"/>
                  </a:lnTo>
                  <a:lnTo>
                    <a:pt x="1327471" y="170987"/>
                  </a:lnTo>
                  <a:lnTo>
                    <a:pt x="1337232" y="172386"/>
                  </a:lnTo>
                  <a:lnTo>
                    <a:pt x="1346993" y="173425"/>
                  </a:lnTo>
                  <a:lnTo>
                    <a:pt x="1356754" y="172505"/>
                  </a:lnTo>
                  <a:lnTo>
                    <a:pt x="1366515" y="171050"/>
                  </a:lnTo>
                  <a:lnTo>
                    <a:pt x="1376275" y="171034"/>
                  </a:lnTo>
                  <a:lnTo>
                    <a:pt x="1386036" y="170432"/>
                  </a:lnTo>
                  <a:lnTo>
                    <a:pt x="1395797" y="169703"/>
                  </a:lnTo>
                  <a:lnTo>
                    <a:pt x="1405558" y="169853"/>
                  </a:lnTo>
                  <a:lnTo>
                    <a:pt x="1415319" y="169521"/>
                  </a:lnTo>
                  <a:lnTo>
                    <a:pt x="1425079" y="169714"/>
                  </a:lnTo>
                  <a:lnTo>
                    <a:pt x="1434840" y="169476"/>
                  </a:lnTo>
                  <a:lnTo>
                    <a:pt x="1444601" y="168897"/>
                  </a:lnTo>
                  <a:lnTo>
                    <a:pt x="1454362" y="168347"/>
                  </a:lnTo>
                  <a:lnTo>
                    <a:pt x="1464123" y="167825"/>
                  </a:lnTo>
                  <a:lnTo>
                    <a:pt x="1473884" y="168715"/>
                  </a:lnTo>
                  <a:lnTo>
                    <a:pt x="1483644" y="168588"/>
                  </a:lnTo>
                  <a:lnTo>
                    <a:pt x="1493405" y="168432"/>
                  </a:lnTo>
                  <a:lnTo>
                    <a:pt x="1503166" y="167888"/>
                  </a:lnTo>
                  <a:lnTo>
                    <a:pt x="1512927" y="167671"/>
                  </a:lnTo>
                  <a:lnTo>
                    <a:pt x="1522688" y="166940"/>
                  </a:lnTo>
                  <a:lnTo>
                    <a:pt x="1532448" y="166414"/>
                  </a:lnTo>
                  <a:lnTo>
                    <a:pt x="1542209" y="166227"/>
                  </a:lnTo>
                  <a:lnTo>
                    <a:pt x="1551970" y="167001"/>
                  </a:lnTo>
                  <a:lnTo>
                    <a:pt x="1561731" y="167774"/>
                  </a:lnTo>
                  <a:lnTo>
                    <a:pt x="1571492" y="167862"/>
                  </a:lnTo>
                  <a:lnTo>
                    <a:pt x="1581253" y="166560"/>
                  </a:lnTo>
                  <a:lnTo>
                    <a:pt x="1591013" y="167114"/>
                  </a:lnTo>
                  <a:lnTo>
                    <a:pt x="1600774" y="167788"/>
                  </a:lnTo>
                  <a:lnTo>
                    <a:pt x="1610535" y="167886"/>
                  </a:lnTo>
                  <a:lnTo>
                    <a:pt x="1620296" y="167558"/>
                  </a:lnTo>
                  <a:lnTo>
                    <a:pt x="1630057" y="167252"/>
                  </a:lnTo>
                  <a:lnTo>
                    <a:pt x="1639818" y="166924"/>
                  </a:lnTo>
                  <a:lnTo>
                    <a:pt x="1649578" y="166567"/>
                  </a:lnTo>
                  <a:lnTo>
                    <a:pt x="1659339" y="166236"/>
                  </a:lnTo>
                  <a:lnTo>
                    <a:pt x="1669100" y="165905"/>
                  </a:lnTo>
                  <a:lnTo>
                    <a:pt x="1678861" y="166010"/>
                  </a:lnTo>
                  <a:lnTo>
                    <a:pt x="1688622" y="166150"/>
                  </a:lnTo>
                  <a:lnTo>
                    <a:pt x="1698382" y="166290"/>
                  </a:lnTo>
                  <a:lnTo>
                    <a:pt x="1708143" y="166285"/>
                  </a:lnTo>
                  <a:lnTo>
                    <a:pt x="1717904" y="165379"/>
                  </a:lnTo>
                  <a:lnTo>
                    <a:pt x="1727665" y="164471"/>
                  </a:lnTo>
                  <a:lnTo>
                    <a:pt x="1737426" y="163560"/>
                  </a:lnTo>
                  <a:lnTo>
                    <a:pt x="1747187" y="163133"/>
                  </a:lnTo>
                  <a:lnTo>
                    <a:pt x="1756947" y="162276"/>
                  </a:lnTo>
                  <a:lnTo>
                    <a:pt x="1766708" y="161388"/>
                  </a:lnTo>
                  <a:lnTo>
                    <a:pt x="1776469" y="161291"/>
                  </a:lnTo>
                  <a:lnTo>
                    <a:pt x="1786230" y="159997"/>
                  </a:lnTo>
                  <a:lnTo>
                    <a:pt x="1795991" y="158699"/>
                  </a:lnTo>
                  <a:lnTo>
                    <a:pt x="1805752" y="157715"/>
                  </a:lnTo>
                  <a:lnTo>
                    <a:pt x="1815512" y="158419"/>
                  </a:lnTo>
                  <a:lnTo>
                    <a:pt x="1825273" y="157372"/>
                  </a:lnTo>
                  <a:lnTo>
                    <a:pt x="1835034" y="156340"/>
                  </a:lnTo>
                  <a:lnTo>
                    <a:pt x="1844795" y="155328"/>
                  </a:lnTo>
                  <a:lnTo>
                    <a:pt x="1854556" y="154582"/>
                  </a:lnTo>
                  <a:lnTo>
                    <a:pt x="1864316" y="154486"/>
                  </a:lnTo>
                  <a:lnTo>
                    <a:pt x="1874077" y="153935"/>
                  </a:lnTo>
                  <a:lnTo>
                    <a:pt x="1883838" y="154310"/>
                  </a:lnTo>
                  <a:lnTo>
                    <a:pt x="1893599" y="154084"/>
                  </a:lnTo>
                  <a:lnTo>
                    <a:pt x="1903360" y="153858"/>
                  </a:lnTo>
                  <a:lnTo>
                    <a:pt x="1913121" y="153859"/>
                  </a:lnTo>
                  <a:lnTo>
                    <a:pt x="1922881" y="153956"/>
                  </a:lnTo>
                  <a:lnTo>
                    <a:pt x="1932642" y="153867"/>
                  </a:lnTo>
                  <a:lnTo>
                    <a:pt x="1942403" y="153815"/>
                  </a:lnTo>
                  <a:lnTo>
                    <a:pt x="1952164" y="153795"/>
                  </a:lnTo>
                  <a:lnTo>
                    <a:pt x="1961925" y="153508"/>
                  </a:lnTo>
                  <a:lnTo>
                    <a:pt x="1971685" y="152977"/>
                  </a:lnTo>
                  <a:lnTo>
                    <a:pt x="1981446" y="152457"/>
                  </a:lnTo>
                  <a:lnTo>
                    <a:pt x="1991207" y="151936"/>
                  </a:lnTo>
                  <a:lnTo>
                    <a:pt x="2000968" y="151408"/>
                  </a:lnTo>
                  <a:lnTo>
                    <a:pt x="2010729" y="150989"/>
                  </a:lnTo>
                  <a:lnTo>
                    <a:pt x="2020490" y="150483"/>
                  </a:lnTo>
                  <a:lnTo>
                    <a:pt x="2030250" y="149975"/>
                  </a:lnTo>
                  <a:lnTo>
                    <a:pt x="2040011" y="149467"/>
                  </a:lnTo>
                  <a:lnTo>
                    <a:pt x="2049772" y="148959"/>
                  </a:lnTo>
                  <a:lnTo>
                    <a:pt x="2059533" y="148449"/>
                  </a:lnTo>
                  <a:lnTo>
                    <a:pt x="2069294" y="147947"/>
                  </a:lnTo>
                  <a:lnTo>
                    <a:pt x="2079055" y="148403"/>
                  </a:lnTo>
                  <a:lnTo>
                    <a:pt x="2088815" y="148936"/>
                  </a:lnTo>
                  <a:lnTo>
                    <a:pt x="2098576" y="149468"/>
                  </a:lnTo>
                  <a:lnTo>
                    <a:pt x="2108337" y="150008"/>
                  </a:lnTo>
                  <a:lnTo>
                    <a:pt x="2118098" y="149671"/>
                  </a:lnTo>
                  <a:lnTo>
                    <a:pt x="2127859" y="149085"/>
                  </a:lnTo>
                  <a:lnTo>
                    <a:pt x="2137619" y="148351"/>
                  </a:lnTo>
                  <a:lnTo>
                    <a:pt x="2147380" y="148610"/>
                  </a:lnTo>
                  <a:lnTo>
                    <a:pt x="2157141" y="147754"/>
                  </a:lnTo>
                  <a:lnTo>
                    <a:pt x="2166902" y="146483"/>
                  </a:lnTo>
                  <a:lnTo>
                    <a:pt x="2176663" y="145276"/>
                  </a:lnTo>
                  <a:lnTo>
                    <a:pt x="2186424" y="144489"/>
                  </a:lnTo>
                  <a:lnTo>
                    <a:pt x="2196184" y="143700"/>
                  </a:lnTo>
                  <a:lnTo>
                    <a:pt x="2205945" y="142910"/>
                  </a:lnTo>
                  <a:lnTo>
                    <a:pt x="2215706" y="142124"/>
                  </a:lnTo>
                  <a:lnTo>
                    <a:pt x="2225467" y="141354"/>
                  </a:lnTo>
                  <a:lnTo>
                    <a:pt x="2235228" y="139928"/>
                  </a:lnTo>
                  <a:lnTo>
                    <a:pt x="2244988" y="139759"/>
                  </a:lnTo>
                  <a:lnTo>
                    <a:pt x="2254749" y="139019"/>
                  </a:lnTo>
                  <a:lnTo>
                    <a:pt x="2264510" y="138239"/>
                  </a:lnTo>
                  <a:lnTo>
                    <a:pt x="2274271" y="137457"/>
                  </a:lnTo>
                  <a:lnTo>
                    <a:pt x="2284032" y="136674"/>
                  </a:lnTo>
                  <a:lnTo>
                    <a:pt x="2293793" y="136046"/>
                  </a:lnTo>
                  <a:lnTo>
                    <a:pt x="2303553" y="135514"/>
                  </a:lnTo>
                  <a:lnTo>
                    <a:pt x="2313314" y="134981"/>
                  </a:lnTo>
                  <a:lnTo>
                    <a:pt x="2323075" y="134454"/>
                  </a:lnTo>
                  <a:lnTo>
                    <a:pt x="2332836" y="133721"/>
                  </a:lnTo>
                  <a:lnTo>
                    <a:pt x="2342597" y="133175"/>
                  </a:lnTo>
                  <a:lnTo>
                    <a:pt x="2352358" y="132845"/>
                  </a:lnTo>
                  <a:lnTo>
                    <a:pt x="2362118" y="132310"/>
                  </a:lnTo>
                  <a:lnTo>
                    <a:pt x="2371879" y="131778"/>
                  </a:lnTo>
                  <a:lnTo>
                    <a:pt x="2381640" y="131246"/>
                  </a:lnTo>
                  <a:lnTo>
                    <a:pt x="2391401" y="130457"/>
                  </a:lnTo>
                  <a:lnTo>
                    <a:pt x="2401162" y="128990"/>
                  </a:lnTo>
                  <a:lnTo>
                    <a:pt x="2410922" y="127643"/>
                  </a:lnTo>
                  <a:lnTo>
                    <a:pt x="2420683" y="127036"/>
                  </a:lnTo>
                  <a:lnTo>
                    <a:pt x="2430444" y="126432"/>
                  </a:lnTo>
                  <a:lnTo>
                    <a:pt x="2440205" y="125864"/>
                  </a:lnTo>
                  <a:lnTo>
                    <a:pt x="2449966" y="125295"/>
                  </a:lnTo>
                  <a:lnTo>
                    <a:pt x="2459727" y="124974"/>
                  </a:lnTo>
                  <a:lnTo>
                    <a:pt x="2469487" y="124336"/>
                  </a:lnTo>
                  <a:lnTo>
                    <a:pt x="2479248" y="123516"/>
                  </a:lnTo>
                  <a:lnTo>
                    <a:pt x="2489009" y="122895"/>
                  </a:lnTo>
                  <a:lnTo>
                    <a:pt x="2498770" y="122319"/>
                  </a:lnTo>
                  <a:lnTo>
                    <a:pt x="2508531" y="121751"/>
                  </a:lnTo>
                  <a:lnTo>
                    <a:pt x="2518291" y="121421"/>
                  </a:lnTo>
                  <a:lnTo>
                    <a:pt x="2528052" y="1217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9" name="pl88"/>
            <p:cNvSpPr/>
            <p:nvPr/>
          </p:nvSpPr>
          <p:spPr>
            <a:xfrm>
              <a:off x="6312408" y="5550446"/>
              <a:ext cx="2528052" cy="90283"/>
            </a:xfrm>
            <a:custGeom>
              <a:avLst/>
              <a:pathLst>
                <a:path w="2528052" h="90283">
                  <a:moveTo>
                    <a:pt x="2528052" y="90283"/>
                  </a:moveTo>
                  <a:lnTo>
                    <a:pt x="2518291" y="89857"/>
                  </a:lnTo>
                  <a:lnTo>
                    <a:pt x="2508531" y="89428"/>
                  </a:lnTo>
                  <a:lnTo>
                    <a:pt x="2498770" y="89035"/>
                  </a:lnTo>
                  <a:lnTo>
                    <a:pt x="2489009" y="88666"/>
                  </a:lnTo>
                  <a:lnTo>
                    <a:pt x="2479248" y="88299"/>
                  </a:lnTo>
                  <a:lnTo>
                    <a:pt x="2469487" y="87937"/>
                  </a:lnTo>
                  <a:lnTo>
                    <a:pt x="2459727" y="87582"/>
                  </a:lnTo>
                  <a:lnTo>
                    <a:pt x="2449966" y="87388"/>
                  </a:lnTo>
                  <a:lnTo>
                    <a:pt x="2440205" y="87153"/>
                  </a:lnTo>
                  <a:lnTo>
                    <a:pt x="2430444" y="86847"/>
                  </a:lnTo>
                  <a:lnTo>
                    <a:pt x="2420683" y="86535"/>
                  </a:lnTo>
                  <a:lnTo>
                    <a:pt x="2410922" y="86220"/>
                  </a:lnTo>
                  <a:lnTo>
                    <a:pt x="2401162" y="85872"/>
                  </a:lnTo>
                  <a:lnTo>
                    <a:pt x="2391401" y="85467"/>
                  </a:lnTo>
                  <a:lnTo>
                    <a:pt x="2381640" y="85059"/>
                  </a:lnTo>
                  <a:lnTo>
                    <a:pt x="2371879" y="84648"/>
                  </a:lnTo>
                  <a:lnTo>
                    <a:pt x="2362118" y="84234"/>
                  </a:lnTo>
                  <a:lnTo>
                    <a:pt x="2352358" y="83817"/>
                  </a:lnTo>
                  <a:lnTo>
                    <a:pt x="2342597" y="83483"/>
                  </a:lnTo>
                  <a:lnTo>
                    <a:pt x="2332836" y="83149"/>
                  </a:lnTo>
                  <a:lnTo>
                    <a:pt x="2323075" y="82814"/>
                  </a:lnTo>
                  <a:lnTo>
                    <a:pt x="2313314" y="82476"/>
                  </a:lnTo>
                  <a:lnTo>
                    <a:pt x="2303553" y="82136"/>
                  </a:lnTo>
                  <a:lnTo>
                    <a:pt x="2293793" y="81807"/>
                  </a:lnTo>
                  <a:lnTo>
                    <a:pt x="2284032" y="81555"/>
                  </a:lnTo>
                  <a:lnTo>
                    <a:pt x="2274271" y="81380"/>
                  </a:lnTo>
                  <a:lnTo>
                    <a:pt x="2264510" y="81204"/>
                  </a:lnTo>
                  <a:lnTo>
                    <a:pt x="2254749" y="80964"/>
                  </a:lnTo>
                  <a:lnTo>
                    <a:pt x="2244988" y="80618"/>
                  </a:lnTo>
                  <a:lnTo>
                    <a:pt x="2235228" y="80206"/>
                  </a:lnTo>
                  <a:lnTo>
                    <a:pt x="2225467" y="79782"/>
                  </a:lnTo>
                  <a:lnTo>
                    <a:pt x="2215706" y="79297"/>
                  </a:lnTo>
                  <a:lnTo>
                    <a:pt x="2205945" y="78798"/>
                  </a:lnTo>
                  <a:lnTo>
                    <a:pt x="2196184" y="78424"/>
                  </a:lnTo>
                  <a:lnTo>
                    <a:pt x="2186424" y="78060"/>
                  </a:lnTo>
                  <a:lnTo>
                    <a:pt x="2176663" y="77625"/>
                  </a:lnTo>
                  <a:lnTo>
                    <a:pt x="2166902" y="77184"/>
                  </a:lnTo>
                  <a:lnTo>
                    <a:pt x="2157141" y="76784"/>
                  </a:lnTo>
                  <a:lnTo>
                    <a:pt x="2147380" y="76350"/>
                  </a:lnTo>
                  <a:lnTo>
                    <a:pt x="2137619" y="75872"/>
                  </a:lnTo>
                  <a:lnTo>
                    <a:pt x="2127859" y="75395"/>
                  </a:lnTo>
                  <a:lnTo>
                    <a:pt x="2118098" y="74940"/>
                  </a:lnTo>
                  <a:lnTo>
                    <a:pt x="2108337" y="74640"/>
                  </a:lnTo>
                  <a:lnTo>
                    <a:pt x="2098576" y="74264"/>
                  </a:lnTo>
                  <a:lnTo>
                    <a:pt x="2088815" y="73733"/>
                  </a:lnTo>
                  <a:lnTo>
                    <a:pt x="2079055" y="73508"/>
                  </a:lnTo>
                  <a:lnTo>
                    <a:pt x="2069294" y="73189"/>
                  </a:lnTo>
                  <a:lnTo>
                    <a:pt x="2059533" y="72595"/>
                  </a:lnTo>
                  <a:lnTo>
                    <a:pt x="2049772" y="72049"/>
                  </a:lnTo>
                  <a:lnTo>
                    <a:pt x="2040011" y="71472"/>
                  </a:lnTo>
                  <a:lnTo>
                    <a:pt x="2030250" y="70889"/>
                  </a:lnTo>
                  <a:lnTo>
                    <a:pt x="2020490" y="70349"/>
                  </a:lnTo>
                  <a:lnTo>
                    <a:pt x="2010729" y="69966"/>
                  </a:lnTo>
                  <a:lnTo>
                    <a:pt x="2000968" y="69580"/>
                  </a:lnTo>
                  <a:lnTo>
                    <a:pt x="1991207" y="69193"/>
                  </a:lnTo>
                  <a:lnTo>
                    <a:pt x="1981446" y="68687"/>
                  </a:lnTo>
                  <a:lnTo>
                    <a:pt x="1971685" y="68150"/>
                  </a:lnTo>
                  <a:lnTo>
                    <a:pt x="1961925" y="67609"/>
                  </a:lnTo>
                  <a:lnTo>
                    <a:pt x="1952164" y="67056"/>
                  </a:lnTo>
                  <a:lnTo>
                    <a:pt x="1942403" y="66499"/>
                  </a:lnTo>
                  <a:lnTo>
                    <a:pt x="1932642" y="65931"/>
                  </a:lnTo>
                  <a:lnTo>
                    <a:pt x="1922881" y="65383"/>
                  </a:lnTo>
                  <a:lnTo>
                    <a:pt x="1913121" y="65025"/>
                  </a:lnTo>
                  <a:lnTo>
                    <a:pt x="1903360" y="64668"/>
                  </a:lnTo>
                  <a:lnTo>
                    <a:pt x="1893599" y="64244"/>
                  </a:lnTo>
                  <a:lnTo>
                    <a:pt x="1883838" y="63818"/>
                  </a:lnTo>
                  <a:lnTo>
                    <a:pt x="1874077" y="63390"/>
                  </a:lnTo>
                  <a:lnTo>
                    <a:pt x="1864316" y="62959"/>
                  </a:lnTo>
                  <a:lnTo>
                    <a:pt x="1854556" y="62527"/>
                  </a:lnTo>
                  <a:lnTo>
                    <a:pt x="1844795" y="62080"/>
                  </a:lnTo>
                  <a:lnTo>
                    <a:pt x="1835034" y="61689"/>
                  </a:lnTo>
                  <a:lnTo>
                    <a:pt x="1825273" y="61271"/>
                  </a:lnTo>
                  <a:lnTo>
                    <a:pt x="1815512" y="60847"/>
                  </a:lnTo>
                  <a:lnTo>
                    <a:pt x="1805752" y="60266"/>
                  </a:lnTo>
                  <a:lnTo>
                    <a:pt x="1795991" y="59591"/>
                  </a:lnTo>
                  <a:lnTo>
                    <a:pt x="1786230" y="58980"/>
                  </a:lnTo>
                  <a:lnTo>
                    <a:pt x="1776469" y="58589"/>
                  </a:lnTo>
                  <a:lnTo>
                    <a:pt x="1766708" y="58244"/>
                  </a:lnTo>
                  <a:lnTo>
                    <a:pt x="1756947" y="57667"/>
                  </a:lnTo>
                  <a:lnTo>
                    <a:pt x="1747187" y="57118"/>
                  </a:lnTo>
                  <a:lnTo>
                    <a:pt x="1737426" y="56549"/>
                  </a:lnTo>
                  <a:lnTo>
                    <a:pt x="1727665" y="56138"/>
                  </a:lnTo>
                  <a:lnTo>
                    <a:pt x="1717904" y="55699"/>
                  </a:lnTo>
                  <a:lnTo>
                    <a:pt x="1708143" y="55223"/>
                  </a:lnTo>
                  <a:lnTo>
                    <a:pt x="1698382" y="54742"/>
                  </a:lnTo>
                  <a:lnTo>
                    <a:pt x="1688622" y="54186"/>
                  </a:lnTo>
                  <a:lnTo>
                    <a:pt x="1678861" y="53580"/>
                  </a:lnTo>
                  <a:lnTo>
                    <a:pt x="1669100" y="52969"/>
                  </a:lnTo>
                  <a:lnTo>
                    <a:pt x="1659339" y="52347"/>
                  </a:lnTo>
                  <a:lnTo>
                    <a:pt x="1649578" y="51648"/>
                  </a:lnTo>
                  <a:lnTo>
                    <a:pt x="1639818" y="51101"/>
                  </a:lnTo>
                  <a:lnTo>
                    <a:pt x="1630057" y="50477"/>
                  </a:lnTo>
                  <a:lnTo>
                    <a:pt x="1620296" y="49838"/>
                  </a:lnTo>
                  <a:lnTo>
                    <a:pt x="1610535" y="49193"/>
                  </a:lnTo>
                  <a:lnTo>
                    <a:pt x="1600774" y="48551"/>
                  </a:lnTo>
                  <a:lnTo>
                    <a:pt x="1591013" y="47907"/>
                  </a:lnTo>
                  <a:lnTo>
                    <a:pt x="1581253" y="47455"/>
                  </a:lnTo>
                  <a:lnTo>
                    <a:pt x="1571492" y="47088"/>
                  </a:lnTo>
                  <a:lnTo>
                    <a:pt x="1561731" y="46300"/>
                  </a:lnTo>
                  <a:lnTo>
                    <a:pt x="1551970" y="45288"/>
                  </a:lnTo>
                  <a:lnTo>
                    <a:pt x="1542209" y="44739"/>
                  </a:lnTo>
                  <a:lnTo>
                    <a:pt x="1532448" y="44238"/>
                  </a:lnTo>
                  <a:lnTo>
                    <a:pt x="1522688" y="43729"/>
                  </a:lnTo>
                  <a:lnTo>
                    <a:pt x="1512927" y="43219"/>
                  </a:lnTo>
                  <a:lnTo>
                    <a:pt x="1503166" y="42705"/>
                  </a:lnTo>
                  <a:lnTo>
                    <a:pt x="1493405" y="42189"/>
                  </a:lnTo>
                  <a:lnTo>
                    <a:pt x="1483644" y="41668"/>
                  </a:lnTo>
                  <a:lnTo>
                    <a:pt x="1473884" y="40942"/>
                  </a:lnTo>
                  <a:lnTo>
                    <a:pt x="1464123" y="40460"/>
                  </a:lnTo>
                  <a:lnTo>
                    <a:pt x="1454362" y="39789"/>
                  </a:lnTo>
                  <a:lnTo>
                    <a:pt x="1444601" y="39202"/>
                  </a:lnTo>
                  <a:lnTo>
                    <a:pt x="1434840" y="38740"/>
                  </a:lnTo>
                  <a:lnTo>
                    <a:pt x="1425079" y="38276"/>
                  </a:lnTo>
                  <a:lnTo>
                    <a:pt x="1415319" y="37806"/>
                  </a:lnTo>
                  <a:lnTo>
                    <a:pt x="1405558" y="37083"/>
                  </a:lnTo>
                  <a:lnTo>
                    <a:pt x="1395797" y="36327"/>
                  </a:lnTo>
                  <a:lnTo>
                    <a:pt x="1386036" y="35567"/>
                  </a:lnTo>
                  <a:lnTo>
                    <a:pt x="1376275" y="35107"/>
                  </a:lnTo>
                  <a:lnTo>
                    <a:pt x="1366515" y="34713"/>
                  </a:lnTo>
                  <a:lnTo>
                    <a:pt x="1356754" y="34099"/>
                  </a:lnTo>
                  <a:lnTo>
                    <a:pt x="1346993" y="33678"/>
                  </a:lnTo>
                  <a:lnTo>
                    <a:pt x="1337232" y="33273"/>
                  </a:lnTo>
                  <a:lnTo>
                    <a:pt x="1327471" y="32874"/>
                  </a:lnTo>
                  <a:lnTo>
                    <a:pt x="1317710" y="32469"/>
                  </a:lnTo>
                  <a:lnTo>
                    <a:pt x="1307950" y="31950"/>
                  </a:lnTo>
                  <a:lnTo>
                    <a:pt x="1298189" y="31402"/>
                  </a:lnTo>
                  <a:lnTo>
                    <a:pt x="1288428" y="30826"/>
                  </a:lnTo>
                  <a:lnTo>
                    <a:pt x="1278667" y="30242"/>
                  </a:lnTo>
                  <a:lnTo>
                    <a:pt x="1268906" y="29843"/>
                  </a:lnTo>
                  <a:lnTo>
                    <a:pt x="1259145" y="29421"/>
                  </a:lnTo>
                  <a:lnTo>
                    <a:pt x="1249385" y="29018"/>
                  </a:lnTo>
                  <a:lnTo>
                    <a:pt x="1239624" y="28526"/>
                  </a:lnTo>
                  <a:lnTo>
                    <a:pt x="1229863" y="27947"/>
                  </a:lnTo>
                  <a:lnTo>
                    <a:pt x="1220102" y="27460"/>
                  </a:lnTo>
                  <a:lnTo>
                    <a:pt x="1210341" y="26967"/>
                  </a:lnTo>
                  <a:lnTo>
                    <a:pt x="1200581" y="26611"/>
                  </a:lnTo>
                  <a:lnTo>
                    <a:pt x="1190820" y="26380"/>
                  </a:lnTo>
                  <a:lnTo>
                    <a:pt x="1181059" y="25954"/>
                  </a:lnTo>
                  <a:lnTo>
                    <a:pt x="1171298" y="25483"/>
                  </a:lnTo>
                  <a:lnTo>
                    <a:pt x="1161537" y="24991"/>
                  </a:lnTo>
                  <a:lnTo>
                    <a:pt x="1151776" y="24425"/>
                  </a:lnTo>
                  <a:lnTo>
                    <a:pt x="1142016" y="23984"/>
                  </a:lnTo>
                  <a:lnTo>
                    <a:pt x="1132255" y="23653"/>
                  </a:lnTo>
                  <a:lnTo>
                    <a:pt x="1122494" y="22942"/>
                  </a:lnTo>
                  <a:lnTo>
                    <a:pt x="1112733" y="22356"/>
                  </a:lnTo>
                  <a:lnTo>
                    <a:pt x="1102972" y="22191"/>
                  </a:lnTo>
                  <a:lnTo>
                    <a:pt x="1093212" y="22016"/>
                  </a:lnTo>
                  <a:lnTo>
                    <a:pt x="1083451" y="21270"/>
                  </a:lnTo>
                  <a:lnTo>
                    <a:pt x="1073690" y="21045"/>
                  </a:lnTo>
                  <a:lnTo>
                    <a:pt x="1063929" y="20472"/>
                  </a:lnTo>
                  <a:lnTo>
                    <a:pt x="1054168" y="20124"/>
                  </a:lnTo>
                  <a:lnTo>
                    <a:pt x="1044407" y="19789"/>
                  </a:lnTo>
                  <a:lnTo>
                    <a:pt x="1034647" y="19441"/>
                  </a:lnTo>
                  <a:lnTo>
                    <a:pt x="1024886" y="19087"/>
                  </a:lnTo>
                  <a:lnTo>
                    <a:pt x="1015125" y="18516"/>
                  </a:lnTo>
                  <a:lnTo>
                    <a:pt x="1005364" y="17870"/>
                  </a:lnTo>
                  <a:lnTo>
                    <a:pt x="995603" y="17302"/>
                  </a:lnTo>
                  <a:lnTo>
                    <a:pt x="985842" y="17040"/>
                  </a:lnTo>
                  <a:lnTo>
                    <a:pt x="976082" y="16364"/>
                  </a:lnTo>
                  <a:lnTo>
                    <a:pt x="966321" y="16311"/>
                  </a:lnTo>
                  <a:lnTo>
                    <a:pt x="956560" y="16251"/>
                  </a:lnTo>
                  <a:lnTo>
                    <a:pt x="946799" y="15901"/>
                  </a:lnTo>
                  <a:lnTo>
                    <a:pt x="937038" y="15588"/>
                  </a:lnTo>
                  <a:lnTo>
                    <a:pt x="927278" y="14987"/>
                  </a:lnTo>
                  <a:lnTo>
                    <a:pt x="917517" y="14669"/>
                  </a:lnTo>
                  <a:lnTo>
                    <a:pt x="907756" y="13994"/>
                  </a:lnTo>
                  <a:lnTo>
                    <a:pt x="897995" y="13536"/>
                  </a:lnTo>
                  <a:lnTo>
                    <a:pt x="888234" y="13220"/>
                  </a:lnTo>
                  <a:lnTo>
                    <a:pt x="878473" y="12616"/>
                  </a:lnTo>
                  <a:lnTo>
                    <a:pt x="868713" y="12154"/>
                  </a:lnTo>
                  <a:lnTo>
                    <a:pt x="858952" y="11690"/>
                  </a:lnTo>
                  <a:lnTo>
                    <a:pt x="849191" y="11409"/>
                  </a:lnTo>
                  <a:lnTo>
                    <a:pt x="839430" y="10941"/>
                  </a:lnTo>
                  <a:lnTo>
                    <a:pt x="829669" y="10457"/>
                  </a:lnTo>
                  <a:lnTo>
                    <a:pt x="819909" y="10038"/>
                  </a:lnTo>
                  <a:lnTo>
                    <a:pt x="810148" y="9683"/>
                  </a:lnTo>
                  <a:lnTo>
                    <a:pt x="800387" y="9001"/>
                  </a:lnTo>
                  <a:lnTo>
                    <a:pt x="790626" y="8925"/>
                  </a:lnTo>
                  <a:lnTo>
                    <a:pt x="780865" y="8597"/>
                  </a:lnTo>
                  <a:lnTo>
                    <a:pt x="771104" y="8247"/>
                  </a:lnTo>
                  <a:lnTo>
                    <a:pt x="761344" y="7895"/>
                  </a:lnTo>
                  <a:lnTo>
                    <a:pt x="751583" y="7527"/>
                  </a:lnTo>
                  <a:lnTo>
                    <a:pt x="741822" y="7348"/>
                  </a:lnTo>
                  <a:lnTo>
                    <a:pt x="732061" y="6998"/>
                  </a:lnTo>
                  <a:lnTo>
                    <a:pt x="722300" y="6427"/>
                  </a:lnTo>
                  <a:lnTo>
                    <a:pt x="712539" y="6619"/>
                  </a:lnTo>
                  <a:lnTo>
                    <a:pt x="702779" y="6404"/>
                  </a:lnTo>
                  <a:lnTo>
                    <a:pt x="693018" y="5899"/>
                  </a:lnTo>
                  <a:lnTo>
                    <a:pt x="683257" y="5523"/>
                  </a:lnTo>
                  <a:lnTo>
                    <a:pt x="673496" y="5701"/>
                  </a:lnTo>
                  <a:lnTo>
                    <a:pt x="663735" y="5121"/>
                  </a:lnTo>
                  <a:lnTo>
                    <a:pt x="653975" y="4734"/>
                  </a:lnTo>
                  <a:lnTo>
                    <a:pt x="644214" y="3898"/>
                  </a:lnTo>
                  <a:lnTo>
                    <a:pt x="634453" y="3735"/>
                  </a:lnTo>
                  <a:lnTo>
                    <a:pt x="624692" y="3653"/>
                  </a:lnTo>
                  <a:lnTo>
                    <a:pt x="614931" y="3565"/>
                  </a:lnTo>
                  <a:lnTo>
                    <a:pt x="605170" y="3238"/>
                  </a:lnTo>
                  <a:lnTo>
                    <a:pt x="595410" y="3080"/>
                  </a:lnTo>
                  <a:lnTo>
                    <a:pt x="585649" y="3004"/>
                  </a:lnTo>
                  <a:lnTo>
                    <a:pt x="575888" y="2691"/>
                  </a:lnTo>
                  <a:lnTo>
                    <a:pt x="566127" y="2147"/>
                  </a:lnTo>
                  <a:lnTo>
                    <a:pt x="556366" y="1600"/>
                  </a:lnTo>
                  <a:lnTo>
                    <a:pt x="546606" y="1678"/>
                  </a:lnTo>
                  <a:lnTo>
                    <a:pt x="536845" y="1818"/>
                  </a:lnTo>
                  <a:lnTo>
                    <a:pt x="527084" y="1807"/>
                  </a:lnTo>
                  <a:lnTo>
                    <a:pt x="517323" y="1333"/>
                  </a:lnTo>
                  <a:lnTo>
                    <a:pt x="507562" y="1043"/>
                  </a:lnTo>
                  <a:lnTo>
                    <a:pt x="497801" y="1099"/>
                  </a:lnTo>
                  <a:lnTo>
                    <a:pt x="488041" y="1149"/>
                  </a:lnTo>
                  <a:lnTo>
                    <a:pt x="478280" y="1200"/>
                  </a:lnTo>
                  <a:lnTo>
                    <a:pt x="468519" y="1250"/>
                  </a:lnTo>
                  <a:lnTo>
                    <a:pt x="458758" y="1293"/>
                  </a:lnTo>
                  <a:lnTo>
                    <a:pt x="448997" y="1266"/>
                  </a:lnTo>
                  <a:lnTo>
                    <a:pt x="439236" y="1391"/>
                  </a:lnTo>
                  <a:lnTo>
                    <a:pt x="429476" y="1446"/>
                  </a:lnTo>
                  <a:lnTo>
                    <a:pt x="419715" y="1610"/>
                  </a:lnTo>
                  <a:lnTo>
                    <a:pt x="409954" y="1563"/>
                  </a:lnTo>
                  <a:lnTo>
                    <a:pt x="400193" y="1468"/>
                  </a:lnTo>
                  <a:lnTo>
                    <a:pt x="390432" y="1263"/>
                  </a:lnTo>
                  <a:lnTo>
                    <a:pt x="380672" y="1218"/>
                  </a:lnTo>
                  <a:lnTo>
                    <a:pt x="370911" y="1050"/>
                  </a:lnTo>
                  <a:lnTo>
                    <a:pt x="361150" y="648"/>
                  </a:lnTo>
                  <a:lnTo>
                    <a:pt x="351389" y="442"/>
                  </a:lnTo>
                  <a:lnTo>
                    <a:pt x="341628" y="236"/>
                  </a:lnTo>
                  <a:lnTo>
                    <a:pt x="331867" y="30"/>
                  </a:lnTo>
                  <a:lnTo>
                    <a:pt x="322107" y="0"/>
                  </a:lnTo>
                  <a:lnTo>
                    <a:pt x="312346" y="465"/>
                  </a:lnTo>
                  <a:lnTo>
                    <a:pt x="302585" y="680"/>
                  </a:lnTo>
                  <a:lnTo>
                    <a:pt x="292824" y="599"/>
                  </a:lnTo>
                  <a:lnTo>
                    <a:pt x="283063" y="647"/>
                  </a:lnTo>
                  <a:lnTo>
                    <a:pt x="273303" y="437"/>
                  </a:lnTo>
                  <a:lnTo>
                    <a:pt x="263542" y="354"/>
                  </a:lnTo>
                  <a:lnTo>
                    <a:pt x="253781" y="564"/>
                  </a:lnTo>
                  <a:lnTo>
                    <a:pt x="244020" y="479"/>
                  </a:lnTo>
                  <a:lnTo>
                    <a:pt x="234259" y="287"/>
                  </a:lnTo>
                  <a:lnTo>
                    <a:pt x="224498" y="590"/>
                  </a:lnTo>
                  <a:lnTo>
                    <a:pt x="214738" y="282"/>
                  </a:lnTo>
                  <a:lnTo>
                    <a:pt x="204977" y="45"/>
                  </a:lnTo>
                  <a:lnTo>
                    <a:pt x="195216" y="479"/>
                  </a:lnTo>
                  <a:lnTo>
                    <a:pt x="185455" y="560"/>
                  </a:lnTo>
                  <a:lnTo>
                    <a:pt x="175694" y="962"/>
                  </a:lnTo>
                  <a:lnTo>
                    <a:pt x="165933" y="777"/>
                  </a:lnTo>
                  <a:lnTo>
                    <a:pt x="156173" y="1031"/>
                  </a:lnTo>
                  <a:lnTo>
                    <a:pt x="146412" y="1088"/>
                  </a:lnTo>
                  <a:lnTo>
                    <a:pt x="136651" y="1471"/>
                  </a:lnTo>
                  <a:lnTo>
                    <a:pt x="126890" y="1640"/>
                  </a:lnTo>
                  <a:lnTo>
                    <a:pt x="117129" y="1544"/>
                  </a:lnTo>
                  <a:lnTo>
                    <a:pt x="107369" y="1807"/>
                  </a:lnTo>
                  <a:lnTo>
                    <a:pt x="97608" y="1897"/>
                  </a:lnTo>
                  <a:lnTo>
                    <a:pt x="87847" y="1988"/>
                  </a:lnTo>
                  <a:lnTo>
                    <a:pt x="78086" y="2074"/>
                  </a:lnTo>
                  <a:lnTo>
                    <a:pt x="68325" y="2153"/>
                  </a:lnTo>
                  <a:lnTo>
                    <a:pt x="58564" y="2233"/>
                  </a:lnTo>
                  <a:lnTo>
                    <a:pt x="48804" y="2313"/>
                  </a:lnTo>
                  <a:lnTo>
                    <a:pt x="39043" y="2393"/>
                  </a:lnTo>
                  <a:lnTo>
                    <a:pt x="29282" y="2472"/>
                  </a:lnTo>
                  <a:lnTo>
                    <a:pt x="19521" y="2552"/>
                  </a:lnTo>
                  <a:lnTo>
                    <a:pt x="9760" y="2881"/>
                  </a:lnTo>
                  <a:lnTo>
                    <a:pt x="0" y="28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6312408" y="2660742"/>
              <a:ext cx="2528052" cy="3029364"/>
            </a:xfrm>
            <a:custGeom>
              <a:avLst/>
              <a:pathLst>
                <a:path w="2528052" h="3029364">
                  <a:moveTo>
                    <a:pt x="0" y="2723377"/>
                  </a:moveTo>
                  <a:lnTo>
                    <a:pt x="9760" y="2725705"/>
                  </a:lnTo>
                  <a:lnTo>
                    <a:pt x="19521" y="2726923"/>
                  </a:lnTo>
                  <a:lnTo>
                    <a:pt x="29282" y="2729132"/>
                  </a:lnTo>
                  <a:lnTo>
                    <a:pt x="39043" y="2731899"/>
                  </a:lnTo>
                  <a:lnTo>
                    <a:pt x="48804" y="2734976"/>
                  </a:lnTo>
                  <a:lnTo>
                    <a:pt x="58564" y="2737261"/>
                  </a:lnTo>
                  <a:lnTo>
                    <a:pt x="68325" y="2739637"/>
                  </a:lnTo>
                  <a:lnTo>
                    <a:pt x="78086" y="2741604"/>
                  </a:lnTo>
                  <a:lnTo>
                    <a:pt x="87847" y="2742774"/>
                  </a:lnTo>
                  <a:lnTo>
                    <a:pt x="97608" y="2745635"/>
                  </a:lnTo>
                  <a:lnTo>
                    <a:pt x="107369" y="2747775"/>
                  </a:lnTo>
                  <a:lnTo>
                    <a:pt x="117129" y="2750998"/>
                  </a:lnTo>
                  <a:lnTo>
                    <a:pt x="126890" y="2750455"/>
                  </a:lnTo>
                  <a:lnTo>
                    <a:pt x="136651" y="2751702"/>
                  </a:lnTo>
                  <a:lnTo>
                    <a:pt x="146412" y="2752794"/>
                  </a:lnTo>
                  <a:lnTo>
                    <a:pt x="156173" y="2755756"/>
                  </a:lnTo>
                  <a:lnTo>
                    <a:pt x="165933" y="2756364"/>
                  </a:lnTo>
                  <a:lnTo>
                    <a:pt x="175694" y="2756539"/>
                  </a:lnTo>
                  <a:lnTo>
                    <a:pt x="185455" y="2758417"/>
                  </a:lnTo>
                  <a:lnTo>
                    <a:pt x="195216" y="2758841"/>
                  </a:lnTo>
                  <a:lnTo>
                    <a:pt x="204977" y="2759837"/>
                  </a:lnTo>
                  <a:lnTo>
                    <a:pt x="214738" y="2758750"/>
                  </a:lnTo>
                  <a:lnTo>
                    <a:pt x="224498" y="2757801"/>
                  </a:lnTo>
                  <a:lnTo>
                    <a:pt x="234259" y="2757929"/>
                  </a:lnTo>
                  <a:lnTo>
                    <a:pt x="244020" y="2757592"/>
                  </a:lnTo>
                  <a:lnTo>
                    <a:pt x="253781" y="2757163"/>
                  </a:lnTo>
                  <a:lnTo>
                    <a:pt x="263542" y="2757276"/>
                  </a:lnTo>
                  <a:lnTo>
                    <a:pt x="273303" y="2757950"/>
                  </a:lnTo>
                  <a:lnTo>
                    <a:pt x="283063" y="2756419"/>
                  </a:lnTo>
                  <a:lnTo>
                    <a:pt x="292824" y="2756238"/>
                  </a:lnTo>
                  <a:lnTo>
                    <a:pt x="302585" y="2756972"/>
                  </a:lnTo>
                  <a:lnTo>
                    <a:pt x="312346" y="2755065"/>
                  </a:lnTo>
                  <a:lnTo>
                    <a:pt x="322107" y="2754556"/>
                  </a:lnTo>
                  <a:lnTo>
                    <a:pt x="331867" y="2752023"/>
                  </a:lnTo>
                  <a:lnTo>
                    <a:pt x="341628" y="2751074"/>
                  </a:lnTo>
                  <a:lnTo>
                    <a:pt x="351389" y="2753132"/>
                  </a:lnTo>
                  <a:lnTo>
                    <a:pt x="361150" y="2750530"/>
                  </a:lnTo>
                  <a:lnTo>
                    <a:pt x="370911" y="2748833"/>
                  </a:lnTo>
                  <a:lnTo>
                    <a:pt x="380672" y="2744871"/>
                  </a:lnTo>
                  <a:lnTo>
                    <a:pt x="390432" y="2743284"/>
                  </a:lnTo>
                  <a:lnTo>
                    <a:pt x="400193" y="2740768"/>
                  </a:lnTo>
                  <a:lnTo>
                    <a:pt x="409954" y="2738260"/>
                  </a:lnTo>
                  <a:lnTo>
                    <a:pt x="419715" y="2736874"/>
                  </a:lnTo>
                  <a:lnTo>
                    <a:pt x="429476" y="2737072"/>
                  </a:lnTo>
                  <a:lnTo>
                    <a:pt x="439236" y="2736778"/>
                  </a:lnTo>
                  <a:lnTo>
                    <a:pt x="448997" y="2736487"/>
                  </a:lnTo>
                  <a:lnTo>
                    <a:pt x="458758" y="2734908"/>
                  </a:lnTo>
                  <a:lnTo>
                    <a:pt x="468519" y="2730880"/>
                  </a:lnTo>
                  <a:lnTo>
                    <a:pt x="478280" y="2727554"/>
                  </a:lnTo>
                  <a:lnTo>
                    <a:pt x="488041" y="2726817"/>
                  </a:lnTo>
                  <a:lnTo>
                    <a:pt x="497801" y="2723850"/>
                  </a:lnTo>
                  <a:lnTo>
                    <a:pt x="507562" y="2720677"/>
                  </a:lnTo>
                  <a:lnTo>
                    <a:pt x="517323" y="2718247"/>
                  </a:lnTo>
                  <a:lnTo>
                    <a:pt x="527084" y="2714723"/>
                  </a:lnTo>
                  <a:lnTo>
                    <a:pt x="536845" y="2711161"/>
                  </a:lnTo>
                  <a:lnTo>
                    <a:pt x="546606" y="2707015"/>
                  </a:lnTo>
                  <a:lnTo>
                    <a:pt x="556366" y="2703966"/>
                  </a:lnTo>
                  <a:lnTo>
                    <a:pt x="566127" y="2703023"/>
                  </a:lnTo>
                  <a:lnTo>
                    <a:pt x="575888" y="2701539"/>
                  </a:lnTo>
                  <a:lnTo>
                    <a:pt x="585649" y="2698987"/>
                  </a:lnTo>
                  <a:lnTo>
                    <a:pt x="595410" y="2697356"/>
                  </a:lnTo>
                  <a:lnTo>
                    <a:pt x="605170" y="2694244"/>
                  </a:lnTo>
                  <a:lnTo>
                    <a:pt x="614931" y="2692778"/>
                  </a:lnTo>
                  <a:lnTo>
                    <a:pt x="624692" y="2690692"/>
                  </a:lnTo>
                  <a:lnTo>
                    <a:pt x="634453" y="2688619"/>
                  </a:lnTo>
                  <a:lnTo>
                    <a:pt x="644214" y="2686534"/>
                  </a:lnTo>
                  <a:lnTo>
                    <a:pt x="653975" y="2682919"/>
                  </a:lnTo>
                  <a:lnTo>
                    <a:pt x="663735" y="2679703"/>
                  </a:lnTo>
                  <a:lnTo>
                    <a:pt x="673496" y="2675417"/>
                  </a:lnTo>
                  <a:lnTo>
                    <a:pt x="683257" y="2671078"/>
                  </a:lnTo>
                  <a:lnTo>
                    <a:pt x="693018" y="2668430"/>
                  </a:lnTo>
                  <a:lnTo>
                    <a:pt x="702779" y="2665500"/>
                  </a:lnTo>
                  <a:lnTo>
                    <a:pt x="712539" y="2659125"/>
                  </a:lnTo>
                  <a:lnTo>
                    <a:pt x="722300" y="2655136"/>
                  </a:lnTo>
                  <a:lnTo>
                    <a:pt x="732061" y="2653015"/>
                  </a:lnTo>
                  <a:lnTo>
                    <a:pt x="741822" y="2650724"/>
                  </a:lnTo>
                  <a:lnTo>
                    <a:pt x="751583" y="2645896"/>
                  </a:lnTo>
                  <a:lnTo>
                    <a:pt x="761344" y="2641639"/>
                  </a:lnTo>
                  <a:lnTo>
                    <a:pt x="771104" y="2638572"/>
                  </a:lnTo>
                  <a:lnTo>
                    <a:pt x="780865" y="2633443"/>
                  </a:lnTo>
                  <a:lnTo>
                    <a:pt x="790626" y="2627534"/>
                  </a:lnTo>
                  <a:lnTo>
                    <a:pt x="800387" y="2621462"/>
                  </a:lnTo>
                  <a:lnTo>
                    <a:pt x="810148" y="2615516"/>
                  </a:lnTo>
                  <a:lnTo>
                    <a:pt x="819909" y="2610513"/>
                  </a:lnTo>
                  <a:lnTo>
                    <a:pt x="829669" y="2604783"/>
                  </a:lnTo>
                  <a:lnTo>
                    <a:pt x="839430" y="2601363"/>
                  </a:lnTo>
                  <a:lnTo>
                    <a:pt x="849191" y="2595773"/>
                  </a:lnTo>
                  <a:lnTo>
                    <a:pt x="858952" y="2590092"/>
                  </a:lnTo>
                  <a:lnTo>
                    <a:pt x="868713" y="2584342"/>
                  </a:lnTo>
                  <a:lnTo>
                    <a:pt x="878473" y="2577852"/>
                  </a:lnTo>
                  <a:lnTo>
                    <a:pt x="888234" y="2571182"/>
                  </a:lnTo>
                  <a:lnTo>
                    <a:pt x="897995" y="2565014"/>
                  </a:lnTo>
                  <a:lnTo>
                    <a:pt x="907756" y="2559063"/>
                  </a:lnTo>
                  <a:lnTo>
                    <a:pt x="917517" y="2553045"/>
                  </a:lnTo>
                  <a:lnTo>
                    <a:pt x="927278" y="2547018"/>
                  </a:lnTo>
                  <a:lnTo>
                    <a:pt x="937038" y="2542431"/>
                  </a:lnTo>
                  <a:lnTo>
                    <a:pt x="946799" y="2538486"/>
                  </a:lnTo>
                  <a:lnTo>
                    <a:pt x="956560" y="2534573"/>
                  </a:lnTo>
                  <a:lnTo>
                    <a:pt x="966321" y="2530632"/>
                  </a:lnTo>
                  <a:lnTo>
                    <a:pt x="976082" y="2526770"/>
                  </a:lnTo>
                  <a:lnTo>
                    <a:pt x="985842" y="2522569"/>
                  </a:lnTo>
                  <a:lnTo>
                    <a:pt x="995603" y="2518407"/>
                  </a:lnTo>
                  <a:lnTo>
                    <a:pt x="1005364" y="2511239"/>
                  </a:lnTo>
                  <a:lnTo>
                    <a:pt x="1015125" y="2503575"/>
                  </a:lnTo>
                  <a:lnTo>
                    <a:pt x="1024886" y="2499357"/>
                  </a:lnTo>
                  <a:lnTo>
                    <a:pt x="1034647" y="2492065"/>
                  </a:lnTo>
                  <a:lnTo>
                    <a:pt x="1044407" y="2484682"/>
                  </a:lnTo>
                  <a:lnTo>
                    <a:pt x="1054168" y="2477204"/>
                  </a:lnTo>
                  <a:lnTo>
                    <a:pt x="1063929" y="2469686"/>
                  </a:lnTo>
                  <a:lnTo>
                    <a:pt x="1073690" y="2462085"/>
                  </a:lnTo>
                  <a:lnTo>
                    <a:pt x="1083451" y="2454390"/>
                  </a:lnTo>
                  <a:lnTo>
                    <a:pt x="1093212" y="2446562"/>
                  </a:lnTo>
                  <a:lnTo>
                    <a:pt x="1102972" y="2438602"/>
                  </a:lnTo>
                  <a:lnTo>
                    <a:pt x="1112733" y="2430685"/>
                  </a:lnTo>
                  <a:lnTo>
                    <a:pt x="1122494" y="2422479"/>
                  </a:lnTo>
                  <a:lnTo>
                    <a:pt x="1132255" y="2414220"/>
                  </a:lnTo>
                  <a:lnTo>
                    <a:pt x="1142016" y="2405879"/>
                  </a:lnTo>
                  <a:lnTo>
                    <a:pt x="1151776" y="2397434"/>
                  </a:lnTo>
                  <a:lnTo>
                    <a:pt x="1161537" y="2388886"/>
                  </a:lnTo>
                  <a:lnTo>
                    <a:pt x="1171298" y="2383046"/>
                  </a:lnTo>
                  <a:lnTo>
                    <a:pt x="1181059" y="2378634"/>
                  </a:lnTo>
                  <a:lnTo>
                    <a:pt x="1190820" y="2374193"/>
                  </a:lnTo>
                  <a:lnTo>
                    <a:pt x="1200581" y="2369341"/>
                  </a:lnTo>
                  <a:lnTo>
                    <a:pt x="1210341" y="2359500"/>
                  </a:lnTo>
                  <a:lnTo>
                    <a:pt x="1220102" y="2349334"/>
                  </a:lnTo>
                  <a:lnTo>
                    <a:pt x="1229863" y="2343306"/>
                  </a:lnTo>
                  <a:lnTo>
                    <a:pt x="1239624" y="2338585"/>
                  </a:lnTo>
                  <a:lnTo>
                    <a:pt x="1249385" y="2332911"/>
                  </a:lnTo>
                  <a:lnTo>
                    <a:pt x="1259145" y="2324085"/>
                  </a:lnTo>
                  <a:lnTo>
                    <a:pt x="1268906" y="2314988"/>
                  </a:lnTo>
                  <a:lnTo>
                    <a:pt x="1278667" y="2306817"/>
                  </a:lnTo>
                  <a:lnTo>
                    <a:pt x="1288428" y="2299673"/>
                  </a:lnTo>
                  <a:lnTo>
                    <a:pt x="1298189" y="2292182"/>
                  </a:lnTo>
                  <a:lnTo>
                    <a:pt x="1307950" y="2281751"/>
                  </a:lnTo>
                  <a:lnTo>
                    <a:pt x="1317710" y="2271188"/>
                  </a:lnTo>
                  <a:lnTo>
                    <a:pt x="1327471" y="2260388"/>
                  </a:lnTo>
                  <a:lnTo>
                    <a:pt x="1337232" y="2249705"/>
                  </a:lnTo>
                  <a:lnTo>
                    <a:pt x="1346993" y="2241291"/>
                  </a:lnTo>
                  <a:lnTo>
                    <a:pt x="1356754" y="2228877"/>
                  </a:lnTo>
                  <a:lnTo>
                    <a:pt x="1366515" y="2217455"/>
                  </a:lnTo>
                  <a:lnTo>
                    <a:pt x="1376275" y="2207055"/>
                  </a:lnTo>
                  <a:lnTo>
                    <a:pt x="1386036" y="2196538"/>
                  </a:lnTo>
                  <a:lnTo>
                    <a:pt x="1395797" y="2185902"/>
                  </a:lnTo>
                  <a:lnTo>
                    <a:pt x="1405558" y="2175186"/>
                  </a:lnTo>
                  <a:lnTo>
                    <a:pt x="1415319" y="2164367"/>
                  </a:lnTo>
                  <a:lnTo>
                    <a:pt x="1425079" y="2153428"/>
                  </a:lnTo>
                  <a:lnTo>
                    <a:pt x="1434840" y="2142368"/>
                  </a:lnTo>
                  <a:lnTo>
                    <a:pt x="1444601" y="2131714"/>
                  </a:lnTo>
                  <a:lnTo>
                    <a:pt x="1454362" y="2121530"/>
                  </a:lnTo>
                  <a:lnTo>
                    <a:pt x="1464123" y="2111285"/>
                  </a:lnTo>
                  <a:lnTo>
                    <a:pt x="1473884" y="2100940"/>
                  </a:lnTo>
                  <a:lnTo>
                    <a:pt x="1483644" y="2090785"/>
                  </a:lnTo>
                  <a:lnTo>
                    <a:pt x="1493405" y="2080839"/>
                  </a:lnTo>
                  <a:lnTo>
                    <a:pt x="1503166" y="2070803"/>
                  </a:lnTo>
                  <a:lnTo>
                    <a:pt x="1512927" y="2060675"/>
                  </a:lnTo>
                  <a:lnTo>
                    <a:pt x="1522688" y="2050456"/>
                  </a:lnTo>
                  <a:lnTo>
                    <a:pt x="1532448" y="2036641"/>
                  </a:lnTo>
                  <a:lnTo>
                    <a:pt x="1542209" y="2025457"/>
                  </a:lnTo>
                  <a:lnTo>
                    <a:pt x="1551970" y="2014165"/>
                  </a:lnTo>
                  <a:lnTo>
                    <a:pt x="1561731" y="2002765"/>
                  </a:lnTo>
                  <a:lnTo>
                    <a:pt x="1571492" y="1991256"/>
                  </a:lnTo>
                  <a:lnTo>
                    <a:pt x="1581253" y="1979714"/>
                  </a:lnTo>
                  <a:lnTo>
                    <a:pt x="1591013" y="1968065"/>
                  </a:lnTo>
                  <a:lnTo>
                    <a:pt x="1600774" y="1955457"/>
                  </a:lnTo>
                  <a:lnTo>
                    <a:pt x="1610535" y="1941296"/>
                  </a:lnTo>
                  <a:lnTo>
                    <a:pt x="1620296" y="1926980"/>
                  </a:lnTo>
                  <a:lnTo>
                    <a:pt x="1630057" y="1912506"/>
                  </a:lnTo>
                  <a:lnTo>
                    <a:pt x="1639818" y="1897875"/>
                  </a:lnTo>
                  <a:lnTo>
                    <a:pt x="1649578" y="1883085"/>
                  </a:lnTo>
                  <a:lnTo>
                    <a:pt x="1659339" y="1862401"/>
                  </a:lnTo>
                  <a:lnTo>
                    <a:pt x="1669100" y="1840763"/>
                  </a:lnTo>
                  <a:lnTo>
                    <a:pt x="1678861" y="1823246"/>
                  </a:lnTo>
                  <a:lnTo>
                    <a:pt x="1688622" y="1808521"/>
                  </a:lnTo>
                  <a:lnTo>
                    <a:pt x="1698382" y="1791887"/>
                  </a:lnTo>
                  <a:lnTo>
                    <a:pt x="1708143" y="1772735"/>
                  </a:lnTo>
                  <a:lnTo>
                    <a:pt x="1717904" y="1753344"/>
                  </a:lnTo>
                  <a:lnTo>
                    <a:pt x="1727665" y="1734541"/>
                  </a:lnTo>
                  <a:lnTo>
                    <a:pt x="1737426" y="1719793"/>
                  </a:lnTo>
                  <a:lnTo>
                    <a:pt x="1747187" y="1704912"/>
                  </a:lnTo>
                  <a:lnTo>
                    <a:pt x="1756947" y="1689895"/>
                  </a:lnTo>
                  <a:lnTo>
                    <a:pt x="1766708" y="1674839"/>
                  </a:lnTo>
                  <a:lnTo>
                    <a:pt x="1776469" y="1659688"/>
                  </a:lnTo>
                  <a:lnTo>
                    <a:pt x="1786230" y="1644404"/>
                  </a:lnTo>
                  <a:lnTo>
                    <a:pt x="1795991" y="1628986"/>
                  </a:lnTo>
                  <a:lnTo>
                    <a:pt x="1805752" y="1613435"/>
                  </a:lnTo>
                  <a:lnTo>
                    <a:pt x="1815512" y="1597749"/>
                  </a:lnTo>
                  <a:lnTo>
                    <a:pt x="1825273" y="1581929"/>
                  </a:lnTo>
                  <a:lnTo>
                    <a:pt x="1835034" y="1565974"/>
                  </a:lnTo>
                  <a:lnTo>
                    <a:pt x="1844795" y="1549885"/>
                  </a:lnTo>
                  <a:lnTo>
                    <a:pt x="1854556" y="1533660"/>
                  </a:lnTo>
                  <a:lnTo>
                    <a:pt x="1864316" y="1515307"/>
                  </a:lnTo>
                  <a:lnTo>
                    <a:pt x="1874077" y="1496681"/>
                  </a:lnTo>
                  <a:lnTo>
                    <a:pt x="1883838" y="1477883"/>
                  </a:lnTo>
                  <a:lnTo>
                    <a:pt x="1893599" y="1458911"/>
                  </a:lnTo>
                  <a:lnTo>
                    <a:pt x="1903360" y="1439766"/>
                  </a:lnTo>
                  <a:lnTo>
                    <a:pt x="1913121" y="1420448"/>
                  </a:lnTo>
                  <a:lnTo>
                    <a:pt x="1922881" y="1400957"/>
                  </a:lnTo>
                  <a:lnTo>
                    <a:pt x="1932642" y="1381335"/>
                  </a:lnTo>
                  <a:lnTo>
                    <a:pt x="1942403" y="1361580"/>
                  </a:lnTo>
                  <a:lnTo>
                    <a:pt x="1952164" y="1344346"/>
                  </a:lnTo>
                  <a:lnTo>
                    <a:pt x="1961925" y="1322737"/>
                  </a:lnTo>
                  <a:lnTo>
                    <a:pt x="1971685" y="1300938"/>
                  </a:lnTo>
                  <a:lnTo>
                    <a:pt x="1981446" y="1280877"/>
                  </a:lnTo>
                  <a:lnTo>
                    <a:pt x="1991207" y="1262156"/>
                  </a:lnTo>
                  <a:lnTo>
                    <a:pt x="2000968" y="1243294"/>
                  </a:lnTo>
                  <a:lnTo>
                    <a:pt x="2010729" y="1224343"/>
                  </a:lnTo>
                  <a:lnTo>
                    <a:pt x="2020490" y="1205283"/>
                  </a:lnTo>
                  <a:lnTo>
                    <a:pt x="2030250" y="1186083"/>
                  </a:lnTo>
                  <a:lnTo>
                    <a:pt x="2040011" y="1166745"/>
                  </a:lnTo>
                  <a:lnTo>
                    <a:pt x="2049772" y="1147381"/>
                  </a:lnTo>
                  <a:lnTo>
                    <a:pt x="2059533" y="1128970"/>
                  </a:lnTo>
                  <a:lnTo>
                    <a:pt x="2069294" y="1110436"/>
                  </a:lnTo>
                  <a:lnTo>
                    <a:pt x="2079055" y="1091781"/>
                  </a:lnTo>
                  <a:lnTo>
                    <a:pt x="2088815" y="1073004"/>
                  </a:lnTo>
                  <a:lnTo>
                    <a:pt x="2098576" y="1054107"/>
                  </a:lnTo>
                  <a:lnTo>
                    <a:pt x="2108337" y="1032034"/>
                  </a:lnTo>
                  <a:lnTo>
                    <a:pt x="2118098" y="1008050"/>
                  </a:lnTo>
                  <a:lnTo>
                    <a:pt x="2127859" y="986159"/>
                  </a:lnTo>
                  <a:lnTo>
                    <a:pt x="2137619" y="965322"/>
                  </a:lnTo>
                  <a:lnTo>
                    <a:pt x="2147380" y="944348"/>
                  </a:lnTo>
                  <a:lnTo>
                    <a:pt x="2157141" y="923240"/>
                  </a:lnTo>
                  <a:lnTo>
                    <a:pt x="2166902" y="901996"/>
                  </a:lnTo>
                  <a:lnTo>
                    <a:pt x="2176663" y="880620"/>
                  </a:lnTo>
                  <a:lnTo>
                    <a:pt x="2186424" y="859110"/>
                  </a:lnTo>
                  <a:lnTo>
                    <a:pt x="2196184" y="837467"/>
                  </a:lnTo>
                  <a:lnTo>
                    <a:pt x="2205945" y="815694"/>
                  </a:lnTo>
                  <a:lnTo>
                    <a:pt x="2215706" y="793790"/>
                  </a:lnTo>
                  <a:lnTo>
                    <a:pt x="2225467" y="771756"/>
                  </a:lnTo>
                  <a:lnTo>
                    <a:pt x="2235228" y="749594"/>
                  </a:lnTo>
                  <a:lnTo>
                    <a:pt x="2244988" y="727305"/>
                  </a:lnTo>
                  <a:lnTo>
                    <a:pt x="2254749" y="704888"/>
                  </a:lnTo>
                  <a:lnTo>
                    <a:pt x="2264510" y="682346"/>
                  </a:lnTo>
                  <a:lnTo>
                    <a:pt x="2274271" y="659680"/>
                  </a:lnTo>
                  <a:lnTo>
                    <a:pt x="2284032" y="636890"/>
                  </a:lnTo>
                  <a:lnTo>
                    <a:pt x="2293793" y="613978"/>
                  </a:lnTo>
                  <a:lnTo>
                    <a:pt x="2303553" y="590946"/>
                  </a:lnTo>
                  <a:lnTo>
                    <a:pt x="2313314" y="567793"/>
                  </a:lnTo>
                  <a:lnTo>
                    <a:pt x="2323075" y="544522"/>
                  </a:lnTo>
                  <a:lnTo>
                    <a:pt x="2332836" y="521134"/>
                  </a:lnTo>
                  <a:lnTo>
                    <a:pt x="2342597" y="497630"/>
                  </a:lnTo>
                  <a:lnTo>
                    <a:pt x="2352358" y="473958"/>
                  </a:lnTo>
                  <a:lnTo>
                    <a:pt x="2362118" y="449439"/>
                  </a:lnTo>
                  <a:lnTo>
                    <a:pt x="2371879" y="424840"/>
                  </a:lnTo>
                  <a:lnTo>
                    <a:pt x="2381640" y="400124"/>
                  </a:lnTo>
                  <a:lnTo>
                    <a:pt x="2391401" y="375293"/>
                  </a:lnTo>
                  <a:lnTo>
                    <a:pt x="2401162" y="350348"/>
                  </a:lnTo>
                  <a:lnTo>
                    <a:pt x="2410922" y="325292"/>
                  </a:lnTo>
                  <a:lnTo>
                    <a:pt x="2420683" y="300125"/>
                  </a:lnTo>
                  <a:lnTo>
                    <a:pt x="2430444" y="274850"/>
                  </a:lnTo>
                  <a:lnTo>
                    <a:pt x="2440205" y="249095"/>
                  </a:lnTo>
                  <a:lnTo>
                    <a:pt x="2449966" y="221863"/>
                  </a:lnTo>
                  <a:lnTo>
                    <a:pt x="2459727" y="194513"/>
                  </a:lnTo>
                  <a:lnTo>
                    <a:pt x="2469487" y="167049"/>
                  </a:lnTo>
                  <a:lnTo>
                    <a:pt x="2479248" y="139472"/>
                  </a:lnTo>
                  <a:lnTo>
                    <a:pt x="2489009" y="111787"/>
                  </a:lnTo>
                  <a:lnTo>
                    <a:pt x="2498770" y="83994"/>
                  </a:lnTo>
                  <a:lnTo>
                    <a:pt x="2508531" y="56097"/>
                  </a:lnTo>
                  <a:lnTo>
                    <a:pt x="2518291" y="28098"/>
                  </a:lnTo>
                  <a:lnTo>
                    <a:pt x="2528052" y="0"/>
                  </a:lnTo>
                  <a:lnTo>
                    <a:pt x="2528052" y="3029364"/>
                  </a:lnTo>
                  <a:lnTo>
                    <a:pt x="2518291" y="3029333"/>
                  </a:lnTo>
                  <a:lnTo>
                    <a:pt x="2508531" y="3029305"/>
                  </a:lnTo>
                  <a:lnTo>
                    <a:pt x="2498770" y="3029276"/>
                  </a:lnTo>
                  <a:lnTo>
                    <a:pt x="2489009" y="3029247"/>
                  </a:lnTo>
                  <a:lnTo>
                    <a:pt x="2479248" y="3029217"/>
                  </a:lnTo>
                  <a:lnTo>
                    <a:pt x="2469487" y="3029187"/>
                  </a:lnTo>
                  <a:lnTo>
                    <a:pt x="2459727" y="3029156"/>
                  </a:lnTo>
                  <a:lnTo>
                    <a:pt x="2449966" y="3029127"/>
                  </a:lnTo>
                  <a:lnTo>
                    <a:pt x="2440205" y="3029097"/>
                  </a:lnTo>
                  <a:lnTo>
                    <a:pt x="2430444" y="3029067"/>
                  </a:lnTo>
                  <a:lnTo>
                    <a:pt x="2420683" y="3029037"/>
                  </a:lnTo>
                  <a:lnTo>
                    <a:pt x="2410922" y="3029004"/>
                  </a:lnTo>
                  <a:lnTo>
                    <a:pt x="2401162" y="3028970"/>
                  </a:lnTo>
                  <a:lnTo>
                    <a:pt x="2391401" y="3028936"/>
                  </a:lnTo>
                  <a:lnTo>
                    <a:pt x="2381640" y="3028901"/>
                  </a:lnTo>
                  <a:lnTo>
                    <a:pt x="2371879" y="3028865"/>
                  </a:lnTo>
                  <a:lnTo>
                    <a:pt x="2362118" y="3028829"/>
                  </a:lnTo>
                  <a:lnTo>
                    <a:pt x="2352358" y="3028792"/>
                  </a:lnTo>
                  <a:lnTo>
                    <a:pt x="2342597" y="3028754"/>
                  </a:lnTo>
                  <a:lnTo>
                    <a:pt x="2332836" y="3028715"/>
                  </a:lnTo>
                  <a:lnTo>
                    <a:pt x="2323075" y="3028676"/>
                  </a:lnTo>
                  <a:lnTo>
                    <a:pt x="2313314" y="3028636"/>
                  </a:lnTo>
                  <a:lnTo>
                    <a:pt x="2303553" y="3028596"/>
                  </a:lnTo>
                  <a:lnTo>
                    <a:pt x="2293793" y="3028554"/>
                  </a:lnTo>
                  <a:lnTo>
                    <a:pt x="2284032" y="3028512"/>
                  </a:lnTo>
                  <a:lnTo>
                    <a:pt x="2274271" y="3028469"/>
                  </a:lnTo>
                  <a:lnTo>
                    <a:pt x="2264510" y="3028419"/>
                  </a:lnTo>
                  <a:lnTo>
                    <a:pt x="2254749" y="3028376"/>
                  </a:lnTo>
                  <a:lnTo>
                    <a:pt x="2244988" y="3028335"/>
                  </a:lnTo>
                  <a:lnTo>
                    <a:pt x="2235228" y="3028290"/>
                  </a:lnTo>
                  <a:lnTo>
                    <a:pt x="2225467" y="3028244"/>
                  </a:lnTo>
                  <a:lnTo>
                    <a:pt x="2215706" y="3028196"/>
                  </a:lnTo>
                  <a:lnTo>
                    <a:pt x="2205945" y="3028148"/>
                  </a:lnTo>
                  <a:lnTo>
                    <a:pt x="2196184" y="3028098"/>
                  </a:lnTo>
                  <a:lnTo>
                    <a:pt x="2186424" y="3028048"/>
                  </a:lnTo>
                  <a:lnTo>
                    <a:pt x="2176663" y="3027997"/>
                  </a:lnTo>
                  <a:lnTo>
                    <a:pt x="2166902" y="3027945"/>
                  </a:lnTo>
                  <a:lnTo>
                    <a:pt x="2157141" y="3027893"/>
                  </a:lnTo>
                  <a:lnTo>
                    <a:pt x="2147380" y="3027839"/>
                  </a:lnTo>
                  <a:lnTo>
                    <a:pt x="2137619" y="3027784"/>
                  </a:lnTo>
                  <a:lnTo>
                    <a:pt x="2127859" y="3027728"/>
                  </a:lnTo>
                  <a:lnTo>
                    <a:pt x="2118098" y="3027671"/>
                  </a:lnTo>
                  <a:lnTo>
                    <a:pt x="2108337" y="3027614"/>
                  </a:lnTo>
                  <a:lnTo>
                    <a:pt x="2098576" y="3027555"/>
                  </a:lnTo>
                  <a:lnTo>
                    <a:pt x="2088815" y="3027495"/>
                  </a:lnTo>
                  <a:lnTo>
                    <a:pt x="2079055" y="3027434"/>
                  </a:lnTo>
                  <a:lnTo>
                    <a:pt x="2069294" y="3027372"/>
                  </a:lnTo>
                  <a:lnTo>
                    <a:pt x="2059533" y="3027309"/>
                  </a:lnTo>
                  <a:lnTo>
                    <a:pt x="2049772" y="3027244"/>
                  </a:lnTo>
                  <a:lnTo>
                    <a:pt x="2040011" y="3027179"/>
                  </a:lnTo>
                  <a:lnTo>
                    <a:pt x="2030250" y="3027112"/>
                  </a:lnTo>
                  <a:lnTo>
                    <a:pt x="2020490" y="3027044"/>
                  </a:lnTo>
                  <a:lnTo>
                    <a:pt x="2010729" y="3026975"/>
                  </a:lnTo>
                  <a:lnTo>
                    <a:pt x="2000968" y="3026904"/>
                  </a:lnTo>
                  <a:lnTo>
                    <a:pt x="1991207" y="3026832"/>
                  </a:lnTo>
                  <a:lnTo>
                    <a:pt x="1981446" y="3026759"/>
                  </a:lnTo>
                  <a:lnTo>
                    <a:pt x="1971685" y="3026685"/>
                  </a:lnTo>
                  <a:lnTo>
                    <a:pt x="1961925" y="3026615"/>
                  </a:lnTo>
                  <a:lnTo>
                    <a:pt x="1952164" y="3026552"/>
                  </a:lnTo>
                  <a:lnTo>
                    <a:pt x="1942403" y="3026488"/>
                  </a:lnTo>
                  <a:lnTo>
                    <a:pt x="1932642" y="3026423"/>
                  </a:lnTo>
                  <a:lnTo>
                    <a:pt x="1922881" y="3026357"/>
                  </a:lnTo>
                  <a:lnTo>
                    <a:pt x="1913121" y="3026290"/>
                  </a:lnTo>
                  <a:lnTo>
                    <a:pt x="1903360" y="3026222"/>
                  </a:lnTo>
                  <a:lnTo>
                    <a:pt x="1893599" y="3026153"/>
                  </a:lnTo>
                  <a:lnTo>
                    <a:pt x="1883838" y="3026083"/>
                  </a:lnTo>
                  <a:lnTo>
                    <a:pt x="1874077" y="3026012"/>
                  </a:lnTo>
                  <a:lnTo>
                    <a:pt x="1864316" y="3025940"/>
                  </a:lnTo>
                  <a:lnTo>
                    <a:pt x="1854556" y="3025848"/>
                  </a:lnTo>
                  <a:lnTo>
                    <a:pt x="1844795" y="3025744"/>
                  </a:lnTo>
                  <a:lnTo>
                    <a:pt x="1835034" y="3025637"/>
                  </a:lnTo>
                  <a:lnTo>
                    <a:pt x="1825273" y="3025528"/>
                  </a:lnTo>
                  <a:lnTo>
                    <a:pt x="1815512" y="3025416"/>
                  </a:lnTo>
                  <a:lnTo>
                    <a:pt x="1805752" y="3025302"/>
                  </a:lnTo>
                  <a:lnTo>
                    <a:pt x="1795991" y="3025186"/>
                  </a:lnTo>
                  <a:lnTo>
                    <a:pt x="1786230" y="3025067"/>
                  </a:lnTo>
                  <a:lnTo>
                    <a:pt x="1776469" y="3024949"/>
                  </a:lnTo>
                  <a:lnTo>
                    <a:pt x="1766708" y="3024845"/>
                  </a:lnTo>
                  <a:lnTo>
                    <a:pt x="1756947" y="3024740"/>
                  </a:lnTo>
                  <a:lnTo>
                    <a:pt x="1747187" y="3024633"/>
                  </a:lnTo>
                  <a:lnTo>
                    <a:pt x="1737426" y="3024524"/>
                  </a:lnTo>
                  <a:lnTo>
                    <a:pt x="1727665" y="3024413"/>
                  </a:lnTo>
                  <a:lnTo>
                    <a:pt x="1717904" y="3024306"/>
                  </a:lnTo>
                  <a:lnTo>
                    <a:pt x="1708143" y="3024192"/>
                  </a:lnTo>
                  <a:lnTo>
                    <a:pt x="1698382" y="3024069"/>
                  </a:lnTo>
                  <a:lnTo>
                    <a:pt x="1688622" y="3023951"/>
                  </a:lnTo>
                  <a:lnTo>
                    <a:pt x="1678861" y="3023831"/>
                  </a:lnTo>
                  <a:lnTo>
                    <a:pt x="1669100" y="3023693"/>
                  </a:lnTo>
                  <a:lnTo>
                    <a:pt x="1659339" y="3023560"/>
                  </a:lnTo>
                  <a:lnTo>
                    <a:pt x="1649578" y="3023399"/>
                  </a:lnTo>
                  <a:lnTo>
                    <a:pt x="1639818" y="3023233"/>
                  </a:lnTo>
                  <a:lnTo>
                    <a:pt x="1630057" y="3023064"/>
                  </a:lnTo>
                  <a:lnTo>
                    <a:pt x="1620296" y="3022894"/>
                  </a:lnTo>
                  <a:lnTo>
                    <a:pt x="1610535" y="3022751"/>
                  </a:lnTo>
                  <a:lnTo>
                    <a:pt x="1600774" y="3022604"/>
                  </a:lnTo>
                  <a:lnTo>
                    <a:pt x="1591013" y="3022455"/>
                  </a:lnTo>
                  <a:lnTo>
                    <a:pt x="1581253" y="3022304"/>
                  </a:lnTo>
                  <a:lnTo>
                    <a:pt x="1571492" y="3022149"/>
                  </a:lnTo>
                  <a:lnTo>
                    <a:pt x="1561731" y="3021992"/>
                  </a:lnTo>
                  <a:lnTo>
                    <a:pt x="1551970" y="3021832"/>
                  </a:lnTo>
                  <a:lnTo>
                    <a:pt x="1542209" y="3021668"/>
                  </a:lnTo>
                  <a:lnTo>
                    <a:pt x="1532448" y="3021501"/>
                  </a:lnTo>
                  <a:lnTo>
                    <a:pt x="1522688" y="3021331"/>
                  </a:lnTo>
                  <a:lnTo>
                    <a:pt x="1512927" y="3021158"/>
                  </a:lnTo>
                  <a:lnTo>
                    <a:pt x="1503166" y="3020982"/>
                  </a:lnTo>
                  <a:lnTo>
                    <a:pt x="1493405" y="3020780"/>
                  </a:lnTo>
                  <a:lnTo>
                    <a:pt x="1483644" y="3020557"/>
                  </a:lnTo>
                  <a:lnTo>
                    <a:pt x="1473884" y="3020330"/>
                  </a:lnTo>
                  <a:lnTo>
                    <a:pt x="1464123" y="3020097"/>
                  </a:lnTo>
                  <a:lnTo>
                    <a:pt x="1454362" y="3019922"/>
                  </a:lnTo>
                  <a:lnTo>
                    <a:pt x="1444601" y="3019755"/>
                  </a:lnTo>
                  <a:lnTo>
                    <a:pt x="1434840" y="3019585"/>
                  </a:lnTo>
                  <a:lnTo>
                    <a:pt x="1425079" y="3019412"/>
                  </a:lnTo>
                  <a:lnTo>
                    <a:pt x="1415319" y="3019237"/>
                  </a:lnTo>
                  <a:lnTo>
                    <a:pt x="1405558" y="3019047"/>
                  </a:lnTo>
                  <a:lnTo>
                    <a:pt x="1395797" y="3018835"/>
                  </a:lnTo>
                  <a:lnTo>
                    <a:pt x="1386036" y="3018616"/>
                  </a:lnTo>
                  <a:lnTo>
                    <a:pt x="1376275" y="3018397"/>
                  </a:lnTo>
                  <a:lnTo>
                    <a:pt x="1366515" y="3018174"/>
                  </a:lnTo>
                  <a:lnTo>
                    <a:pt x="1356754" y="3017946"/>
                  </a:lnTo>
                  <a:lnTo>
                    <a:pt x="1346993" y="3017712"/>
                  </a:lnTo>
                  <a:lnTo>
                    <a:pt x="1337232" y="3017471"/>
                  </a:lnTo>
                  <a:lnTo>
                    <a:pt x="1327471" y="3017137"/>
                  </a:lnTo>
                  <a:lnTo>
                    <a:pt x="1317710" y="3016793"/>
                  </a:lnTo>
                  <a:lnTo>
                    <a:pt x="1307950" y="3016514"/>
                  </a:lnTo>
                  <a:lnTo>
                    <a:pt x="1298189" y="3016254"/>
                  </a:lnTo>
                  <a:lnTo>
                    <a:pt x="1288428" y="3015989"/>
                  </a:lnTo>
                  <a:lnTo>
                    <a:pt x="1278667" y="3015720"/>
                  </a:lnTo>
                  <a:lnTo>
                    <a:pt x="1268906" y="3015446"/>
                  </a:lnTo>
                  <a:lnTo>
                    <a:pt x="1259145" y="3015167"/>
                  </a:lnTo>
                  <a:lnTo>
                    <a:pt x="1249385" y="3014882"/>
                  </a:lnTo>
                  <a:lnTo>
                    <a:pt x="1239624" y="3014593"/>
                  </a:lnTo>
                  <a:lnTo>
                    <a:pt x="1229863" y="3014310"/>
                  </a:lnTo>
                  <a:lnTo>
                    <a:pt x="1220102" y="3014050"/>
                  </a:lnTo>
                  <a:lnTo>
                    <a:pt x="1210341" y="3013787"/>
                  </a:lnTo>
                  <a:lnTo>
                    <a:pt x="1200581" y="3013519"/>
                  </a:lnTo>
                  <a:lnTo>
                    <a:pt x="1190820" y="3013247"/>
                  </a:lnTo>
                  <a:lnTo>
                    <a:pt x="1181059" y="3012971"/>
                  </a:lnTo>
                  <a:lnTo>
                    <a:pt x="1171298" y="3012679"/>
                  </a:lnTo>
                  <a:lnTo>
                    <a:pt x="1161537" y="3012319"/>
                  </a:lnTo>
                  <a:lnTo>
                    <a:pt x="1151776" y="3012055"/>
                  </a:lnTo>
                  <a:lnTo>
                    <a:pt x="1142016" y="3011728"/>
                  </a:lnTo>
                  <a:lnTo>
                    <a:pt x="1132255" y="3011467"/>
                  </a:lnTo>
                  <a:lnTo>
                    <a:pt x="1122494" y="3011205"/>
                  </a:lnTo>
                  <a:lnTo>
                    <a:pt x="1112733" y="3010916"/>
                  </a:lnTo>
                  <a:lnTo>
                    <a:pt x="1102972" y="3010608"/>
                  </a:lnTo>
                  <a:lnTo>
                    <a:pt x="1093212" y="3010292"/>
                  </a:lnTo>
                  <a:lnTo>
                    <a:pt x="1083451" y="3009899"/>
                  </a:lnTo>
                  <a:lnTo>
                    <a:pt x="1073690" y="3009422"/>
                  </a:lnTo>
                  <a:lnTo>
                    <a:pt x="1063929" y="3009061"/>
                  </a:lnTo>
                  <a:lnTo>
                    <a:pt x="1054168" y="3008708"/>
                  </a:lnTo>
                  <a:lnTo>
                    <a:pt x="1044407" y="3008348"/>
                  </a:lnTo>
                  <a:lnTo>
                    <a:pt x="1034647" y="3007983"/>
                  </a:lnTo>
                  <a:lnTo>
                    <a:pt x="1024886" y="3007627"/>
                  </a:lnTo>
                  <a:lnTo>
                    <a:pt x="1015125" y="3007399"/>
                  </a:lnTo>
                  <a:lnTo>
                    <a:pt x="1005364" y="3006990"/>
                  </a:lnTo>
                  <a:lnTo>
                    <a:pt x="995603" y="3006466"/>
                  </a:lnTo>
                  <a:lnTo>
                    <a:pt x="985842" y="3006057"/>
                  </a:lnTo>
                  <a:lnTo>
                    <a:pt x="976082" y="3005652"/>
                  </a:lnTo>
                  <a:lnTo>
                    <a:pt x="966321" y="3005277"/>
                  </a:lnTo>
                  <a:lnTo>
                    <a:pt x="956560" y="3004827"/>
                  </a:lnTo>
                  <a:lnTo>
                    <a:pt x="946799" y="3004220"/>
                  </a:lnTo>
                  <a:lnTo>
                    <a:pt x="937038" y="3003668"/>
                  </a:lnTo>
                  <a:lnTo>
                    <a:pt x="927278" y="3003142"/>
                  </a:lnTo>
                  <a:lnTo>
                    <a:pt x="917517" y="3002606"/>
                  </a:lnTo>
                  <a:lnTo>
                    <a:pt x="907756" y="3002116"/>
                  </a:lnTo>
                  <a:lnTo>
                    <a:pt x="897995" y="3001678"/>
                  </a:lnTo>
                  <a:lnTo>
                    <a:pt x="888234" y="3001232"/>
                  </a:lnTo>
                  <a:lnTo>
                    <a:pt x="878473" y="3000627"/>
                  </a:lnTo>
                  <a:lnTo>
                    <a:pt x="868713" y="2999984"/>
                  </a:lnTo>
                  <a:lnTo>
                    <a:pt x="858952" y="2999522"/>
                  </a:lnTo>
                  <a:lnTo>
                    <a:pt x="849191" y="2999052"/>
                  </a:lnTo>
                  <a:lnTo>
                    <a:pt x="839430" y="2998457"/>
                  </a:lnTo>
                  <a:lnTo>
                    <a:pt x="829669" y="2997850"/>
                  </a:lnTo>
                  <a:lnTo>
                    <a:pt x="819909" y="2997437"/>
                  </a:lnTo>
                  <a:lnTo>
                    <a:pt x="810148" y="2997019"/>
                  </a:lnTo>
                  <a:lnTo>
                    <a:pt x="800387" y="2996596"/>
                  </a:lnTo>
                  <a:lnTo>
                    <a:pt x="790626" y="2995985"/>
                  </a:lnTo>
                  <a:lnTo>
                    <a:pt x="780865" y="2995291"/>
                  </a:lnTo>
                  <a:lnTo>
                    <a:pt x="771104" y="2994668"/>
                  </a:lnTo>
                  <a:lnTo>
                    <a:pt x="761344" y="2994179"/>
                  </a:lnTo>
                  <a:lnTo>
                    <a:pt x="751583" y="2993816"/>
                  </a:lnTo>
                  <a:lnTo>
                    <a:pt x="741822" y="2992948"/>
                  </a:lnTo>
                  <a:lnTo>
                    <a:pt x="732061" y="2992057"/>
                  </a:lnTo>
                  <a:lnTo>
                    <a:pt x="722300" y="2991374"/>
                  </a:lnTo>
                  <a:lnTo>
                    <a:pt x="712539" y="2990859"/>
                  </a:lnTo>
                  <a:lnTo>
                    <a:pt x="702779" y="2990338"/>
                  </a:lnTo>
                  <a:lnTo>
                    <a:pt x="693018" y="2989852"/>
                  </a:lnTo>
                  <a:lnTo>
                    <a:pt x="683257" y="2989287"/>
                  </a:lnTo>
                  <a:lnTo>
                    <a:pt x="673496" y="2988733"/>
                  </a:lnTo>
                  <a:lnTo>
                    <a:pt x="663735" y="2988141"/>
                  </a:lnTo>
                  <a:lnTo>
                    <a:pt x="653975" y="2987602"/>
                  </a:lnTo>
                  <a:lnTo>
                    <a:pt x="644214" y="2987108"/>
                  </a:lnTo>
                  <a:lnTo>
                    <a:pt x="634453" y="2986504"/>
                  </a:lnTo>
                  <a:lnTo>
                    <a:pt x="624692" y="2985791"/>
                  </a:lnTo>
                  <a:lnTo>
                    <a:pt x="614931" y="2985012"/>
                  </a:lnTo>
                  <a:lnTo>
                    <a:pt x="605170" y="2984220"/>
                  </a:lnTo>
                  <a:lnTo>
                    <a:pt x="595410" y="2983456"/>
                  </a:lnTo>
                  <a:lnTo>
                    <a:pt x="585649" y="2982809"/>
                  </a:lnTo>
                  <a:lnTo>
                    <a:pt x="575888" y="2981992"/>
                  </a:lnTo>
                  <a:lnTo>
                    <a:pt x="566127" y="2981138"/>
                  </a:lnTo>
                  <a:lnTo>
                    <a:pt x="556366" y="2980887"/>
                  </a:lnTo>
                  <a:lnTo>
                    <a:pt x="546606" y="2980176"/>
                  </a:lnTo>
                  <a:lnTo>
                    <a:pt x="536845" y="2979605"/>
                  </a:lnTo>
                  <a:lnTo>
                    <a:pt x="527084" y="2978931"/>
                  </a:lnTo>
                  <a:lnTo>
                    <a:pt x="517323" y="2978364"/>
                  </a:lnTo>
                  <a:lnTo>
                    <a:pt x="507562" y="2977732"/>
                  </a:lnTo>
                  <a:lnTo>
                    <a:pt x="497801" y="2977050"/>
                  </a:lnTo>
                  <a:lnTo>
                    <a:pt x="488041" y="2976240"/>
                  </a:lnTo>
                  <a:lnTo>
                    <a:pt x="478280" y="2975435"/>
                  </a:lnTo>
                  <a:lnTo>
                    <a:pt x="468519" y="2974596"/>
                  </a:lnTo>
                  <a:lnTo>
                    <a:pt x="458758" y="2973757"/>
                  </a:lnTo>
                  <a:lnTo>
                    <a:pt x="448997" y="2972910"/>
                  </a:lnTo>
                  <a:lnTo>
                    <a:pt x="439236" y="2972139"/>
                  </a:lnTo>
                  <a:lnTo>
                    <a:pt x="429476" y="2971516"/>
                  </a:lnTo>
                  <a:lnTo>
                    <a:pt x="419715" y="2971125"/>
                  </a:lnTo>
                  <a:lnTo>
                    <a:pt x="409954" y="2970779"/>
                  </a:lnTo>
                  <a:lnTo>
                    <a:pt x="400193" y="2970412"/>
                  </a:lnTo>
                  <a:lnTo>
                    <a:pt x="390432" y="2969942"/>
                  </a:lnTo>
                  <a:lnTo>
                    <a:pt x="380672" y="2969146"/>
                  </a:lnTo>
                  <a:lnTo>
                    <a:pt x="370911" y="2968774"/>
                  </a:lnTo>
                  <a:lnTo>
                    <a:pt x="361150" y="2968502"/>
                  </a:lnTo>
                  <a:lnTo>
                    <a:pt x="351389" y="2968345"/>
                  </a:lnTo>
                  <a:lnTo>
                    <a:pt x="341628" y="2967985"/>
                  </a:lnTo>
                  <a:lnTo>
                    <a:pt x="331867" y="2967421"/>
                  </a:lnTo>
                  <a:lnTo>
                    <a:pt x="322107" y="2967205"/>
                  </a:lnTo>
                  <a:lnTo>
                    <a:pt x="312346" y="2966728"/>
                  </a:lnTo>
                  <a:lnTo>
                    <a:pt x="302585" y="2966252"/>
                  </a:lnTo>
                  <a:lnTo>
                    <a:pt x="292824" y="2966024"/>
                  </a:lnTo>
                  <a:lnTo>
                    <a:pt x="283063" y="2965717"/>
                  </a:lnTo>
                  <a:lnTo>
                    <a:pt x="273303" y="2965318"/>
                  </a:lnTo>
                  <a:lnTo>
                    <a:pt x="263542" y="2964413"/>
                  </a:lnTo>
                  <a:lnTo>
                    <a:pt x="253781" y="2964126"/>
                  </a:lnTo>
                  <a:lnTo>
                    <a:pt x="244020" y="2964182"/>
                  </a:lnTo>
                  <a:lnTo>
                    <a:pt x="234259" y="2963773"/>
                  </a:lnTo>
                  <a:lnTo>
                    <a:pt x="224498" y="2963107"/>
                  </a:lnTo>
                  <a:lnTo>
                    <a:pt x="214738" y="2961919"/>
                  </a:lnTo>
                  <a:lnTo>
                    <a:pt x="204977" y="2961974"/>
                  </a:lnTo>
                  <a:lnTo>
                    <a:pt x="195216" y="2961931"/>
                  </a:lnTo>
                  <a:lnTo>
                    <a:pt x="185455" y="2961816"/>
                  </a:lnTo>
                  <a:lnTo>
                    <a:pt x="175694" y="2961408"/>
                  </a:lnTo>
                  <a:lnTo>
                    <a:pt x="165933" y="2961415"/>
                  </a:lnTo>
                  <a:lnTo>
                    <a:pt x="156173" y="2961545"/>
                  </a:lnTo>
                  <a:lnTo>
                    <a:pt x="146412" y="2961713"/>
                  </a:lnTo>
                  <a:lnTo>
                    <a:pt x="136651" y="2962182"/>
                  </a:lnTo>
                  <a:lnTo>
                    <a:pt x="126890" y="2962525"/>
                  </a:lnTo>
                  <a:lnTo>
                    <a:pt x="117129" y="2962267"/>
                  </a:lnTo>
                  <a:lnTo>
                    <a:pt x="107369" y="2962415"/>
                  </a:lnTo>
                  <a:lnTo>
                    <a:pt x="97608" y="2962013"/>
                  </a:lnTo>
                  <a:lnTo>
                    <a:pt x="87847" y="2961789"/>
                  </a:lnTo>
                  <a:lnTo>
                    <a:pt x="78086" y="2961813"/>
                  </a:lnTo>
                  <a:lnTo>
                    <a:pt x="68325" y="2962380"/>
                  </a:lnTo>
                  <a:lnTo>
                    <a:pt x="58564" y="2962429"/>
                  </a:lnTo>
                  <a:lnTo>
                    <a:pt x="48804" y="2962483"/>
                  </a:lnTo>
                  <a:lnTo>
                    <a:pt x="39043" y="2963066"/>
                  </a:lnTo>
                  <a:lnTo>
                    <a:pt x="29282" y="2962784"/>
                  </a:lnTo>
                  <a:lnTo>
                    <a:pt x="19521" y="2962739"/>
                  </a:lnTo>
                  <a:lnTo>
                    <a:pt x="9760" y="2963294"/>
                  </a:lnTo>
                  <a:lnTo>
                    <a:pt x="0" y="2963863"/>
                  </a:lnTo>
                  <a:close/>
                </a:path>
              </a:pathLst>
            </a:custGeom>
            <a:solidFill>
              <a:srgbClr val="FFC0CB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91" name="pl90"/>
            <p:cNvSpPr/>
            <p:nvPr/>
          </p:nvSpPr>
          <p:spPr>
            <a:xfrm>
              <a:off x="6312408" y="2660742"/>
              <a:ext cx="2528052" cy="2759837"/>
            </a:xfrm>
            <a:custGeom>
              <a:avLst/>
              <a:pathLst>
                <a:path w="2528052" h="2759837">
                  <a:moveTo>
                    <a:pt x="0" y="2723377"/>
                  </a:moveTo>
                  <a:lnTo>
                    <a:pt x="9760" y="2725705"/>
                  </a:lnTo>
                  <a:lnTo>
                    <a:pt x="19521" y="2726923"/>
                  </a:lnTo>
                  <a:lnTo>
                    <a:pt x="29282" y="2729132"/>
                  </a:lnTo>
                  <a:lnTo>
                    <a:pt x="39043" y="2731899"/>
                  </a:lnTo>
                  <a:lnTo>
                    <a:pt x="48804" y="2734976"/>
                  </a:lnTo>
                  <a:lnTo>
                    <a:pt x="58564" y="2737261"/>
                  </a:lnTo>
                  <a:lnTo>
                    <a:pt x="68325" y="2739637"/>
                  </a:lnTo>
                  <a:lnTo>
                    <a:pt x="78086" y="2741604"/>
                  </a:lnTo>
                  <a:lnTo>
                    <a:pt x="87847" y="2742774"/>
                  </a:lnTo>
                  <a:lnTo>
                    <a:pt x="97608" y="2745635"/>
                  </a:lnTo>
                  <a:lnTo>
                    <a:pt x="107369" y="2747775"/>
                  </a:lnTo>
                  <a:lnTo>
                    <a:pt x="117129" y="2750998"/>
                  </a:lnTo>
                  <a:lnTo>
                    <a:pt x="126890" y="2750455"/>
                  </a:lnTo>
                  <a:lnTo>
                    <a:pt x="136651" y="2751702"/>
                  </a:lnTo>
                  <a:lnTo>
                    <a:pt x="146412" y="2752794"/>
                  </a:lnTo>
                  <a:lnTo>
                    <a:pt x="156173" y="2755756"/>
                  </a:lnTo>
                  <a:lnTo>
                    <a:pt x="165933" y="2756364"/>
                  </a:lnTo>
                  <a:lnTo>
                    <a:pt x="175694" y="2756539"/>
                  </a:lnTo>
                  <a:lnTo>
                    <a:pt x="185455" y="2758417"/>
                  </a:lnTo>
                  <a:lnTo>
                    <a:pt x="195216" y="2758841"/>
                  </a:lnTo>
                  <a:lnTo>
                    <a:pt x="204977" y="2759837"/>
                  </a:lnTo>
                  <a:lnTo>
                    <a:pt x="214738" y="2758750"/>
                  </a:lnTo>
                  <a:lnTo>
                    <a:pt x="224498" y="2757801"/>
                  </a:lnTo>
                  <a:lnTo>
                    <a:pt x="234259" y="2757929"/>
                  </a:lnTo>
                  <a:lnTo>
                    <a:pt x="244020" y="2757592"/>
                  </a:lnTo>
                  <a:lnTo>
                    <a:pt x="253781" y="2757163"/>
                  </a:lnTo>
                  <a:lnTo>
                    <a:pt x="263542" y="2757276"/>
                  </a:lnTo>
                  <a:lnTo>
                    <a:pt x="273303" y="2757950"/>
                  </a:lnTo>
                  <a:lnTo>
                    <a:pt x="283063" y="2756419"/>
                  </a:lnTo>
                  <a:lnTo>
                    <a:pt x="292824" y="2756238"/>
                  </a:lnTo>
                  <a:lnTo>
                    <a:pt x="302585" y="2756972"/>
                  </a:lnTo>
                  <a:lnTo>
                    <a:pt x="312346" y="2755065"/>
                  </a:lnTo>
                  <a:lnTo>
                    <a:pt x="322107" y="2754556"/>
                  </a:lnTo>
                  <a:lnTo>
                    <a:pt x="331867" y="2752023"/>
                  </a:lnTo>
                  <a:lnTo>
                    <a:pt x="341628" y="2751074"/>
                  </a:lnTo>
                  <a:lnTo>
                    <a:pt x="351389" y="2753132"/>
                  </a:lnTo>
                  <a:lnTo>
                    <a:pt x="361150" y="2750530"/>
                  </a:lnTo>
                  <a:lnTo>
                    <a:pt x="370911" y="2748833"/>
                  </a:lnTo>
                  <a:lnTo>
                    <a:pt x="380672" y="2744871"/>
                  </a:lnTo>
                  <a:lnTo>
                    <a:pt x="390432" y="2743284"/>
                  </a:lnTo>
                  <a:lnTo>
                    <a:pt x="400193" y="2740768"/>
                  </a:lnTo>
                  <a:lnTo>
                    <a:pt x="409954" y="2738260"/>
                  </a:lnTo>
                  <a:lnTo>
                    <a:pt x="419715" y="2736874"/>
                  </a:lnTo>
                  <a:lnTo>
                    <a:pt x="429476" y="2737072"/>
                  </a:lnTo>
                  <a:lnTo>
                    <a:pt x="439236" y="2736778"/>
                  </a:lnTo>
                  <a:lnTo>
                    <a:pt x="448997" y="2736487"/>
                  </a:lnTo>
                  <a:lnTo>
                    <a:pt x="458758" y="2734908"/>
                  </a:lnTo>
                  <a:lnTo>
                    <a:pt x="468519" y="2730880"/>
                  </a:lnTo>
                  <a:lnTo>
                    <a:pt x="478280" y="2727554"/>
                  </a:lnTo>
                  <a:lnTo>
                    <a:pt x="488041" y="2726817"/>
                  </a:lnTo>
                  <a:lnTo>
                    <a:pt x="497801" y="2723850"/>
                  </a:lnTo>
                  <a:lnTo>
                    <a:pt x="507562" y="2720677"/>
                  </a:lnTo>
                  <a:lnTo>
                    <a:pt x="517323" y="2718247"/>
                  </a:lnTo>
                  <a:lnTo>
                    <a:pt x="527084" y="2714723"/>
                  </a:lnTo>
                  <a:lnTo>
                    <a:pt x="536845" y="2711161"/>
                  </a:lnTo>
                  <a:lnTo>
                    <a:pt x="546606" y="2707015"/>
                  </a:lnTo>
                  <a:lnTo>
                    <a:pt x="556366" y="2703966"/>
                  </a:lnTo>
                  <a:lnTo>
                    <a:pt x="566127" y="2703023"/>
                  </a:lnTo>
                  <a:lnTo>
                    <a:pt x="575888" y="2701539"/>
                  </a:lnTo>
                  <a:lnTo>
                    <a:pt x="585649" y="2698987"/>
                  </a:lnTo>
                  <a:lnTo>
                    <a:pt x="595410" y="2697356"/>
                  </a:lnTo>
                  <a:lnTo>
                    <a:pt x="605170" y="2694244"/>
                  </a:lnTo>
                  <a:lnTo>
                    <a:pt x="614931" y="2692778"/>
                  </a:lnTo>
                  <a:lnTo>
                    <a:pt x="624692" y="2690692"/>
                  </a:lnTo>
                  <a:lnTo>
                    <a:pt x="634453" y="2688619"/>
                  </a:lnTo>
                  <a:lnTo>
                    <a:pt x="644214" y="2686534"/>
                  </a:lnTo>
                  <a:lnTo>
                    <a:pt x="653975" y="2682919"/>
                  </a:lnTo>
                  <a:lnTo>
                    <a:pt x="663735" y="2679703"/>
                  </a:lnTo>
                  <a:lnTo>
                    <a:pt x="673496" y="2675417"/>
                  </a:lnTo>
                  <a:lnTo>
                    <a:pt x="683257" y="2671078"/>
                  </a:lnTo>
                  <a:lnTo>
                    <a:pt x="693018" y="2668430"/>
                  </a:lnTo>
                  <a:lnTo>
                    <a:pt x="702779" y="2665500"/>
                  </a:lnTo>
                  <a:lnTo>
                    <a:pt x="712539" y="2659125"/>
                  </a:lnTo>
                  <a:lnTo>
                    <a:pt x="722300" y="2655136"/>
                  </a:lnTo>
                  <a:lnTo>
                    <a:pt x="732061" y="2653015"/>
                  </a:lnTo>
                  <a:lnTo>
                    <a:pt x="741822" y="2650724"/>
                  </a:lnTo>
                  <a:lnTo>
                    <a:pt x="751583" y="2645896"/>
                  </a:lnTo>
                  <a:lnTo>
                    <a:pt x="761344" y="2641639"/>
                  </a:lnTo>
                  <a:lnTo>
                    <a:pt x="771104" y="2638572"/>
                  </a:lnTo>
                  <a:lnTo>
                    <a:pt x="780865" y="2633443"/>
                  </a:lnTo>
                  <a:lnTo>
                    <a:pt x="790626" y="2627534"/>
                  </a:lnTo>
                  <a:lnTo>
                    <a:pt x="800387" y="2621462"/>
                  </a:lnTo>
                  <a:lnTo>
                    <a:pt x="810148" y="2615516"/>
                  </a:lnTo>
                  <a:lnTo>
                    <a:pt x="819909" y="2610513"/>
                  </a:lnTo>
                  <a:lnTo>
                    <a:pt x="829669" y="2604783"/>
                  </a:lnTo>
                  <a:lnTo>
                    <a:pt x="839430" y="2601363"/>
                  </a:lnTo>
                  <a:lnTo>
                    <a:pt x="849191" y="2595773"/>
                  </a:lnTo>
                  <a:lnTo>
                    <a:pt x="858952" y="2590092"/>
                  </a:lnTo>
                  <a:lnTo>
                    <a:pt x="868713" y="2584342"/>
                  </a:lnTo>
                  <a:lnTo>
                    <a:pt x="878473" y="2577852"/>
                  </a:lnTo>
                  <a:lnTo>
                    <a:pt x="888234" y="2571182"/>
                  </a:lnTo>
                  <a:lnTo>
                    <a:pt x="897995" y="2565014"/>
                  </a:lnTo>
                  <a:lnTo>
                    <a:pt x="907756" y="2559063"/>
                  </a:lnTo>
                  <a:lnTo>
                    <a:pt x="917517" y="2553045"/>
                  </a:lnTo>
                  <a:lnTo>
                    <a:pt x="927278" y="2547018"/>
                  </a:lnTo>
                  <a:lnTo>
                    <a:pt x="937038" y="2542431"/>
                  </a:lnTo>
                  <a:lnTo>
                    <a:pt x="946799" y="2538486"/>
                  </a:lnTo>
                  <a:lnTo>
                    <a:pt x="956560" y="2534573"/>
                  </a:lnTo>
                  <a:lnTo>
                    <a:pt x="966321" y="2530632"/>
                  </a:lnTo>
                  <a:lnTo>
                    <a:pt x="976082" y="2526770"/>
                  </a:lnTo>
                  <a:lnTo>
                    <a:pt x="985842" y="2522569"/>
                  </a:lnTo>
                  <a:lnTo>
                    <a:pt x="995603" y="2518407"/>
                  </a:lnTo>
                  <a:lnTo>
                    <a:pt x="1005364" y="2511239"/>
                  </a:lnTo>
                  <a:lnTo>
                    <a:pt x="1015125" y="2503575"/>
                  </a:lnTo>
                  <a:lnTo>
                    <a:pt x="1024886" y="2499357"/>
                  </a:lnTo>
                  <a:lnTo>
                    <a:pt x="1034647" y="2492065"/>
                  </a:lnTo>
                  <a:lnTo>
                    <a:pt x="1044407" y="2484682"/>
                  </a:lnTo>
                  <a:lnTo>
                    <a:pt x="1054168" y="2477204"/>
                  </a:lnTo>
                  <a:lnTo>
                    <a:pt x="1063929" y="2469686"/>
                  </a:lnTo>
                  <a:lnTo>
                    <a:pt x="1073690" y="2462085"/>
                  </a:lnTo>
                  <a:lnTo>
                    <a:pt x="1083451" y="2454390"/>
                  </a:lnTo>
                  <a:lnTo>
                    <a:pt x="1093212" y="2446562"/>
                  </a:lnTo>
                  <a:lnTo>
                    <a:pt x="1102972" y="2438602"/>
                  </a:lnTo>
                  <a:lnTo>
                    <a:pt x="1112733" y="2430685"/>
                  </a:lnTo>
                  <a:lnTo>
                    <a:pt x="1122494" y="2422479"/>
                  </a:lnTo>
                  <a:lnTo>
                    <a:pt x="1132255" y="2414220"/>
                  </a:lnTo>
                  <a:lnTo>
                    <a:pt x="1142016" y="2405879"/>
                  </a:lnTo>
                  <a:lnTo>
                    <a:pt x="1151776" y="2397434"/>
                  </a:lnTo>
                  <a:lnTo>
                    <a:pt x="1161537" y="2388886"/>
                  </a:lnTo>
                  <a:lnTo>
                    <a:pt x="1171298" y="2383046"/>
                  </a:lnTo>
                  <a:lnTo>
                    <a:pt x="1181059" y="2378634"/>
                  </a:lnTo>
                  <a:lnTo>
                    <a:pt x="1190820" y="2374193"/>
                  </a:lnTo>
                  <a:lnTo>
                    <a:pt x="1200581" y="2369341"/>
                  </a:lnTo>
                  <a:lnTo>
                    <a:pt x="1210341" y="2359500"/>
                  </a:lnTo>
                  <a:lnTo>
                    <a:pt x="1220102" y="2349334"/>
                  </a:lnTo>
                  <a:lnTo>
                    <a:pt x="1229863" y="2343306"/>
                  </a:lnTo>
                  <a:lnTo>
                    <a:pt x="1239624" y="2338585"/>
                  </a:lnTo>
                  <a:lnTo>
                    <a:pt x="1249385" y="2332911"/>
                  </a:lnTo>
                  <a:lnTo>
                    <a:pt x="1259145" y="2324085"/>
                  </a:lnTo>
                  <a:lnTo>
                    <a:pt x="1268906" y="2314988"/>
                  </a:lnTo>
                  <a:lnTo>
                    <a:pt x="1278667" y="2306817"/>
                  </a:lnTo>
                  <a:lnTo>
                    <a:pt x="1288428" y="2299673"/>
                  </a:lnTo>
                  <a:lnTo>
                    <a:pt x="1298189" y="2292182"/>
                  </a:lnTo>
                  <a:lnTo>
                    <a:pt x="1307950" y="2281751"/>
                  </a:lnTo>
                  <a:lnTo>
                    <a:pt x="1317710" y="2271188"/>
                  </a:lnTo>
                  <a:lnTo>
                    <a:pt x="1327471" y="2260388"/>
                  </a:lnTo>
                  <a:lnTo>
                    <a:pt x="1337232" y="2249705"/>
                  </a:lnTo>
                  <a:lnTo>
                    <a:pt x="1346993" y="2241291"/>
                  </a:lnTo>
                  <a:lnTo>
                    <a:pt x="1356754" y="2228877"/>
                  </a:lnTo>
                  <a:lnTo>
                    <a:pt x="1366515" y="2217455"/>
                  </a:lnTo>
                  <a:lnTo>
                    <a:pt x="1376275" y="2207055"/>
                  </a:lnTo>
                  <a:lnTo>
                    <a:pt x="1386036" y="2196538"/>
                  </a:lnTo>
                  <a:lnTo>
                    <a:pt x="1395797" y="2185902"/>
                  </a:lnTo>
                  <a:lnTo>
                    <a:pt x="1405558" y="2175186"/>
                  </a:lnTo>
                  <a:lnTo>
                    <a:pt x="1415319" y="2164367"/>
                  </a:lnTo>
                  <a:lnTo>
                    <a:pt x="1425079" y="2153428"/>
                  </a:lnTo>
                  <a:lnTo>
                    <a:pt x="1434840" y="2142368"/>
                  </a:lnTo>
                  <a:lnTo>
                    <a:pt x="1444601" y="2131714"/>
                  </a:lnTo>
                  <a:lnTo>
                    <a:pt x="1454362" y="2121530"/>
                  </a:lnTo>
                  <a:lnTo>
                    <a:pt x="1464123" y="2111285"/>
                  </a:lnTo>
                  <a:lnTo>
                    <a:pt x="1473884" y="2100940"/>
                  </a:lnTo>
                  <a:lnTo>
                    <a:pt x="1483644" y="2090785"/>
                  </a:lnTo>
                  <a:lnTo>
                    <a:pt x="1493405" y="2080839"/>
                  </a:lnTo>
                  <a:lnTo>
                    <a:pt x="1503166" y="2070803"/>
                  </a:lnTo>
                  <a:lnTo>
                    <a:pt x="1512927" y="2060675"/>
                  </a:lnTo>
                  <a:lnTo>
                    <a:pt x="1522688" y="2050456"/>
                  </a:lnTo>
                  <a:lnTo>
                    <a:pt x="1532448" y="2036641"/>
                  </a:lnTo>
                  <a:lnTo>
                    <a:pt x="1542209" y="2025457"/>
                  </a:lnTo>
                  <a:lnTo>
                    <a:pt x="1551970" y="2014165"/>
                  </a:lnTo>
                  <a:lnTo>
                    <a:pt x="1561731" y="2002765"/>
                  </a:lnTo>
                  <a:lnTo>
                    <a:pt x="1571492" y="1991256"/>
                  </a:lnTo>
                  <a:lnTo>
                    <a:pt x="1581253" y="1979714"/>
                  </a:lnTo>
                  <a:lnTo>
                    <a:pt x="1591013" y="1968065"/>
                  </a:lnTo>
                  <a:lnTo>
                    <a:pt x="1600774" y="1955457"/>
                  </a:lnTo>
                  <a:lnTo>
                    <a:pt x="1610535" y="1941296"/>
                  </a:lnTo>
                  <a:lnTo>
                    <a:pt x="1620296" y="1926980"/>
                  </a:lnTo>
                  <a:lnTo>
                    <a:pt x="1630057" y="1912506"/>
                  </a:lnTo>
                  <a:lnTo>
                    <a:pt x="1639818" y="1897875"/>
                  </a:lnTo>
                  <a:lnTo>
                    <a:pt x="1649578" y="1883085"/>
                  </a:lnTo>
                  <a:lnTo>
                    <a:pt x="1659339" y="1862401"/>
                  </a:lnTo>
                  <a:lnTo>
                    <a:pt x="1669100" y="1840763"/>
                  </a:lnTo>
                  <a:lnTo>
                    <a:pt x="1678861" y="1823246"/>
                  </a:lnTo>
                  <a:lnTo>
                    <a:pt x="1688622" y="1808521"/>
                  </a:lnTo>
                  <a:lnTo>
                    <a:pt x="1698382" y="1791887"/>
                  </a:lnTo>
                  <a:lnTo>
                    <a:pt x="1708143" y="1772735"/>
                  </a:lnTo>
                  <a:lnTo>
                    <a:pt x="1717904" y="1753344"/>
                  </a:lnTo>
                  <a:lnTo>
                    <a:pt x="1727665" y="1734541"/>
                  </a:lnTo>
                  <a:lnTo>
                    <a:pt x="1737426" y="1719793"/>
                  </a:lnTo>
                  <a:lnTo>
                    <a:pt x="1747187" y="1704912"/>
                  </a:lnTo>
                  <a:lnTo>
                    <a:pt x="1756947" y="1689895"/>
                  </a:lnTo>
                  <a:lnTo>
                    <a:pt x="1766708" y="1674839"/>
                  </a:lnTo>
                  <a:lnTo>
                    <a:pt x="1776469" y="1659688"/>
                  </a:lnTo>
                  <a:lnTo>
                    <a:pt x="1786230" y="1644404"/>
                  </a:lnTo>
                  <a:lnTo>
                    <a:pt x="1795991" y="1628986"/>
                  </a:lnTo>
                  <a:lnTo>
                    <a:pt x="1805752" y="1613435"/>
                  </a:lnTo>
                  <a:lnTo>
                    <a:pt x="1815512" y="1597749"/>
                  </a:lnTo>
                  <a:lnTo>
                    <a:pt x="1825273" y="1581929"/>
                  </a:lnTo>
                  <a:lnTo>
                    <a:pt x="1835034" y="1565974"/>
                  </a:lnTo>
                  <a:lnTo>
                    <a:pt x="1844795" y="1549885"/>
                  </a:lnTo>
                  <a:lnTo>
                    <a:pt x="1854556" y="1533660"/>
                  </a:lnTo>
                  <a:lnTo>
                    <a:pt x="1864316" y="1515307"/>
                  </a:lnTo>
                  <a:lnTo>
                    <a:pt x="1874077" y="1496681"/>
                  </a:lnTo>
                  <a:lnTo>
                    <a:pt x="1883838" y="1477883"/>
                  </a:lnTo>
                  <a:lnTo>
                    <a:pt x="1893599" y="1458911"/>
                  </a:lnTo>
                  <a:lnTo>
                    <a:pt x="1903360" y="1439766"/>
                  </a:lnTo>
                  <a:lnTo>
                    <a:pt x="1913121" y="1420448"/>
                  </a:lnTo>
                  <a:lnTo>
                    <a:pt x="1922881" y="1400957"/>
                  </a:lnTo>
                  <a:lnTo>
                    <a:pt x="1932642" y="1381335"/>
                  </a:lnTo>
                  <a:lnTo>
                    <a:pt x="1942403" y="1361580"/>
                  </a:lnTo>
                  <a:lnTo>
                    <a:pt x="1952164" y="1344346"/>
                  </a:lnTo>
                  <a:lnTo>
                    <a:pt x="1961925" y="1322737"/>
                  </a:lnTo>
                  <a:lnTo>
                    <a:pt x="1971685" y="1300938"/>
                  </a:lnTo>
                  <a:lnTo>
                    <a:pt x="1981446" y="1280877"/>
                  </a:lnTo>
                  <a:lnTo>
                    <a:pt x="1991207" y="1262156"/>
                  </a:lnTo>
                  <a:lnTo>
                    <a:pt x="2000968" y="1243294"/>
                  </a:lnTo>
                  <a:lnTo>
                    <a:pt x="2010729" y="1224343"/>
                  </a:lnTo>
                  <a:lnTo>
                    <a:pt x="2020490" y="1205283"/>
                  </a:lnTo>
                  <a:lnTo>
                    <a:pt x="2030250" y="1186083"/>
                  </a:lnTo>
                  <a:lnTo>
                    <a:pt x="2040011" y="1166745"/>
                  </a:lnTo>
                  <a:lnTo>
                    <a:pt x="2049772" y="1147381"/>
                  </a:lnTo>
                  <a:lnTo>
                    <a:pt x="2059533" y="1128970"/>
                  </a:lnTo>
                  <a:lnTo>
                    <a:pt x="2069294" y="1110436"/>
                  </a:lnTo>
                  <a:lnTo>
                    <a:pt x="2079055" y="1091781"/>
                  </a:lnTo>
                  <a:lnTo>
                    <a:pt x="2088815" y="1073004"/>
                  </a:lnTo>
                  <a:lnTo>
                    <a:pt x="2098576" y="1054107"/>
                  </a:lnTo>
                  <a:lnTo>
                    <a:pt x="2108337" y="1032034"/>
                  </a:lnTo>
                  <a:lnTo>
                    <a:pt x="2118098" y="1008050"/>
                  </a:lnTo>
                  <a:lnTo>
                    <a:pt x="2127859" y="986159"/>
                  </a:lnTo>
                  <a:lnTo>
                    <a:pt x="2137619" y="965322"/>
                  </a:lnTo>
                  <a:lnTo>
                    <a:pt x="2147380" y="944348"/>
                  </a:lnTo>
                  <a:lnTo>
                    <a:pt x="2157141" y="923240"/>
                  </a:lnTo>
                  <a:lnTo>
                    <a:pt x="2166902" y="901996"/>
                  </a:lnTo>
                  <a:lnTo>
                    <a:pt x="2176663" y="880620"/>
                  </a:lnTo>
                  <a:lnTo>
                    <a:pt x="2186424" y="859110"/>
                  </a:lnTo>
                  <a:lnTo>
                    <a:pt x="2196184" y="837467"/>
                  </a:lnTo>
                  <a:lnTo>
                    <a:pt x="2205945" y="815694"/>
                  </a:lnTo>
                  <a:lnTo>
                    <a:pt x="2215706" y="793790"/>
                  </a:lnTo>
                  <a:lnTo>
                    <a:pt x="2225467" y="771756"/>
                  </a:lnTo>
                  <a:lnTo>
                    <a:pt x="2235228" y="749594"/>
                  </a:lnTo>
                  <a:lnTo>
                    <a:pt x="2244988" y="727305"/>
                  </a:lnTo>
                  <a:lnTo>
                    <a:pt x="2254749" y="704888"/>
                  </a:lnTo>
                  <a:lnTo>
                    <a:pt x="2264510" y="682346"/>
                  </a:lnTo>
                  <a:lnTo>
                    <a:pt x="2274271" y="659680"/>
                  </a:lnTo>
                  <a:lnTo>
                    <a:pt x="2284032" y="636890"/>
                  </a:lnTo>
                  <a:lnTo>
                    <a:pt x="2293793" y="613978"/>
                  </a:lnTo>
                  <a:lnTo>
                    <a:pt x="2303553" y="590946"/>
                  </a:lnTo>
                  <a:lnTo>
                    <a:pt x="2313314" y="567793"/>
                  </a:lnTo>
                  <a:lnTo>
                    <a:pt x="2323075" y="544522"/>
                  </a:lnTo>
                  <a:lnTo>
                    <a:pt x="2332836" y="521134"/>
                  </a:lnTo>
                  <a:lnTo>
                    <a:pt x="2342597" y="497630"/>
                  </a:lnTo>
                  <a:lnTo>
                    <a:pt x="2352358" y="473958"/>
                  </a:lnTo>
                  <a:lnTo>
                    <a:pt x="2362118" y="449439"/>
                  </a:lnTo>
                  <a:lnTo>
                    <a:pt x="2371879" y="424840"/>
                  </a:lnTo>
                  <a:lnTo>
                    <a:pt x="2381640" y="400124"/>
                  </a:lnTo>
                  <a:lnTo>
                    <a:pt x="2391401" y="375293"/>
                  </a:lnTo>
                  <a:lnTo>
                    <a:pt x="2401162" y="350348"/>
                  </a:lnTo>
                  <a:lnTo>
                    <a:pt x="2410922" y="325292"/>
                  </a:lnTo>
                  <a:lnTo>
                    <a:pt x="2420683" y="300125"/>
                  </a:lnTo>
                  <a:lnTo>
                    <a:pt x="2430444" y="274850"/>
                  </a:lnTo>
                  <a:lnTo>
                    <a:pt x="2440205" y="249095"/>
                  </a:lnTo>
                  <a:lnTo>
                    <a:pt x="2449966" y="221863"/>
                  </a:lnTo>
                  <a:lnTo>
                    <a:pt x="2459727" y="194513"/>
                  </a:lnTo>
                  <a:lnTo>
                    <a:pt x="2469487" y="167049"/>
                  </a:lnTo>
                  <a:lnTo>
                    <a:pt x="2479248" y="139472"/>
                  </a:lnTo>
                  <a:lnTo>
                    <a:pt x="2489009" y="111787"/>
                  </a:lnTo>
                  <a:lnTo>
                    <a:pt x="2498770" y="83994"/>
                  </a:lnTo>
                  <a:lnTo>
                    <a:pt x="2508531" y="56097"/>
                  </a:lnTo>
                  <a:lnTo>
                    <a:pt x="2518291" y="28098"/>
                  </a:lnTo>
                  <a:lnTo>
                    <a:pt x="252805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" name="pl91"/>
            <p:cNvSpPr/>
            <p:nvPr/>
          </p:nvSpPr>
          <p:spPr>
            <a:xfrm>
              <a:off x="6312408" y="5622151"/>
              <a:ext cx="2528052" cy="67956"/>
            </a:xfrm>
            <a:custGeom>
              <a:avLst/>
              <a:pathLst>
                <a:path w="2528052" h="67956">
                  <a:moveTo>
                    <a:pt x="2528052" y="67956"/>
                  </a:moveTo>
                  <a:lnTo>
                    <a:pt x="2518291" y="67925"/>
                  </a:lnTo>
                  <a:lnTo>
                    <a:pt x="2508531" y="67897"/>
                  </a:lnTo>
                  <a:lnTo>
                    <a:pt x="2498770" y="67868"/>
                  </a:lnTo>
                  <a:lnTo>
                    <a:pt x="2489009" y="67839"/>
                  </a:lnTo>
                  <a:lnTo>
                    <a:pt x="2479248" y="67809"/>
                  </a:lnTo>
                  <a:lnTo>
                    <a:pt x="2469487" y="67779"/>
                  </a:lnTo>
                  <a:lnTo>
                    <a:pt x="2459727" y="67748"/>
                  </a:lnTo>
                  <a:lnTo>
                    <a:pt x="2449966" y="67718"/>
                  </a:lnTo>
                  <a:lnTo>
                    <a:pt x="2440205" y="67689"/>
                  </a:lnTo>
                  <a:lnTo>
                    <a:pt x="2430444" y="67659"/>
                  </a:lnTo>
                  <a:lnTo>
                    <a:pt x="2420683" y="67628"/>
                  </a:lnTo>
                  <a:lnTo>
                    <a:pt x="2410922" y="67596"/>
                  </a:lnTo>
                  <a:lnTo>
                    <a:pt x="2401162" y="67562"/>
                  </a:lnTo>
                  <a:lnTo>
                    <a:pt x="2391401" y="67527"/>
                  </a:lnTo>
                  <a:lnTo>
                    <a:pt x="2381640" y="67492"/>
                  </a:lnTo>
                  <a:lnTo>
                    <a:pt x="2371879" y="67456"/>
                  </a:lnTo>
                  <a:lnTo>
                    <a:pt x="2362118" y="67420"/>
                  </a:lnTo>
                  <a:lnTo>
                    <a:pt x="2352358" y="67383"/>
                  </a:lnTo>
                  <a:lnTo>
                    <a:pt x="2342597" y="67345"/>
                  </a:lnTo>
                  <a:lnTo>
                    <a:pt x="2332836" y="67307"/>
                  </a:lnTo>
                  <a:lnTo>
                    <a:pt x="2323075" y="67268"/>
                  </a:lnTo>
                  <a:lnTo>
                    <a:pt x="2313314" y="67228"/>
                  </a:lnTo>
                  <a:lnTo>
                    <a:pt x="2303553" y="67187"/>
                  </a:lnTo>
                  <a:lnTo>
                    <a:pt x="2293793" y="67146"/>
                  </a:lnTo>
                  <a:lnTo>
                    <a:pt x="2284032" y="67104"/>
                  </a:lnTo>
                  <a:lnTo>
                    <a:pt x="2274271" y="67060"/>
                  </a:lnTo>
                  <a:lnTo>
                    <a:pt x="2264510" y="67011"/>
                  </a:lnTo>
                  <a:lnTo>
                    <a:pt x="2254749" y="66968"/>
                  </a:lnTo>
                  <a:lnTo>
                    <a:pt x="2244988" y="66927"/>
                  </a:lnTo>
                  <a:lnTo>
                    <a:pt x="2235228" y="66882"/>
                  </a:lnTo>
                  <a:lnTo>
                    <a:pt x="2225467" y="66835"/>
                  </a:lnTo>
                  <a:lnTo>
                    <a:pt x="2215706" y="66788"/>
                  </a:lnTo>
                  <a:lnTo>
                    <a:pt x="2205945" y="66739"/>
                  </a:lnTo>
                  <a:lnTo>
                    <a:pt x="2196184" y="66690"/>
                  </a:lnTo>
                  <a:lnTo>
                    <a:pt x="2186424" y="66640"/>
                  </a:lnTo>
                  <a:lnTo>
                    <a:pt x="2176663" y="66589"/>
                  </a:lnTo>
                  <a:lnTo>
                    <a:pt x="2166902" y="66537"/>
                  </a:lnTo>
                  <a:lnTo>
                    <a:pt x="2157141" y="66484"/>
                  </a:lnTo>
                  <a:lnTo>
                    <a:pt x="2147380" y="66430"/>
                  </a:lnTo>
                  <a:lnTo>
                    <a:pt x="2137619" y="66375"/>
                  </a:lnTo>
                  <a:lnTo>
                    <a:pt x="2127859" y="66320"/>
                  </a:lnTo>
                  <a:lnTo>
                    <a:pt x="2118098" y="66263"/>
                  </a:lnTo>
                  <a:lnTo>
                    <a:pt x="2108337" y="66205"/>
                  </a:lnTo>
                  <a:lnTo>
                    <a:pt x="2098576" y="66146"/>
                  </a:lnTo>
                  <a:lnTo>
                    <a:pt x="2088815" y="66086"/>
                  </a:lnTo>
                  <a:lnTo>
                    <a:pt x="2079055" y="66026"/>
                  </a:lnTo>
                  <a:lnTo>
                    <a:pt x="2069294" y="65963"/>
                  </a:lnTo>
                  <a:lnTo>
                    <a:pt x="2059533" y="65900"/>
                  </a:lnTo>
                  <a:lnTo>
                    <a:pt x="2049772" y="65836"/>
                  </a:lnTo>
                  <a:lnTo>
                    <a:pt x="2040011" y="65770"/>
                  </a:lnTo>
                  <a:lnTo>
                    <a:pt x="2030250" y="65703"/>
                  </a:lnTo>
                  <a:lnTo>
                    <a:pt x="2020490" y="65635"/>
                  </a:lnTo>
                  <a:lnTo>
                    <a:pt x="2010729" y="65566"/>
                  </a:lnTo>
                  <a:lnTo>
                    <a:pt x="2000968" y="65496"/>
                  </a:lnTo>
                  <a:lnTo>
                    <a:pt x="1991207" y="65424"/>
                  </a:lnTo>
                  <a:lnTo>
                    <a:pt x="1981446" y="65351"/>
                  </a:lnTo>
                  <a:lnTo>
                    <a:pt x="1971685" y="65277"/>
                  </a:lnTo>
                  <a:lnTo>
                    <a:pt x="1961925" y="65206"/>
                  </a:lnTo>
                  <a:lnTo>
                    <a:pt x="1952164" y="65143"/>
                  </a:lnTo>
                  <a:lnTo>
                    <a:pt x="1942403" y="65079"/>
                  </a:lnTo>
                  <a:lnTo>
                    <a:pt x="1932642" y="65014"/>
                  </a:lnTo>
                  <a:lnTo>
                    <a:pt x="1922881" y="64948"/>
                  </a:lnTo>
                  <a:lnTo>
                    <a:pt x="1913121" y="64881"/>
                  </a:lnTo>
                  <a:lnTo>
                    <a:pt x="1903360" y="64814"/>
                  </a:lnTo>
                  <a:lnTo>
                    <a:pt x="1893599" y="64745"/>
                  </a:lnTo>
                  <a:lnTo>
                    <a:pt x="1883838" y="64675"/>
                  </a:lnTo>
                  <a:lnTo>
                    <a:pt x="1874077" y="64604"/>
                  </a:lnTo>
                  <a:lnTo>
                    <a:pt x="1864316" y="64531"/>
                  </a:lnTo>
                  <a:lnTo>
                    <a:pt x="1854556" y="64440"/>
                  </a:lnTo>
                  <a:lnTo>
                    <a:pt x="1844795" y="64335"/>
                  </a:lnTo>
                  <a:lnTo>
                    <a:pt x="1835034" y="64228"/>
                  </a:lnTo>
                  <a:lnTo>
                    <a:pt x="1825273" y="64119"/>
                  </a:lnTo>
                  <a:lnTo>
                    <a:pt x="1815512" y="64008"/>
                  </a:lnTo>
                  <a:lnTo>
                    <a:pt x="1805752" y="63894"/>
                  </a:lnTo>
                  <a:lnTo>
                    <a:pt x="1795991" y="63777"/>
                  </a:lnTo>
                  <a:lnTo>
                    <a:pt x="1786230" y="63658"/>
                  </a:lnTo>
                  <a:lnTo>
                    <a:pt x="1776469" y="63540"/>
                  </a:lnTo>
                  <a:lnTo>
                    <a:pt x="1766708" y="63437"/>
                  </a:lnTo>
                  <a:lnTo>
                    <a:pt x="1756947" y="63331"/>
                  </a:lnTo>
                  <a:lnTo>
                    <a:pt x="1747187" y="63224"/>
                  </a:lnTo>
                  <a:lnTo>
                    <a:pt x="1737426" y="63115"/>
                  </a:lnTo>
                  <a:lnTo>
                    <a:pt x="1727665" y="63004"/>
                  </a:lnTo>
                  <a:lnTo>
                    <a:pt x="1717904" y="62897"/>
                  </a:lnTo>
                  <a:lnTo>
                    <a:pt x="1708143" y="62784"/>
                  </a:lnTo>
                  <a:lnTo>
                    <a:pt x="1698382" y="62661"/>
                  </a:lnTo>
                  <a:lnTo>
                    <a:pt x="1688622" y="62543"/>
                  </a:lnTo>
                  <a:lnTo>
                    <a:pt x="1678861" y="62422"/>
                  </a:lnTo>
                  <a:lnTo>
                    <a:pt x="1669100" y="62285"/>
                  </a:lnTo>
                  <a:lnTo>
                    <a:pt x="1659339" y="62152"/>
                  </a:lnTo>
                  <a:lnTo>
                    <a:pt x="1649578" y="61990"/>
                  </a:lnTo>
                  <a:lnTo>
                    <a:pt x="1639818" y="61825"/>
                  </a:lnTo>
                  <a:lnTo>
                    <a:pt x="1630057" y="61656"/>
                  </a:lnTo>
                  <a:lnTo>
                    <a:pt x="1620296" y="61486"/>
                  </a:lnTo>
                  <a:lnTo>
                    <a:pt x="1610535" y="61342"/>
                  </a:lnTo>
                  <a:lnTo>
                    <a:pt x="1600774" y="61196"/>
                  </a:lnTo>
                  <a:lnTo>
                    <a:pt x="1591013" y="61047"/>
                  </a:lnTo>
                  <a:lnTo>
                    <a:pt x="1581253" y="60895"/>
                  </a:lnTo>
                  <a:lnTo>
                    <a:pt x="1571492" y="60741"/>
                  </a:lnTo>
                  <a:lnTo>
                    <a:pt x="1561731" y="60584"/>
                  </a:lnTo>
                  <a:lnTo>
                    <a:pt x="1551970" y="60423"/>
                  </a:lnTo>
                  <a:lnTo>
                    <a:pt x="1542209" y="60259"/>
                  </a:lnTo>
                  <a:lnTo>
                    <a:pt x="1532448" y="60092"/>
                  </a:lnTo>
                  <a:lnTo>
                    <a:pt x="1522688" y="59922"/>
                  </a:lnTo>
                  <a:lnTo>
                    <a:pt x="1512927" y="59749"/>
                  </a:lnTo>
                  <a:lnTo>
                    <a:pt x="1503166" y="59573"/>
                  </a:lnTo>
                  <a:lnTo>
                    <a:pt x="1493405" y="59372"/>
                  </a:lnTo>
                  <a:lnTo>
                    <a:pt x="1483644" y="59149"/>
                  </a:lnTo>
                  <a:lnTo>
                    <a:pt x="1473884" y="58921"/>
                  </a:lnTo>
                  <a:lnTo>
                    <a:pt x="1464123" y="58689"/>
                  </a:lnTo>
                  <a:lnTo>
                    <a:pt x="1454362" y="58513"/>
                  </a:lnTo>
                  <a:lnTo>
                    <a:pt x="1444601" y="58346"/>
                  </a:lnTo>
                  <a:lnTo>
                    <a:pt x="1434840" y="58176"/>
                  </a:lnTo>
                  <a:lnTo>
                    <a:pt x="1425079" y="58004"/>
                  </a:lnTo>
                  <a:lnTo>
                    <a:pt x="1415319" y="57829"/>
                  </a:lnTo>
                  <a:lnTo>
                    <a:pt x="1405558" y="57639"/>
                  </a:lnTo>
                  <a:lnTo>
                    <a:pt x="1395797" y="57427"/>
                  </a:lnTo>
                  <a:lnTo>
                    <a:pt x="1386036" y="57208"/>
                  </a:lnTo>
                  <a:lnTo>
                    <a:pt x="1376275" y="56989"/>
                  </a:lnTo>
                  <a:lnTo>
                    <a:pt x="1366515" y="56765"/>
                  </a:lnTo>
                  <a:lnTo>
                    <a:pt x="1356754" y="56537"/>
                  </a:lnTo>
                  <a:lnTo>
                    <a:pt x="1346993" y="56304"/>
                  </a:lnTo>
                  <a:lnTo>
                    <a:pt x="1337232" y="56063"/>
                  </a:lnTo>
                  <a:lnTo>
                    <a:pt x="1327471" y="55728"/>
                  </a:lnTo>
                  <a:lnTo>
                    <a:pt x="1317710" y="55385"/>
                  </a:lnTo>
                  <a:lnTo>
                    <a:pt x="1307950" y="55105"/>
                  </a:lnTo>
                  <a:lnTo>
                    <a:pt x="1298189" y="54845"/>
                  </a:lnTo>
                  <a:lnTo>
                    <a:pt x="1288428" y="54581"/>
                  </a:lnTo>
                  <a:lnTo>
                    <a:pt x="1278667" y="54311"/>
                  </a:lnTo>
                  <a:lnTo>
                    <a:pt x="1268906" y="54037"/>
                  </a:lnTo>
                  <a:lnTo>
                    <a:pt x="1259145" y="53758"/>
                  </a:lnTo>
                  <a:lnTo>
                    <a:pt x="1249385" y="53474"/>
                  </a:lnTo>
                  <a:lnTo>
                    <a:pt x="1239624" y="53185"/>
                  </a:lnTo>
                  <a:lnTo>
                    <a:pt x="1229863" y="52901"/>
                  </a:lnTo>
                  <a:lnTo>
                    <a:pt x="1220102" y="52642"/>
                  </a:lnTo>
                  <a:lnTo>
                    <a:pt x="1210341" y="52378"/>
                  </a:lnTo>
                  <a:lnTo>
                    <a:pt x="1200581" y="52110"/>
                  </a:lnTo>
                  <a:lnTo>
                    <a:pt x="1190820" y="51838"/>
                  </a:lnTo>
                  <a:lnTo>
                    <a:pt x="1181059" y="51562"/>
                  </a:lnTo>
                  <a:lnTo>
                    <a:pt x="1171298" y="51270"/>
                  </a:lnTo>
                  <a:lnTo>
                    <a:pt x="1161537" y="50911"/>
                  </a:lnTo>
                  <a:lnTo>
                    <a:pt x="1151776" y="50647"/>
                  </a:lnTo>
                  <a:lnTo>
                    <a:pt x="1142016" y="50320"/>
                  </a:lnTo>
                  <a:lnTo>
                    <a:pt x="1132255" y="50059"/>
                  </a:lnTo>
                  <a:lnTo>
                    <a:pt x="1122494" y="49796"/>
                  </a:lnTo>
                  <a:lnTo>
                    <a:pt x="1112733" y="49508"/>
                  </a:lnTo>
                  <a:lnTo>
                    <a:pt x="1102972" y="49199"/>
                  </a:lnTo>
                  <a:lnTo>
                    <a:pt x="1093212" y="48883"/>
                  </a:lnTo>
                  <a:lnTo>
                    <a:pt x="1083451" y="48490"/>
                  </a:lnTo>
                  <a:lnTo>
                    <a:pt x="1073690" y="48013"/>
                  </a:lnTo>
                  <a:lnTo>
                    <a:pt x="1063929" y="47653"/>
                  </a:lnTo>
                  <a:lnTo>
                    <a:pt x="1054168" y="47299"/>
                  </a:lnTo>
                  <a:lnTo>
                    <a:pt x="1044407" y="46940"/>
                  </a:lnTo>
                  <a:lnTo>
                    <a:pt x="1034647" y="46574"/>
                  </a:lnTo>
                  <a:lnTo>
                    <a:pt x="1024886" y="46218"/>
                  </a:lnTo>
                  <a:lnTo>
                    <a:pt x="1015125" y="45990"/>
                  </a:lnTo>
                  <a:lnTo>
                    <a:pt x="1005364" y="45581"/>
                  </a:lnTo>
                  <a:lnTo>
                    <a:pt x="995603" y="45058"/>
                  </a:lnTo>
                  <a:lnTo>
                    <a:pt x="985842" y="44649"/>
                  </a:lnTo>
                  <a:lnTo>
                    <a:pt x="976082" y="44244"/>
                  </a:lnTo>
                  <a:lnTo>
                    <a:pt x="966321" y="43869"/>
                  </a:lnTo>
                  <a:lnTo>
                    <a:pt x="956560" y="43419"/>
                  </a:lnTo>
                  <a:lnTo>
                    <a:pt x="946799" y="42812"/>
                  </a:lnTo>
                  <a:lnTo>
                    <a:pt x="937038" y="42260"/>
                  </a:lnTo>
                  <a:lnTo>
                    <a:pt x="927278" y="41734"/>
                  </a:lnTo>
                  <a:lnTo>
                    <a:pt x="917517" y="41198"/>
                  </a:lnTo>
                  <a:lnTo>
                    <a:pt x="907756" y="40708"/>
                  </a:lnTo>
                  <a:lnTo>
                    <a:pt x="897995" y="40270"/>
                  </a:lnTo>
                  <a:lnTo>
                    <a:pt x="888234" y="39824"/>
                  </a:lnTo>
                  <a:lnTo>
                    <a:pt x="878473" y="39218"/>
                  </a:lnTo>
                  <a:lnTo>
                    <a:pt x="868713" y="38576"/>
                  </a:lnTo>
                  <a:lnTo>
                    <a:pt x="858952" y="38113"/>
                  </a:lnTo>
                  <a:lnTo>
                    <a:pt x="849191" y="37643"/>
                  </a:lnTo>
                  <a:lnTo>
                    <a:pt x="839430" y="37048"/>
                  </a:lnTo>
                  <a:lnTo>
                    <a:pt x="829669" y="36442"/>
                  </a:lnTo>
                  <a:lnTo>
                    <a:pt x="819909" y="36029"/>
                  </a:lnTo>
                  <a:lnTo>
                    <a:pt x="810148" y="35611"/>
                  </a:lnTo>
                  <a:lnTo>
                    <a:pt x="800387" y="35187"/>
                  </a:lnTo>
                  <a:lnTo>
                    <a:pt x="790626" y="34576"/>
                  </a:lnTo>
                  <a:lnTo>
                    <a:pt x="780865" y="33882"/>
                  </a:lnTo>
                  <a:lnTo>
                    <a:pt x="771104" y="33259"/>
                  </a:lnTo>
                  <a:lnTo>
                    <a:pt x="761344" y="32771"/>
                  </a:lnTo>
                  <a:lnTo>
                    <a:pt x="751583" y="32407"/>
                  </a:lnTo>
                  <a:lnTo>
                    <a:pt x="741822" y="31539"/>
                  </a:lnTo>
                  <a:lnTo>
                    <a:pt x="732061" y="30649"/>
                  </a:lnTo>
                  <a:lnTo>
                    <a:pt x="722300" y="29965"/>
                  </a:lnTo>
                  <a:lnTo>
                    <a:pt x="712539" y="29451"/>
                  </a:lnTo>
                  <a:lnTo>
                    <a:pt x="702779" y="28929"/>
                  </a:lnTo>
                  <a:lnTo>
                    <a:pt x="693018" y="28443"/>
                  </a:lnTo>
                  <a:lnTo>
                    <a:pt x="683257" y="27878"/>
                  </a:lnTo>
                  <a:lnTo>
                    <a:pt x="673496" y="27324"/>
                  </a:lnTo>
                  <a:lnTo>
                    <a:pt x="663735" y="26732"/>
                  </a:lnTo>
                  <a:lnTo>
                    <a:pt x="653975" y="26194"/>
                  </a:lnTo>
                  <a:lnTo>
                    <a:pt x="644214" y="25700"/>
                  </a:lnTo>
                  <a:lnTo>
                    <a:pt x="634453" y="25095"/>
                  </a:lnTo>
                  <a:lnTo>
                    <a:pt x="624692" y="24382"/>
                  </a:lnTo>
                  <a:lnTo>
                    <a:pt x="614931" y="23604"/>
                  </a:lnTo>
                  <a:lnTo>
                    <a:pt x="605170" y="22812"/>
                  </a:lnTo>
                  <a:lnTo>
                    <a:pt x="595410" y="22047"/>
                  </a:lnTo>
                  <a:lnTo>
                    <a:pt x="585649" y="21401"/>
                  </a:lnTo>
                  <a:lnTo>
                    <a:pt x="575888" y="20583"/>
                  </a:lnTo>
                  <a:lnTo>
                    <a:pt x="566127" y="19730"/>
                  </a:lnTo>
                  <a:lnTo>
                    <a:pt x="556366" y="19479"/>
                  </a:lnTo>
                  <a:lnTo>
                    <a:pt x="546606" y="18767"/>
                  </a:lnTo>
                  <a:lnTo>
                    <a:pt x="536845" y="18196"/>
                  </a:lnTo>
                  <a:lnTo>
                    <a:pt x="527084" y="17523"/>
                  </a:lnTo>
                  <a:lnTo>
                    <a:pt x="517323" y="16955"/>
                  </a:lnTo>
                  <a:lnTo>
                    <a:pt x="507562" y="16324"/>
                  </a:lnTo>
                  <a:lnTo>
                    <a:pt x="497801" y="15641"/>
                  </a:lnTo>
                  <a:lnTo>
                    <a:pt x="488041" y="14831"/>
                  </a:lnTo>
                  <a:lnTo>
                    <a:pt x="478280" y="14026"/>
                  </a:lnTo>
                  <a:lnTo>
                    <a:pt x="468519" y="13188"/>
                  </a:lnTo>
                  <a:lnTo>
                    <a:pt x="458758" y="12348"/>
                  </a:lnTo>
                  <a:lnTo>
                    <a:pt x="448997" y="11502"/>
                  </a:lnTo>
                  <a:lnTo>
                    <a:pt x="439236" y="10731"/>
                  </a:lnTo>
                  <a:lnTo>
                    <a:pt x="429476" y="10108"/>
                  </a:lnTo>
                  <a:lnTo>
                    <a:pt x="419715" y="9717"/>
                  </a:lnTo>
                  <a:lnTo>
                    <a:pt x="409954" y="9371"/>
                  </a:lnTo>
                  <a:lnTo>
                    <a:pt x="400193" y="9004"/>
                  </a:lnTo>
                  <a:lnTo>
                    <a:pt x="390432" y="8533"/>
                  </a:lnTo>
                  <a:lnTo>
                    <a:pt x="380672" y="7737"/>
                  </a:lnTo>
                  <a:lnTo>
                    <a:pt x="370911" y="7365"/>
                  </a:lnTo>
                  <a:lnTo>
                    <a:pt x="361150" y="7094"/>
                  </a:lnTo>
                  <a:lnTo>
                    <a:pt x="351389" y="6937"/>
                  </a:lnTo>
                  <a:lnTo>
                    <a:pt x="341628" y="6577"/>
                  </a:lnTo>
                  <a:lnTo>
                    <a:pt x="331867" y="6012"/>
                  </a:lnTo>
                  <a:lnTo>
                    <a:pt x="322107" y="5796"/>
                  </a:lnTo>
                  <a:lnTo>
                    <a:pt x="312346" y="5319"/>
                  </a:lnTo>
                  <a:lnTo>
                    <a:pt x="302585" y="4844"/>
                  </a:lnTo>
                  <a:lnTo>
                    <a:pt x="292824" y="4616"/>
                  </a:lnTo>
                  <a:lnTo>
                    <a:pt x="283063" y="4308"/>
                  </a:lnTo>
                  <a:lnTo>
                    <a:pt x="273303" y="3909"/>
                  </a:lnTo>
                  <a:lnTo>
                    <a:pt x="263542" y="3005"/>
                  </a:lnTo>
                  <a:lnTo>
                    <a:pt x="253781" y="2718"/>
                  </a:lnTo>
                  <a:lnTo>
                    <a:pt x="244020" y="2773"/>
                  </a:lnTo>
                  <a:lnTo>
                    <a:pt x="234259" y="2365"/>
                  </a:lnTo>
                  <a:lnTo>
                    <a:pt x="224498" y="1699"/>
                  </a:lnTo>
                  <a:lnTo>
                    <a:pt x="214738" y="511"/>
                  </a:lnTo>
                  <a:lnTo>
                    <a:pt x="204977" y="565"/>
                  </a:lnTo>
                  <a:lnTo>
                    <a:pt x="195216" y="522"/>
                  </a:lnTo>
                  <a:lnTo>
                    <a:pt x="185455" y="407"/>
                  </a:lnTo>
                  <a:lnTo>
                    <a:pt x="175694" y="0"/>
                  </a:lnTo>
                  <a:lnTo>
                    <a:pt x="165933" y="6"/>
                  </a:lnTo>
                  <a:lnTo>
                    <a:pt x="156173" y="137"/>
                  </a:lnTo>
                  <a:lnTo>
                    <a:pt x="146412" y="305"/>
                  </a:lnTo>
                  <a:lnTo>
                    <a:pt x="136651" y="773"/>
                  </a:lnTo>
                  <a:lnTo>
                    <a:pt x="126890" y="1117"/>
                  </a:lnTo>
                  <a:lnTo>
                    <a:pt x="117129" y="859"/>
                  </a:lnTo>
                  <a:lnTo>
                    <a:pt x="107369" y="1006"/>
                  </a:lnTo>
                  <a:lnTo>
                    <a:pt x="97608" y="605"/>
                  </a:lnTo>
                  <a:lnTo>
                    <a:pt x="87847" y="381"/>
                  </a:lnTo>
                  <a:lnTo>
                    <a:pt x="78086" y="405"/>
                  </a:lnTo>
                  <a:lnTo>
                    <a:pt x="68325" y="971"/>
                  </a:lnTo>
                  <a:lnTo>
                    <a:pt x="58564" y="1021"/>
                  </a:lnTo>
                  <a:lnTo>
                    <a:pt x="48804" y="1075"/>
                  </a:lnTo>
                  <a:lnTo>
                    <a:pt x="39043" y="1658"/>
                  </a:lnTo>
                  <a:lnTo>
                    <a:pt x="29282" y="1375"/>
                  </a:lnTo>
                  <a:lnTo>
                    <a:pt x="19521" y="1330"/>
                  </a:lnTo>
                  <a:lnTo>
                    <a:pt x="9760" y="1886"/>
                  </a:lnTo>
                  <a:lnTo>
                    <a:pt x="0" y="24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3" name="pl92"/>
            <p:cNvSpPr/>
            <p:nvPr/>
          </p:nvSpPr>
          <p:spPr>
            <a:xfrm>
              <a:off x="6312408" y="4543779"/>
              <a:ext cx="2528052" cy="954846"/>
            </a:xfrm>
            <a:custGeom>
              <a:avLst/>
              <a:pathLst>
                <a:path w="2528052" h="954846">
                  <a:moveTo>
                    <a:pt x="0" y="954846"/>
                  </a:moveTo>
                  <a:lnTo>
                    <a:pt x="9760" y="953263"/>
                  </a:lnTo>
                  <a:lnTo>
                    <a:pt x="19521" y="951747"/>
                  </a:lnTo>
                  <a:lnTo>
                    <a:pt x="29282" y="950280"/>
                  </a:lnTo>
                  <a:lnTo>
                    <a:pt x="39043" y="949215"/>
                  </a:lnTo>
                  <a:lnTo>
                    <a:pt x="48804" y="947640"/>
                  </a:lnTo>
                  <a:lnTo>
                    <a:pt x="58564" y="946269"/>
                  </a:lnTo>
                  <a:lnTo>
                    <a:pt x="68325" y="945080"/>
                  </a:lnTo>
                  <a:lnTo>
                    <a:pt x="78086" y="943834"/>
                  </a:lnTo>
                  <a:lnTo>
                    <a:pt x="87847" y="942600"/>
                  </a:lnTo>
                  <a:lnTo>
                    <a:pt x="97608" y="941001"/>
                  </a:lnTo>
                  <a:lnTo>
                    <a:pt x="107369" y="939497"/>
                  </a:lnTo>
                  <a:lnTo>
                    <a:pt x="117129" y="937834"/>
                  </a:lnTo>
                  <a:lnTo>
                    <a:pt x="126890" y="936340"/>
                  </a:lnTo>
                  <a:lnTo>
                    <a:pt x="136651" y="934575"/>
                  </a:lnTo>
                  <a:lnTo>
                    <a:pt x="146412" y="933209"/>
                  </a:lnTo>
                  <a:lnTo>
                    <a:pt x="156173" y="931873"/>
                  </a:lnTo>
                  <a:lnTo>
                    <a:pt x="165933" y="929892"/>
                  </a:lnTo>
                  <a:lnTo>
                    <a:pt x="175694" y="928195"/>
                  </a:lnTo>
                  <a:lnTo>
                    <a:pt x="185455" y="926607"/>
                  </a:lnTo>
                  <a:lnTo>
                    <a:pt x="195216" y="925022"/>
                  </a:lnTo>
                  <a:lnTo>
                    <a:pt x="204977" y="923439"/>
                  </a:lnTo>
                  <a:lnTo>
                    <a:pt x="214738" y="921939"/>
                  </a:lnTo>
                  <a:lnTo>
                    <a:pt x="224498" y="920224"/>
                  </a:lnTo>
                  <a:lnTo>
                    <a:pt x="234259" y="918408"/>
                  </a:lnTo>
                  <a:lnTo>
                    <a:pt x="244020" y="916879"/>
                  </a:lnTo>
                  <a:lnTo>
                    <a:pt x="253781" y="915171"/>
                  </a:lnTo>
                  <a:lnTo>
                    <a:pt x="263542" y="913163"/>
                  </a:lnTo>
                  <a:lnTo>
                    <a:pt x="273303" y="911317"/>
                  </a:lnTo>
                  <a:lnTo>
                    <a:pt x="283063" y="909546"/>
                  </a:lnTo>
                  <a:lnTo>
                    <a:pt x="292824" y="907758"/>
                  </a:lnTo>
                  <a:lnTo>
                    <a:pt x="302585" y="905879"/>
                  </a:lnTo>
                  <a:lnTo>
                    <a:pt x="312346" y="903957"/>
                  </a:lnTo>
                  <a:lnTo>
                    <a:pt x="322107" y="902108"/>
                  </a:lnTo>
                  <a:lnTo>
                    <a:pt x="331867" y="900348"/>
                  </a:lnTo>
                  <a:lnTo>
                    <a:pt x="341628" y="898536"/>
                  </a:lnTo>
                  <a:lnTo>
                    <a:pt x="351389" y="896853"/>
                  </a:lnTo>
                  <a:lnTo>
                    <a:pt x="361150" y="894936"/>
                  </a:lnTo>
                  <a:lnTo>
                    <a:pt x="370911" y="893314"/>
                  </a:lnTo>
                  <a:lnTo>
                    <a:pt x="380672" y="891162"/>
                  </a:lnTo>
                  <a:lnTo>
                    <a:pt x="390432" y="889376"/>
                  </a:lnTo>
                  <a:lnTo>
                    <a:pt x="400193" y="887931"/>
                  </a:lnTo>
                  <a:lnTo>
                    <a:pt x="409954" y="886200"/>
                  </a:lnTo>
                  <a:lnTo>
                    <a:pt x="419715" y="884177"/>
                  </a:lnTo>
                  <a:lnTo>
                    <a:pt x="429476" y="882373"/>
                  </a:lnTo>
                  <a:lnTo>
                    <a:pt x="439236" y="880284"/>
                  </a:lnTo>
                  <a:lnTo>
                    <a:pt x="448997" y="878390"/>
                  </a:lnTo>
                  <a:lnTo>
                    <a:pt x="458758" y="876141"/>
                  </a:lnTo>
                  <a:lnTo>
                    <a:pt x="468519" y="874070"/>
                  </a:lnTo>
                  <a:lnTo>
                    <a:pt x="478280" y="871890"/>
                  </a:lnTo>
                  <a:lnTo>
                    <a:pt x="488041" y="870060"/>
                  </a:lnTo>
                  <a:lnTo>
                    <a:pt x="497801" y="868083"/>
                  </a:lnTo>
                  <a:lnTo>
                    <a:pt x="507562" y="866046"/>
                  </a:lnTo>
                  <a:lnTo>
                    <a:pt x="517323" y="864079"/>
                  </a:lnTo>
                  <a:lnTo>
                    <a:pt x="527084" y="862102"/>
                  </a:lnTo>
                  <a:lnTo>
                    <a:pt x="536845" y="859858"/>
                  </a:lnTo>
                  <a:lnTo>
                    <a:pt x="546606" y="857702"/>
                  </a:lnTo>
                  <a:lnTo>
                    <a:pt x="556366" y="855536"/>
                  </a:lnTo>
                  <a:lnTo>
                    <a:pt x="566127" y="853447"/>
                  </a:lnTo>
                  <a:lnTo>
                    <a:pt x="575888" y="851070"/>
                  </a:lnTo>
                  <a:lnTo>
                    <a:pt x="585649" y="848937"/>
                  </a:lnTo>
                  <a:lnTo>
                    <a:pt x="595410" y="846895"/>
                  </a:lnTo>
                  <a:lnTo>
                    <a:pt x="605170" y="844658"/>
                  </a:lnTo>
                  <a:lnTo>
                    <a:pt x="614931" y="842619"/>
                  </a:lnTo>
                  <a:lnTo>
                    <a:pt x="624692" y="840077"/>
                  </a:lnTo>
                  <a:lnTo>
                    <a:pt x="634453" y="837930"/>
                  </a:lnTo>
                  <a:lnTo>
                    <a:pt x="644214" y="835498"/>
                  </a:lnTo>
                  <a:lnTo>
                    <a:pt x="653975" y="833528"/>
                  </a:lnTo>
                  <a:lnTo>
                    <a:pt x="663735" y="830875"/>
                  </a:lnTo>
                  <a:lnTo>
                    <a:pt x="673496" y="828831"/>
                  </a:lnTo>
                  <a:lnTo>
                    <a:pt x="683257" y="826513"/>
                  </a:lnTo>
                  <a:lnTo>
                    <a:pt x="693018" y="824179"/>
                  </a:lnTo>
                  <a:lnTo>
                    <a:pt x="702779" y="821520"/>
                  </a:lnTo>
                  <a:lnTo>
                    <a:pt x="712539" y="819596"/>
                  </a:lnTo>
                  <a:lnTo>
                    <a:pt x="722300" y="817116"/>
                  </a:lnTo>
                  <a:lnTo>
                    <a:pt x="732061" y="814689"/>
                  </a:lnTo>
                  <a:lnTo>
                    <a:pt x="741822" y="812444"/>
                  </a:lnTo>
                  <a:lnTo>
                    <a:pt x="751583" y="810187"/>
                  </a:lnTo>
                  <a:lnTo>
                    <a:pt x="761344" y="807811"/>
                  </a:lnTo>
                  <a:lnTo>
                    <a:pt x="771104" y="805433"/>
                  </a:lnTo>
                  <a:lnTo>
                    <a:pt x="780865" y="802720"/>
                  </a:lnTo>
                  <a:lnTo>
                    <a:pt x="790626" y="800189"/>
                  </a:lnTo>
                  <a:lnTo>
                    <a:pt x="800387" y="797881"/>
                  </a:lnTo>
                  <a:lnTo>
                    <a:pt x="810148" y="795169"/>
                  </a:lnTo>
                  <a:lnTo>
                    <a:pt x="819909" y="793089"/>
                  </a:lnTo>
                  <a:lnTo>
                    <a:pt x="829669" y="790468"/>
                  </a:lnTo>
                  <a:lnTo>
                    <a:pt x="839430" y="788116"/>
                  </a:lnTo>
                  <a:lnTo>
                    <a:pt x="849191" y="785598"/>
                  </a:lnTo>
                  <a:lnTo>
                    <a:pt x="858952" y="782753"/>
                  </a:lnTo>
                  <a:lnTo>
                    <a:pt x="868713" y="780449"/>
                  </a:lnTo>
                  <a:lnTo>
                    <a:pt x="878473" y="777707"/>
                  </a:lnTo>
                  <a:lnTo>
                    <a:pt x="888234" y="774614"/>
                  </a:lnTo>
                  <a:lnTo>
                    <a:pt x="897995" y="771570"/>
                  </a:lnTo>
                  <a:lnTo>
                    <a:pt x="907756" y="769037"/>
                  </a:lnTo>
                  <a:lnTo>
                    <a:pt x="917517" y="766842"/>
                  </a:lnTo>
                  <a:lnTo>
                    <a:pt x="927278" y="764016"/>
                  </a:lnTo>
                  <a:lnTo>
                    <a:pt x="937038" y="760933"/>
                  </a:lnTo>
                  <a:lnTo>
                    <a:pt x="946799" y="758415"/>
                  </a:lnTo>
                  <a:lnTo>
                    <a:pt x="956560" y="755602"/>
                  </a:lnTo>
                  <a:lnTo>
                    <a:pt x="966321" y="752876"/>
                  </a:lnTo>
                  <a:lnTo>
                    <a:pt x="976082" y="749829"/>
                  </a:lnTo>
                  <a:lnTo>
                    <a:pt x="985842" y="746823"/>
                  </a:lnTo>
                  <a:lnTo>
                    <a:pt x="995603" y="744007"/>
                  </a:lnTo>
                  <a:lnTo>
                    <a:pt x="1005364" y="741399"/>
                  </a:lnTo>
                  <a:lnTo>
                    <a:pt x="1015125" y="738607"/>
                  </a:lnTo>
                  <a:lnTo>
                    <a:pt x="1024886" y="735821"/>
                  </a:lnTo>
                  <a:lnTo>
                    <a:pt x="1034647" y="733464"/>
                  </a:lnTo>
                  <a:lnTo>
                    <a:pt x="1044407" y="730275"/>
                  </a:lnTo>
                  <a:lnTo>
                    <a:pt x="1054168" y="727458"/>
                  </a:lnTo>
                  <a:lnTo>
                    <a:pt x="1063929" y="724346"/>
                  </a:lnTo>
                  <a:lnTo>
                    <a:pt x="1073690" y="721265"/>
                  </a:lnTo>
                  <a:lnTo>
                    <a:pt x="1083451" y="718662"/>
                  </a:lnTo>
                  <a:lnTo>
                    <a:pt x="1093212" y="715886"/>
                  </a:lnTo>
                  <a:lnTo>
                    <a:pt x="1102972" y="712657"/>
                  </a:lnTo>
                  <a:lnTo>
                    <a:pt x="1112733" y="709531"/>
                  </a:lnTo>
                  <a:lnTo>
                    <a:pt x="1122494" y="706119"/>
                  </a:lnTo>
                  <a:lnTo>
                    <a:pt x="1132255" y="703067"/>
                  </a:lnTo>
                  <a:lnTo>
                    <a:pt x="1142016" y="700073"/>
                  </a:lnTo>
                  <a:lnTo>
                    <a:pt x="1151776" y="696818"/>
                  </a:lnTo>
                  <a:lnTo>
                    <a:pt x="1161537" y="693708"/>
                  </a:lnTo>
                  <a:lnTo>
                    <a:pt x="1171298" y="690703"/>
                  </a:lnTo>
                  <a:lnTo>
                    <a:pt x="1181059" y="687786"/>
                  </a:lnTo>
                  <a:lnTo>
                    <a:pt x="1190820" y="684833"/>
                  </a:lnTo>
                  <a:lnTo>
                    <a:pt x="1200581" y="681942"/>
                  </a:lnTo>
                  <a:lnTo>
                    <a:pt x="1210341" y="678816"/>
                  </a:lnTo>
                  <a:lnTo>
                    <a:pt x="1220102" y="675581"/>
                  </a:lnTo>
                  <a:lnTo>
                    <a:pt x="1229863" y="672266"/>
                  </a:lnTo>
                  <a:lnTo>
                    <a:pt x="1239624" y="668758"/>
                  </a:lnTo>
                  <a:lnTo>
                    <a:pt x="1249385" y="665611"/>
                  </a:lnTo>
                  <a:lnTo>
                    <a:pt x="1259145" y="661975"/>
                  </a:lnTo>
                  <a:lnTo>
                    <a:pt x="1268906" y="658666"/>
                  </a:lnTo>
                  <a:lnTo>
                    <a:pt x="1278667" y="655474"/>
                  </a:lnTo>
                  <a:lnTo>
                    <a:pt x="1288428" y="652282"/>
                  </a:lnTo>
                  <a:lnTo>
                    <a:pt x="1298189" y="648489"/>
                  </a:lnTo>
                  <a:lnTo>
                    <a:pt x="1307950" y="645746"/>
                  </a:lnTo>
                  <a:lnTo>
                    <a:pt x="1317710" y="642644"/>
                  </a:lnTo>
                  <a:lnTo>
                    <a:pt x="1327471" y="639331"/>
                  </a:lnTo>
                  <a:lnTo>
                    <a:pt x="1337232" y="636215"/>
                  </a:lnTo>
                  <a:lnTo>
                    <a:pt x="1346993" y="633229"/>
                  </a:lnTo>
                  <a:lnTo>
                    <a:pt x="1356754" y="629489"/>
                  </a:lnTo>
                  <a:lnTo>
                    <a:pt x="1366515" y="626042"/>
                  </a:lnTo>
                  <a:lnTo>
                    <a:pt x="1376275" y="622857"/>
                  </a:lnTo>
                  <a:lnTo>
                    <a:pt x="1386036" y="619366"/>
                  </a:lnTo>
                  <a:lnTo>
                    <a:pt x="1395797" y="616400"/>
                  </a:lnTo>
                  <a:lnTo>
                    <a:pt x="1405558" y="612233"/>
                  </a:lnTo>
                  <a:lnTo>
                    <a:pt x="1415319" y="608132"/>
                  </a:lnTo>
                  <a:lnTo>
                    <a:pt x="1425079" y="604450"/>
                  </a:lnTo>
                  <a:lnTo>
                    <a:pt x="1434840" y="600437"/>
                  </a:lnTo>
                  <a:lnTo>
                    <a:pt x="1444601" y="596421"/>
                  </a:lnTo>
                  <a:lnTo>
                    <a:pt x="1454362" y="592255"/>
                  </a:lnTo>
                  <a:lnTo>
                    <a:pt x="1464123" y="588503"/>
                  </a:lnTo>
                  <a:lnTo>
                    <a:pt x="1473884" y="585203"/>
                  </a:lnTo>
                  <a:lnTo>
                    <a:pt x="1483644" y="581035"/>
                  </a:lnTo>
                  <a:lnTo>
                    <a:pt x="1493405" y="576891"/>
                  </a:lnTo>
                  <a:lnTo>
                    <a:pt x="1503166" y="572904"/>
                  </a:lnTo>
                  <a:lnTo>
                    <a:pt x="1512927" y="568391"/>
                  </a:lnTo>
                  <a:lnTo>
                    <a:pt x="1522688" y="564961"/>
                  </a:lnTo>
                  <a:lnTo>
                    <a:pt x="1532448" y="561190"/>
                  </a:lnTo>
                  <a:lnTo>
                    <a:pt x="1542209" y="557107"/>
                  </a:lnTo>
                  <a:lnTo>
                    <a:pt x="1551970" y="553106"/>
                  </a:lnTo>
                  <a:lnTo>
                    <a:pt x="1561731" y="549642"/>
                  </a:lnTo>
                  <a:lnTo>
                    <a:pt x="1571492" y="545060"/>
                  </a:lnTo>
                  <a:lnTo>
                    <a:pt x="1581253" y="540836"/>
                  </a:lnTo>
                  <a:lnTo>
                    <a:pt x="1591013" y="536775"/>
                  </a:lnTo>
                  <a:lnTo>
                    <a:pt x="1600774" y="532411"/>
                  </a:lnTo>
                  <a:lnTo>
                    <a:pt x="1610535" y="527793"/>
                  </a:lnTo>
                  <a:lnTo>
                    <a:pt x="1620296" y="523768"/>
                  </a:lnTo>
                  <a:lnTo>
                    <a:pt x="1630057" y="519497"/>
                  </a:lnTo>
                  <a:lnTo>
                    <a:pt x="1639818" y="515212"/>
                  </a:lnTo>
                  <a:lnTo>
                    <a:pt x="1649578" y="511376"/>
                  </a:lnTo>
                  <a:lnTo>
                    <a:pt x="1659339" y="506928"/>
                  </a:lnTo>
                  <a:lnTo>
                    <a:pt x="1669100" y="503225"/>
                  </a:lnTo>
                  <a:lnTo>
                    <a:pt x="1678861" y="498966"/>
                  </a:lnTo>
                  <a:lnTo>
                    <a:pt x="1688622" y="495758"/>
                  </a:lnTo>
                  <a:lnTo>
                    <a:pt x="1698382" y="491928"/>
                  </a:lnTo>
                  <a:lnTo>
                    <a:pt x="1708143" y="487653"/>
                  </a:lnTo>
                  <a:lnTo>
                    <a:pt x="1717904" y="483464"/>
                  </a:lnTo>
                  <a:lnTo>
                    <a:pt x="1727665" y="479331"/>
                  </a:lnTo>
                  <a:lnTo>
                    <a:pt x="1737426" y="474613"/>
                  </a:lnTo>
                  <a:lnTo>
                    <a:pt x="1747187" y="469842"/>
                  </a:lnTo>
                  <a:lnTo>
                    <a:pt x="1756947" y="465186"/>
                  </a:lnTo>
                  <a:lnTo>
                    <a:pt x="1766708" y="460129"/>
                  </a:lnTo>
                  <a:lnTo>
                    <a:pt x="1776469" y="454679"/>
                  </a:lnTo>
                  <a:lnTo>
                    <a:pt x="1786230" y="450470"/>
                  </a:lnTo>
                  <a:lnTo>
                    <a:pt x="1795991" y="446319"/>
                  </a:lnTo>
                  <a:lnTo>
                    <a:pt x="1805752" y="441655"/>
                  </a:lnTo>
                  <a:lnTo>
                    <a:pt x="1815512" y="437717"/>
                  </a:lnTo>
                  <a:lnTo>
                    <a:pt x="1825273" y="432079"/>
                  </a:lnTo>
                  <a:lnTo>
                    <a:pt x="1835034" y="426902"/>
                  </a:lnTo>
                  <a:lnTo>
                    <a:pt x="1844795" y="420981"/>
                  </a:lnTo>
                  <a:lnTo>
                    <a:pt x="1854556" y="415144"/>
                  </a:lnTo>
                  <a:lnTo>
                    <a:pt x="1864316" y="410937"/>
                  </a:lnTo>
                  <a:lnTo>
                    <a:pt x="1874077" y="405648"/>
                  </a:lnTo>
                  <a:lnTo>
                    <a:pt x="1883838" y="400475"/>
                  </a:lnTo>
                  <a:lnTo>
                    <a:pt x="1893599" y="395369"/>
                  </a:lnTo>
                  <a:lnTo>
                    <a:pt x="1903360" y="390443"/>
                  </a:lnTo>
                  <a:lnTo>
                    <a:pt x="1913121" y="384686"/>
                  </a:lnTo>
                  <a:lnTo>
                    <a:pt x="1922881" y="379200"/>
                  </a:lnTo>
                  <a:lnTo>
                    <a:pt x="1932642" y="373845"/>
                  </a:lnTo>
                  <a:lnTo>
                    <a:pt x="1942403" y="369085"/>
                  </a:lnTo>
                  <a:lnTo>
                    <a:pt x="1952164" y="364501"/>
                  </a:lnTo>
                  <a:lnTo>
                    <a:pt x="1961925" y="359458"/>
                  </a:lnTo>
                  <a:lnTo>
                    <a:pt x="1971685" y="354985"/>
                  </a:lnTo>
                  <a:lnTo>
                    <a:pt x="1981446" y="349495"/>
                  </a:lnTo>
                  <a:lnTo>
                    <a:pt x="1991207" y="344570"/>
                  </a:lnTo>
                  <a:lnTo>
                    <a:pt x="2000968" y="338724"/>
                  </a:lnTo>
                  <a:lnTo>
                    <a:pt x="2010729" y="333130"/>
                  </a:lnTo>
                  <a:lnTo>
                    <a:pt x="2020490" y="327620"/>
                  </a:lnTo>
                  <a:lnTo>
                    <a:pt x="2030250" y="323366"/>
                  </a:lnTo>
                  <a:lnTo>
                    <a:pt x="2040011" y="318413"/>
                  </a:lnTo>
                  <a:lnTo>
                    <a:pt x="2049772" y="312588"/>
                  </a:lnTo>
                  <a:lnTo>
                    <a:pt x="2059533" y="306290"/>
                  </a:lnTo>
                  <a:lnTo>
                    <a:pt x="2069294" y="300020"/>
                  </a:lnTo>
                  <a:lnTo>
                    <a:pt x="2079055" y="294419"/>
                  </a:lnTo>
                  <a:lnTo>
                    <a:pt x="2088815" y="288411"/>
                  </a:lnTo>
                  <a:lnTo>
                    <a:pt x="2098576" y="282698"/>
                  </a:lnTo>
                  <a:lnTo>
                    <a:pt x="2108337" y="277281"/>
                  </a:lnTo>
                  <a:lnTo>
                    <a:pt x="2118098" y="271328"/>
                  </a:lnTo>
                  <a:lnTo>
                    <a:pt x="2127859" y="266692"/>
                  </a:lnTo>
                  <a:lnTo>
                    <a:pt x="2137619" y="261120"/>
                  </a:lnTo>
                  <a:lnTo>
                    <a:pt x="2147380" y="255045"/>
                  </a:lnTo>
                  <a:lnTo>
                    <a:pt x="2157141" y="248717"/>
                  </a:lnTo>
                  <a:lnTo>
                    <a:pt x="2166902" y="242010"/>
                  </a:lnTo>
                  <a:lnTo>
                    <a:pt x="2176663" y="235564"/>
                  </a:lnTo>
                  <a:lnTo>
                    <a:pt x="2186424" y="228743"/>
                  </a:lnTo>
                  <a:lnTo>
                    <a:pt x="2196184" y="222953"/>
                  </a:lnTo>
                  <a:lnTo>
                    <a:pt x="2205945" y="216094"/>
                  </a:lnTo>
                  <a:lnTo>
                    <a:pt x="2215706" y="210456"/>
                  </a:lnTo>
                  <a:lnTo>
                    <a:pt x="2225467" y="204690"/>
                  </a:lnTo>
                  <a:lnTo>
                    <a:pt x="2235228" y="197753"/>
                  </a:lnTo>
                  <a:lnTo>
                    <a:pt x="2244988" y="191154"/>
                  </a:lnTo>
                  <a:lnTo>
                    <a:pt x="2254749" y="185635"/>
                  </a:lnTo>
                  <a:lnTo>
                    <a:pt x="2264510" y="180172"/>
                  </a:lnTo>
                  <a:lnTo>
                    <a:pt x="2274271" y="174469"/>
                  </a:lnTo>
                  <a:lnTo>
                    <a:pt x="2284032" y="168215"/>
                  </a:lnTo>
                  <a:lnTo>
                    <a:pt x="2293793" y="161101"/>
                  </a:lnTo>
                  <a:lnTo>
                    <a:pt x="2303553" y="155054"/>
                  </a:lnTo>
                  <a:lnTo>
                    <a:pt x="2313314" y="149810"/>
                  </a:lnTo>
                  <a:lnTo>
                    <a:pt x="2323075" y="142948"/>
                  </a:lnTo>
                  <a:lnTo>
                    <a:pt x="2332836" y="136056"/>
                  </a:lnTo>
                  <a:lnTo>
                    <a:pt x="2342597" y="129779"/>
                  </a:lnTo>
                  <a:lnTo>
                    <a:pt x="2352358" y="122941"/>
                  </a:lnTo>
                  <a:lnTo>
                    <a:pt x="2362118" y="116234"/>
                  </a:lnTo>
                  <a:lnTo>
                    <a:pt x="2371879" y="110226"/>
                  </a:lnTo>
                  <a:lnTo>
                    <a:pt x="2381640" y="103753"/>
                  </a:lnTo>
                  <a:lnTo>
                    <a:pt x="2391401" y="97549"/>
                  </a:lnTo>
                  <a:lnTo>
                    <a:pt x="2401162" y="90974"/>
                  </a:lnTo>
                  <a:lnTo>
                    <a:pt x="2410922" y="84424"/>
                  </a:lnTo>
                  <a:lnTo>
                    <a:pt x="2420683" y="77141"/>
                  </a:lnTo>
                  <a:lnTo>
                    <a:pt x="2430444" y="70266"/>
                  </a:lnTo>
                  <a:lnTo>
                    <a:pt x="2440205" y="64029"/>
                  </a:lnTo>
                  <a:lnTo>
                    <a:pt x="2449966" y="56780"/>
                  </a:lnTo>
                  <a:lnTo>
                    <a:pt x="2459727" y="49646"/>
                  </a:lnTo>
                  <a:lnTo>
                    <a:pt x="2469487" y="42866"/>
                  </a:lnTo>
                  <a:lnTo>
                    <a:pt x="2479248" y="35521"/>
                  </a:lnTo>
                  <a:lnTo>
                    <a:pt x="2489009" y="28260"/>
                  </a:lnTo>
                  <a:lnTo>
                    <a:pt x="2498770" y="21039"/>
                  </a:lnTo>
                  <a:lnTo>
                    <a:pt x="2508531" y="13403"/>
                  </a:lnTo>
                  <a:lnTo>
                    <a:pt x="2518291" y="6393"/>
                  </a:lnTo>
                  <a:lnTo>
                    <a:pt x="2528052" y="0"/>
                  </a:lnTo>
                </a:path>
              </a:pathLst>
            </a:custGeom>
            <a:ln w="18970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3"/>
            <p:cNvSpPr/>
            <p:nvPr/>
          </p:nvSpPr>
          <p:spPr>
            <a:xfrm>
              <a:off x="6312408" y="4842326"/>
              <a:ext cx="2528052" cy="740294"/>
            </a:xfrm>
            <a:custGeom>
              <a:avLst/>
              <a:pathLst>
                <a:path w="2528052" h="740294">
                  <a:moveTo>
                    <a:pt x="0" y="740294"/>
                  </a:moveTo>
                  <a:lnTo>
                    <a:pt x="9760" y="739471"/>
                  </a:lnTo>
                  <a:lnTo>
                    <a:pt x="19521" y="738629"/>
                  </a:lnTo>
                  <a:lnTo>
                    <a:pt x="29282" y="737897"/>
                  </a:lnTo>
                  <a:lnTo>
                    <a:pt x="39043" y="737184"/>
                  </a:lnTo>
                  <a:lnTo>
                    <a:pt x="48804" y="736273"/>
                  </a:lnTo>
                  <a:lnTo>
                    <a:pt x="58564" y="735442"/>
                  </a:lnTo>
                  <a:lnTo>
                    <a:pt x="68325" y="734543"/>
                  </a:lnTo>
                  <a:lnTo>
                    <a:pt x="78086" y="733614"/>
                  </a:lnTo>
                  <a:lnTo>
                    <a:pt x="87847" y="732737"/>
                  </a:lnTo>
                  <a:lnTo>
                    <a:pt x="97608" y="731613"/>
                  </a:lnTo>
                  <a:lnTo>
                    <a:pt x="107369" y="730598"/>
                  </a:lnTo>
                  <a:lnTo>
                    <a:pt x="117129" y="729610"/>
                  </a:lnTo>
                  <a:lnTo>
                    <a:pt x="126890" y="728449"/>
                  </a:lnTo>
                  <a:lnTo>
                    <a:pt x="136651" y="727533"/>
                  </a:lnTo>
                  <a:lnTo>
                    <a:pt x="146412" y="726449"/>
                  </a:lnTo>
                  <a:lnTo>
                    <a:pt x="156173" y="725441"/>
                  </a:lnTo>
                  <a:lnTo>
                    <a:pt x="165933" y="724424"/>
                  </a:lnTo>
                  <a:lnTo>
                    <a:pt x="175694" y="723478"/>
                  </a:lnTo>
                  <a:lnTo>
                    <a:pt x="185455" y="722318"/>
                  </a:lnTo>
                  <a:lnTo>
                    <a:pt x="195216" y="721361"/>
                  </a:lnTo>
                  <a:lnTo>
                    <a:pt x="204977" y="720279"/>
                  </a:lnTo>
                  <a:lnTo>
                    <a:pt x="214738" y="719291"/>
                  </a:lnTo>
                  <a:lnTo>
                    <a:pt x="224498" y="718203"/>
                  </a:lnTo>
                  <a:lnTo>
                    <a:pt x="234259" y="717226"/>
                  </a:lnTo>
                  <a:lnTo>
                    <a:pt x="244020" y="716293"/>
                  </a:lnTo>
                  <a:lnTo>
                    <a:pt x="253781" y="715182"/>
                  </a:lnTo>
                  <a:lnTo>
                    <a:pt x="263542" y="713940"/>
                  </a:lnTo>
                  <a:lnTo>
                    <a:pt x="273303" y="713137"/>
                  </a:lnTo>
                  <a:lnTo>
                    <a:pt x="283063" y="712088"/>
                  </a:lnTo>
                  <a:lnTo>
                    <a:pt x="292824" y="711198"/>
                  </a:lnTo>
                  <a:lnTo>
                    <a:pt x="302585" y="709896"/>
                  </a:lnTo>
                  <a:lnTo>
                    <a:pt x="312346" y="708797"/>
                  </a:lnTo>
                  <a:lnTo>
                    <a:pt x="322107" y="707659"/>
                  </a:lnTo>
                  <a:lnTo>
                    <a:pt x="331867" y="706523"/>
                  </a:lnTo>
                  <a:lnTo>
                    <a:pt x="341628" y="705283"/>
                  </a:lnTo>
                  <a:lnTo>
                    <a:pt x="351389" y="703964"/>
                  </a:lnTo>
                  <a:lnTo>
                    <a:pt x="361150" y="702632"/>
                  </a:lnTo>
                  <a:lnTo>
                    <a:pt x="370911" y="701372"/>
                  </a:lnTo>
                  <a:lnTo>
                    <a:pt x="380672" y="700009"/>
                  </a:lnTo>
                  <a:lnTo>
                    <a:pt x="390432" y="698683"/>
                  </a:lnTo>
                  <a:lnTo>
                    <a:pt x="400193" y="697579"/>
                  </a:lnTo>
                  <a:lnTo>
                    <a:pt x="409954" y="696416"/>
                  </a:lnTo>
                  <a:lnTo>
                    <a:pt x="419715" y="694917"/>
                  </a:lnTo>
                  <a:lnTo>
                    <a:pt x="429476" y="693665"/>
                  </a:lnTo>
                  <a:lnTo>
                    <a:pt x="439236" y="692553"/>
                  </a:lnTo>
                  <a:lnTo>
                    <a:pt x="448997" y="691132"/>
                  </a:lnTo>
                  <a:lnTo>
                    <a:pt x="458758" y="689787"/>
                  </a:lnTo>
                  <a:lnTo>
                    <a:pt x="468519" y="688728"/>
                  </a:lnTo>
                  <a:lnTo>
                    <a:pt x="478280" y="687502"/>
                  </a:lnTo>
                  <a:lnTo>
                    <a:pt x="488041" y="685921"/>
                  </a:lnTo>
                  <a:lnTo>
                    <a:pt x="497801" y="684391"/>
                  </a:lnTo>
                  <a:lnTo>
                    <a:pt x="507562" y="683062"/>
                  </a:lnTo>
                  <a:lnTo>
                    <a:pt x="517323" y="681631"/>
                  </a:lnTo>
                  <a:lnTo>
                    <a:pt x="527084" y="680343"/>
                  </a:lnTo>
                  <a:lnTo>
                    <a:pt x="536845" y="678632"/>
                  </a:lnTo>
                  <a:lnTo>
                    <a:pt x="546606" y="677127"/>
                  </a:lnTo>
                  <a:lnTo>
                    <a:pt x="556366" y="675640"/>
                  </a:lnTo>
                  <a:lnTo>
                    <a:pt x="566127" y="674320"/>
                  </a:lnTo>
                  <a:lnTo>
                    <a:pt x="575888" y="673017"/>
                  </a:lnTo>
                  <a:lnTo>
                    <a:pt x="585649" y="671471"/>
                  </a:lnTo>
                  <a:lnTo>
                    <a:pt x="595410" y="670056"/>
                  </a:lnTo>
                  <a:lnTo>
                    <a:pt x="605170" y="668509"/>
                  </a:lnTo>
                  <a:lnTo>
                    <a:pt x="614931" y="666874"/>
                  </a:lnTo>
                  <a:lnTo>
                    <a:pt x="624692" y="665880"/>
                  </a:lnTo>
                  <a:lnTo>
                    <a:pt x="634453" y="664628"/>
                  </a:lnTo>
                  <a:lnTo>
                    <a:pt x="644214" y="662837"/>
                  </a:lnTo>
                  <a:lnTo>
                    <a:pt x="653975" y="660952"/>
                  </a:lnTo>
                  <a:lnTo>
                    <a:pt x="663735" y="659480"/>
                  </a:lnTo>
                  <a:lnTo>
                    <a:pt x="673496" y="657872"/>
                  </a:lnTo>
                  <a:lnTo>
                    <a:pt x="683257" y="656310"/>
                  </a:lnTo>
                  <a:lnTo>
                    <a:pt x="693018" y="655016"/>
                  </a:lnTo>
                  <a:lnTo>
                    <a:pt x="702779" y="653379"/>
                  </a:lnTo>
                  <a:lnTo>
                    <a:pt x="712539" y="651624"/>
                  </a:lnTo>
                  <a:lnTo>
                    <a:pt x="722300" y="650023"/>
                  </a:lnTo>
                  <a:lnTo>
                    <a:pt x="732061" y="648433"/>
                  </a:lnTo>
                  <a:lnTo>
                    <a:pt x="741822" y="646742"/>
                  </a:lnTo>
                  <a:lnTo>
                    <a:pt x="751583" y="644898"/>
                  </a:lnTo>
                  <a:lnTo>
                    <a:pt x="761344" y="642926"/>
                  </a:lnTo>
                  <a:lnTo>
                    <a:pt x="771104" y="641453"/>
                  </a:lnTo>
                  <a:lnTo>
                    <a:pt x="780865" y="639577"/>
                  </a:lnTo>
                  <a:lnTo>
                    <a:pt x="790626" y="637949"/>
                  </a:lnTo>
                  <a:lnTo>
                    <a:pt x="800387" y="636141"/>
                  </a:lnTo>
                  <a:lnTo>
                    <a:pt x="810148" y="634178"/>
                  </a:lnTo>
                  <a:lnTo>
                    <a:pt x="819909" y="632417"/>
                  </a:lnTo>
                  <a:lnTo>
                    <a:pt x="829669" y="630781"/>
                  </a:lnTo>
                  <a:lnTo>
                    <a:pt x="839430" y="628825"/>
                  </a:lnTo>
                  <a:lnTo>
                    <a:pt x="849191" y="626881"/>
                  </a:lnTo>
                  <a:lnTo>
                    <a:pt x="858952" y="625330"/>
                  </a:lnTo>
                  <a:lnTo>
                    <a:pt x="868713" y="623302"/>
                  </a:lnTo>
                  <a:lnTo>
                    <a:pt x="878473" y="621633"/>
                  </a:lnTo>
                  <a:lnTo>
                    <a:pt x="888234" y="619997"/>
                  </a:lnTo>
                  <a:lnTo>
                    <a:pt x="897995" y="617993"/>
                  </a:lnTo>
                  <a:lnTo>
                    <a:pt x="907756" y="615979"/>
                  </a:lnTo>
                  <a:lnTo>
                    <a:pt x="917517" y="613837"/>
                  </a:lnTo>
                  <a:lnTo>
                    <a:pt x="927278" y="611674"/>
                  </a:lnTo>
                  <a:lnTo>
                    <a:pt x="937038" y="609525"/>
                  </a:lnTo>
                  <a:lnTo>
                    <a:pt x="946799" y="607647"/>
                  </a:lnTo>
                  <a:lnTo>
                    <a:pt x="956560" y="605577"/>
                  </a:lnTo>
                  <a:lnTo>
                    <a:pt x="966321" y="603704"/>
                  </a:lnTo>
                  <a:lnTo>
                    <a:pt x="976082" y="601626"/>
                  </a:lnTo>
                  <a:lnTo>
                    <a:pt x="985842" y="599676"/>
                  </a:lnTo>
                  <a:lnTo>
                    <a:pt x="995603" y="598095"/>
                  </a:lnTo>
                  <a:lnTo>
                    <a:pt x="1005364" y="596046"/>
                  </a:lnTo>
                  <a:lnTo>
                    <a:pt x="1015125" y="594123"/>
                  </a:lnTo>
                  <a:lnTo>
                    <a:pt x="1024886" y="591798"/>
                  </a:lnTo>
                  <a:lnTo>
                    <a:pt x="1034647" y="589551"/>
                  </a:lnTo>
                  <a:lnTo>
                    <a:pt x="1044407" y="587573"/>
                  </a:lnTo>
                  <a:lnTo>
                    <a:pt x="1054168" y="585447"/>
                  </a:lnTo>
                  <a:lnTo>
                    <a:pt x="1063929" y="583381"/>
                  </a:lnTo>
                  <a:lnTo>
                    <a:pt x="1073690" y="581324"/>
                  </a:lnTo>
                  <a:lnTo>
                    <a:pt x="1083451" y="579135"/>
                  </a:lnTo>
                  <a:lnTo>
                    <a:pt x="1093212" y="576845"/>
                  </a:lnTo>
                  <a:lnTo>
                    <a:pt x="1102972" y="574615"/>
                  </a:lnTo>
                  <a:lnTo>
                    <a:pt x="1112733" y="572034"/>
                  </a:lnTo>
                  <a:lnTo>
                    <a:pt x="1122494" y="569576"/>
                  </a:lnTo>
                  <a:lnTo>
                    <a:pt x="1132255" y="567025"/>
                  </a:lnTo>
                  <a:lnTo>
                    <a:pt x="1142016" y="564481"/>
                  </a:lnTo>
                  <a:lnTo>
                    <a:pt x="1151776" y="562444"/>
                  </a:lnTo>
                  <a:lnTo>
                    <a:pt x="1161537" y="560544"/>
                  </a:lnTo>
                  <a:lnTo>
                    <a:pt x="1171298" y="558407"/>
                  </a:lnTo>
                  <a:lnTo>
                    <a:pt x="1181059" y="556430"/>
                  </a:lnTo>
                  <a:lnTo>
                    <a:pt x="1190820" y="553431"/>
                  </a:lnTo>
                  <a:lnTo>
                    <a:pt x="1200581" y="551222"/>
                  </a:lnTo>
                  <a:lnTo>
                    <a:pt x="1210341" y="548595"/>
                  </a:lnTo>
                  <a:lnTo>
                    <a:pt x="1220102" y="546008"/>
                  </a:lnTo>
                  <a:lnTo>
                    <a:pt x="1229863" y="543918"/>
                  </a:lnTo>
                  <a:lnTo>
                    <a:pt x="1239624" y="541721"/>
                  </a:lnTo>
                  <a:lnTo>
                    <a:pt x="1249385" y="539218"/>
                  </a:lnTo>
                  <a:lnTo>
                    <a:pt x="1259145" y="536822"/>
                  </a:lnTo>
                  <a:lnTo>
                    <a:pt x="1268906" y="534266"/>
                  </a:lnTo>
                  <a:lnTo>
                    <a:pt x="1278667" y="531310"/>
                  </a:lnTo>
                  <a:lnTo>
                    <a:pt x="1288428" y="528494"/>
                  </a:lnTo>
                  <a:lnTo>
                    <a:pt x="1298189" y="525812"/>
                  </a:lnTo>
                  <a:lnTo>
                    <a:pt x="1307950" y="523519"/>
                  </a:lnTo>
                  <a:lnTo>
                    <a:pt x="1317710" y="521013"/>
                  </a:lnTo>
                  <a:lnTo>
                    <a:pt x="1327471" y="518109"/>
                  </a:lnTo>
                  <a:lnTo>
                    <a:pt x="1337232" y="515436"/>
                  </a:lnTo>
                  <a:lnTo>
                    <a:pt x="1346993" y="512474"/>
                  </a:lnTo>
                  <a:lnTo>
                    <a:pt x="1356754" y="509781"/>
                  </a:lnTo>
                  <a:lnTo>
                    <a:pt x="1366515" y="507036"/>
                  </a:lnTo>
                  <a:lnTo>
                    <a:pt x="1376275" y="504358"/>
                  </a:lnTo>
                  <a:lnTo>
                    <a:pt x="1386036" y="501520"/>
                  </a:lnTo>
                  <a:lnTo>
                    <a:pt x="1395797" y="498943"/>
                  </a:lnTo>
                  <a:lnTo>
                    <a:pt x="1405558" y="496436"/>
                  </a:lnTo>
                  <a:lnTo>
                    <a:pt x="1415319" y="493876"/>
                  </a:lnTo>
                  <a:lnTo>
                    <a:pt x="1425079" y="491503"/>
                  </a:lnTo>
                  <a:lnTo>
                    <a:pt x="1434840" y="488475"/>
                  </a:lnTo>
                  <a:lnTo>
                    <a:pt x="1444601" y="484984"/>
                  </a:lnTo>
                  <a:lnTo>
                    <a:pt x="1454362" y="481882"/>
                  </a:lnTo>
                  <a:lnTo>
                    <a:pt x="1464123" y="479320"/>
                  </a:lnTo>
                  <a:lnTo>
                    <a:pt x="1473884" y="476874"/>
                  </a:lnTo>
                  <a:lnTo>
                    <a:pt x="1483644" y="474132"/>
                  </a:lnTo>
                  <a:lnTo>
                    <a:pt x="1493405" y="471178"/>
                  </a:lnTo>
                  <a:lnTo>
                    <a:pt x="1503166" y="468383"/>
                  </a:lnTo>
                  <a:lnTo>
                    <a:pt x="1512927" y="465616"/>
                  </a:lnTo>
                  <a:lnTo>
                    <a:pt x="1522688" y="463269"/>
                  </a:lnTo>
                  <a:lnTo>
                    <a:pt x="1532448" y="460450"/>
                  </a:lnTo>
                  <a:lnTo>
                    <a:pt x="1542209" y="457328"/>
                  </a:lnTo>
                  <a:lnTo>
                    <a:pt x="1551970" y="454281"/>
                  </a:lnTo>
                  <a:lnTo>
                    <a:pt x="1561731" y="450356"/>
                  </a:lnTo>
                  <a:lnTo>
                    <a:pt x="1571492" y="446714"/>
                  </a:lnTo>
                  <a:lnTo>
                    <a:pt x="1581253" y="443475"/>
                  </a:lnTo>
                  <a:lnTo>
                    <a:pt x="1591013" y="440284"/>
                  </a:lnTo>
                  <a:lnTo>
                    <a:pt x="1600774" y="436911"/>
                  </a:lnTo>
                  <a:lnTo>
                    <a:pt x="1610535" y="434004"/>
                  </a:lnTo>
                  <a:lnTo>
                    <a:pt x="1620296" y="431283"/>
                  </a:lnTo>
                  <a:lnTo>
                    <a:pt x="1630057" y="428116"/>
                  </a:lnTo>
                  <a:lnTo>
                    <a:pt x="1639818" y="424884"/>
                  </a:lnTo>
                  <a:lnTo>
                    <a:pt x="1649578" y="421825"/>
                  </a:lnTo>
                  <a:lnTo>
                    <a:pt x="1659339" y="418604"/>
                  </a:lnTo>
                  <a:lnTo>
                    <a:pt x="1669100" y="415450"/>
                  </a:lnTo>
                  <a:lnTo>
                    <a:pt x="1678861" y="412359"/>
                  </a:lnTo>
                  <a:lnTo>
                    <a:pt x="1688622" y="409333"/>
                  </a:lnTo>
                  <a:lnTo>
                    <a:pt x="1698382" y="405990"/>
                  </a:lnTo>
                  <a:lnTo>
                    <a:pt x="1708143" y="402403"/>
                  </a:lnTo>
                  <a:lnTo>
                    <a:pt x="1717904" y="399128"/>
                  </a:lnTo>
                  <a:lnTo>
                    <a:pt x="1727665" y="395529"/>
                  </a:lnTo>
                  <a:lnTo>
                    <a:pt x="1737426" y="392392"/>
                  </a:lnTo>
                  <a:lnTo>
                    <a:pt x="1747187" y="389212"/>
                  </a:lnTo>
                  <a:lnTo>
                    <a:pt x="1756947" y="385282"/>
                  </a:lnTo>
                  <a:lnTo>
                    <a:pt x="1766708" y="381349"/>
                  </a:lnTo>
                  <a:lnTo>
                    <a:pt x="1776469" y="377949"/>
                  </a:lnTo>
                  <a:lnTo>
                    <a:pt x="1786230" y="374526"/>
                  </a:lnTo>
                  <a:lnTo>
                    <a:pt x="1795991" y="370938"/>
                  </a:lnTo>
                  <a:lnTo>
                    <a:pt x="1805752" y="367104"/>
                  </a:lnTo>
                  <a:lnTo>
                    <a:pt x="1815512" y="362604"/>
                  </a:lnTo>
                  <a:lnTo>
                    <a:pt x="1825273" y="358707"/>
                  </a:lnTo>
                  <a:lnTo>
                    <a:pt x="1835034" y="354469"/>
                  </a:lnTo>
                  <a:lnTo>
                    <a:pt x="1844795" y="350654"/>
                  </a:lnTo>
                  <a:lnTo>
                    <a:pt x="1854556" y="346768"/>
                  </a:lnTo>
                  <a:lnTo>
                    <a:pt x="1864316" y="342608"/>
                  </a:lnTo>
                  <a:lnTo>
                    <a:pt x="1874077" y="338363"/>
                  </a:lnTo>
                  <a:lnTo>
                    <a:pt x="1883838" y="334339"/>
                  </a:lnTo>
                  <a:lnTo>
                    <a:pt x="1893599" y="330590"/>
                  </a:lnTo>
                  <a:lnTo>
                    <a:pt x="1903360" y="326679"/>
                  </a:lnTo>
                  <a:lnTo>
                    <a:pt x="1913121" y="323057"/>
                  </a:lnTo>
                  <a:lnTo>
                    <a:pt x="1922881" y="319418"/>
                  </a:lnTo>
                  <a:lnTo>
                    <a:pt x="1932642" y="315517"/>
                  </a:lnTo>
                  <a:lnTo>
                    <a:pt x="1942403" y="311782"/>
                  </a:lnTo>
                  <a:lnTo>
                    <a:pt x="1952164" y="307524"/>
                  </a:lnTo>
                  <a:lnTo>
                    <a:pt x="1961925" y="303252"/>
                  </a:lnTo>
                  <a:lnTo>
                    <a:pt x="1971685" y="299052"/>
                  </a:lnTo>
                  <a:lnTo>
                    <a:pt x="1981446" y="294808"/>
                  </a:lnTo>
                  <a:lnTo>
                    <a:pt x="1991207" y="289944"/>
                  </a:lnTo>
                  <a:lnTo>
                    <a:pt x="2000968" y="285249"/>
                  </a:lnTo>
                  <a:lnTo>
                    <a:pt x="2010729" y="280384"/>
                  </a:lnTo>
                  <a:lnTo>
                    <a:pt x="2020490" y="275773"/>
                  </a:lnTo>
                  <a:lnTo>
                    <a:pt x="2030250" y="271133"/>
                  </a:lnTo>
                  <a:lnTo>
                    <a:pt x="2040011" y="266386"/>
                  </a:lnTo>
                  <a:lnTo>
                    <a:pt x="2049772" y="262203"/>
                  </a:lnTo>
                  <a:lnTo>
                    <a:pt x="2059533" y="258024"/>
                  </a:lnTo>
                  <a:lnTo>
                    <a:pt x="2069294" y="253940"/>
                  </a:lnTo>
                  <a:lnTo>
                    <a:pt x="2079055" y="249682"/>
                  </a:lnTo>
                  <a:lnTo>
                    <a:pt x="2088815" y="244992"/>
                  </a:lnTo>
                  <a:lnTo>
                    <a:pt x="2098576" y="239954"/>
                  </a:lnTo>
                  <a:lnTo>
                    <a:pt x="2108337" y="234907"/>
                  </a:lnTo>
                  <a:lnTo>
                    <a:pt x="2118098" y="229972"/>
                  </a:lnTo>
                  <a:lnTo>
                    <a:pt x="2127859" y="224812"/>
                  </a:lnTo>
                  <a:lnTo>
                    <a:pt x="2137619" y="220512"/>
                  </a:lnTo>
                  <a:lnTo>
                    <a:pt x="2147380" y="215882"/>
                  </a:lnTo>
                  <a:lnTo>
                    <a:pt x="2157141" y="210992"/>
                  </a:lnTo>
                  <a:lnTo>
                    <a:pt x="2166902" y="206554"/>
                  </a:lnTo>
                  <a:lnTo>
                    <a:pt x="2176663" y="202646"/>
                  </a:lnTo>
                  <a:lnTo>
                    <a:pt x="2186424" y="197587"/>
                  </a:lnTo>
                  <a:lnTo>
                    <a:pt x="2196184" y="192770"/>
                  </a:lnTo>
                  <a:lnTo>
                    <a:pt x="2205945" y="187591"/>
                  </a:lnTo>
                  <a:lnTo>
                    <a:pt x="2215706" y="182506"/>
                  </a:lnTo>
                  <a:lnTo>
                    <a:pt x="2225467" y="177054"/>
                  </a:lnTo>
                  <a:lnTo>
                    <a:pt x="2235228" y="172625"/>
                  </a:lnTo>
                  <a:lnTo>
                    <a:pt x="2244988" y="167898"/>
                  </a:lnTo>
                  <a:lnTo>
                    <a:pt x="2254749" y="162811"/>
                  </a:lnTo>
                  <a:lnTo>
                    <a:pt x="2264510" y="157877"/>
                  </a:lnTo>
                  <a:lnTo>
                    <a:pt x="2274271" y="152720"/>
                  </a:lnTo>
                  <a:lnTo>
                    <a:pt x="2284032" y="147868"/>
                  </a:lnTo>
                  <a:lnTo>
                    <a:pt x="2293793" y="141826"/>
                  </a:lnTo>
                  <a:lnTo>
                    <a:pt x="2303553" y="136611"/>
                  </a:lnTo>
                  <a:lnTo>
                    <a:pt x="2313314" y="130387"/>
                  </a:lnTo>
                  <a:lnTo>
                    <a:pt x="2323075" y="124501"/>
                  </a:lnTo>
                  <a:lnTo>
                    <a:pt x="2332836" y="119578"/>
                  </a:lnTo>
                  <a:lnTo>
                    <a:pt x="2342597" y="113919"/>
                  </a:lnTo>
                  <a:lnTo>
                    <a:pt x="2352358" y="107829"/>
                  </a:lnTo>
                  <a:lnTo>
                    <a:pt x="2362118" y="101928"/>
                  </a:lnTo>
                  <a:lnTo>
                    <a:pt x="2371879" y="96104"/>
                  </a:lnTo>
                  <a:lnTo>
                    <a:pt x="2381640" y="90082"/>
                  </a:lnTo>
                  <a:lnTo>
                    <a:pt x="2391401" y="84517"/>
                  </a:lnTo>
                  <a:lnTo>
                    <a:pt x="2401162" y="79146"/>
                  </a:lnTo>
                  <a:lnTo>
                    <a:pt x="2410922" y="73355"/>
                  </a:lnTo>
                  <a:lnTo>
                    <a:pt x="2420683" y="67481"/>
                  </a:lnTo>
                  <a:lnTo>
                    <a:pt x="2430444" y="61418"/>
                  </a:lnTo>
                  <a:lnTo>
                    <a:pt x="2440205" y="55434"/>
                  </a:lnTo>
                  <a:lnTo>
                    <a:pt x="2449966" y="50019"/>
                  </a:lnTo>
                  <a:lnTo>
                    <a:pt x="2459727" y="44230"/>
                  </a:lnTo>
                  <a:lnTo>
                    <a:pt x="2469487" y="37856"/>
                  </a:lnTo>
                  <a:lnTo>
                    <a:pt x="2479248" y="31438"/>
                  </a:lnTo>
                  <a:lnTo>
                    <a:pt x="2489009" y="24974"/>
                  </a:lnTo>
                  <a:lnTo>
                    <a:pt x="2498770" y="18130"/>
                  </a:lnTo>
                  <a:lnTo>
                    <a:pt x="2508531" y="12008"/>
                  </a:lnTo>
                  <a:lnTo>
                    <a:pt x="2518291" y="6169"/>
                  </a:lnTo>
                  <a:lnTo>
                    <a:pt x="2528052" y="0"/>
                  </a:lnTo>
                </a:path>
              </a:pathLst>
            </a:custGeom>
            <a:ln w="1897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l94"/>
            <p:cNvSpPr/>
            <p:nvPr/>
          </p:nvSpPr>
          <p:spPr>
            <a:xfrm>
              <a:off x="6312408" y="5500156"/>
              <a:ext cx="2528052" cy="159081"/>
            </a:xfrm>
            <a:custGeom>
              <a:avLst/>
              <a:pathLst>
                <a:path w="2528052" h="159081">
                  <a:moveTo>
                    <a:pt x="0" y="0"/>
                  </a:moveTo>
                  <a:lnTo>
                    <a:pt x="9760" y="1487"/>
                  </a:lnTo>
                  <a:lnTo>
                    <a:pt x="19521" y="2700"/>
                  </a:lnTo>
                  <a:lnTo>
                    <a:pt x="29282" y="4005"/>
                  </a:lnTo>
                  <a:lnTo>
                    <a:pt x="39043" y="5278"/>
                  </a:lnTo>
                  <a:lnTo>
                    <a:pt x="48804" y="6989"/>
                  </a:lnTo>
                  <a:lnTo>
                    <a:pt x="58564" y="8511"/>
                  </a:lnTo>
                  <a:lnTo>
                    <a:pt x="68325" y="9727"/>
                  </a:lnTo>
                  <a:lnTo>
                    <a:pt x="78086" y="10953"/>
                  </a:lnTo>
                  <a:lnTo>
                    <a:pt x="87847" y="12080"/>
                  </a:lnTo>
                  <a:lnTo>
                    <a:pt x="97608" y="13361"/>
                  </a:lnTo>
                  <a:lnTo>
                    <a:pt x="107369" y="14842"/>
                  </a:lnTo>
                  <a:lnTo>
                    <a:pt x="117129" y="16146"/>
                  </a:lnTo>
                  <a:lnTo>
                    <a:pt x="126890" y="17275"/>
                  </a:lnTo>
                  <a:lnTo>
                    <a:pt x="136651" y="18341"/>
                  </a:lnTo>
                  <a:lnTo>
                    <a:pt x="146412" y="19591"/>
                  </a:lnTo>
                  <a:lnTo>
                    <a:pt x="156173" y="20748"/>
                  </a:lnTo>
                  <a:lnTo>
                    <a:pt x="165933" y="21696"/>
                  </a:lnTo>
                  <a:lnTo>
                    <a:pt x="175694" y="22892"/>
                  </a:lnTo>
                  <a:lnTo>
                    <a:pt x="185455" y="24134"/>
                  </a:lnTo>
                  <a:lnTo>
                    <a:pt x="195216" y="25246"/>
                  </a:lnTo>
                  <a:lnTo>
                    <a:pt x="204977" y="26329"/>
                  </a:lnTo>
                  <a:lnTo>
                    <a:pt x="214738" y="27447"/>
                  </a:lnTo>
                  <a:lnTo>
                    <a:pt x="224498" y="28394"/>
                  </a:lnTo>
                  <a:lnTo>
                    <a:pt x="234259" y="29353"/>
                  </a:lnTo>
                  <a:lnTo>
                    <a:pt x="244020" y="30370"/>
                  </a:lnTo>
                  <a:lnTo>
                    <a:pt x="253781" y="31496"/>
                  </a:lnTo>
                  <a:lnTo>
                    <a:pt x="263542" y="32560"/>
                  </a:lnTo>
                  <a:lnTo>
                    <a:pt x="273303" y="33733"/>
                  </a:lnTo>
                  <a:lnTo>
                    <a:pt x="283063" y="34894"/>
                  </a:lnTo>
                  <a:lnTo>
                    <a:pt x="292824" y="35969"/>
                  </a:lnTo>
                  <a:lnTo>
                    <a:pt x="302585" y="37026"/>
                  </a:lnTo>
                  <a:lnTo>
                    <a:pt x="312346" y="37775"/>
                  </a:lnTo>
                  <a:lnTo>
                    <a:pt x="322107" y="38662"/>
                  </a:lnTo>
                  <a:lnTo>
                    <a:pt x="331867" y="39718"/>
                  </a:lnTo>
                  <a:lnTo>
                    <a:pt x="341628" y="40725"/>
                  </a:lnTo>
                  <a:lnTo>
                    <a:pt x="351389" y="41775"/>
                  </a:lnTo>
                  <a:lnTo>
                    <a:pt x="361150" y="42840"/>
                  </a:lnTo>
                  <a:lnTo>
                    <a:pt x="370911" y="43744"/>
                  </a:lnTo>
                  <a:lnTo>
                    <a:pt x="380672" y="44834"/>
                  </a:lnTo>
                  <a:lnTo>
                    <a:pt x="390432" y="45643"/>
                  </a:lnTo>
                  <a:lnTo>
                    <a:pt x="400193" y="46435"/>
                  </a:lnTo>
                  <a:lnTo>
                    <a:pt x="409954" y="47375"/>
                  </a:lnTo>
                  <a:lnTo>
                    <a:pt x="419715" y="48149"/>
                  </a:lnTo>
                  <a:lnTo>
                    <a:pt x="429476" y="49192"/>
                  </a:lnTo>
                  <a:lnTo>
                    <a:pt x="439236" y="50064"/>
                  </a:lnTo>
                  <a:lnTo>
                    <a:pt x="448997" y="51028"/>
                  </a:lnTo>
                  <a:lnTo>
                    <a:pt x="458758" y="51822"/>
                  </a:lnTo>
                  <a:lnTo>
                    <a:pt x="468519" y="52654"/>
                  </a:lnTo>
                  <a:lnTo>
                    <a:pt x="478280" y="53726"/>
                  </a:lnTo>
                  <a:lnTo>
                    <a:pt x="488041" y="54474"/>
                  </a:lnTo>
                  <a:lnTo>
                    <a:pt x="497801" y="55281"/>
                  </a:lnTo>
                  <a:lnTo>
                    <a:pt x="507562" y="56216"/>
                  </a:lnTo>
                  <a:lnTo>
                    <a:pt x="517323" y="57181"/>
                  </a:lnTo>
                  <a:lnTo>
                    <a:pt x="527084" y="58008"/>
                  </a:lnTo>
                  <a:lnTo>
                    <a:pt x="536845" y="58930"/>
                  </a:lnTo>
                  <a:lnTo>
                    <a:pt x="546606" y="59795"/>
                  </a:lnTo>
                  <a:lnTo>
                    <a:pt x="556366" y="60779"/>
                  </a:lnTo>
                  <a:lnTo>
                    <a:pt x="566127" y="61712"/>
                  </a:lnTo>
                  <a:lnTo>
                    <a:pt x="575888" y="62625"/>
                  </a:lnTo>
                  <a:lnTo>
                    <a:pt x="585649" y="63557"/>
                  </a:lnTo>
                  <a:lnTo>
                    <a:pt x="595410" y="64481"/>
                  </a:lnTo>
                  <a:lnTo>
                    <a:pt x="605170" y="65288"/>
                  </a:lnTo>
                  <a:lnTo>
                    <a:pt x="614931" y="65986"/>
                  </a:lnTo>
                  <a:lnTo>
                    <a:pt x="624692" y="66788"/>
                  </a:lnTo>
                  <a:lnTo>
                    <a:pt x="634453" y="67700"/>
                  </a:lnTo>
                  <a:lnTo>
                    <a:pt x="644214" y="68398"/>
                  </a:lnTo>
                  <a:lnTo>
                    <a:pt x="653975" y="69215"/>
                  </a:lnTo>
                  <a:lnTo>
                    <a:pt x="663735" y="70260"/>
                  </a:lnTo>
                  <a:lnTo>
                    <a:pt x="673496" y="71042"/>
                  </a:lnTo>
                  <a:lnTo>
                    <a:pt x="683257" y="71721"/>
                  </a:lnTo>
                  <a:lnTo>
                    <a:pt x="693018" y="72533"/>
                  </a:lnTo>
                  <a:lnTo>
                    <a:pt x="702779" y="73226"/>
                  </a:lnTo>
                  <a:lnTo>
                    <a:pt x="712539" y="74079"/>
                  </a:lnTo>
                  <a:lnTo>
                    <a:pt x="722300" y="74695"/>
                  </a:lnTo>
                  <a:lnTo>
                    <a:pt x="732061" y="75485"/>
                  </a:lnTo>
                  <a:lnTo>
                    <a:pt x="741822" y="76193"/>
                  </a:lnTo>
                  <a:lnTo>
                    <a:pt x="751583" y="76911"/>
                  </a:lnTo>
                  <a:lnTo>
                    <a:pt x="761344" y="77651"/>
                  </a:lnTo>
                  <a:lnTo>
                    <a:pt x="771104" y="78454"/>
                  </a:lnTo>
                  <a:lnTo>
                    <a:pt x="780865" y="79249"/>
                  </a:lnTo>
                  <a:lnTo>
                    <a:pt x="790626" y="80104"/>
                  </a:lnTo>
                  <a:lnTo>
                    <a:pt x="800387" y="80835"/>
                  </a:lnTo>
                  <a:lnTo>
                    <a:pt x="810148" y="81671"/>
                  </a:lnTo>
                  <a:lnTo>
                    <a:pt x="819909" y="82533"/>
                  </a:lnTo>
                  <a:lnTo>
                    <a:pt x="829669" y="83313"/>
                  </a:lnTo>
                  <a:lnTo>
                    <a:pt x="839430" y="84068"/>
                  </a:lnTo>
                  <a:lnTo>
                    <a:pt x="849191" y="84849"/>
                  </a:lnTo>
                  <a:lnTo>
                    <a:pt x="858952" y="85628"/>
                  </a:lnTo>
                  <a:lnTo>
                    <a:pt x="868713" y="86478"/>
                  </a:lnTo>
                  <a:lnTo>
                    <a:pt x="878473" y="87250"/>
                  </a:lnTo>
                  <a:lnTo>
                    <a:pt x="888234" y="87930"/>
                  </a:lnTo>
                  <a:lnTo>
                    <a:pt x="897995" y="88796"/>
                  </a:lnTo>
                  <a:lnTo>
                    <a:pt x="907756" y="89385"/>
                  </a:lnTo>
                  <a:lnTo>
                    <a:pt x="917517" y="90086"/>
                  </a:lnTo>
                  <a:lnTo>
                    <a:pt x="927278" y="90891"/>
                  </a:lnTo>
                  <a:lnTo>
                    <a:pt x="937038" y="91332"/>
                  </a:lnTo>
                  <a:lnTo>
                    <a:pt x="946799" y="92063"/>
                  </a:lnTo>
                  <a:lnTo>
                    <a:pt x="956560" y="92824"/>
                  </a:lnTo>
                  <a:lnTo>
                    <a:pt x="966321" y="93635"/>
                  </a:lnTo>
                  <a:lnTo>
                    <a:pt x="976082" y="94387"/>
                  </a:lnTo>
                  <a:lnTo>
                    <a:pt x="985842" y="95100"/>
                  </a:lnTo>
                  <a:lnTo>
                    <a:pt x="995603" y="95708"/>
                  </a:lnTo>
                  <a:lnTo>
                    <a:pt x="1005364" y="96493"/>
                  </a:lnTo>
                  <a:lnTo>
                    <a:pt x="1015125" y="97167"/>
                  </a:lnTo>
                  <a:lnTo>
                    <a:pt x="1024886" y="97912"/>
                  </a:lnTo>
                  <a:lnTo>
                    <a:pt x="1034647" y="98570"/>
                  </a:lnTo>
                  <a:lnTo>
                    <a:pt x="1044407" y="99243"/>
                  </a:lnTo>
                  <a:lnTo>
                    <a:pt x="1054168" y="100018"/>
                  </a:lnTo>
                  <a:lnTo>
                    <a:pt x="1063929" y="100705"/>
                  </a:lnTo>
                  <a:lnTo>
                    <a:pt x="1073690" y="101291"/>
                  </a:lnTo>
                  <a:lnTo>
                    <a:pt x="1083451" y="101877"/>
                  </a:lnTo>
                  <a:lnTo>
                    <a:pt x="1093212" y="102534"/>
                  </a:lnTo>
                  <a:lnTo>
                    <a:pt x="1102972" y="103058"/>
                  </a:lnTo>
                  <a:lnTo>
                    <a:pt x="1112733" y="103757"/>
                  </a:lnTo>
                  <a:lnTo>
                    <a:pt x="1122494" y="104404"/>
                  </a:lnTo>
                  <a:lnTo>
                    <a:pt x="1132255" y="105038"/>
                  </a:lnTo>
                  <a:lnTo>
                    <a:pt x="1142016" y="105686"/>
                  </a:lnTo>
                  <a:lnTo>
                    <a:pt x="1151776" y="106224"/>
                  </a:lnTo>
                  <a:lnTo>
                    <a:pt x="1161537" y="106774"/>
                  </a:lnTo>
                  <a:lnTo>
                    <a:pt x="1171298" y="107302"/>
                  </a:lnTo>
                  <a:lnTo>
                    <a:pt x="1181059" y="107815"/>
                  </a:lnTo>
                  <a:lnTo>
                    <a:pt x="1190820" y="108428"/>
                  </a:lnTo>
                  <a:lnTo>
                    <a:pt x="1200581" y="109186"/>
                  </a:lnTo>
                  <a:lnTo>
                    <a:pt x="1210341" y="109756"/>
                  </a:lnTo>
                  <a:lnTo>
                    <a:pt x="1220102" y="110335"/>
                  </a:lnTo>
                  <a:lnTo>
                    <a:pt x="1229863" y="110855"/>
                  </a:lnTo>
                  <a:lnTo>
                    <a:pt x="1239624" y="111404"/>
                  </a:lnTo>
                  <a:lnTo>
                    <a:pt x="1249385" y="111958"/>
                  </a:lnTo>
                  <a:lnTo>
                    <a:pt x="1259145" y="112371"/>
                  </a:lnTo>
                  <a:lnTo>
                    <a:pt x="1268906" y="112861"/>
                  </a:lnTo>
                  <a:lnTo>
                    <a:pt x="1278667" y="113294"/>
                  </a:lnTo>
                  <a:lnTo>
                    <a:pt x="1288428" y="113772"/>
                  </a:lnTo>
                  <a:lnTo>
                    <a:pt x="1298189" y="114265"/>
                  </a:lnTo>
                  <a:lnTo>
                    <a:pt x="1307950" y="114806"/>
                  </a:lnTo>
                  <a:lnTo>
                    <a:pt x="1317710" y="115441"/>
                  </a:lnTo>
                  <a:lnTo>
                    <a:pt x="1327471" y="115869"/>
                  </a:lnTo>
                  <a:lnTo>
                    <a:pt x="1337232" y="116201"/>
                  </a:lnTo>
                  <a:lnTo>
                    <a:pt x="1346993" y="116688"/>
                  </a:lnTo>
                  <a:lnTo>
                    <a:pt x="1356754" y="117170"/>
                  </a:lnTo>
                  <a:lnTo>
                    <a:pt x="1366515" y="117653"/>
                  </a:lnTo>
                  <a:lnTo>
                    <a:pt x="1376275" y="118125"/>
                  </a:lnTo>
                  <a:lnTo>
                    <a:pt x="1386036" y="118576"/>
                  </a:lnTo>
                  <a:lnTo>
                    <a:pt x="1395797" y="119030"/>
                  </a:lnTo>
                  <a:lnTo>
                    <a:pt x="1405558" y="119510"/>
                  </a:lnTo>
                  <a:lnTo>
                    <a:pt x="1415319" y="120051"/>
                  </a:lnTo>
                  <a:lnTo>
                    <a:pt x="1425079" y="120548"/>
                  </a:lnTo>
                  <a:lnTo>
                    <a:pt x="1434840" y="121085"/>
                  </a:lnTo>
                  <a:lnTo>
                    <a:pt x="1444601" y="121512"/>
                  </a:lnTo>
                  <a:lnTo>
                    <a:pt x="1454362" y="122023"/>
                  </a:lnTo>
                  <a:lnTo>
                    <a:pt x="1464123" y="122515"/>
                  </a:lnTo>
                  <a:lnTo>
                    <a:pt x="1473884" y="122941"/>
                  </a:lnTo>
                  <a:lnTo>
                    <a:pt x="1483644" y="123386"/>
                  </a:lnTo>
                  <a:lnTo>
                    <a:pt x="1493405" y="123895"/>
                  </a:lnTo>
                  <a:lnTo>
                    <a:pt x="1503166" y="124390"/>
                  </a:lnTo>
                  <a:lnTo>
                    <a:pt x="1512927" y="124831"/>
                  </a:lnTo>
                  <a:lnTo>
                    <a:pt x="1522688" y="125339"/>
                  </a:lnTo>
                  <a:lnTo>
                    <a:pt x="1532448" y="125735"/>
                  </a:lnTo>
                  <a:lnTo>
                    <a:pt x="1542209" y="126129"/>
                  </a:lnTo>
                  <a:lnTo>
                    <a:pt x="1551970" y="126671"/>
                  </a:lnTo>
                  <a:lnTo>
                    <a:pt x="1561731" y="127114"/>
                  </a:lnTo>
                  <a:lnTo>
                    <a:pt x="1571492" y="127569"/>
                  </a:lnTo>
                  <a:lnTo>
                    <a:pt x="1581253" y="128024"/>
                  </a:lnTo>
                  <a:lnTo>
                    <a:pt x="1591013" y="128474"/>
                  </a:lnTo>
                  <a:lnTo>
                    <a:pt x="1600774" y="128956"/>
                  </a:lnTo>
                  <a:lnTo>
                    <a:pt x="1610535" y="129367"/>
                  </a:lnTo>
                  <a:lnTo>
                    <a:pt x="1620296" y="129771"/>
                  </a:lnTo>
                  <a:lnTo>
                    <a:pt x="1630057" y="130246"/>
                  </a:lnTo>
                  <a:lnTo>
                    <a:pt x="1639818" y="130690"/>
                  </a:lnTo>
                  <a:lnTo>
                    <a:pt x="1649578" y="131086"/>
                  </a:lnTo>
                  <a:lnTo>
                    <a:pt x="1659339" y="131496"/>
                  </a:lnTo>
                  <a:lnTo>
                    <a:pt x="1669100" y="131964"/>
                  </a:lnTo>
                  <a:lnTo>
                    <a:pt x="1678861" y="132469"/>
                  </a:lnTo>
                  <a:lnTo>
                    <a:pt x="1688622" y="132834"/>
                  </a:lnTo>
                  <a:lnTo>
                    <a:pt x="1698382" y="133275"/>
                  </a:lnTo>
                  <a:lnTo>
                    <a:pt x="1708143" y="133740"/>
                  </a:lnTo>
                  <a:lnTo>
                    <a:pt x="1717904" y="134192"/>
                  </a:lnTo>
                  <a:lnTo>
                    <a:pt x="1727665" y="134563"/>
                  </a:lnTo>
                  <a:lnTo>
                    <a:pt x="1737426" y="134882"/>
                  </a:lnTo>
                  <a:lnTo>
                    <a:pt x="1747187" y="135305"/>
                  </a:lnTo>
                  <a:lnTo>
                    <a:pt x="1756947" y="135680"/>
                  </a:lnTo>
                  <a:lnTo>
                    <a:pt x="1766708" y="136061"/>
                  </a:lnTo>
                  <a:lnTo>
                    <a:pt x="1776469" y="136472"/>
                  </a:lnTo>
                  <a:lnTo>
                    <a:pt x="1786230" y="136825"/>
                  </a:lnTo>
                  <a:lnTo>
                    <a:pt x="1795991" y="137205"/>
                  </a:lnTo>
                  <a:lnTo>
                    <a:pt x="1805752" y="137603"/>
                  </a:lnTo>
                  <a:lnTo>
                    <a:pt x="1815512" y="137979"/>
                  </a:lnTo>
                  <a:lnTo>
                    <a:pt x="1825273" y="138372"/>
                  </a:lnTo>
                  <a:lnTo>
                    <a:pt x="1835034" y="138759"/>
                  </a:lnTo>
                  <a:lnTo>
                    <a:pt x="1844795" y="139086"/>
                  </a:lnTo>
                  <a:lnTo>
                    <a:pt x="1854556" y="139364"/>
                  </a:lnTo>
                  <a:lnTo>
                    <a:pt x="1864316" y="139668"/>
                  </a:lnTo>
                  <a:lnTo>
                    <a:pt x="1874077" y="140044"/>
                  </a:lnTo>
                  <a:lnTo>
                    <a:pt x="1883838" y="140371"/>
                  </a:lnTo>
                  <a:lnTo>
                    <a:pt x="1893599" y="140726"/>
                  </a:lnTo>
                  <a:lnTo>
                    <a:pt x="1903360" y="141005"/>
                  </a:lnTo>
                  <a:lnTo>
                    <a:pt x="1913121" y="141359"/>
                  </a:lnTo>
                  <a:lnTo>
                    <a:pt x="1922881" y="141689"/>
                  </a:lnTo>
                  <a:lnTo>
                    <a:pt x="1932642" y="141986"/>
                  </a:lnTo>
                  <a:lnTo>
                    <a:pt x="1942403" y="142311"/>
                  </a:lnTo>
                  <a:lnTo>
                    <a:pt x="1952164" y="142646"/>
                  </a:lnTo>
                  <a:lnTo>
                    <a:pt x="1961925" y="142977"/>
                  </a:lnTo>
                  <a:lnTo>
                    <a:pt x="1971685" y="143325"/>
                  </a:lnTo>
                  <a:lnTo>
                    <a:pt x="1981446" y="143646"/>
                  </a:lnTo>
                  <a:lnTo>
                    <a:pt x="1991207" y="143994"/>
                  </a:lnTo>
                  <a:lnTo>
                    <a:pt x="2000968" y="144334"/>
                  </a:lnTo>
                  <a:lnTo>
                    <a:pt x="2010729" y="144671"/>
                  </a:lnTo>
                  <a:lnTo>
                    <a:pt x="2020490" y="145019"/>
                  </a:lnTo>
                  <a:lnTo>
                    <a:pt x="2030250" y="145310"/>
                  </a:lnTo>
                  <a:lnTo>
                    <a:pt x="2040011" y="145610"/>
                  </a:lnTo>
                  <a:lnTo>
                    <a:pt x="2049772" y="145892"/>
                  </a:lnTo>
                  <a:lnTo>
                    <a:pt x="2059533" y="146182"/>
                  </a:lnTo>
                  <a:lnTo>
                    <a:pt x="2069294" y="146567"/>
                  </a:lnTo>
                  <a:lnTo>
                    <a:pt x="2079055" y="146937"/>
                  </a:lnTo>
                  <a:lnTo>
                    <a:pt x="2088815" y="147266"/>
                  </a:lnTo>
                  <a:lnTo>
                    <a:pt x="2098576" y="147567"/>
                  </a:lnTo>
                  <a:lnTo>
                    <a:pt x="2108337" y="147846"/>
                  </a:lnTo>
                  <a:lnTo>
                    <a:pt x="2118098" y="148201"/>
                  </a:lnTo>
                  <a:lnTo>
                    <a:pt x="2127859" y="148519"/>
                  </a:lnTo>
                  <a:lnTo>
                    <a:pt x="2137619" y="148849"/>
                  </a:lnTo>
                  <a:lnTo>
                    <a:pt x="2147380" y="149181"/>
                  </a:lnTo>
                  <a:lnTo>
                    <a:pt x="2157141" y="149515"/>
                  </a:lnTo>
                  <a:lnTo>
                    <a:pt x="2166902" y="149773"/>
                  </a:lnTo>
                  <a:lnTo>
                    <a:pt x="2176663" y="150036"/>
                  </a:lnTo>
                  <a:lnTo>
                    <a:pt x="2186424" y="150350"/>
                  </a:lnTo>
                  <a:lnTo>
                    <a:pt x="2196184" y="150617"/>
                  </a:lnTo>
                  <a:lnTo>
                    <a:pt x="2205945" y="150903"/>
                  </a:lnTo>
                  <a:lnTo>
                    <a:pt x="2215706" y="151137"/>
                  </a:lnTo>
                  <a:lnTo>
                    <a:pt x="2225467" y="151392"/>
                  </a:lnTo>
                  <a:lnTo>
                    <a:pt x="2235228" y="151674"/>
                  </a:lnTo>
                  <a:lnTo>
                    <a:pt x="2244988" y="151973"/>
                  </a:lnTo>
                  <a:lnTo>
                    <a:pt x="2254749" y="152248"/>
                  </a:lnTo>
                  <a:lnTo>
                    <a:pt x="2264510" y="152524"/>
                  </a:lnTo>
                  <a:lnTo>
                    <a:pt x="2274271" y="152778"/>
                  </a:lnTo>
                  <a:lnTo>
                    <a:pt x="2284032" y="153051"/>
                  </a:lnTo>
                  <a:lnTo>
                    <a:pt x="2293793" y="153352"/>
                  </a:lnTo>
                  <a:lnTo>
                    <a:pt x="2303553" y="153612"/>
                  </a:lnTo>
                  <a:lnTo>
                    <a:pt x="2313314" y="153864"/>
                  </a:lnTo>
                  <a:lnTo>
                    <a:pt x="2323075" y="154164"/>
                  </a:lnTo>
                  <a:lnTo>
                    <a:pt x="2332836" y="154422"/>
                  </a:lnTo>
                  <a:lnTo>
                    <a:pt x="2342597" y="154676"/>
                  </a:lnTo>
                  <a:lnTo>
                    <a:pt x="2352358" y="154940"/>
                  </a:lnTo>
                  <a:lnTo>
                    <a:pt x="2362118" y="155178"/>
                  </a:lnTo>
                  <a:lnTo>
                    <a:pt x="2371879" y="155420"/>
                  </a:lnTo>
                  <a:lnTo>
                    <a:pt x="2381640" y="155686"/>
                  </a:lnTo>
                  <a:lnTo>
                    <a:pt x="2391401" y="155931"/>
                  </a:lnTo>
                  <a:lnTo>
                    <a:pt x="2401162" y="156197"/>
                  </a:lnTo>
                  <a:lnTo>
                    <a:pt x="2410922" y="156430"/>
                  </a:lnTo>
                  <a:lnTo>
                    <a:pt x="2420683" y="156654"/>
                  </a:lnTo>
                  <a:lnTo>
                    <a:pt x="2430444" y="156890"/>
                  </a:lnTo>
                  <a:lnTo>
                    <a:pt x="2440205" y="157116"/>
                  </a:lnTo>
                  <a:lnTo>
                    <a:pt x="2449966" y="157356"/>
                  </a:lnTo>
                  <a:lnTo>
                    <a:pt x="2459727" y="157598"/>
                  </a:lnTo>
                  <a:lnTo>
                    <a:pt x="2469487" y="157803"/>
                  </a:lnTo>
                  <a:lnTo>
                    <a:pt x="2479248" y="158008"/>
                  </a:lnTo>
                  <a:lnTo>
                    <a:pt x="2489009" y="158226"/>
                  </a:lnTo>
                  <a:lnTo>
                    <a:pt x="2498770" y="158446"/>
                  </a:lnTo>
                  <a:lnTo>
                    <a:pt x="2508531" y="158654"/>
                  </a:lnTo>
                  <a:lnTo>
                    <a:pt x="2518291" y="158846"/>
                  </a:lnTo>
                  <a:lnTo>
                    <a:pt x="2528052" y="159081"/>
                  </a:lnTo>
                </a:path>
              </a:pathLst>
            </a:custGeom>
            <a:ln w="18970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l95"/>
            <p:cNvSpPr/>
            <p:nvPr/>
          </p:nvSpPr>
          <p:spPr>
            <a:xfrm>
              <a:off x="6312408" y="5429456"/>
              <a:ext cx="2528052" cy="122258"/>
            </a:xfrm>
            <a:custGeom>
              <a:avLst/>
              <a:pathLst>
                <a:path w="2528052" h="122258">
                  <a:moveTo>
                    <a:pt x="0" y="0"/>
                  </a:moveTo>
                  <a:lnTo>
                    <a:pt x="9760" y="707"/>
                  </a:lnTo>
                  <a:lnTo>
                    <a:pt x="19521" y="1285"/>
                  </a:lnTo>
                  <a:lnTo>
                    <a:pt x="29282" y="1841"/>
                  </a:lnTo>
                  <a:lnTo>
                    <a:pt x="39043" y="2351"/>
                  </a:lnTo>
                  <a:lnTo>
                    <a:pt x="48804" y="2886"/>
                  </a:lnTo>
                  <a:lnTo>
                    <a:pt x="58564" y="3198"/>
                  </a:lnTo>
                  <a:lnTo>
                    <a:pt x="68325" y="3830"/>
                  </a:lnTo>
                  <a:lnTo>
                    <a:pt x="78086" y="4513"/>
                  </a:lnTo>
                  <a:lnTo>
                    <a:pt x="87847" y="5285"/>
                  </a:lnTo>
                  <a:lnTo>
                    <a:pt x="97608" y="5977"/>
                  </a:lnTo>
                  <a:lnTo>
                    <a:pt x="107369" y="6542"/>
                  </a:lnTo>
                  <a:lnTo>
                    <a:pt x="117129" y="7307"/>
                  </a:lnTo>
                  <a:lnTo>
                    <a:pt x="126890" y="7612"/>
                  </a:lnTo>
                  <a:lnTo>
                    <a:pt x="136651" y="8227"/>
                  </a:lnTo>
                  <a:lnTo>
                    <a:pt x="146412" y="8945"/>
                  </a:lnTo>
                  <a:lnTo>
                    <a:pt x="156173" y="9747"/>
                  </a:lnTo>
                  <a:lnTo>
                    <a:pt x="165933" y="10204"/>
                  </a:lnTo>
                  <a:lnTo>
                    <a:pt x="175694" y="10683"/>
                  </a:lnTo>
                  <a:lnTo>
                    <a:pt x="185455" y="11263"/>
                  </a:lnTo>
                  <a:lnTo>
                    <a:pt x="195216" y="11752"/>
                  </a:lnTo>
                  <a:lnTo>
                    <a:pt x="204977" y="12265"/>
                  </a:lnTo>
                  <a:lnTo>
                    <a:pt x="214738" y="12825"/>
                  </a:lnTo>
                  <a:lnTo>
                    <a:pt x="224498" y="13341"/>
                  </a:lnTo>
                  <a:lnTo>
                    <a:pt x="234259" y="13906"/>
                  </a:lnTo>
                  <a:lnTo>
                    <a:pt x="244020" y="14580"/>
                  </a:lnTo>
                  <a:lnTo>
                    <a:pt x="253781" y="15240"/>
                  </a:lnTo>
                  <a:lnTo>
                    <a:pt x="263542" y="15684"/>
                  </a:lnTo>
                  <a:lnTo>
                    <a:pt x="273303" y="16234"/>
                  </a:lnTo>
                  <a:lnTo>
                    <a:pt x="283063" y="16817"/>
                  </a:lnTo>
                  <a:lnTo>
                    <a:pt x="292824" y="17374"/>
                  </a:lnTo>
                  <a:lnTo>
                    <a:pt x="302585" y="17935"/>
                  </a:lnTo>
                  <a:lnTo>
                    <a:pt x="312346" y="18449"/>
                  </a:lnTo>
                  <a:lnTo>
                    <a:pt x="322107" y="18980"/>
                  </a:lnTo>
                  <a:lnTo>
                    <a:pt x="331867" y="19609"/>
                  </a:lnTo>
                  <a:lnTo>
                    <a:pt x="341628" y="20125"/>
                  </a:lnTo>
                  <a:lnTo>
                    <a:pt x="351389" y="20807"/>
                  </a:lnTo>
                  <a:lnTo>
                    <a:pt x="361150" y="21177"/>
                  </a:lnTo>
                  <a:lnTo>
                    <a:pt x="370911" y="21572"/>
                  </a:lnTo>
                  <a:lnTo>
                    <a:pt x="380672" y="22245"/>
                  </a:lnTo>
                  <a:lnTo>
                    <a:pt x="390432" y="23199"/>
                  </a:lnTo>
                  <a:lnTo>
                    <a:pt x="400193" y="23990"/>
                  </a:lnTo>
                  <a:lnTo>
                    <a:pt x="409954" y="24724"/>
                  </a:lnTo>
                  <a:lnTo>
                    <a:pt x="419715" y="25356"/>
                  </a:lnTo>
                  <a:lnTo>
                    <a:pt x="429476" y="25824"/>
                  </a:lnTo>
                  <a:lnTo>
                    <a:pt x="439236" y="26524"/>
                  </a:lnTo>
                  <a:lnTo>
                    <a:pt x="448997" y="27191"/>
                  </a:lnTo>
                  <a:lnTo>
                    <a:pt x="458758" y="27974"/>
                  </a:lnTo>
                  <a:lnTo>
                    <a:pt x="468519" y="28642"/>
                  </a:lnTo>
                  <a:lnTo>
                    <a:pt x="478280" y="29079"/>
                  </a:lnTo>
                  <a:lnTo>
                    <a:pt x="488041" y="29890"/>
                  </a:lnTo>
                  <a:lnTo>
                    <a:pt x="497801" y="30369"/>
                  </a:lnTo>
                  <a:lnTo>
                    <a:pt x="507562" y="30600"/>
                  </a:lnTo>
                  <a:lnTo>
                    <a:pt x="517323" y="30982"/>
                  </a:lnTo>
                  <a:lnTo>
                    <a:pt x="527084" y="31367"/>
                  </a:lnTo>
                  <a:lnTo>
                    <a:pt x="536845" y="32045"/>
                  </a:lnTo>
                  <a:lnTo>
                    <a:pt x="546606" y="32314"/>
                  </a:lnTo>
                  <a:lnTo>
                    <a:pt x="556366" y="32701"/>
                  </a:lnTo>
                  <a:lnTo>
                    <a:pt x="566127" y="33049"/>
                  </a:lnTo>
                  <a:lnTo>
                    <a:pt x="575888" y="34032"/>
                  </a:lnTo>
                  <a:lnTo>
                    <a:pt x="585649" y="34690"/>
                  </a:lnTo>
                  <a:lnTo>
                    <a:pt x="595410" y="35095"/>
                  </a:lnTo>
                  <a:lnTo>
                    <a:pt x="605170" y="35817"/>
                  </a:lnTo>
                  <a:lnTo>
                    <a:pt x="614931" y="36672"/>
                  </a:lnTo>
                  <a:lnTo>
                    <a:pt x="624692" y="37594"/>
                  </a:lnTo>
                  <a:lnTo>
                    <a:pt x="634453" y="38376"/>
                  </a:lnTo>
                  <a:lnTo>
                    <a:pt x="644214" y="38901"/>
                  </a:lnTo>
                  <a:lnTo>
                    <a:pt x="653975" y="39320"/>
                  </a:lnTo>
                  <a:lnTo>
                    <a:pt x="663735" y="39741"/>
                  </a:lnTo>
                  <a:lnTo>
                    <a:pt x="673496" y="40227"/>
                  </a:lnTo>
                  <a:lnTo>
                    <a:pt x="683257" y="40733"/>
                  </a:lnTo>
                  <a:lnTo>
                    <a:pt x="693018" y="41425"/>
                  </a:lnTo>
                  <a:lnTo>
                    <a:pt x="702779" y="42105"/>
                  </a:lnTo>
                  <a:lnTo>
                    <a:pt x="712539" y="42538"/>
                  </a:lnTo>
                  <a:lnTo>
                    <a:pt x="722300" y="43147"/>
                  </a:lnTo>
                  <a:lnTo>
                    <a:pt x="732061" y="43572"/>
                  </a:lnTo>
                  <a:lnTo>
                    <a:pt x="741822" y="44074"/>
                  </a:lnTo>
                  <a:lnTo>
                    <a:pt x="751583" y="44459"/>
                  </a:lnTo>
                  <a:lnTo>
                    <a:pt x="761344" y="44876"/>
                  </a:lnTo>
                  <a:lnTo>
                    <a:pt x="771104" y="45177"/>
                  </a:lnTo>
                  <a:lnTo>
                    <a:pt x="780865" y="45400"/>
                  </a:lnTo>
                  <a:lnTo>
                    <a:pt x="790626" y="45981"/>
                  </a:lnTo>
                  <a:lnTo>
                    <a:pt x="800387" y="46387"/>
                  </a:lnTo>
                  <a:lnTo>
                    <a:pt x="810148" y="46780"/>
                  </a:lnTo>
                  <a:lnTo>
                    <a:pt x="819909" y="47422"/>
                  </a:lnTo>
                  <a:lnTo>
                    <a:pt x="829669" y="48001"/>
                  </a:lnTo>
                  <a:lnTo>
                    <a:pt x="839430" y="48527"/>
                  </a:lnTo>
                  <a:lnTo>
                    <a:pt x="849191" y="49443"/>
                  </a:lnTo>
                  <a:lnTo>
                    <a:pt x="858952" y="50410"/>
                  </a:lnTo>
                  <a:lnTo>
                    <a:pt x="868713" y="50922"/>
                  </a:lnTo>
                  <a:lnTo>
                    <a:pt x="878473" y="51682"/>
                  </a:lnTo>
                  <a:lnTo>
                    <a:pt x="888234" y="52313"/>
                  </a:lnTo>
                  <a:lnTo>
                    <a:pt x="897995" y="52676"/>
                  </a:lnTo>
                  <a:lnTo>
                    <a:pt x="907756" y="53083"/>
                  </a:lnTo>
                  <a:lnTo>
                    <a:pt x="917517" y="53581"/>
                  </a:lnTo>
                  <a:lnTo>
                    <a:pt x="927278" y="53876"/>
                  </a:lnTo>
                  <a:lnTo>
                    <a:pt x="937038" y="54260"/>
                  </a:lnTo>
                  <a:lnTo>
                    <a:pt x="946799" y="54745"/>
                  </a:lnTo>
                  <a:lnTo>
                    <a:pt x="956560" y="55131"/>
                  </a:lnTo>
                  <a:lnTo>
                    <a:pt x="966321" y="55714"/>
                  </a:lnTo>
                  <a:lnTo>
                    <a:pt x="976082" y="56254"/>
                  </a:lnTo>
                  <a:lnTo>
                    <a:pt x="985842" y="56496"/>
                  </a:lnTo>
                  <a:lnTo>
                    <a:pt x="995603" y="56911"/>
                  </a:lnTo>
                  <a:lnTo>
                    <a:pt x="1005364" y="57317"/>
                  </a:lnTo>
                  <a:lnTo>
                    <a:pt x="1015125" y="57758"/>
                  </a:lnTo>
                  <a:lnTo>
                    <a:pt x="1024886" y="58378"/>
                  </a:lnTo>
                  <a:lnTo>
                    <a:pt x="1034647" y="58810"/>
                  </a:lnTo>
                  <a:lnTo>
                    <a:pt x="1044407" y="59189"/>
                  </a:lnTo>
                  <a:lnTo>
                    <a:pt x="1054168" y="59608"/>
                  </a:lnTo>
                  <a:lnTo>
                    <a:pt x="1063929" y="60010"/>
                  </a:lnTo>
                  <a:lnTo>
                    <a:pt x="1073690" y="60264"/>
                  </a:lnTo>
                  <a:lnTo>
                    <a:pt x="1083451" y="60818"/>
                  </a:lnTo>
                  <a:lnTo>
                    <a:pt x="1093212" y="61543"/>
                  </a:lnTo>
                  <a:lnTo>
                    <a:pt x="1102972" y="61963"/>
                  </a:lnTo>
                  <a:lnTo>
                    <a:pt x="1112733" y="62418"/>
                  </a:lnTo>
                  <a:lnTo>
                    <a:pt x="1122494" y="62800"/>
                  </a:lnTo>
                  <a:lnTo>
                    <a:pt x="1132255" y="62968"/>
                  </a:lnTo>
                  <a:lnTo>
                    <a:pt x="1142016" y="63514"/>
                  </a:lnTo>
                  <a:lnTo>
                    <a:pt x="1151776" y="63922"/>
                  </a:lnTo>
                  <a:lnTo>
                    <a:pt x="1161537" y="64301"/>
                  </a:lnTo>
                  <a:lnTo>
                    <a:pt x="1171298" y="64916"/>
                  </a:lnTo>
                  <a:lnTo>
                    <a:pt x="1181059" y="65529"/>
                  </a:lnTo>
                  <a:lnTo>
                    <a:pt x="1190820" y="65968"/>
                  </a:lnTo>
                  <a:lnTo>
                    <a:pt x="1200581" y="66506"/>
                  </a:lnTo>
                  <a:lnTo>
                    <a:pt x="1210341" y="66879"/>
                  </a:lnTo>
                  <a:lnTo>
                    <a:pt x="1220102" y="67172"/>
                  </a:lnTo>
                  <a:lnTo>
                    <a:pt x="1229863" y="67529"/>
                  </a:lnTo>
                  <a:lnTo>
                    <a:pt x="1239624" y="68211"/>
                  </a:lnTo>
                  <a:lnTo>
                    <a:pt x="1249385" y="68780"/>
                  </a:lnTo>
                  <a:lnTo>
                    <a:pt x="1259145" y="69167"/>
                  </a:lnTo>
                  <a:lnTo>
                    <a:pt x="1268906" y="69650"/>
                  </a:lnTo>
                  <a:lnTo>
                    <a:pt x="1278667" y="70248"/>
                  </a:lnTo>
                  <a:lnTo>
                    <a:pt x="1288428" y="70574"/>
                  </a:lnTo>
                  <a:lnTo>
                    <a:pt x="1298189" y="70914"/>
                  </a:lnTo>
                  <a:lnTo>
                    <a:pt x="1307950" y="71304"/>
                  </a:lnTo>
                  <a:lnTo>
                    <a:pt x="1317710" y="71946"/>
                  </a:lnTo>
                  <a:lnTo>
                    <a:pt x="1327471" y="72457"/>
                  </a:lnTo>
                  <a:lnTo>
                    <a:pt x="1337232" y="73062"/>
                  </a:lnTo>
                  <a:lnTo>
                    <a:pt x="1346993" y="73722"/>
                  </a:lnTo>
                  <a:lnTo>
                    <a:pt x="1356754" y="74181"/>
                  </a:lnTo>
                  <a:lnTo>
                    <a:pt x="1366515" y="74704"/>
                  </a:lnTo>
                  <a:lnTo>
                    <a:pt x="1376275" y="74971"/>
                  </a:lnTo>
                  <a:lnTo>
                    <a:pt x="1386036" y="75712"/>
                  </a:lnTo>
                  <a:lnTo>
                    <a:pt x="1395797" y="76321"/>
                  </a:lnTo>
                  <a:lnTo>
                    <a:pt x="1405558" y="76896"/>
                  </a:lnTo>
                  <a:lnTo>
                    <a:pt x="1415319" y="77375"/>
                  </a:lnTo>
                  <a:lnTo>
                    <a:pt x="1425079" y="77966"/>
                  </a:lnTo>
                  <a:lnTo>
                    <a:pt x="1434840" y="78354"/>
                  </a:lnTo>
                  <a:lnTo>
                    <a:pt x="1444601" y="78694"/>
                  </a:lnTo>
                  <a:lnTo>
                    <a:pt x="1454362" y="79278"/>
                  </a:lnTo>
                  <a:lnTo>
                    <a:pt x="1464123" y="79899"/>
                  </a:lnTo>
                  <a:lnTo>
                    <a:pt x="1473884" y="80199"/>
                  </a:lnTo>
                  <a:lnTo>
                    <a:pt x="1483644" y="80548"/>
                  </a:lnTo>
                  <a:lnTo>
                    <a:pt x="1493405" y="81123"/>
                  </a:lnTo>
                  <a:lnTo>
                    <a:pt x="1503166" y="81632"/>
                  </a:lnTo>
                  <a:lnTo>
                    <a:pt x="1512927" y="81976"/>
                  </a:lnTo>
                  <a:lnTo>
                    <a:pt x="1522688" y="82214"/>
                  </a:lnTo>
                  <a:lnTo>
                    <a:pt x="1532448" y="82791"/>
                  </a:lnTo>
                  <a:lnTo>
                    <a:pt x="1542209" y="83295"/>
                  </a:lnTo>
                  <a:lnTo>
                    <a:pt x="1551970" y="83847"/>
                  </a:lnTo>
                  <a:lnTo>
                    <a:pt x="1561731" y="84180"/>
                  </a:lnTo>
                  <a:lnTo>
                    <a:pt x="1571492" y="84593"/>
                  </a:lnTo>
                  <a:lnTo>
                    <a:pt x="1581253" y="85222"/>
                  </a:lnTo>
                  <a:lnTo>
                    <a:pt x="1591013" y="85498"/>
                  </a:lnTo>
                  <a:lnTo>
                    <a:pt x="1600774" y="85892"/>
                  </a:lnTo>
                  <a:lnTo>
                    <a:pt x="1610535" y="86029"/>
                  </a:lnTo>
                  <a:lnTo>
                    <a:pt x="1620296" y="86407"/>
                  </a:lnTo>
                  <a:lnTo>
                    <a:pt x="1630057" y="86876"/>
                  </a:lnTo>
                  <a:lnTo>
                    <a:pt x="1639818" y="87503"/>
                  </a:lnTo>
                  <a:lnTo>
                    <a:pt x="1649578" y="87924"/>
                  </a:lnTo>
                  <a:lnTo>
                    <a:pt x="1659339" y="88263"/>
                  </a:lnTo>
                  <a:lnTo>
                    <a:pt x="1669100" y="88582"/>
                  </a:lnTo>
                  <a:lnTo>
                    <a:pt x="1678861" y="89038"/>
                  </a:lnTo>
                  <a:lnTo>
                    <a:pt x="1688622" y="89613"/>
                  </a:lnTo>
                  <a:lnTo>
                    <a:pt x="1698382" y="90246"/>
                  </a:lnTo>
                  <a:lnTo>
                    <a:pt x="1708143" y="90595"/>
                  </a:lnTo>
                  <a:lnTo>
                    <a:pt x="1717904" y="90786"/>
                  </a:lnTo>
                  <a:lnTo>
                    <a:pt x="1727665" y="91155"/>
                  </a:lnTo>
                  <a:lnTo>
                    <a:pt x="1737426" y="91645"/>
                  </a:lnTo>
                  <a:lnTo>
                    <a:pt x="1747187" y="92104"/>
                  </a:lnTo>
                  <a:lnTo>
                    <a:pt x="1756947" y="92457"/>
                  </a:lnTo>
                  <a:lnTo>
                    <a:pt x="1766708" y="92808"/>
                  </a:lnTo>
                  <a:lnTo>
                    <a:pt x="1776469" y="93136"/>
                  </a:lnTo>
                  <a:lnTo>
                    <a:pt x="1786230" y="93693"/>
                  </a:lnTo>
                  <a:lnTo>
                    <a:pt x="1795991" y="94062"/>
                  </a:lnTo>
                  <a:lnTo>
                    <a:pt x="1805752" y="94499"/>
                  </a:lnTo>
                  <a:lnTo>
                    <a:pt x="1815512" y="94953"/>
                  </a:lnTo>
                  <a:lnTo>
                    <a:pt x="1825273" y="95266"/>
                  </a:lnTo>
                  <a:lnTo>
                    <a:pt x="1835034" y="95666"/>
                  </a:lnTo>
                  <a:lnTo>
                    <a:pt x="1844795" y="96160"/>
                  </a:lnTo>
                  <a:lnTo>
                    <a:pt x="1854556" y="96697"/>
                  </a:lnTo>
                  <a:lnTo>
                    <a:pt x="1864316" y="97167"/>
                  </a:lnTo>
                  <a:lnTo>
                    <a:pt x="1874077" y="97711"/>
                  </a:lnTo>
                  <a:lnTo>
                    <a:pt x="1883838" y="98139"/>
                  </a:lnTo>
                  <a:lnTo>
                    <a:pt x="1893599" y="98526"/>
                  </a:lnTo>
                  <a:lnTo>
                    <a:pt x="1903360" y="98775"/>
                  </a:lnTo>
                  <a:lnTo>
                    <a:pt x="1913121" y="99248"/>
                  </a:lnTo>
                  <a:lnTo>
                    <a:pt x="1922881" y="99568"/>
                  </a:lnTo>
                  <a:lnTo>
                    <a:pt x="1932642" y="99988"/>
                  </a:lnTo>
                  <a:lnTo>
                    <a:pt x="1942403" y="100494"/>
                  </a:lnTo>
                  <a:lnTo>
                    <a:pt x="1952164" y="100930"/>
                  </a:lnTo>
                  <a:lnTo>
                    <a:pt x="1961925" y="101478"/>
                  </a:lnTo>
                  <a:lnTo>
                    <a:pt x="1971685" y="101885"/>
                  </a:lnTo>
                  <a:lnTo>
                    <a:pt x="1981446" y="102455"/>
                  </a:lnTo>
                  <a:lnTo>
                    <a:pt x="1991207" y="102920"/>
                  </a:lnTo>
                  <a:lnTo>
                    <a:pt x="2000968" y="103436"/>
                  </a:lnTo>
                  <a:lnTo>
                    <a:pt x="2010729" y="103921"/>
                  </a:lnTo>
                  <a:lnTo>
                    <a:pt x="2020490" y="104180"/>
                  </a:lnTo>
                  <a:lnTo>
                    <a:pt x="2030250" y="104376"/>
                  </a:lnTo>
                  <a:lnTo>
                    <a:pt x="2040011" y="104756"/>
                  </a:lnTo>
                  <a:lnTo>
                    <a:pt x="2049772" y="105228"/>
                  </a:lnTo>
                  <a:lnTo>
                    <a:pt x="2059533" y="105646"/>
                  </a:lnTo>
                  <a:lnTo>
                    <a:pt x="2069294" y="106057"/>
                  </a:lnTo>
                  <a:lnTo>
                    <a:pt x="2079055" y="106191"/>
                  </a:lnTo>
                  <a:lnTo>
                    <a:pt x="2088815" y="106714"/>
                  </a:lnTo>
                  <a:lnTo>
                    <a:pt x="2098576" y="107054"/>
                  </a:lnTo>
                  <a:lnTo>
                    <a:pt x="2108337" y="107430"/>
                  </a:lnTo>
                  <a:lnTo>
                    <a:pt x="2118098" y="107663"/>
                  </a:lnTo>
                  <a:lnTo>
                    <a:pt x="2127859" y="108080"/>
                  </a:lnTo>
                  <a:lnTo>
                    <a:pt x="2137619" y="108398"/>
                  </a:lnTo>
                  <a:lnTo>
                    <a:pt x="2147380" y="108670"/>
                  </a:lnTo>
                  <a:lnTo>
                    <a:pt x="2157141" y="109286"/>
                  </a:lnTo>
                  <a:lnTo>
                    <a:pt x="2166902" y="109527"/>
                  </a:lnTo>
                  <a:lnTo>
                    <a:pt x="2176663" y="109844"/>
                  </a:lnTo>
                  <a:lnTo>
                    <a:pt x="2186424" y="110104"/>
                  </a:lnTo>
                  <a:lnTo>
                    <a:pt x="2196184" y="110540"/>
                  </a:lnTo>
                  <a:lnTo>
                    <a:pt x="2205945" y="110964"/>
                  </a:lnTo>
                  <a:lnTo>
                    <a:pt x="2215706" y="111297"/>
                  </a:lnTo>
                  <a:lnTo>
                    <a:pt x="2225467" y="111688"/>
                  </a:lnTo>
                  <a:lnTo>
                    <a:pt x="2235228" y="112064"/>
                  </a:lnTo>
                  <a:lnTo>
                    <a:pt x="2244988" y="112383"/>
                  </a:lnTo>
                  <a:lnTo>
                    <a:pt x="2254749" y="112862"/>
                  </a:lnTo>
                  <a:lnTo>
                    <a:pt x="2264510" y="113354"/>
                  </a:lnTo>
                  <a:lnTo>
                    <a:pt x="2274271" y="113849"/>
                  </a:lnTo>
                  <a:lnTo>
                    <a:pt x="2284032" y="114233"/>
                  </a:lnTo>
                  <a:lnTo>
                    <a:pt x="2293793" y="114493"/>
                  </a:lnTo>
                  <a:lnTo>
                    <a:pt x="2303553" y="114844"/>
                  </a:lnTo>
                  <a:lnTo>
                    <a:pt x="2313314" y="115189"/>
                  </a:lnTo>
                  <a:lnTo>
                    <a:pt x="2323075" y="115614"/>
                  </a:lnTo>
                  <a:lnTo>
                    <a:pt x="2332836" y="116173"/>
                  </a:lnTo>
                  <a:lnTo>
                    <a:pt x="2342597" y="116573"/>
                  </a:lnTo>
                  <a:lnTo>
                    <a:pt x="2352358" y="116994"/>
                  </a:lnTo>
                  <a:lnTo>
                    <a:pt x="2362118" y="117333"/>
                  </a:lnTo>
                  <a:lnTo>
                    <a:pt x="2371879" y="117560"/>
                  </a:lnTo>
                  <a:lnTo>
                    <a:pt x="2381640" y="117786"/>
                  </a:lnTo>
                  <a:lnTo>
                    <a:pt x="2391401" y="118012"/>
                  </a:lnTo>
                  <a:lnTo>
                    <a:pt x="2401162" y="118261"/>
                  </a:lnTo>
                  <a:lnTo>
                    <a:pt x="2410922" y="118598"/>
                  </a:lnTo>
                  <a:lnTo>
                    <a:pt x="2420683" y="118932"/>
                  </a:lnTo>
                  <a:lnTo>
                    <a:pt x="2430444" y="119212"/>
                  </a:lnTo>
                  <a:lnTo>
                    <a:pt x="2440205" y="119517"/>
                  </a:lnTo>
                  <a:lnTo>
                    <a:pt x="2449966" y="119852"/>
                  </a:lnTo>
                  <a:lnTo>
                    <a:pt x="2459727" y="120218"/>
                  </a:lnTo>
                  <a:lnTo>
                    <a:pt x="2469487" y="120497"/>
                  </a:lnTo>
                  <a:lnTo>
                    <a:pt x="2479248" y="120683"/>
                  </a:lnTo>
                  <a:lnTo>
                    <a:pt x="2489009" y="121020"/>
                  </a:lnTo>
                  <a:lnTo>
                    <a:pt x="2498770" y="121271"/>
                  </a:lnTo>
                  <a:lnTo>
                    <a:pt x="2508531" y="121705"/>
                  </a:lnTo>
                  <a:lnTo>
                    <a:pt x="2518291" y="121983"/>
                  </a:lnTo>
                  <a:lnTo>
                    <a:pt x="2528052" y="122258"/>
                  </a:lnTo>
                </a:path>
              </a:pathLst>
            </a:custGeom>
            <a:ln w="18970" cap="flat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l96"/>
            <p:cNvSpPr/>
            <p:nvPr/>
          </p:nvSpPr>
          <p:spPr>
            <a:xfrm>
              <a:off x="6312408" y="5548980"/>
              <a:ext cx="2528052" cy="57417"/>
            </a:xfrm>
            <a:custGeom>
              <a:avLst/>
              <a:pathLst>
                <a:path w="2528052" h="57417">
                  <a:moveTo>
                    <a:pt x="0" y="0"/>
                  </a:moveTo>
                  <a:lnTo>
                    <a:pt x="9760" y="262"/>
                  </a:lnTo>
                  <a:lnTo>
                    <a:pt x="19521" y="753"/>
                  </a:lnTo>
                  <a:lnTo>
                    <a:pt x="29282" y="1201"/>
                  </a:lnTo>
                  <a:lnTo>
                    <a:pt x="39043" y="1640"/>
                  </a:lnTo>
                  <a:lnTo>
                    <a:pt x="48804" y="2304"/>
                  </a:lnTo>
                  <a:lnTo>
                    <a:pt x="58564" y="2464"/>
                  </a:lnTo>
                  <a:lnTo>
                    <a:pt x="68325" y="2826"/>
                  </a:lnTo>
                  <a:lnTo>
                    <a:pt x="78086" y="3168"/>
                  </a:lnTo>
                  <a:lnTo>
                    <a:pt x="87847" y="3110"/>
                  </a:lnTo>
                  <a:lnTo>
                    <a:pt x="97608" y="3158"/>
                  </a:lnTo>
                  <a:lnTo>
                    <a:pt x="107369" y="3461"/>
                  </a:lnTo>
                  <a:lnTo>
                    <a:pt x="117129" y="3684"/>
                  </a:lnTo>
                  <a:lnTo>
                    <a:pt x="126890" y="3880"/>
                  </a:lnTo>
                  <a:lnTo>
                    <a:pt x="136651" y="4121"/>
                  </a:lnTo>
                  <a:lnTo>
                    <a:pt x="146412" y="4319"/>
                  </a:lnTo>
                  <a:lnTo>
                    <a:pt x="156173" y="4706"/>
                  </a:lnTo>
                  <a:lnTo>
                    <a:pt x="165933" y="4434"/>
                  </a:lnTo>
                  <a:lnTo>
                    <a:pt x="175694" y="4526"/>
                  </a:lnTo>
                  <a:lnTo>
                    <a:pt x="185455" y="4918"/>
                  </a:lnTo>
                  <a:lnTo>
                    <a:pt x="195216" y="4890"/>
                  </a:lnTo>
                  <a:lnTo>
                    <a:pt x="204977" y="5216"/>
                  </a:lnTo>
                  <a:lnTo>
                    <a:pt x="214738" y="6003"/>
                  </a:lnTo>
                  <a:lnTo>
                    <a:pt x="224498" y="6634"/>
                  </a:lnTo>
                  <a:lnTo>
                    <a:pt x="234259" y="6959"/>
                  </a:lnTo>
                  <a:lnTo>
                    <a:pt x="244020" y="7153"/>
                  </a:lnTo>
                  <a:lnTo>
                    <a:pt x="253781" y="6928"/>
                  </a:lnTo>
                  <a:lnTo>
                    <a:pt x="263542" y="6896"/>
                  </a:lnTo>
                  <a:lnTo>
                    <a:pt x="273303" y="7287"/>
                  </a:lnTo>
                  <a:lnTo>
                    <a:pt x="283063" y="7689"/>
                  </a:lnTo>
                  <a:lnTo>
                    <a:pt x="292824" y="8014"/>
                  </a:lnTo>
                  <a:lnTo>
                    <a:pt x="302585" y="7844"/>
                  </a:lnTo>
                  <a:lnTo>
                    <a:pt x="312346" y="7917"/>
                  </a:lnTo>
                  <a:lnTo>
                    <a:pt x="322107" y="8082"/>
                  </a:lnTo>
                  <a:lnTo>
                    <a:pt x="331867" y="8424"/>
                  </a:lnTo>
                  <a:lnTo>
                    <a:pt x="341628" y="8827"/>
                  </a:lnTo>
                  <a:lnTo>
                    <a:pt x="351389" y="9043"/>
                  </a:lnTo>
                  <a:lnTo>
                    <a:pt x="361150" y="9477"/>
                  </a:lnTo>
                  <a:lnTo>
                    <a:pt x="370911" y="10090"/>
                  </a:lnTo>
                  <a:lnTo>
                    <a:pt x="380672" y="10491"/>
                  </a:lnTo>
                  <a:lnTo>
                    <a:pt x="390432" y="10937"/>
                  </a:lnTo>
                  <a:lnTo>
                    <a:pt x="400193" y="11390"/>
                  </a:lnTo>
                  <a:lnTo>
                    <a:pt x="409954" y="11993"/>
                  </a:lnTo>
                  <a:lnTo>
                    <a:pt x="419715" y="12557"/>
                  </a:lnTo>
                  <a:lnTo>
                    <a:pt x="429476" y="13044"/>
                  </a:lnTo>
                  <a:lnTo>
                    <a:pt x="439236" y="13497"/>
                  </a:lnTo>
                  <a:lnTo>
                    <a:pt x="448997" y="13883"/>
                  </a:lnTo>
                  <a:lnTo>
                    <a:pt x="458758" y="14212"/>
                  </a:lnTo>
                  <a:lnTo>
                    <a:pt x="468519" y="14551"/>
                  </a:lnTo>
                  <a:lnTo>
                    <a:pt x="478280" y="15055"/>
                  </a:lnTo>
                  <a:lnTo>
                    <a:pt x="488041" y="15330"/>
                  </a:lnTo>
                  <a:lnTo>
                    <a:pt x="497801" y="15581"/>
                  </a:lnTo>
                  <a:lnTo>
                    <a:pt x="507562" y="15916"/>
                  </a:lnTo>
                  <a:lnTo>
                    <a:pt x="517323" y="15944"/>
                  </a:lnTo>
                  <a:lnTo>
                    <a:pt x="527084" y="15686"/>
                  </a:lnTo>
                  <a:lnTo>
                    <a:pt x="536845" y="16183"/>
                  </a:lnTo>
                  <a:lnTo>
                    <a:pt x="546606" y="16730"/>
                  </a:lnTo>
                  <a:lnTo>
                    <a:pt x="556366" y="16776"/>
                  </a:lnTo>
                  <a:lnTo>
                    <a:pt x="566127" y="16896"/>
                  </a:lnTo>
                  <a:lnTo>
                    <a:pt x="575888" y="17259"/>
                  </a:lnTo>
                  <a:lnTo>
                    <a:pt x="585649" y="17275"/>
                  </a:lnTo>
                  <a:lnTo>
                    <a:pt x="595410" y="17854"/>
                  </a:lnTo>
                  <a:lnTo>
                    <a:pt x="605170" y="18127"/>
                  </a:lnTo>
                  <a:lnTo>
                    <a:pt x="614931" y="18599"/>
                  </a:lnTo>
                  <a:lnTo>
                    <a:pt x="624692" y="19191"/>
                  </a:lnTo>
                  <a:lnTo>
                    <a:pt x="634453" y="19271"/>
                  </a:lnTo>
                  <a:lnTo>
                    <a:pt x="644214" y="19541"/>
                  </a:lnTo>
                  <a:lnTo>
                    <a:pt x="653975" y="19933"/>
                  </a:lnTo>
                  <a:lnTo>
                    <a:pt x="663735" y="20068"/>
                  </a:lnTo>
                  <a:lnTo>
                    <a:pt x="673496" y="20019"/>
                  </a:lnTo>
                  <a:lnTo>
                    <a:pt x="683257" y="20166"/>
                  </a:lnTo>
                  <a:lnTo>
                    <a:pt x="693018" y="20145"/>
                  </a:lnTo>
                  <a:lnTo>
                    <a:pt x="702779" y="20326"/>
                  </a:lnTo>
                  <a:lnTo>
                    <a:pt x="712539" y="20203"/>
                  </a:lnTo>
                  <a:lnTo>
                    <a:pt x="722300" y="20177"/>
                  </a:lnTo>
                  <a:lnTo>
                    <a:pt x="732061" y="20500"/>
                  </a:lnTo>
                  <a:lnTo>
                    <a:pt x="741822" y="20515"/>
                  </a:lnTo>
                  <a:lnTo>
                    <a:pt x="751583" y="21179"/>
                  </a:lnTo>
                  <a:lnTo>
                    <a:pt x="761344" y="21694"/>
                  </a:lnTo>
                  <a:lnTo>
                    <a:pt x="771104" y="22239"/>
                  </a:lnTo>
                  <a:lnTo>
                    <a:pt x="780865" y="22584"/>
                  </a:lnTo>
                  <a:lnTo>
                    <a:pt x="790626" y="22858"/>
                  </a:lnTo>
                  <a:lnTo>
                    <a:pt x="800387" y="23070"/>
                  </a:lnTo>
                  <a:lnTo>
                    <a:pt x="810148" y="23779"/>
                  </a:lnTo>
                  <a:lnTo>
                    <a:pt x="819909" y="24024"/>
                  </a:lnTo>
                  <a:lnTo>
                    <a:pt x="829669" y="24199"/>
                  </a:lnTo>
                  <a:lnTo>
                    <a:pt x="839430" y="24195"/>
                  </a:lnTo>
                  <a:lnTo>
                    <a:pt x="849191" y="24292"/>
                  </a:lnTo>
                  <a:lnTo>
                    <a:pt x="858952" y="24666"/>
                  </a:lnTo>
                  <a:lnTo>
                    <a:pt x="868713" y="25062"/>
                  </a:lnTo>
                  <a:lnTo>
                    <a:pt x="878473" y="25310"/>
                  </a:lnTo>
                  <a:lnTo>
                    <a:pt x="888234" y="25582"/>
                  </a:lnTo>
                  <a:lnTo>
                    <a:pt x="897995" y="25527"/>
                  </a:lnTo>
                  <a:lnTo>
                    <a:pt x="907756" y="25993"/>
                  </a:lnTo>
                  <a:lnTo>
                    <a:pt x="917517" y="26205"/>
                  </a:lnTo>
                  <a:lnTo>
                    <a:pt x="927278" y="26568"/>
                  </a:lnTo>
                  <a:lnTo>
                    <a:pt x="937038" y="26917"/>
                  </a:lnTo>
                  <a:lnTo>
                    <a:pt x="946799" y="27295"/>
                  </a:lnTo>
                  <a:lnTo>
                    <a:pt x="956560" y="27454"/>
                  </a:lnTo>
                  <a:lnTo>
                    <a:pt x="966321" y="27504"/>
                  </a:lnTo>
                  <a:lnTo>
                    <a:pt x="976082" y="27831"/>
                  </a:lnTo>
                  <a:lnTo>
                    <a:pt x="985842" y="27969"/>
                  </a:lnTo>
                  <a:lnTo>
                    <a:pt x="995603" y="28179"/>
                  </a:lnTo>
                  <a:lnTo>
                    <a:pt x="1005364" y="28140"/>
                  </a:lnTo>
                  <a:lnTo>
                    <a:pt x="1015125" y="27917"/>
                  </a:lnTo>
                  <a:lnTo>
                    <a:pt x="1024886" y="28008"/>
                  </a:lnTo>
                  <a:lnTo>
                    <a:pt x="1034647" y="28407"/>
                  </a:lnTo>
                  <a:lnTo>
                    <a:pt x="1044407" y="28964"/>
                  </a:lnTo>
                  <a:lnTo>
                    <a:pt x="1054168" y="29249"/>
                  </a:lnTo>
                  <a:lnTo>
                    <a:pt x="1063929" y="29479"/>
                  </a:lnTo>
                  <a:lnTo>
                    <a:pt x="1073690" y="29607"/>
                  </a:lnTo>
                  <a:lnTo>
                    <a:pt x="1083451" y="29737"/>
                  </a:lnTo>
                  <a:lnTo>
                    <a:pt x="1093212" y="29978"/>
                  </a:lnTo>
                  <a:lnTo>
                    <a:pt x="1102972" y="30560"/>
                  </a:lnTo>
                  <a:lnTo>
                    <a:pt x="1112733" y="30656"/>
                  </a:lnTo>
                  <a:lnTo>
                    <a:pt x="1122494" y="30817"/>
                  </a:lnTo>
                  <a:lnTo>
                    <a:pt x="1132255" y="31228"/>
                  </a:lnTo>
                  <a:lnTo>
                    <a:pt x="1142016" y="31210"/>
                  </a:lnTo>
                  <a:lnTo>
                    <a:pt x="1151776" y="31186"/>
                  </a:lnTo>
                  <a:lnTo>
                    <a:pt x="1161537" y="31140"/>
                  </a:lnTo>
                  <a:lnTo>
                    <a:pt x="1171298" y="31360"/>
                  </a:lnTo>
                  <a:lnTo>
                    <a:pt x="1181059" y="31367"/>
                  </a:lnTo>
                  <a:lnTo>
                    <a:pt x="1190820" y="31518"/>
                  </a:lnTo>
                  <a:lnTo>
                    <a:pt x="1200581" y="31859"/>
                  </a:lnTo>
                  <a:lnTo>
                    <a:pt x="1210341" y="31981"/>
                  </a:lnTo>
                  <a:lnTo>
                    <a:pt x="1220102" y="32173"/>
                  </a:lnTo>
                  <a:lnTo>
                    <a:pt x="1229863" y="32284"/>
                  </a:lnTo>
                  <a:lnTo>
                    <a:pt x="1239624" y="32290"/>
                  </a:lnTo>
                  <a:lnTo>
                    <a:pt x="1249385" y="32583"/>
                  </a:lnTo>
                  <a:lnTo>
                    <a:pt x="1259145" y="32695"/>
                  </a:lnTo>
                  <a:lnTo>
                    <a:pt x="1268906" y="32926"/>
                  </a:lnTo>
                  <a:lnTo>
                    <a:pt x="1278667" y="33250"/>
                  </a:lnTo>
                  <a:lnTo>
                    <a:pt x="1288428" y="33665"/>
                  </a:lnTo>
                  <a:lnTo>
                    <a:pt x="1298189" y="33851"/>
                  </a:lnTo>
                  <a:lnTo>
                    <a:pt x="1307950" y="34253"/>
                  </a:lnTo>
                  <a:lnTo>
                    <a:pt x="1317710" y="34573"/>
                  </a:lnTo>
                  <a:lnTo>
                    <a:pt x="1327471" y="34937"/>
                  </a:lnTo>
                  <a:lnTo>
                    <a:pt x="1337232" y="35190"/>
                  </a:lnTo>
                  <a:lnTo>
                    <a:pt x="1346993" y="35357"/>
                  </a:lnTo>
                  <a:lnTo>
                    <a:pt x="1356754" y="35765"/>
                  </a:lnTo>
                  <a:lnTo>
                    <a:pt x="1366515" y="36030"/>
                  </a:lnTo>
                  <a:lnTo>
                    <a:pt x="1376275" y="36192"/>
                  </a:lnTo>
                  <a:lnTo>
                    <a:pt x="1386036" y="36352"/>
                  </a:lnTo>
                  <a:lnTo>
                    <a:pt x="1395797" y="36791"/>
                  </a:lnTo>
                  <a:lnTo>
                    <a:pt x="1405558" y="37266"/>
                  </a:lnTo>
                  <a:lnTo>
                    <a:pt x="1415319" y="37455"/>
                  </a:lnTo>
                  <a:lnTo>
                    <a:pt x="1425079" y="37675"/>
                  </a:lnTo>
                  <a:lnTo>
                    <a:pt x="1434840" y="37913"/>
                  </a:lnTo>
                  <a:lnTo>
                    <a:pt x="1444601" y="38220"/>
                  </a:lnTo>
                  <a:lnTo>
                    <a:pt x="1454362" y="38405"/>
                  </a:lnTo>
                  <a:lnTo>
                    <a:pt x="1464123" y="38536"/>
                  </a:lnTo>
                  <a:lnTo>
                    <a:pt x="1473884" y="38715"/>
                  </a:lnTo>
                  <a:lnTo>
                    <a:pt x="1483644" y="38874"/>
                  </a:lnTo>
                  <a:lnTo>
                    <a:pt x="1493405" y="39175"/>
                  </a:lnTo>
                  <a:lnTo>
                    <a:pt x="1503166" y="39474"/>
                  </a:lnTo>
                  <a:lnTo>
                    <a:pt x="1512927" y="39765"/>
                  </a:lnTo>
                  <a:lnTo>
                    <a:pt x="1522688" y="40019"/>
                  </a:lnTo>
                  <a:lnTo>
                    <a:pt x="1532448" y="40214"/>
                  </a:lnTo>
                  <a:lnTo>
                    <a:pt x="1542209" y="40231"/>
                  </a:lnTo>
                  <a:lnTo>
                    <a:pt x="1551970" y="40519"/>
                  </a:lnTo>
                  <a:lnTo>
                    <a:pt x="1561731" y="40995"/>
                  </a:lnTo>
                  <a:lnTo>
                    <a:pt x="1571492" y="41384"/>
                  </a:lnTo>
                  <a:lnTo>
                    <a:pt x="1581253" y="41559"/>
                  </a:lnTo>
                  <a:lnTo>
                    <a:pt x="1591013" y="41788"/>
                  </a:lnTo>
                  <a:lnTo>
                    <a:pt x="1600774" y="41949"/>
                  </a:lnTo>
                  <a:lnTo>
                    <a:pt x="1610535" y="42256"/>
                  </a:lnTo>
                  <a:lnTo>
                    <a:pt x="1620296" y="42535"/>
                  </a:lnTo>
                  <a:lnTo>
                    <a:pt x="1630057" y="42768"/>
                  </a:lnTo>
                  <a:lnTo>
                    <a:pt x="1639818" y="42966"/>
                  </a:lnTo>
                  <a:lnTo>
                    <a:pt x="1649578" y="42978"/>
                  </a:lnTo>
                  <a:lnTo>
                    <a:pt x="1659339" y="42966"/>
                  </a:lnTo>
                  <a:lnTo>
                    <a:pt x="1669100" y="43173"/>
                  </a:lnTo>
                  <a:lnTo>
                    <a:pt x="1678861" y="43548"/>
                  </a:lnTo>
                  <a:lnTo>
                    <a:pt x="1688622" y="43922"/>
                  </a:lnTo>
                  <a:lnTo>
                    <a:pt x="1698382" y="43933"/>
                  </a:lnTo>
                  <a:lnTo>
                    <a:pt x="1708143" y="44055"/>
                  </a:lnTo>
                  <a:lnTo>
                    <a:pt x="1717904" y="44273"/>
                  </a:lnTo>
                  <a:lnTo>
                    <a:pt x="1727665" y="44487"/>
                  </a:lnTo>
                  <a:lnTo>
                    <a:pt x="1737426" y="44647"/>
                  </a:lnTo>
                  <a:lnTo>
                    <a:pt x="1747187" y="44746"/>
                  </a:lnTo>
                  <a:lnTo>
                    <a:pt x="1756947" y="44888"/>
                  </a:lnTo>
                  <a:lnTo>
                    <a:pt x="1766708" y="45083"/>
                  </a:lnTo>
                  <a:lnTo>
                    <a:pt x="1776469" y="45267"/>
                  </a:lnTo>
                  <a:lnTo>
                    <a:pt x="1786230" y="45313"/>
                  </a:lnTo>
                  <a:lnTo>
                    <a:pt x="1795991" y="45391"/>
                  </a:lnTo>
                  <a:lnTo>
                    <a:pt x="1805752" y="45613"/>
                  </a:lnTo>
                  <a:lnTo>
                    <a:pt x="1815512" y="45758"/>
                  </a:lnTo>
                  <a:lnTo>
                    <a:pt x="1825273" y="46154"/>
                  </a:lnTo>
                  <a:lnTo>
                    <a:pt x="1835034" y="46773"/>
                  </a:lnTo>
                  <a:lnTo>
                    <a:pt x="1844795" y="47045"/>
                  </a:lnTo>
                  <a:lnTo>
                    <a:pt x="1854556" y="46988"/>
                  </a:lnTo>
                  <a:lnTo>
                    <a:pt x="1864316" y="47105"/>
                  </a:lnTo>
                  <a:lnTo>
                    <a:pt x="1874077" y="47510"/>
                  </a:lnTo>
                  <a:lnTo>
                    <a:pt x="1883838" y="47794"/>
                  </a:lnTo>
                  <a:lnTo>
                    <a:pt x="1893599" y="47929"/>
                  </a:lnTo>
                  <a:lnTo>
                    <a:pt x="1903360" y="48238"/>
                  </a:lnTo>
                  <a:lnTo>
                    <a:pt x="1913121" y="48614"/>
                  </a:lnTo>
                  <a:lnTo>
                    <a:pt x="1922881" y="48842"/>
                  </a:lnTo>
                  <a:lnTo>
                    <a:pt x="1932642" y="48976"/>
                  </a:lnTo>
                  <a:lnTo>
                    <a:pt x="1942403" y="48980"/>
                  </a:lnTo>
                  <a:lnTo>
                    <a:pt x="1952164" y="49061"/>
                  </a:lnTo>
                  <a:lnTo>
                    <a:pt x="1961925" y="49410"/>
                  </a:lnTo>
                  <a:lnTo>
                    <a:pt x="1971685" y="49499"/>
                  </a:lnTo>
                  <a:lnTo>
                    <a:pt x="1981446" y="49619"/>
                  </a:lnTo>
                  <a:lnTo>
                    <a:pt x="1991207" y="49764"/>
                  </a:lnTo>
                  <a:lnTo>
                    <a:pt x="2000968" y="49947"/>
                  </a:lnTo>
                  <a:lnTo>
                    <a:pt x="2010729" y="50109"/>
                  </a:lnTo>
                  <a:lnTo>
                    <a:pt x="2020490" y="50309"/>
                  </a:lnTo>
                  <a:lnTo>
                    <a:pt x="2030250" y="50508"/>
                  </a:lnTo>
                  <a:lnTo>
                    <a:pt x="2040011" y="50707"/>
                  </a:lnTo>
                  <a:lnTo>
                    <a:pt x="2049772" y="50745"/>
                  </a:lnTo>
                  <a:lnTo>
                    <a:pt x="2059533" y="50808"/>
                  </a:lnTo>
                  <a:lnTo>
                    <a:pt x="2069294" y="50964"/>
                  </a:lnTo>
                  <a:lnTo>
                    <a:pt x="2079055" y="51214"/>
                  </a:lnTo>
                  <a:lnTo>
                    <a:pt x="2088815" y="51305"/>
                  </a:lnTo>
                  <a:lnTo>
                    <a:pt x="2098576" y="51473"/>
                  </a:lnTo>
                  <a:lnTo>
                    <a:pt x="2108337" y="51770"/>
                  </a:lnTo>
                  <a:lnTo>
                    <a:pt x="2118098" y="52105"/>
                  </a:lnTo>
                  <a:lnTo>
                    <a:pt x="2127859" y="52361"/>
                  </a:lnTo>
                  <a:lnTo>
                    <a:pt x="2137619" y="52368"/>
                  </a:lnTo>
                  <a:lnTo>
                    <a:pt x="2147380" y="52375"/>
                  </a:lnTo>
                  <a:lnTo>
                    <a:pt x="2157141" y="52415"/>
                  </a:lnTo>
                  <a:lnTo>
                    <a:pt x="2166902" y="52476"/>
                  </a:lnTo>
                  <a:lnTo>
                    <a:pt x="2176663" y="52670"/>
                  </a:lnTo>
                  <a:lnTo>
                    <a:pt x="2186424" y="52745"/>
                  </a:lnTo>
                  <a:lnTo>
                    <a:pt x="2196184" y="52915"/>
                  </a:lnTo>
                  <a:lnTo>
                    <a:pt x="2205945" y="53113"/>
                  </a:lnTo>
                  <a:lnTo>
                    <a:pt x="2215706" y="53310"/>
                  </a:lnTo>
                  <a:lnTo>
                    <a:pt x="2225467" y="53401"/>
                  </a:lnTo>
                  <a:lnTo>
                    <a:pt x="2235228" y="53531"/>
                  </a:lnTo>
                  <a:lnTo>
                    <a:pt x="2244988" y="53730"/>
                  </a:lnTo>
                  <a:lnTo>
                    <a:pt x="2254749" y="53928"/>
                  </a:lnTo>
                  <a:lnTo>
                    <a:pt x="2264510" y="54129"/>
                  </a:lnTo>
                  <a:lnTo>
                    <a:pt x="2274271" y="54496"/>
                  </a:lnTo>
                  <a:lnTo>
                    <a:pt x="2284032" y="54790"/>
                  </a:lnTo>
                  <a:lnTo>
                    <a:pt x="2293793" y="54910"/>
                  </a:lnTo>
                  <a:lnTo>
                    <a:pt x="2303553" y="55067"/>
                  </a:lnTo>
                  <a:lnTo>
                    <a:pt x="2313314" y="55252"/>
                  </a:lnTo>
                  <a:lnTo>
                    <a:pt x="2323075" y="55376"/>
                  </a:lnTo>
                  <a:lnTo>
                    <a:pt x="2332836" y="55398"/>
                  </a:lnTo>
                  <a:lnTo>
                    <a:pt x="2342597" y="55465"/>
                  </a:lnTo>
                  <a:lnTo>
                    <a:pt x="2352358" y="55579"/>
                  </a:lnTo>
                  <a:lnTo>
                    <a:pt x="2362118" y="55692"/>
                  </a:lnTo>
                  <a:lnTo>
                    <a:pt x="2371879" y="55806"/>
                  </a:lnTo>
                  <a:lnTo>
                    <a:pt x="2381640" y="55919"/>
                  </a:lnTo>
                  <a:lnTo>
                    <a:pt x="2391401" y="56032"/>
                  </a:lnTo>
                  <a:lnTo>
                    <a:pt x="2401162" y="55989"/>
                  </a:lnTo>
                  <a:lnTo>
                    <a:pt x="2410922" y="55947"/>
                  </a:lnTo>
                  <a:lnTo>
                    <a:pt x="2420683" y="55995"/>
                  </a:lnTo>
                  <a:lnTo>
                    <a:pt x="2430444" y="56160"/>
                  </a:lnTo>
                  <a:lnTo>
                    <a:pt x="2440205" y="56385"/>
                  </a:lnTo>
                  <a:lnTo>
                    <a:pt x="2449966" y="56411"/>
                  </a:lnTo>
                  <a:lnTo>
                    <a:pt x="2459727" y="56411"/>
                  </a:lnTo>
                  <a:lnTo>
                    <a:pt x="2469487" y="56411"/>
                  </a:lnTo>
                  <a:lnTo>
                    <a:pt x="2479248" y="56507"/>
                  </a:lnTo>
                  <a:lnTo>
                    <a:pt x="2489009" y="56650"/>
                  </a:lnTo>
                  <a:lnTo>
                    <a:pt x="2498770" y="56794"/>
                  </a:lnTo>
                  <a:lnTo>
                    <a:pt x="2508531" y="56937"/>
                  </a:lnTo>
                  <a:lnTo>
                    <a:pt x="2518291" y="57123"/>
                  </a:lnTo>
                  <a:lnTo>
                    <a:pt x="2528052" y="57417"/>
                  </a:lnTo>
                </a:path>
              </a:pathLst>
            </a:custGeom>
            <a:ln w="18970" cap="flat">
              <a:solidFill>
                <a:srgbClr val="FFC0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rc97"/>
            <p:cNvSpPr/>
            <p:nvPr/>
          </p:nvSpPr>
          <p:spPr>
            <a:xfrm>
              <a:off x="6186006" y="745738"/>
              <a:ext cx="2780858" cy="5179814"/>
            </a:xfrm>
            <a:prstGeom prst="rect">
              <a:avLst/>
            </a:prstGeom>
            <a:ln w="1084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rc98"/>
            <p:cNvSpPr/>
            <p:nvPr/>
          </p:nvSpPr>
          <p:spPr>
            <a:xfrm>
              <a:off x="485111" y="529239"/>
              <a:ext cx="2780858" cy="21649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  <a:ln w="948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tx99"/>
            <p:cNvSpPr/>
            <p:nvPr/>
          </p:nvSpPr>
          <p:spPr>
            <a:xfrm>
              <a:off x="1742061" y="595196"/>
              <a:ext cx="266957" cy="825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1A1A1A">
                      <a:alpha val="100000"/>
                    </a:srgbClr>
                  </a:solidFill>
                  <a:latin typeface="Helvetica"/>
                  <a:cs typeface="Helvetica"/>
                </a:rPr>
                <a:t>Total</a:t>
              </a:r>
            </a:p>
          </p:txBody>
        </p:sp>
        <p:sp>
          <p:nvSpPr>
            <p:cNvPr id="101" name="rc100"/>
            <p:cNvSpPr/>
            <p:nvPr/>
          </p:nvSpPr>
          <p:spPr>
            <a:xfrm>
              <a:off x="3335559" y="529239"/>
              <a:ext cx="2780858" cy="21649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  <a:ln w="948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tx101"/>
            <p:cNvSpPr/>
            <p:nvPr/>
          </p:nvSpPr>
          <p:spPr>
            <a:xfrm>
              <a:off x="4483805" y="595196"/>
              <a:ext cx="484366" cy="825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1A1A1A">
                      <a:alpha val="100000"/>
                    </a:srgbClr>
                  </a:solidFill>
                  <a:latin typeface="Helvetica"/>
                  <a:cs typeface="Helvetica"/>
                </a:rPr>
                <a:t>Turnover</a:t>
              </a:r>
            </a:p>
          </p:txBody>
        </p:sp>
        <p:sp>
          <p:nvSpPr>
            <p:cNvPr id="103" name="rc102"/>
            <p:cNvSpPr/>
            <p:nvPr/>
          </p:nvSpPr>
          <p:spPr>
            <a:xfrm>
              <a:off x="6186006" y="529239"/>
              <a:ext cx="2780858" cy="21649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  <a:ln w="948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tx103"/>
            <p:cNvSpPr/>
            <p:nvPr/>
          </p:nvSpPr>
          <p:spPr>
            <a:xfrm>
              <a:off x="7017444" y="592686"/>
              <a:ext cx="1117981" cy="850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1A1A1A">
                      <a:alpha val="100000"/>
                    </a:srgbClr>
                  </a:solidFill>
                  <a:latin typeface="Helvetica"/>
                  <a:cs typeface="Helvetica"/>
                </a:rPr>
                <a:t>Gradient/Nestedness</a:t>
              </a:r>
            </a:p>
          </p:txBody>
        </p:sp>
        <p:sp>
          <p:nvSpPr>
            <p:cNvPr id="105" name="pl104"/>
            <p:cNvSpPr/>
            <p:nvPr/>
          </p:nvSpPr>
          <p:spPr>
            <a:xfrm>
              <a:off x="507881" y="592555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5"/>
            <p:cNvSpPr/>
            <p:nvPr/>
          </p:nvSpPr>
          <p:spPr>
            <a:xfrm>
              <a:off x="1153606" y="592555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6"/>
            <p:cNvSpPr/>
            <p:nvPr/>
          </p:nvSpPr>
          <p:spPr>
            <a:xfrm>
              <a:off x="1799331" y="592555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7"/>
            <p:cNvSpPr/>
            <p:nvPr/>
          </p:nvSpPr>
          <p:spPr>
            <a:xfrm>
              <a:off x="2445056" y="592555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8"/>
            <p:cNvSpPr/>
            <p:nvPr/>
          </p:nvSpPr>
          <p:spPr>
            <a:xfrm>
              <a:off x="3090781" y="592555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tx109"/>
            <p:cNvSpPr/>
            <p:nvPr/>
          </p:nvSpPr>
          <p:spPr>
            <a:xfrm>
              <a:off x="458195" y="5990530"/>
              <a:ext cx="99372" cy="778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111" name="tx110"/>
            <p:cNvSpPr/>
            <p:nvPr/>
          </p:nvSpPr>
          <p:spPr>
            <a:xfrm>
              <a:off x="1122528" y="5988074"/>
              <a:ext cx="62155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12" name="tx111"/>
            <p:cNvSpPr/>
            <p:nvPr/>
          </p:nvSpPr>
          <p:spPr>
            <a:xfrm>
              <a:off x="1768253" y="5990530"/>
              <a:ext cx="62155" cy="778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13" name="tx112"/>
            <p:cNvSpPr/>
            <p:nvPr/>
          </p:nvSpPr>
          <p:spPr>
            <a:xfrm>
              <a:off x="2413979" y="5989929"/>
              <a:ext cx="62155" cy="784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14" name="tx113"/>
            <p:cNvSpPr/>
            <p:nvPr/>
          </p:nvSpPr>
          <p:spPr>
            <a:xfrm>
              <a:off x="3059704" y="5987965"/>
              <a:ext cx="62155" cy="803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115" name="pl114"/>
            <p:cNvSpPr/>
            <p:nvPr/>
          </p:nvSpPr>
          <p:spPr>
            <a:xfrm>
              <a:off x="3358328" y="592555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5"/>
            <p:cNvSpPr/>
            <p:nvPr/>
          </p:nvSpPr>
          <p:spPr>
            <a:xfrm>
              <a:off x="4004053" y="592555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l116"/>
            <p:cNvSpPr/>
            <p:nvPr/>
          </p:nvSpPr>
          <p:spPr>
            <a:xfrm>
              <a:off x="4649778" y="592555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7"/>
            <p:cNvSpPr/>
            <p:nvPr/>
          </p:nvSpPr>
          <p:spPr>
            <a:xfrm>
              <a:off x="5295503" y="592555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l118"/>
            <p:cNvSpPr/>
            <p:nvPr/>
          </p:nvSpPr>
          <p:spPr>
            <a:xfrm>
              <a:off x="5941229" y="592555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tx119"/>
            <p:cNvSpPr/>
            <p:nvPr/>
          </p:nvSpPr>
          <p:spPr>
            <a:xfrm>
              <a:off x="3308642" y="5990530"/>
              <a:ext cx="99372" cy="778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121" name="tx120"/>
            <p:cNvSpPr/>
            <p:nvPr/>
          </p:nvSpPr>
          <p:spPr>
            <a:xfrm>
              <a:off x="3972975" y="5988074"/>
              <a:ext cx="62155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22" name="tx121"/>
            <p:cNvSpPr/>
            <p:nvPr/>
          </p:nvSpPr>
          <p:spPr>
            <a:xfrm>
              <a:off x="4618701" y="5990530"/>
              <a:ext cx="62155" cy="778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23" name="tx122"/>
            <p:cNvSpPr/>
            <p:nvPr/>
          </p:nvSpPr>
          <p:spPr>
            <a:xfrm>
              <a:off x="5264426" y="5989929"/>
              <a:ext cx="62155" cy="784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24" name="tx123"/>
            <p:cNvSpPr/>
            <p:nvPr/>
          </p:nvSpPr>
          <p:spPr>
            <a:xfrm>
              <a:off x="5910151" y="5987965"/>
              <a:ext cx="62155" cy="803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125" name="pl124"/>
            <p:cNvSpPr/>
            <p:nvPr/>
          </p:nvSpPr>
          <p:spPr>
            <a:xfrm>
              <a:off x="6208775" y="592555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5"/>
            <p:cNvSpPr/>
            <p:nvPr/>
          </p:nvSpPr>
          <p:spPr>
            <a:xfrm>
              <a:off x="6854500" y="592555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6"/>
            <p:cNvSpPr/>
            <p:nvPr/>
          </p:nvSpPr>
          <p:spPr>
            <a:xfrm>
              <a:off x="7500225" y="592555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7"/>
            <p:cNvSpPr/>
            <p:nvPr/>
          </p:nvSpPr>
          <p:spPr>
            <a:xfrm>
              <a:off x="8145951" y="592555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8"/>
            <p:cNvSpPr/>
            <p:nvPr/>
          </p:nvSpPr>
          <p:spPr>
            <a:xfrm>
              <a:off x="8791676" y="592555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tx129"/>
            <p:cNvSpPr/>
            <p:nvPr/>
          </p:nvSpPr>
          <p:spPr>
            <a:xfrm>
              <a:off x="6159089" y="5990530"/>
              <a:ext cx="99372" cy="778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131" name="tx130"/>
            <p:cNvSpPr/>
            <p:nvPr/>
          </p:nvSpPr>
          <p:spPr>
            <a:xfrm>
              <a:off x="6823423" y="5988074"/>
              <a:ext cx="62155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32" name="tx131"/>
            <p:cNvSpPr/>
            <p:nvPr/>
          </p:nvSpPr>
          <p:spPr>
            <a:xfrm>
              <a:off x="7469148" y="5990530"/>
              <a:ext cx="62155" cy="778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33" name="tx132"/>
            <p:cNvSpPr/>
            <p:nvPr/>
          </p:nvSpPr>
          <p:spPr>
            <a:xfrm>
              <a:off x="8114873" y="5989929"/>
              <a:ext cx="62155" cy="784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34" name="tx133"/>
            <p:cNvSpPr/>
            <p:nvPr/>
          </p:nvSpPr>
          <p:spPr>
            <a:xfrm>
              <a:off x="8760598" y="5987965"/>
              <a:ext cx="62155" cy="803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135" name="tx134"/>
            <p:cNvSpPr/>
            <p:nvPr/>
          </p:nvSpPr>
          <p:spPr>
            <a:xfrm>
              <a:off x="267120" y="5651439"/>
              <a:ext cx="155361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136" name="tx135"/>
            <p:cNvSpPr/>
            <p:nvPr/>
          </p:nvSpPr>
          <p:spPr>
            <a:xfrm>
              <a:off x="267120" y="4084566"/>
              <a:ext cx="155361" cy="805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137" name="tx136"/>
            <p:cNvSpPr/>
            <p:nvPr/>
          </p:nvSpPr>
          <p:spPr>
            <a:xfrm>
              <a:off x="267120" y="2518020"/>
              <a:ext cx="155361" cy="804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138" name="tx137"/>
            <p:cNvSpPr/>
            <p:nvPr/>
          </p:nvSpPr>
          <p:spPr>
            <a:xfrm>
              <a:off x="267120" y="951310"/>
              <a:ext cx="155361" cy="806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139" name="pl138"/>
            <p:cNvSpPr/>
            <p:nvPr/>
          </p:nvSpPr>
          <p:spPr>
            <a:xfrm>
              <a:off x="450317" y="569163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l139"/>
            <p:cNvSpPr/>
            <p:nvPr/>
          </p:nvSpPr>
          <p:spPr>
            <a:xfrm>
              <a:off x="450317" y="412503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l140"/>
            <p:cNvSpPr/>
            <p:nvPr/>
          </p:nvSpPr>
          <p:spPr>
            <a:xfrm>
              <a:off x="450317" y="255842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l141"/>
            <p:cNvSpPr/>
            <p:nvPr/>
          </p:nvSpPr>
          <p:spPr>
            <a:xfrm>
              <a:off x="450317" y="99182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tx142"/>
            <p:cNvSpPr/>
            <p:nvPr/>
          </p:nvSpPr>
          <p:spPr>
            <a:xfrm>
              <a:off x="3002316" y="6096279"/>
              <a:ext cx="3447343" cy="1317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Pair-level mean temperature anomaly (pair_clim_mean)</a:t>
              </a:r>
            </a:p>
          </p:txBody>
        </p:sp>
        <p:sp>
          <p:nvSpPr>
            <p:cNvPr id="144" name="tx143"/>
            <p:cNvSpPr/>
            <p:nvPr/>
          </p:nvSpPr>
          <p:spPr>
            <a:xfrm rot="-5400000">
              <a:off x="-974667" y="3269752"/>
              <a:ext cx="2220397" cy="1317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functional dissimilarity (D)</a:t>
              </a:r>
            </a:p>
          </p:txBody>
        </p:sp>
        <p:sp>
          <p:nvSpPr>
            <p:cNvPr id="145" name="rc144"/>
            <p:cNvSpPr/>
            <p:nvPr/>
          </p:nvSpPr>
          <p:spPr>
            <a:xfrm>
              <a:off x="1876419" y="6467734"/>
              <a:ext cx="219456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6" name="rc145"/>
            <p:cNvSpPr/>
            <p:nvPr/>
          </p:nvSpPr>
          <p:spPr>
            <a:xfrm>
              <a:off x="1876419" y="6467734"/>
              <a:ext cx="219456" cy="219455"/>
            </a:xfrm>
            <a:prstGeom prst="rect">
              <a:avLst/>
            </a:prstGeom>
            <a:solidFill>
              <a:srgbClr val="009E73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147" name="pl146"/>
            <p:cNvSpPr/>
            <p:nvPr/>
          </p:nvSpPr>
          <p:spPr>
            <a:xfrm>
              <a:off x="1898364" y="657746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8970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rc147"/>
            <p:cNvSpPr/>
            <p:nvPr/>
          </p:nvSpPr>
          <p:spPr>
            <a:xfrm>
              <a:off x="3166786" y="6467734"/>
              <a:ext cx="219456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rc148"/>
            <p:cNvSpPr/>
            <p:nvPr/>
          </p:nvSpPr>
          <p:spPr>
            <a:xfrm>
              <a:off x="3166786" y="6467734"/>
              <a:ext cx="219456" cy="219455"/>
            </a:xfrm>
            <a:prstGeom prst="rect">
              <a:avLst/>
            </a:prstGeom>
            <a:solidFill>
              <a:srgbClr val="0072B2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150" name="pl149"/>
            <p:cNvSpPr/>
            <p:nvPr/>
          </p:nvSpPr>
          <p:spPr>
            <a:xfrm>
              <a:off x="3188732" y="657746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897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rc150"/>
            <p:cNvSpPr/>
            <p:nvPr/>
          </p:nvSpPr>
          <p:spPr>
            <a:xfrm>
              <a:off x="4606513" y="6467734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2" name="rc151"/>
            <p:cNvSpPr/>
            <p:nvPr/>
          </p:nvSpPr>
          <p:spPr>
            <a:xfrm>
              <a:off x="4606513" y="6467734"/>
              <a:ext cx="219455" cy="219455"/>
            </a:xfrm>
            <a:prstGeom prst="rect">
              <a:avLst/>
            </a:prstGeom>
            <a:solidFill>
              <a:srgbClr val="E69F00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153" name="pl152"/>
            <p:cNvSpPr/>
            <p:nvPr/>
          </p:nvSpPr>
          <p:spPr>
            <a:xfrm>
              <a:off x="4628458" y="657746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8970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rc153"/>
            <p:cNvSpPr/>
            <p:nvPr/>
          </p:nvSpPr>
          <p:spPr>
            <a:xfrm>
              <a:off x="5772515" y="6467734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5" name="rc154"/>
            <p:cNvSpPr/>
            <p:nvPr/>
          </p:nvSpPr>
          <p:spPr>
            <a:xfrm>
              <a:off x="5772515" y="6467734"/>
              <a:ext cx="219455" cy="219455"/>
            </a:xfrm>
            <a:prstGeom prst="rect">
              <a:avLst/>
            </a:prstGeom>
            <a:solidFill>
              <a:srgbClr val="D55E00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156" name="pl155"/>
            <p:cNvSpPr/>
            <p:nvPr/>
          </p:nvSpPr>
          <p:spPr>
            <a:xfrm>
              <a:off x="5794460" y="657746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8970" cap="flat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rc156"/>
            <p:cNvSpPr/>
            <p:nvPr/>
          </p:nvSpPr>
          <p:spPr>
            <a:xfrm>
              <a:off x="6982118" y="6467734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8" name="rc157"/>
            <p:cNvSpPr/>
            <p:nvPr/>
          </p:nvSpPr>
          <p:spPr>
            <a:xfrm>
              <a:off x="6982118" y="6467734"/>
              <a:ext cx="219455" cy="219455"/>
            </a:xfrm>
            <a:prstGeom prst="rect">
              <a:avLst/>
            </a:prstGeom>
            <a:solidFill>
              <a:srgbClr val="FFC0CB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159" name="pl158"/>
            <p:cNvSpPr/>
            <p:nvPr/>
          </p:nvSpPr>
          <p:spPr>
            <a:xfrm>
              <a:off x="7004064" y="657746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8970" cap="flat">
              <a:solidFill>
                <a:srgbClr val="FFC0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tx159"/>
            <p:cNvSpPr/>
            <p:nvPr/>
          </p:nvSpPr>
          <p:spPr>
            <a:xfrm>
              <a:off x="2165464" y="6512660"/>
              <a:ext cx="931733" cy="1048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Primary vegetation</a:t>
              </a:r>
            </a:p>
          </p:txBody>
        </p:sp>
        <p:sp>
          <p:nvSpPr>
            <p:cNvPr id="161" name="tx160"/>
            <p:cNvSpPr/>
            <p:nvPr/>
          </p:nvSpPr>
          <p:spPr>
            <a:xfrm>
              <a:off x="3455831" y="6510477"/>
              <a:ext cx="1081092" cy="1070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Secondary vegetation</a:t>
              </a:r>
            </a:p>
          </p:txBody>
        </p:sp>
        <p:sp>
          <p:nvSpPr>
            <p:cNvPr id="162" name="tx161"/>
            <p:cNvSpPr/>
            <p:nvPr/>
          </p:nvSpPr>
          <p:spPr>
            <a:xfrm>
              <a:off x="4895558" y="6511350"/>
              <a:ext cx="807367" cy="1061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Agriculture (low)</a:t>
              </a:r>
            </a:p>
          </p:txBody>
        </p:sp>
        <p:sp>
          <p:nvSpPr>
            <p:cNvPr id="163" name="tx162"/>
            <p:cNvSpPr/>
            <p:nvPr/>
          </p:nvSpPr>
          <p:spPr>
            <a:xfrm>
              <a:off x="6061560" y="6511350"/>
              <a:ext cx="850969" cy="1061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Agriculture (high)</a:t>
              </a:r>
            </a:p>
          </p:txBody>
        </p:sp>
        <p:sp>
          <p:nvSpPr>
            <p:cNvPr id="164" name="tx163"/>
            <p:cNvSpPr/>
            <p:nvPr/>
          </p:nvSpPr>
          <p:spPr>
            <a:xfrm>
              <a:off x="7271163" y="6534979"/>
              <a:ext cx="304393" cy="825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Urban</a:t>
              </a:r>
            </a:p>
          </p:txBody>
        </p:sp>
        <p:sp>
          <p:nvSpPr>
            <p:cNvPr id="165" name="tx164"/>
            <p:cNvSpPr/>
            <p:nvPr/>
          </p:nvSpPr>
          <p:spPr>
            <a:xfrm>
              <a:off x="485111" y="297167"/>
              <a:ext cx="3719171" cy="1315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Main results shown only for the continuous ATA Bray family.</a:t>
              </a:r>
            </a:p>
          </p:txBody>
        </p:sp>
        <p:sp>
          <p:nvSpPr>
            <p:cNvPr id="166" name="tx165"/>
            <p:cNvSpPr/>
            <p:nvPr/>
          </p:nvSpPr>
          <p:spPr>
            <a:xfrm>
              <a:off x="485111" y="63976"/>
              <a:ext cx="7332285" cy="1578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Functional Bray dissimilarity in ATA space varies across land-use types and warming levels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2026-03-23T21:30:00Z</dcterms:modified>
  <cp:category/>
</cp:coreProperties>
</file>