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Functional multi-metric warming coefficients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03155" y="2337956"/>
              <a:ext cx="1905801" cy="9533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103155" y="3181279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103155" y="2997948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103155" y="2814617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103155" y="2631286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2103155" y="2447954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339202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816494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293786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771079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293786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696598" y="2436955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389823" y="2447954"/>
              <a:ext cx="306775" cy="0"/>
            </a:xfrm>
            <a:custGeom>
              <a:avLst/>
              <a:pathLst>
                <a:path w="306775" h="0">
                  <a:moveTo>
                    <a:pt x="306775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389823" y="2436955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492219" y="2620286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3094021" y="2631286"/>
              <a:ext cx="398198" cy="0"/>
            </a:xfrm>
            <a:custGeom>
              <a:avLst/>
              <a:pathLst>
                <a:path w="398198" h="0">
                  <a:moveTo>
                    <a:pt x="398198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3094021" y="2620286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2963215" y="280361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2697313" y="2814617"/>
              <a:ext cx="265901" cy="0"/>
            </a:xfrm>
            <a:custGeom>
              <a:avLst/>
              <a:pathLst>
                <a:path w="265901" h="0">
                  <a:moveTo>
                    <a:pt x="265901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2697313" y="280361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094577" y="298694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2835280" y="2997948"/>
              <a:ext cx="259296" cy="0"/>
            </a:xfrm>
            <a:custGeom>
              <a:avLst/>
              <a:pathLst>
                <a:path w="259296" h="0">
                  <a:moveTo>
                    <a:pt x="259296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2835280" y="298694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3475925" y="317027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2551939" y="3181279"/>
              <a:ext cx="923985" cy="0"/>
            </a:xfrm>
            <a:custGeom>
              <a:avLst/>
              <a:pathLst>
                <a:path w="923985" h="0">
                  <a:moveTo>
                    <a:pt x="923985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2551939" y="317027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514728" y="2419472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3264638" y="2602804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801782" y="2786135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936447" y="2969466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985450" y="3152797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2103155" y="2337956"/>
              <a:ext cx="1905801" cy="953321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2103155" y="3474158"/>
              <a:ext cx="1905801" cy="9533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2103155" y="4317481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2103155" y="4134150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2103155" y="3950819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103155" y="3767488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103155" y="3584156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2339202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816494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3293786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3771079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293786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3340389" y="357315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159208" y="3584156"/>
              <a:ext cx="181181" cy="0"/>
            </a:xfrm>
            <a:custGeom>
              <a:avLst/>
              <a:pathLst>
                <a:path w="181181" h="0">
                  <a:moveTo>
                    <a:pt x="181181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159208" y="357315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422428" y="375648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3170234" y="3767488"/>
              <a:ext cx="252193" cy="0"/>
            </a:xfrm>
            <a:custGeom>
              <a:avLst/>
              <a:pathLst>
                <a:path w="252193" h="0">
                  <a:moveTo>
                    <a:pt x="252193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3170234" y="375648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3462699" y="393981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3291631" y="3950819"/>
              <a:ext cx="171068" cy="0"/>
            </a:xfrm>
            <a:custGeom>
              <a:avLst/>
              <a:pathLst>
                <a:path w="171068" h="0">
                  <a:moveTo>
                    <a:pt x="171068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3291631" y="393981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3425526" y="412315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8"/>
            <p:cNvSpPr/>
            <p:nvPr/>
          </p:nvSpPr>
          <p:spPr>
            <a:xfrm>
              <a:off x="3258739" y="4134150"/>
              <a:ext cx="166786" cy="0"/>
            </a:xfrm>
            <a:custGeom>
              <a:avLst/>
              <a:pathLst>
                <a:path w="166786" h="0">
                  <a:moveTo>
                    <a:pt x="166786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59"/>
            <p:cNvSpPr/>
            <p:nvPr/>
          </p:nvSpPr>
          <p:spPr>
            <a:xfrm>
              <a:off x="3258739" y="412315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3677775" y="430648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3064025" y="4317481"/>
              <a:ext cx="613750" cy="0"/>
            </a:xfrm>
            <a:custGeom>
              <a:avLst/>
              <a:pathLst>
                <a:path w="613750" h="0">
                  <a:moveTo>
                    <a:pt x="61375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3064025" y="430648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21317" y="3555674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267849" y="3739005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48683" y="3922337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313651" y="4105668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342418" y="4288999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2103155" y="3474158"/>
              <a:ext cx="1905801" cy="953321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2103155" y="4610360"/>
              <a:ext cx="1905801" cy="9533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2103155" y="5453683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2103155" y="5270352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2103155" y="5087021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2103155" y="4903689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2103155" y="4720358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2339202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2816494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7"/>
            <p:cNvSpPr/>
            <p:nvPr/>
          </p:nvSpPr>
          <p:spPr>
            <a:xfrm>
              <a:off x="3293786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3771079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3293786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1" name="pl80"/>
            <p:cNvSpPr/>
            <p:nvPr/>
          </p:nvSpPr>
          <p:spPr>
            <a:xfrm>
              <a:off x="3691271" y="470935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1"/>
            <p:cNvSpPr/>
            <p:nvPr/>
          </p:nvSpPr>
          <p:spPr>
            <a:xfrm>
              <a:off x="3362309" y="4720358"/>
              <a:ext cx="328962" cy="0"/>
            </a:xfrm>
            <a:custGeom>
              <a:avLst/>
              <a:pathLst>
                <a:path w="328962" h="0">
                  <a:moveTo>
                    <a:pt x="328962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2"/>
            <p:cNvSpPr/>
            <p:nvPr/>
          </p:nvSpPr>
          <p:spPr>
            <a:xfrm>
              <a:off x="3362309" y="470935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3"/>
            <p:cNvSpPr/>
            <p:nvPr/>
          </p:nvSpPr>
          <p:spPr>
            <a:xfrm>
              <a:off x="3543767" y="489269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3111018" y="4903689"/>
              <a:ext cx="432748" cy="0"/>
            </a:xfrm>
            <a:custGeom>
              <a:avLst/>
              <a:pathLst>
                <a:path w="432748" h="0">
                  <a:moveTo>
                    <a:pt x="432748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3111018" y="489269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2986773" y="507602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2696740" y="5087021"/>
              <a:ext cx="290033" cy="0"/>
            </a:xfrm>
            <a:custGeom>
              <a:avLst/>
              <a:pathLst>
                <a:path w="290033" h="0">
                  <a:moveTo>
                    <a:pt x="290033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2696740" y="507602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3122908" y="5259352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2840137" y="5270352"/>
              <a:ext cx="282770" cy="0"/>
            </a:xfrm>
            <a:custGeom>
              <a:avLst/>
              <a:pathLst>
                <a:path w="282770" h="0">
                  <a:moveTo>
                    <a:pt x="28277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2840137" y="5259352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3492793" y="5442683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2479996" y="5453683"/>
              <a:ext cx="1012796" cy="0"/>
            </a:xfrm>
            <a:custGeom>
              <a:avLst/>
              <a:pathLst>
                <a:path w="1012796" h="0">
                  <a:moveTo>
                    <a:pt x="1012796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2479996" y="5442683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3498308" y="4691876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3298910" y="4875207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813275" y="5058539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953040" y="5241870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957913" y="5425201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rc100"/>
            <p:cNvSpPr/>
            <p:nvPr/>
          </p:nvSpPr>
          <p:spPr>
            <a:xfrm>
              <a:off x="2103155" y="4610360"/>
              <a:ext cx="1905801" cy="953321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rc101"/>
            <p:cNvSpPr/>
            <p:nvPr/>
          </p:nvSpPr>
          <p:spPr>
            <a:xfrm>
              <a:off x="4191837" y="2337956"/>
              <a:ext cx="1905801" cy="9533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4191837" y="3181279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4191837" y="2997948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4191837" y="2814617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4191837" y="2631286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4191837" y="2447954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4427884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4905176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5382468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5859761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5382468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6011011" y="2436955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5555017" y="2447954"/>
              <a:ext cx="455993" cy="0"/>
            </a:xfrm>
            <a:custGeom>
              <a:avLst/>
              <a:pathLst>
                <a:path w="455993" h="0">
                  <a:moveTo>
                    <a:pt x="455993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5555017" y="2436955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5565451" y="2620286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962172" y="2631286"/>
              <a:ext cx="603279" cy="0"/>
            </a:xfrm>
            <a:custGeom>
              <a:avLst/>
              <a:pathLst>
                <a:path w="603279" h="0">
                  <a:moveTo>
                    <a:pt x="603279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4962172" y="2620286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843594" y="280361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19"/>
            <p:cNvSpPr/>
            <p:nvPr/>
          </p:nvSpPr>
          <p:spPr>
            <a:xfrm>
              <a:off x="4438319" y="2814617"/>
              <a:ext cx="405274" cy="0"/>
            </a:xfrm>
            <a:custGeom>
              <a:avLst/>
              <a:pathLst>
                <a:path w="405274" h="0">
                  <a:moveTo>
                    <a:pt x="405274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0"/>
            <p:cNvSpPr/>
            <p:nvPr/>
          </p:nvSpPr>
          <p:spPr>
            <a:xfrm>
              <a:off x="4438319" y="280361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1"/>
            <p:cNvSpPr/>
            <p:nvPr/>
          </p:nvSpPr>
          <p:spPr>
            <a:xfrm>
              <a:off x="5045673" y="298694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2"/>
            <p:cNvSpPr/>
            <p:nvPr/>
          </p:nvSpPr>
          <p:spPr>
            <a:xfrm>
              <a:off x="4651402" y="2997948"/>
              <a:ext cx="394270" cy="0"/>
            </a:xfrm>
            <a:custGeom>
              <a:avLst/>
              <a:pathLst>
                <a:path w="394270" h="0">
                  <a:moveTo>
                    <a:pt x="39427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3"/>
            <p:cNvSpPr/>
            <p:nvPr/>
          </p:nvSpPr>
          <p:spPr>
            <a:xfrm>
              <a:off x="4651402" y="298694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5684678" y="317027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4278464" y="3181279"/>
              <a:ext cx="1406213" cy="0"/>
            </a:xfrm>
            <a:custGeom>
              <a:avLst/>
              <a:pathLst>
                <a:path w="1406213" h="0">
                  <a:moveTo>
                    <a:pt x="1406213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4278464" y="317027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754532" y="2419472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235329" y="2602804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612475" y="2786135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820055" y="2969466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953089" y="3152797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rc132"/>
            <p:cNvSpPr/>
            <p:nvPr/>
          </p:nvSpPr>
          <p:spPr>
            <a:xfrm>
              <a:off x="4191837" y="2337956"/>
              <a:ext cx="1905801" cy="953321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rc133"/>
            <p:cNvSpPr/>
            <p:nvPr/>
          </p:nvSpPr>
          <p:spPr>
            <a:xfrm>
              <a:off x="4191837" y="3474158"/>
              <a:ext cx="1905801" cy="9533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l134"/>
            <p:cNvSpPr/>
            <p:nvPr/>
          </p:nvSpPr>
          <p:spPr>
            <a:xfrm>
              <a:off x="4191837" y="4317481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5"/>
            <p:cNvSpPr/>
            <p:nvPr/>
          </p:nvSpPr>
          <p:spPr>
            <a:xfrm>
              <a:off x="4191837" y="4134150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4191837" y="3950819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4191837" y="3767488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4191837" y="3584156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4427884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4905176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5382468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5859761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5382468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5382468" y="357315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5"/>
            <p:cNvSpPr/>
            <p:nvPr/>
          </p:nvSpPr>
          <p:spPr>
            <a:xfrm>
              <a:off x="5382468" y="35841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5382468" y="357315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7"/>
            <p:cNvSpPr/>
            <p:nvPr/>
          </p:nvSpPr>
          <p:spPr>
            <a:xfrm>
              <a:off x="5382468" y="375648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8"/>
            <p:cNvSpPr/>
            <p:nvPr/>
          </p:nvSpPr>
          <p:spPr>
            <a:xfrm>
              <a:off x="5382468" y="37674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49"/>
            <p:cNvSpPr/>
            <p:nvPr/>
          </p:nvSpPr>
          <p:spPr>
            <a:xfrm>
              <a:off x="5382468" y="375648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0"/>
            <p:cNvSpPr/>
            <p:nvPr/>
          </p:nvSpPr>
          <p:spPr>
            <a:xfrm>
              <a:off x="5382468" y="393981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1"/>
            <p:cNvSpPr/>
            <p:nvPr/>
          </p:nvSpPr>
          <p:spPr>
            <a:xfrm>
              <a:off x="5382468" y="39508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2"/>
            <p:cNvSpPr/>
            <p:nvPr/>
          </p:nvSpPr>
          <p:spPr>
            <a:xfrm>
              <a:off x="5382468" y="393981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3"/>
            <p:cNvSpPr/>
            <p:nvPr/>
          </p:nvSpPr>
          <p:spPr>
            <a:xfrm>
              <a:off x="5382468" y="412315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4"/>
            <p:cNvSpPr/>
            <p:nvPr/>
          </p:nvSpPr>
          <p:spPr>
            <a:xfrm>
              <a:off x="5382468" y="41341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5"/>
            <p:cNvSpPr/>
            <p:nvPr/>
          </p:nvSpPr>
          <p:spPr>
            <a:xfrm>
              <a:off x="5382468" y="412315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6"/>
            <p:cNvSpPr/>
            <p:nvPr/>
          </p:nvSpPr>
          <p:spPr>
            <a:xfrm>
              <a:off x="5382468" y="430648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7"/>
            <p:cNvSpPr/>
            <p:nvPr/>
          </p:nvSpPr>
          <p:spPr>
            <a:xfrm>
              <a:off x="5382468" y="431748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8"/>
            <p:cNvSpPr/>
            <p:nvPr/>
          </p:nvSpPr>
          <p:spPr>
            <a:xfrm>
              <a:off x="5382468" y="430648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353986" y="3555674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353986" y="3739005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353986" y="3922337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5353986" y="4105668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353986" y="4288999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rc164"/>
            <p:cNvSpPr/>
            <p:nvPr/>
          </p:nvSpPr>
          <p:spPr>
            <a:xfrm>
              <a:off x="4191837" y="3474158"/>
              <a:ext cx="1905801" cy="953321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rc165"/>
            <p:cNvSpPr/>
            <p:nvPr/>
          </p:nvSpPr>
          <p:spPr>
            <a:xfrm>
              <a:off x="4191837" y="4610360"/>
              <a:ext cx="1905801" cy="9533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6"/>
            <p:cNvSpPr/>
            <p:nvPr/>
          </p:nvSpPr>
          <p:spPr>
            <a:xfrm>
              <a:off x="4191837" y="5453683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7"/>
            <p:cNvSpPr/>
            <p:nvPr/>
          </p:nvSpPr>
          <p:spPr>
            <a:xfrm>
              <a:off x="4191837" y="5270352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8"/>
            <p:cNvSpPr/>
            <p:nvPr/>
          </p:nvSpPr>
          <p:spPr>
            <a:xfrm>
              <a:off x="4191837" y="5087021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69"/>
            <p:cNvSpPr/>
            <p:nvPr/>
          </p:nvSpPr>
          <p:spPr>
            <a:xfrm>
              <a:off x="4191837" y="4903689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0"/>
            <p:cNvSpPr/>
            <p:nvPr/>
          </p:nvSpPr>
          <p:spPr>
            <a:xfrm>
              <a:off x="4191837" y="4720358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1"/>
            <p:cNvSpPr/>
            <p:nvPr/>
          </p:nvSpPr>
          <p:spPr>
            <a:xfrm>
              <a:off x="4427884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2"/>
            <p:cNvSpPr/>
            <p:nvPr/>
          </p:nvSpPr>
          <p:spPr>
            <a:xfrm>
              <a:off x="4905176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3"/>
            <p:cNvSpPr/>
            <p:nvPr/>
          </p:nvSpPr>
          <p:spPr>
            <a:xfrm>
              <a:off x="5382468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4"/>
            <p:cNvSpPr/>
            <p:nvPr/>
          </p:nvSpPr>
          <p:spPr>
            <a:xfrm>
              <a:off x="5859761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5"/>
            <p:cNvSpPr/>
            <p:nvPr/>
          </p:nvSpPr>
          <p:spPr>
            <a:xfrm>
              <a:off x="5382468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7" name="pl176"/>
            <p:cNvSpPr/>
            <p:nvPr/>
          </p:nvSpPr>
          <p:spPr>
            <a:xfrm>
              <a:off x="6011011" y="470935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7"/>
            <p:cNvSpPr/>
            <p:nvPr/>
          </p:nvSpPr>
          <p:spPr>
            <a:xfrm>
              <a:off x="5555017" y="4720358"/>
              <a:ext cx="455993" cy="0"/>
            </a:xfrm>
            <a:custGeom>
              <a:avLst/>
              <a:pathLst>
                <a:path w="455993" h="0">
                  <a:moveTo>
                    <a:pt x="455993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8"/>
            <p:cNvSpPr/>
            <p:nvPr/>
          </p:nvSpPr>
          <p:spPr>
            <a:xfrm>
              <a:off x="5555017" y="470935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79"/>
            <p:cNvSpPr/>
            <p:nvPr/>
          </p:nvSpPr>
          <p:spPr>
            <a:xfrm>
              <a:off x="5565451" y="489269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0"/>
            <p:cNvSpPr/>
            <p:nvPr/>
          </p:nvSpPr>
          <p:spPr>
            <a:xfrm>
              <a:off x="4962172" y="4903689"/>
              <a:ext cx="603279" cy="0"/>
            </a:xfrm>
            <a:custGeom>
              <a:avLst/>
              <a:pathLst>
                <a:path w="603279" h="0">
                  <a:moveTo>
                    <a:pt x="603279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1"/>
            <p:cNvSpPr/>
            <p:nvPr/>
          </p:nvSpPr>
          <p:spPr>
            <a:xfrm>
              <a:off x="4962172" y="489269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2"/>
            <p:cNvSpPr/>
            <p:nvPr/>
          </p:nvSpPr>
          <p:spPr>
            <a:xfrm>
              <a:off x="4843594" y="507602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4438319" y="5087021"/>
              <a:ext cx="405274" cy="0"/>
            </a:xfrm>
            <a:custGeom>
              <a:avLst/>
              <a:pathLst>
                <a:path w="405274" h="0">
                  <a:moveTo>
                    <a:pt x="405274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38319" y="507602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5045673" y="5259352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651402" y="5270352"/>
              <a:ext cx="394270" cy="0"/>
            </a:xfrm>
            <a:custGeom>
              <a:avLst/>
              <a:pathLst>
                <a:path w="394270" h="0">
                  <a:moveTo>
                    <a:pt x="39427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651402" y="5259352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5684678" y="5442683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278464" y="5453683"/>
              <a:ext cx="1406213" cy="0"/>
            </a:xfrm>
            <a:custGeom>
              <a:avLst/>
              <a:pathLst>
                <a:path w="1406213" h="0">
                  <a:moveTo>
                    <a:pt x="1406213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278464" y="5442683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5754532" y="4691876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5235329" y="4875207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4612475" y="5058539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820055" y="5241870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4953089" y="5425201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rc196"/>
            <p:cNvSpPr/>
            <p:nvPr/>
          </p:nvSpPr>
          <p:spPr>
            <a:xfrm>
              <a:off x="4191837" y="4610360"/>
              <a:ext cx="1905801" cy="953321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rc197"/>
            <p:cNvSpPr/>
            <p:nvPr/>
          </p:nvSpPr>
          <p:spPr>
            <a:xfrm>
              <a:off x="6280519" y="2337956"/>
              <a:ext cx="1905801" cy="9533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6280519" y="3181279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6280519" y="2997948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6280519" y="2814617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6280519" y="2631286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6280519" y="2447954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6516566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6993858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7471150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7948443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7471150" y="2337956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8099643" y="2436955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7643828" y="2447954"/>
              <a:ext cx="455815" cy="0"/>
            </a:xfrm>
            <a:custGeom>
              <a:avLst/>
              <a:pathLst>
                <a:path w="455815" h="0">
                  <a:moveTo>
                    <a:pt x="455815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7643828" y="2436955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1"/>
            <p:cNvSpPr/>
            <p:nvPr/>
          </p:nvSpPr>
          <p:spPr>
            <a:xfrm>
              <a:off x="7654395" y="2620286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2"/>
            <p:cNvSpPr/>
            <p:nvPr/>
          </p:nvSpPr>
          <p:spPr>
            <a:xfrm>
              <a:off x="7051398" y="2631286"/>
              <a:ext cx="602997" cy="0"/>
            </a:xfrm>
            <a:custGeom>
              <a:avLst/>
              <a:pathLst>
                <a:path w="602997" h="0">
                  <a:moveTo>
                    <a:pt x="602997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3"/>
            <p:cNvSpPr/>
            <p:nvPr/>
          </p:nvSpPr>
          <p:spPr>
            <a:xfrm>
              <a:off x="7051398" y="2620286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4"/>
            <p:cNvSpPr/>
            <p:nvPr/>
          </p:nvSpPr>
          <p:spPr>
            <a:xfrm>
              <a:off x="6931809" y="280361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5"/>
            <p:cNvSpPr/>
            <p:nvPr/>
          </p:nvSpPr>
          <p:spPr>
            <a:xfrm>
              <a:off x="6526734" y="2814617"/>
              <a:ext cx="405075" cy="0"/>
            </a:xfrm>
            <a:custGeom>
              <a:avLst/>
              <a:pathLst>
                <a:path w="405075" h="0">
                  <a:moveTo>
                    <a:pt x="405075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6"/>
            <p:cNvSpPr/>
            <p:nvPr/>
          </p:nvSpPr>
          <p:spPr>
            <a:xfrm>
              <a:off x="6526734" y="280361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7"/>
            <p:cNvSpPr/>
            <p:nvPr/>
          </p:nvSpPr>
          <p:spPr>
            <a:xfrm>
              <a:off x="7134826" y="298694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8"/>
            <p:cNvSpPr/>
            <p:nvPr/>
          </p:nvSpPr>
          <p:spPr>
            <a:xfrm>
              <a:off x="6740746" y="2997948"/>
              <a:ext cx="394079" cy="0"/>
            </a:xfrm>
            <a:custGeom>
              <a:avLst/>
              <a:pathLst>
                <a:path w="394079" h="0">
                  <a:moveTo>
                    <a:pt x="394079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19"/>
            <p:cNvSpPr/>
            <p:nvPr/>
          </p:nvSpPr>
          <p:spPr>
            <a:xfrm>
              <a:off x="6740746" y="298694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0"/>
            <p:cNvSpPr/>
            <p:nvPr/>
          </p:nvSpPr>
          <p:spPr>
            <a:xfrm>
              <a:off x="7772985" y="317027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1"/>
            <p:cNvSpPr/>
            <p:nvPr/>
          </p:nvSpPr>
          <p:spPr>
            <a:xfrm>
              <a:off x="6367469" y="3181279"/>
              <a:ext cx="1405515" cy="0"/>
            </a:xfrm>
            <a:custGeom>
              <a:avLst/>
              <a:pathLst>
                <a:path w="1405515" h="0">
                  <a:moveTo>
                    <a:pt x="1405515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2"/>
            <p:cNvSpPr/>
            <p:nvPr/>
          </p:nvSpPr>
          <p:spPr>
            <a:xfrm>
              <a:off x="6367469" y="317027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7843253" y="2419472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7324414" y="2602804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6700789" y="2786135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6909304" y="2969466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7041745" y="3152797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rc228"/>
            <p:cNvSpPr/>
            <p:nvPr/>
          </p:nvSpPr>
          <p:spPr>
            <a:xfrm>
              <a:off x="6280519" y="2337956"/>
              <a:ext cx="1905801" cy="953321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rc229"/>
            <p:cNvSpPr/>
            <p:nvPr/>
          </p:nvSpPr>
          <p:spPr>
            <a:xfrm>
              <a:off x="6280519" y="3474158"/>
              <a:ext cx="1905801" cy="9533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l230"/>
            <p:cNvSpPr/>
            <p:nvPr/>
          </p:nvSpPr>
          <p:spPr>
            <a:xfrm>
              <a:off x="6280519" y="4317481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1"/>
            <p:cNvSpPr/>
            <p:nvPr/>
          </p:nvSpPr>
          <p:spPr>
            <a:xfrm>
              <a:off x="6280519" y="4134150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2"/>
            <p:cNvSpPr/>
            <p:nvPr/>
          </p:nvSpPr>
          <p:spPr>
            <a:xfrm>
              <a:off x="6280519" y="3950819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3"/>
            <p:cNvSpPr/>
            <p:nvPr/>
          </p:nvSpPr>
          <p:spPr>
            <a:xfrm>
              <a:off x="6280519" y="3767488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4"/>
            <p:cNvSpPr/>
            <p:nvPr/>
          </p:nvSpPr>
          <p:spPr>
            <a:xfrm>
              <a:off x="6280519" y="3584156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5"/>
            <p:cNvSpPr/>
            <p:nvPr/>
          </p:nvSpPr>
          <p:spPr>
            <a:xfrm>
              <a:off x="6516566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6"/>
            <p:cNvSpPr/>
            <p:nvPr/>
          </p:nvSpPr>
          <p:spPr>
            <a:xfrm>
              <a:off x="6993858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7"/>
            <p:cNvSpPr/>
            <p:nvPr/>
          </p:nvSpPr>
          <p:spPr>
            <a:xfrm>
              <a:off x="7471150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8"/>
            <p:cNvSpPr/>
            <p:nvPr/>
          </p:nvSpPr>
          <p:spPr>
            <a:xfrm>
              <a:off x="7948443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39"/>
            <p:cNvSpPr/>
            <p:nvPr/>
          </p:nvSpPr>
          <p:spPr>
            <a:xfrm>
              <a:off x="7471150" y="3474158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1" name="pl240"/>
            <p:cNvSpPr/>
            <p:nvPr/>
          </p:nvSpPr>
          <p:spPr>
            <a:xfrm>
              <a:off x="7471150" y="357315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1"/>
            <p:cNvSpPr/>
            <p:nvPr/>
          </p:nvSpPr>
          <p:spPr>
            <a:xfrm>
              <a:off x="7471150" y="35841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2"/>
            <p:cNvSpPr/>
            <p:nvPr/>
          </p:nvSpPr>
          <p:spPr>
            <a:xfrm>
              <a:off x="7471150" y="3573157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3"/>
            <p:cNvSpPr/>
            <p:nvPr/>
          </p:nvSpPr>
          <p:spPr>
            <a:xfrm>
              <a:off x="7471150" y="375648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4"/>
            <p:cNvSpPr/>
            <p:nvPr/>
          </p:nvSpPr>
          <p:spPr>
            <a:xfrm>
              <a:off x="7471150" y="37674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5"/>
            <p:cNvSpPr/>
            <p:nvPr/>
          </p:nvSpPr>
          <p:spPr>
            <a:xfrm>
              <a:off x="7471150" y="375648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6"/>
            <p:cNvSpPr/>
            <p:nvPr/>
          </p:nvSpPr>
          <p:spPr>
            <a:xfrm>
              <a:off x="7471150" y="393981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7"/>
            <p:cNvSpPr/>
            <p:nvPr/>
          </p:nvSpPr>
          <p:spPr>
            <a:xfrm>
              <a:off x="7471150" y="39508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8"/>
            <p:cNvSpPr/>
            <p:nvPr/>
          </p:nvSpPr>
          <p:spPr>
            <a:xfrm>
              <a:off x="7471150" y="3939819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49"/>
            <p:cNvSpPr/>
            <p:nvPr/>
          </p:nvSpPr>
          <p:spPr>
            <a:xfrm>
              <a:off x="7471150" y="412315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0"/>
            <p:cNvSpPr/>
            <p:nvPr/>
          </p:nvSpPr>
          <p:spPr>
            <a:xfrm>
              <a:off x="7471150" y="41341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1"/>
            <p:cNvSpPr/>
            <p:nvPr/>
          </p:nvSpPr>
          <p:spPr>
            <a:xfrm>
              <a:off x="7471150" y="412315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2"/>
            <p:cNvSpPr/>
            <p:nvPr/>
          </p:nvSpPr>
          <p:spPr>
            <a:xfrm>
              <a:off x="7471150" y="430648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3"/>
            <p:cNvSpPr/>
            <p:nvPr/>
          </p:nvSpPr>
          <p:spPr>
            <a:xfrm>
              <a:off x="7471150" y="431748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4"/>
            <p:cNvSpPr/>
            <p:nvPr/>
          </p:nvSpPr>
          <p:spPr>
            <a:xfrm>
              <a:off x="7471150" y="430648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7442668" y="3555674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7442668" y="3739005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7442668" y="3922337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7442668" y="4105668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7442668" y="4288999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rc260"/>
            <p:cNvSpPr/>
            <p:nvPr/>
          </p:nvSpPr>
          <p:spPr>
            <a:xfrm>
              <a:off x="6280519" y="3474158"/>
              <a:ext cx="1905801" cy="953321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rc261"/>
            <p:cNvSpPr/>
            <p:nvPr/>
          </p:nvSpPr>
          <p:spPr>
            <a:xfrm>
              <a:off x="6280519" y="4610360"/>
              <a:ext cx="1905801" cy="9533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l262"/>
            <p:cNvSpPr/>
            <p:nvPr/>
          </p:nvSpPr>
          <p:spPr>
            <a:xfrm>
              <a:off x="6280519" y="5453683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3"/>
            <p:cNvSpPr/>
            <p:nvPr/>
          </p:nvSpPr>
          <p:spPr>
            <a:xfrm>
              <a:off x="6280519" y="5270352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4"/>
            <p:cNvSpPr/>
            <p:nvPr/>
          </p:nvSpPr>
          <p:spPr>
            <a:xfrm>
              <a:off x="6280519" y="5087021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5"/>
            <p:cNvSpPr/>
            <p:nvPr/>
          </p:nvSpPr>
          <p:spPr>
            <a:xfrm>
              <a:off x="6280519" y="4903689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6"/>
            <p:cNvSpPr/>
            <p:nvPr/>
          </p:nvSpPr>
          <p:spPr>
            <a:xfrm>
              <a:off x="6280519" y="4720358"/>
              <a:ext cx="1905801" cy="0"/>
            </a:xfrm>
            <a:custGeom>
              <a:avLst/>
              <a:pathLst>
                <a:path w="1905801" h="0">
                  <a:moveTo>
                    <a:pt x="0" y="0"/>
                  </a:moveTo>
                  <a:lnTo>
                    <a:pt x="1905801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7"/>
            <p:cNvSpPr/>
            <p:nvPr/>
          </p:nvSpPr>
          <p:spPr>
            <a:xfrm>
              <a:off x="6516566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8"/>
            <p:cNvSpPr/>
            <p:nvPr/>
          </p:nvSpPr>
          <p:spPr>
            <a:xfrm>
              <a:off x="6993858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69"/>
            <p:cNvSpPr/>
            <p:nvPr/>
          </p:nvSpPr>
          <p:spPr>
            <a:xfrm>
              <a:off x="7471150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0"/>
            <p:cNvSpPr/>
            <p:nvPr/>
          </p:nvSpPr>
          <p:spPr>
            <a:xfrm>
              <a:off x="7948443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1"/>
            <p:cNvSpPr/>
            <p:nvPr/>
          </p:nvSpPr>
          <p:spPr>
            <a:xfrm>
              <a:off x="7471150" y="4610360"/>
              <a:ext cx="0" cy="953321"/>
            </a:xfrm>
            <a:custGeom>
              <a:avLst/>
              <a:pathLst>
                <a:path w="0" h="953321">
                  <a:moveTo>
                    <a:pt x="0" y="95332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3" name="pl272"/>
            <p:cNvSpPr/>
            <p:nvPr/>
          </p:nvSpPr>
          <p:spPr>
            <a:xfrm>
              <a:off x="8099643" y="470935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3"/>
            <p:cNvSpPr/>
            <p:nvPr/>
          </p:nvSpPr>
          <p:spPr>
            <a:xfrm>
              <a:off x="7643828" y="4720358"/>
              <a:ext cx="455815" cy="0"/>
            </a:xfrm>
            <a:custGeom>
              <a:avLst/>
              <a:pathLst>
                <a:path w="455815" h="0">
                  <a:moveTo>
                    <a:pt x="455815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4"/>
            <p:cNvSpPr/>
            <p:nvPr/>
          </p:nvSpPr>
          <p:spPr>
            <a:xfrm>
              <a:off x="7643828" y="4709358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5"/>
            <p:cNvSpPr/>
            <p:nvPr/>
          </p:nvSpPr>
          <p:spPr>
            <a:xfrm>
              <a:off x="7654395" y="489269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7051398" y="4903689"/>
              <a:ext cx="602997" cy="0"/>
            </a:xfrm>
            <a:custGeom>
              <a:avLst/>
              <a:pathLst>
                <a:path w="602997" h="0">
                  <a:moveTo>
                    <a:pt x="602997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7051398" y="4892690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6931809" y="507602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6526734" y="5087021"/>
              <a:ext cx="405075" cy="0"/>
            </a:xfrm>
            <a:custGeom>
              <a:avLst/>
              <a:pathLst>
                <a:path w="405075" h="0">
                  <a:moveTo>
                    <a:pt x="405075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6526734" y="5076021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7134826" y="5259352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6740746" y="5270352"/>
              <a:ext cx="394079" cy="0"/>
            </a:xfrm>
            <a:custGeom>
              <a:avLst/>
              <a:pathLst>
                <a:path w="394079" h="0">
                  <a:moveTo>
                    <a:pt x="394079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6740746" y="5259352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7772985" y="5442683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6367469" y="5453683"/>
              <a:ext cx="1405515" cy="0"/>
            </a:xfrm>
            <a:custGeom>
              <a:avLst/>
              <a:pathLst>
                <a:path w="1405515" h="0">
                  <a:moveTo>
                    <a:pt x="1405515" y="0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6367469" y="5442683"/>
              <a:ext cx="0" cy="21999"/>
            </a:xfrm>
            <a:custGeom>
              <a:avLst/>
              <a:pathLst>
                <a:path w="0" h="21999">
                  <a:moveTo>
                    <a:pt x="0" y="21999"/>
                  </a:moveTo>
                  <a:lnTo>
                    <a:pt x="0" y="0"/>
                  </a:lnTo>
                </a:path>
              </a:pathLst>
            </a:custGeom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7843253" y="4691876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7324414" y="4875207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6700789" y="5058539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6909304" y="5241870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7041745" y="5425201"/>
              <a:ext cx="56964" cy="56964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8181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rc292"/>
            <p:cNvSpPr/>
            <p:nvPr/>
          </p:nvSpPr>
          <p:spPr>
            <a:xfrm>
              <a:off x="6280519" y="4610360"/>
              <a:ext cx="1905801" cy="953321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rc293"/>
            <p:cNvSpPr/>
            <p:nvPr/>
          </p:nvSpPr>
          <p:spPr>
            <a:xfrm>
              <a:off x="2103155" y="2141138"/>
              <a:ext cx="1905801" cy="196817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tx294"/>
            <p:cNvSpPr/>
            <p:nvPr/>
          </p:nvSpPr>
          <p:spPr>
            <a:xfrm>
              <a:off x="2779409" y="2179718"/>
              <a:ext cx="553293" cy="963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Bray-Curtis</a:t>
              </a:r>
            </a:p>
          </p:txBody>
        </p:sp>
        <p:sp>
          <p:nvSpPr>
            <p:cNvPr id="296" name="rc295"/>
            <p:cNvSpPr/>
            <p:nvPr/>
          </p:nvSpPr>
          <p:spPr>
            <a:xfrm>
              <a:off x="4191837" y="2141138"/>
              <a:ext cx="1905801" cy="196817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tx296"/>
            <p:cNvSpPr/>
            <p:nvPr/>
          </p:nvSpPr>
          <p:spPr>
            <a:xfrm>
              <a:off x="4952675" y="2201100"/>
              <a:ext cx="384125" cy="75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Jaccard</a:t>
              </a:r>
            </a:p>
          </p:txBody>
        </p:sp>
        <p:sp>
          <p:nvSpPr>
            <p:cNvPr id="298" name="rc297"/>
            <p:cNvSpPr/>
            <p:nvPr/>
          </p:nvSpPr>
          <p:spPr>
            <a:xfrm>
              <a:off x="6280519" y="2141138"/>
              <a:ext cx="1905801" cy="196817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7001917" y="2198966"/>
              <a:ext cx="463004" cy="77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Sorensen</a:t>
              </a:r>
            </a:p>
          </p:txBody>
        </p:sp>
        <p:sp>
          <p:nvSpPr>
            <p:cNvPr id="300" name="rc299"/>
            <p:cNvSpPr/>
            <p:nvPr/>
          </p:nvSpPr>
          <p:spPr>
            <a:xfrm>
              <a:off x="8186321" y="2337956"/>
              <a:ext cx="196817" cy="953321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 rot="5400000">
              <a:off x="8164327" y="2777112"/>
              <a:ext cx="242689" cy="75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Total</a:t>
              </a:r>
            </a:p>
          </p:txBody>
        </p:sp>
        <p:sp>
          <p:nvSpPr>
            <p:cNvPr id="302" name="rc301"/>
            <p:cNvSpPr/>
            <p:nvPr/>
          </p:nvSpPr>
          <p:spPr>
            <a:xfrm>
              <a:off x="8186321" y="3474158"/>
              <a:ext cx="196817" cy="953321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2"/>
            <p:cNvSpPr/>
            <p:nvPr/>
          </p:nvSpPr>
          <p:spPr>
            <a:xfrm rot="5400000">
              <a:off x="8065506" y="3913314"/>
              <a:ext cx="440332" cy="75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Turnover</a:t>
              </a:r>
            </a:p>
          </p:txBody>
        </p:sp>
        <p:sp>
          <p:nvSpPr>
            <p:cNvPr id="304" name="rc303"/>
            <p:cNvSpPr/>
            <p:nvPr/>
          </p:nvSpPr>
          <p:spPr>
            <a:xfrm>
              <a:off x="8186321" y="4610360"/>
              <a:ext cx="196817" cy="953321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 rot="5400000">
              <a:off x="7719207" y="5048549"/>
              <a:ext cx="1134864" cy="769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Gradient or nestedness</a:t>
              </a:r>
            </a:p>
          </p:txBody>
        </p:sp>
        <p:sp>
          <p:nvSpPr>
            <p:cNvPr id="306" name="pl305"/>
            <p:cNvSpPr/>
            <p:nvPr/>
          </p:nvSpPr>
          <p:spPr>
            <a:xfrm>
              <a:off x="2339202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2816494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3293786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3771079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tx309"/>
            <p:cNvSpPr/>
            <p:nvPr/>
          </p:nvSpPr>
          <p:spPr>
            <a:xfrm>
              <a:off x="2294032" y="5634858"/>
              <a:ext cx="90338" cy="712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311" name="tx310"/>
            <p:cNvSpPr/>
            <p:nvPr/>
          </p:nvSpPr>
          <p:spPr>
            <a:xfrm>
              <a:off x="2771325" y="5635404"/>
              <a:ext cx="90338" cy="707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312" name="tx311"/>
            <p:cNvSpPr/>
            <p:nvPr/>
          </p:nvSpPr>
          <p:spPr>
            <a:xfrm>
              <a:off x="3265534" y="5633171"/>
              <a:ext cx="56505" cy="72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3" name="tx312"/>
            <p:cNvSpPr/>
            <p:nvPr/>
          </p:nvSpPr>
          <p:spPr>
            <a:xfrm>
              <a:off x="3742826" y="5635404"/>
              <a:ext cx="56505" cy="707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4" name="pl313"/>
            <p:cNvSpPr/>
            <p:nvPr/>
          </p:nvSpPr>
          <p:spPr>
            <a:xfrm>
              <a:off x="4427884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4"/>
            <p:cNvSpPr/>
            <p:nvPr/>
          </p:nvSpPr>
          <p:spPr>
            <a:xfrm>
              <a:off x="4905176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5"/>
            <p:cNvSpPr/>
            <p:nvPr/>
          </p:nvSpPr>
          <p:spPr>
            <a:xfrm>
              <a:off x="5382468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6"/>
            <p:cNvSpPr/>
            <p:nvPr/>
          </p:nvSpPr>
          <p:spPr>
            <a:xfrm>
              <a:off x="5859761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tx317"/>
            <p:cNvSpPr/>
            <p:nvPr/>
          </p:nvSpPr>
          <p:spPr>
            <a:xfrm>
              <a:off x="4382714" y="5634858"/>
              <a:ext cx="90338" cy="712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4860007" y="5635404"/>
              <a:ext cx="90338" cy="707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5354216" y="5633171"/>
              <a:ext cx="56505" cy="72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1" name="tx320"/>
            <p:cNvSpPr/>
            <p:nvPr/>
          </p:nvSpPr>
          <p:spPr>
            <a:xfrm>
              <a:off x="5831508" y="5635404"/>
              <a:ext cx="56505" cy="707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2" name="pl321"/>
            <p:cNvSpPr/>
            <p:nvPr/>
          </p:nvSpPr>
          <p:spPr>
            <a:xfrm>
              <a:off x="6516566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2"/>
            <p:cNvSpPr/>
            <p:nvPr/>
          </p:nvSpPr>
          <p:spPr>
            <a:xfrm>
              <a:off x="6993858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3"/>
            <p:cNvSpPr/>
            <p:nvPr/>
          </p:nvSpPr>
          <p:spPr>
            <a:xfrm>
              <a:off x="7471150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4"/>
            <p:cNvSpPr/>
            <p:nvPr/>
          </p:nvSpPr>
          <p:spPr>
            <a:xfrm>
              <a:off x="7948443" y="55636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tx325"/>
            <p:cNvSpPr/>
            <p:nvPr/>
          </p:nvSpPr>
          <p:spPr>
            <a:xfrm>
              <a:off x="6471396" y="5634858"/>
              <a:ext cx="90338" cy="712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327" name="tx326"/>
            <p:cNvSpPr/>
            <p:nvPr/>
          </p:nvSpPr>
          <p:spPr>
            <a:xfrm>
              <a:off x="6948689" y="5635404"/>
              <a:ext cx="90338" cy="707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328" name="tx327"/>
            <p:cNvSpPr/>
            <p:nvPr/>
          </p:nvSpPr>
          <p:spPr>
            <a:xfrm>
              <a:off x="7442898" y="5633171"/>
              <a:ext cx="56505" cy="72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9" name="tx328"/>
            <p:cNvSpPr/>
            <p:nvPr/>
          </p:nvSpPr>
          <p:spPr>
            <a:xfrm>
              <a:off x="7920190" y="5635404"/>
              <a:ext cx="56505" cy="707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0" name="tx329"/>
            <p:cNvSpPr/>
            <p:nvPr/>
          </p:nvSpPr>
          <p:spPr>
            <a:xfrm>
              <a:off x="1340425" y="3142658"/>
              <a:ext cx="705792" cy="750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Urban x climate</a:t>
              </a:r>
            </a:p>
          </p:txBody>
        </p:sp>
        <p:sp>
          <p:nvSpPr>
            <p:cNvPr id="331" name="tx330"/>
            <p:cNvSpPr/>
            <p:nvPr/>
          </p:nvSpPr>
          <p:spPr>
            <a:xfrm>
              <a:off x="843538" y="2937846"/>
              <a:ext cx="1202680" cy="96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Agriculture (high) x climate</a:t>
              </a:r>
            </a:p>
          </p:txBody>
        </p:sp>
        <p:sp>
          <p:nvSpPr>
            <p:cNvPr id="332" name="tx331"/>
            <p:cNvSpPr/>
            <p:nvPr/>
          </p:nvSpPr>
          <p:spPr>
            <a:xfrm>
              <a:off x="883176" y="2754515"/>
              <a:ext cx="1163042" cy="96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Agriculture (low) x climate</a:t>
              </a:r>
            </a:p>
          </p:txBody>
        </p:sp>
        <p:sp>
          <p:nvSpPr>
            <p:cNvPr id="333" name="tx332"/>
            <p:cNvSpPr/>
            <p:nvPr/>
          </p:nvSpPr>
          <p:spPr>
            <a:xfrm>
              <a:off x="634335" y="2570390"/>
              <a:ext cx="1411882" cy="973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Secondary vegetation x climate</a:t>
              </a:r>
            </a:p>
          </p:txBody>
        </p:sp>
        <p:sp>
          <p:nvSpPr>
            <p:cNvPr id="334" name="tx333"/>
            <p:cNvSpPr/>
            <p:nvPr/>
          </p:nvSpPr>
          <p:spPr>
            <a:xfrm>
              <a:off x="1176665" y="2407647"/>
              <a:ext cx="869553" cy="767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Climate main effect</a:t>
              </a:r>
            </a:p>
          </p:txBody>
        </p:sp>
        <p:sp>
          <p:nvSpPr>
            <p:cNvPr id="335" name="pl334"/>
            <p:cNvSpPr/>
            <p:nvPr/>
          </p:nvSpPr>
          <p:spPr>
            <a:xfrm>
              <a:off x="2071523" y="31812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5"/>
            <p:cNvSpPr/>
            <p:nvPr/>
          </p:nvSpPr>
          <p:spPr>
            <a:xfrm>
              <a:off x="2071523" y="29979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6"/>
            <p:cNvSpPr/>
            <p:nvPr/>
          </p:nvSpPr>
          <p:spPr>
            <a:xfrm>
              <a:off x="2071523" y="28146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7"/>
            <p:cNvSpPr/>
            <p:nvPr/>
          </p:nvSpPr>
          <p:spPr>
            <a:xfrm>
              <a:off x="2071523" y="26312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8"/>
            <p:cNvSpPr/>
            <p:nvPr/>
          </p:nvSpPr>
          <p:spPr>
            <a:xfrm>
              <a:off x="2071523" y="24479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tx339"/>
            <p:cNvSpPr/>
            <p:nvPr/>
          </p:nvSpPr>
          <p:spPr>
            <a:xfrm>
              <a:off x="1340425" y="4278860"/>
              <a:ext cx="705792" cy="750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Urban x climate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843538" y="4074048"/>
              <a:ext cx="1202680" cy="96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Agriculture (high) x climate</a:t>
              </a:r>
            </a:p>
          </p:txBody>
        </p:sp>
        <p:sp>
          <p:nvSpPr>
            <p:cNvPr id="342" name="tx341"/>
            <p:cNvSpPr/>
            <p:nvPr/>
          </p:nvSpPr>
          <p:spPr>
            <a:xfrm>
              <a:off x="883176" y="3890717"/>
              <a:ext cx="1163042" cy="96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Agriculture (low) x climate</a:t>
              </a:r>
            </a:p>
          </p:txBody>
        </p:sp>
        <p:sp>
          <p:nvSpPr>
            <p:cNvPr id="343" name="tx342"/>
            <p:cNvSpPr/>
            <p:nvPr/>
          </p:nvSpPr>
          <p:spPr>
            <a:xfrm>
              <a:off x="634335" y="3706592"/>
              <a:ext cx="1411882" cy="973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Secondary vegetation x climate</a:t>
              </a:r>
            </a:p>
          </p:txBody>
        </p:sp>
        <p:sp>
          <p:nvSpPr>
            <p:cNvPr id="344" name="tx343"/>
            <p:cNvSpPr/>
            <p:nvPr/>
          </p:nvSpPr>
          <p:spPr>
            <a:xfrm>
              <a:off x="1176665" y="3543849"/>
              <a:ext cx="869553" cy="767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Climate main effect</a:t>
              </a:r>
            </a:p>
          </p:txBody>
        </p:sp>
        <p:sp>
          <p:nvSpPr>
            <p:cNvPr id="345" name="pl344"/>
            <p:cNvSpPr/>
            <p:nvPr/>
          </p:nvSpPr>
          <p:spPr>
            <a:xfrm>
              <a:off x="2071523" y="43174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5"/>
            <p:cNvSpPr/>
            <p:nvPr/>
          </p:nvSpPr>
          <p:spPr>
            <a:xfrm>
              <a:off x="2071523" y="413415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6"/>
            <p:cNvSpPr/>
            <p:nvPr/>
          </p:nvSpPr>
          <p:spPr>
            <a:xfrm>
              <a:off x="2071523" y="39508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7"/>
            <p:cNvSpPr/>
            <p:nvPr/>
          </p:nvSpPr>
          <p:spPr>
            <a:xfrm>
              <a:off x="2071523" y="37674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8"/>
            <p:cNvSpPr/>
            <p:nvPr/>
          </p:nvSpPr>
          <p:spPr>
            <a:xfrm>
              <a:off x="2071523" y="35841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tx349"/>
            <p:cNvSpPr/>
            <p:nvPr/>
          </p:nvSpPr>
          <p:spPr>
            <a:xfrm>
              <a:off x="1340425" y="5415062"/>
              <a:ext cx="705792" cy="750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Urban x climate</a:t>
              </a:r>
            </a:p>
          </p:txBody>
        </p:sp>
        <p:sp>
          <p:nvSpPr>
            <p:cNvPr id="351" name="tx350"/>
            <p:cNvSpPr/>
            <p:nvPr/>
          </p:nvSpPr>
          <p:spPr>
            <a:xfrm>
              <a:off x="843538" y="5210250"/>
              <a:ext cx="1202680" cy="96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Agriculture (high) x climate</a:t>
              </a:r>
            </a:p>
          </p:txBody>
        </p:sp>
        <p:sp>
          <p:nvSpPr>
            <p:cNvPr id="352" name="tx351"/>
            <p:cNvSpPr/>
            <p:nvPr/>
          </p:nvSpPr>
          <p:spPr>
            <a:xfrm>
              <a:off x="883176" y="5026919"/>
              <a:ext cx="1163042" cy="96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Agriculture (low) x climate</a:t>
              </a:r>
            </a:p>
          </p:txBody>
        </p:sp>
        <p:sp>
          <p:nvSpPr>
            <p:cNvPr id="353" name="tx352"/>
            <p:cNvSpPr/>
            <p:nvPr/>
          </p:nvSpPr>
          <p:spPr>
            <a:xfrm>
              <a:off x="634335" y="4842794"/>
              <a:ext cx="1411882" cy="973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Secondary vegetation x climate</a:t>
              </a:r>
            </a:p>
          </p:txBody>
        </p:sp>
        <p:sp>
          <p:nvSpPr>
            <p:cNvPr id="354" name="tx353"/>
            <p:cNvSpPr/>
            <p:nvPr/>
          </p:nvSpPr>
          <p:spPr>
            <a:xfrm>
              <a:off x="1176665" y="4680051"/>
              <a:ext cx="869553" cy="767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Climate main effect</a:t>
              </a:r>
            </a:p>
          </p:txBody>
        </p:sp>
        <p:sp>
          <p:nvSpPr>
            <p:cNvPr id="355" name="pl354"/>
            <p:cNvSpPr/>
            <p:nvPr/>
          </p:nvSpPr>
          <p:spPr>
            <a:xfrm>
              <a:off x="2071523" y="54536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5"/>
            <p:cNvSpPr/>
            <p:nvPr/>
          </p:nvSpPr>
          <p:spPr>
            <a:xfrm>
              <a:off x="2071523" y="52703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6"/>
            <p:cNvSpPr/>
            <p:nvPr/>
          </p:nvSpPr>
          <p:spPr>
            <a:xfrm>
              <a:off x="2071523" y="50870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2071523" y="49036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8"/>
            <p:cNvSpPr/>
            <p:nvPr/>
          </p:nvSpPr>
          <p:spPr>
            <a:xfrm>
              <a:off x="2071523" y="47203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tx359"/>
            <p:cNvSpPr/>
            <p:nvPr/>
          </p:nvSpPr>
          <p:spPr>
            <a:xfrm>
              <a:off x="3973026" y="5800261"/>
              <a:ext cx="2343422" cy="1206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Fixed-effect estimate on the logit(D) scale</a:t>
              </a:r>
            </a:p>
          </p:txBody>
        </p:sp>
        <p:sp>
          <p:nvSpPr>
            <p:cNvPr id="361" name="tx360"/>
            <p:cNvSpPr/>
            <p:nvPr/>
          </p:nvSpPr>
          <p:spPr>
            <a:xfrm>
              <a:off x="2103155" y="1930163"/>
              <a:ext cx="4828108" cy="1196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Displayed terms are the climate main effect and land-use-specific climate interactions.</a:t>
              </a:r>
            </a:p>
          </p:txBody>
        </p:sp>
        <p:sp>
          <p:nvSpPr>
            <p:cNvPr id="362" name="tx361"/>
            <p:cNvSpPr/>
            <p:nvPr/>
          </p:nvSpPr>
          <p:spPr>
            <a:xfrm>
              <a:off x="2103155" y="1717725"/>
              <a:ext cx="4912146" cy="143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Warming-related coefficients across functional dissimilarity metrics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2026-03-26T19:00:08Z</dcterms:modified>
  <cp:category/>
</cp:coreProperties>
</file>