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Functional Bray warming coefficients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646855" y="529239"/>
              <a:ext cx="5320008" cy="58941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3646855" y="6190702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646855" y="5802931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646855" y="5415159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646855" y="5027388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3646855" y="4639616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646855" y="4251845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3646855" y="3864073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3646855" y="3476302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646855" y="3088530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3646855" y="2700759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646855" y="2312987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3646855" y="1925216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646855" y="1537445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646855" y="1149673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3646855" y="761902"/>
              <a:ext cx="5320008" cy="0"/>
            </a:xfrm>
            <a:custGeom>
              <a:avLst/>
              <a:pathLst>
                <a:path w="5320008" h="0">
                  <a:moveTo>
                    <a:pt x="0" y="0"/>
                  </a:moveTo>
                  <a:lnTo>
                    <a:pt x="5320008" y="0"/>
                  </a:lnTo>
                  <a:lnTo>
                    <a:pt x="5320008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226356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7123742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D9D9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7123742" y="529239"/>
              <a:ext cx="0" cy="5894126"/>
            </a:xfrm>
            <a:custGeom>
              <a:avLst/>
              <a:pathLst>
                <a:path w="0" h="5894126">
                  <a:moveTo>
                    <a:pt x="0" y="58941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8725045" y="738635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7505518" y="761902"/>
              <a:ext cx="1219527" cy="0"/>
            </a:xfrm>
            <a:custGeom>
              <a:avLst/>
              <a:pathLst>
                <a:path w="1219527" h="0">
                  <a:moveTo>
                    <a:pt x="1219527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7505518" y="738635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7912575" y="1126407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6329612" y="1149673"/>
              <a:ext cx="1582963" cy="0"/>
            </a:xfrm>
            <a:custGeom>
              <a:avLst/>
              <a:pathLst>
                <a:path w="1582963" h="0">
                  <a:moveTo>
                    <a:pt x="1582963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6329612" y="1126407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5809619" y="1514178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4752576" y="1537445"/>
              <a:ext cx="1057042" cy="0"/>
            </a:xfrm>
            <a:custGeom>
              <a:avLst/>
              <a:pathLst>
                <a:path w="1057042" h="0">
                  <a:moveTo>
                    <a:pt x="1057042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752576" y="1514178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6331824" y="1901950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5301038" y="1925216"/>
              <a:ext cx="1030786" cy="0"/>
            </a:xfrm>
            <a:custGeom>
              <a:avLst/>
              <a:pathLst>
                <a:path w="1030786" h="0">
                  <a:moveTo>
                    <a:pt x="1030786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5301038" y="1901950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7847801" y="2289721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4174669" y="2312987"/>
              <a:ext cx="3673132" cy="0"/>
            </a:xfrm>
            <a:custGeom>
              <a:avLst/>
              <a:pathLst>
                <a:path w="3673132" h="0">
                  <a:moveTo>
                    <a:pt x="3673132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4174669" y="2289721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7309005" y="2677493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6588751" y="2700759"/>
              <a:ext cx="720253" cy="0"/>
            </a:xfrm>
            <a:custGeom>
              <a:avLst/>
              <a:pathLst>
                <a:path w="720253" h="0">
                  <a:moveTo>
                    <a:pt x="720253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6588751" y="2677493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7635132" y="3065264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6632584" y="3088530"/>
              <a:ext cx="1002548" cy="0"/>
            </a:xfrm>
            <a:custGeom>
              <a:avLst/>
              <a:pathLst>
                <a:path w="1002548" h="0">
                  <a:moveTo>
                    <a:pt x="1002548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6632584" y="3065264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7795225" y="3453036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7115173" y="3476302"/>
              <a:ext cx="680052" cy="0"/>
            </a:xfrm>
            <a:custGeom>
              <a:avLst/>
              <a:pathLst>
                <a:path w="680052" h="0">
                  <a:moveTo>
                    <a:pt x="680052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7115173" y="3453036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7647449" y="3840807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6984419" y="3864073"/>
              <a:ext cx="663029" cy="0"/>
            </a:xfrm>
            <a:custGeom>
              <a:avLst/>
              <a:pathLst>
                <a:path w="663029" h="0">
                  <a:moveTo>
                    <a:pt x="663029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6984419" y="3840807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8650218" y="4228579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6210368" y="4251845"/>
              <a:ext cx="2439850" cy="0"/>
            </a:xfrm>
            <a:custGeom>
              <a:avLst/>
              <a:pathLst>
                <a:path w="2439850" h="0">
                  <a:moveTo>
                    <a:pt x="2439850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6210368" y="4228579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8703869" y="4616350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7396142" y="4639616"/>
              <a:ext cx="1307727" cy="0"/>
            </a:xfrm>
            <a:custGeom>
              <a:avLst/>
              <a:pathLst>
                <a:path w="1307727" h="0">
                  <a:moveTo>
                    <a:pt x="1307727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7396142" y="4616350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8117493" y="5004122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6397181" y="5027388"/>
              <a:ext cx="1720311" cy="0"/>
            </a:xfrm>
            <a:custGeom>
              <a:avLst/>
              <a:pathLst>
                <a:path w="1720311" h="0">
                  <a:moveTo>
                    <a:pt x="1720311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6397181" y="5004122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5903270" y="5391893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4750297" y="5415159"/>
              <a:ext cx="1152973" cy="0"/>
            </a:xfrm>
            <a:custGeom>
              <a:avLst/>
              <a:pathLst>
                <a:path w="1152973" h="0">
                  <a:moveTo>
                    <a:pt x="1152973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4750297" y="5391893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6444447" y="5779664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5320344" y="5802931"/>
              <a:ext cx="1124103" cy="0"/>
            </a:xfrm>
            <a:custGeom>
              <a:avLst/>
              <a:pathLst>
                <a:path w="1124103" h="0">
                  <a:moveTo>
                    <a:pt x="1124103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5320344" y="5779664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7914856" y="6167436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3888673" y="6190702"/>
              <a:ext cx="4026182" cy="0"/>
            </a:xfrm>
            <a:custGeom>
              <a:avLst/>
              <a:pathLst>
                <a:path w="4026182" h="0">
                  <a:moveTo>
                    <a:pt x="4026182" y="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3888673" y="6167436"/>
              <a:ext cx="0" cy="46532"/>
            </a:xfrm>
            <a:custGeom>
              <a:avLst/>
              <a:pathLst>
                <a:path w="0" h="46532">
                  <a:moveTo>
                    <a:pt x="0" y="46532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8082325" y="728945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7088137" y="1116717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5248142" y="1504488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5783475" y="1892260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5978279" y="2280031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6915922" y="2667803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7100902" y="3055574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7422242" y="3443346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7282978" y="3831117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7397336" y="4218889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8017049" y="4606660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7224380" y="4994431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5293827" y="5382203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5849439" y="5769974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5868808" y="6157746"/>
              <a:ext cx="65912" cy="6591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3646855" y="529239"/>
              <a:ext cx="5320008" cy="5894126"/>
            </a:xfrm>
            <a:prstGeom prst="rect">
              <a:avLst/>
            </a:prstGeom>
            <a:ln w="1084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5"/>
            <p:cNvSpPr/>
            <p:nvPr/>
          </p:nvSpPr>
          <p:spPr>
            <a:xfrm>
              <a:off x="896473" y="6124481"/>
              <a:ext cx="2687751" cy="1063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Functional_Bray_Gradient | UI2Urban:pair_clim_mean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374672" y="5735946"/>
              <a:ext cx="3209552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Functional_Bray_Gradient | UI2Agriculture_High:pair_clim_mean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399501" y="5348174"/>
              <a:ext cx="3184723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Functional_Bray_Gradient | UI2Agriculture_Low:pair_clim_mean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119774" y="4960403"/>
              <a:ext cx="3464450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Functional_Bray_Gradient | UI2Secondary vegetation:pair_clim_mean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1405832" y="4573395"/>
              <a:ext cx="2178392" cy="1063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Functional_Bray_Gradient | pair_clim_mean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877919" y="4186661"/>
              <a:ext cx="2706305" cy="1052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Functional_Bray_Turnover | UI2Urban:pair_clim_mean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356118" y="3798125"/>
              <a:ext cx="3228106" cy="106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Functional_Bray_Turnover | UI2Agriculture_High:pair_clim_mean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380947" y="3410354"/>
              <a:ext cx="3203277" cy="106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Functional_Bray_Turnover | UI2Agriculture_Low:pair_clim_mean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101220" y="3021545"/>
              <a:ext cx="3483004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Functional_Bray_Turnover | UI2Secondary vegetation:pair_clim_mean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1387278" y="2635575"/>
              <a:ext cx="2196946" cy="1052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Functional_Bray_Turnover | pair_clim_mean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1076664" y="2247803"/>
              <a:ext cx="2507560" cy="1052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Functional_Bray_Total | UI2Urban:pair_clim_mean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554863" y="1859268"/>
              <a:ext cx="3029361" cy="106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Functional_Bray_Total | UI2Agriculture_High:pair_clim_mean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579692" y="1471496"/>
              <a:ext cx="3004532" cy="1060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Functional_Bray_Total | UI2Agriculture_Low:pair_clim_mean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299965" y="1082688"/>
              <a:ext cx="3284259" cy="107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Functional_Bray_Total | UI2Secondary vegetation:pair_clim_mean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1586024" y="696717"/>
              <a:ext cx="1998201" cy="1052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Functional_Bray_Total | pair_clim_mean</a:t>
              </a:r>
            </a:p>
          </p:txBody>
        </p:sp>
        <p:sp>
          <p:nvSpPr>
            <p:cNvPr id="101" name="pl100"/>
            <p:cNvSpPr/>
            <p:nvPr/>
          </p:nvSpPr>
          <p:spPr>
            <a:xfrm>
              <a:off x="3612060" y="61907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3612060" y="58029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3612060" y="54151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3612060" y="50273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3612060" y="46396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3612060" y="42518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3612060" y="38640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3612060" y="34763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3612060" y="30885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3612060" y="27007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3612060" y="23129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3612060" y="19252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3612060" y="15374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3612060" y="11496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3612060" y="7619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5226356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7123742" y="642336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7"/>
            <p:cNvSpPr/>
            <p:nvPr/>
          </p:nvSpPr>
          <p:spPr>
            <a:xfrm>
              <a:off x="5176670" y="6488342"/>
              <a:ext cx="99372" cy="778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119" name="tx118"/>
            <p:cNvSpPr/>
            <p:nvPr/>
          </p:nvSpPr>
          <p:spPr>
            <a:xfrm>
              <a:off x="7092665" y="6485886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5017977" y="6593136"/>
              <a:ext cx="2577765" cy="1327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Fixed-effect estimate on the logit(D) scale</a:t>
              </a:r>
            </a:p>
          </p:txBody>
        </p:sp>
        <p:sp>
          <p:nvSpPr>
            <p:cNvPr id="121" name="tx120"/>
            <p:cNvSpPr/>
            <p:nvPr/>
          </p:nvSpPr>
          <p:spPr>
            <a:xfrm>
              <a:off x="3646855" y="294915"/>
              <a:ext cx="6064330" cy="133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Climate interactions are strongest in the total and gradient components of ATA-space dissimilarity.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3646855" y="63485"/>
              <a:ext cx="4694738" cy="1583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Warming-related coefficients in the functional Bray models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2026-03-23T21:30:07Z</dcterms:modified>
  <cp:category/>
</cp:coreProperties>
</file>